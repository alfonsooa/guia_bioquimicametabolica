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9" d="100"/>
          <a:sy n="99" d="100"/>
        </p:scale>
        <p:origin x="1440" y="-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02/09/2026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1" name="Grupo 2990">
            <a:extLst>
              <a:ext uri="{FF2B5EF4-FFF2-40B4-BE49-F238E27FC236}">
                <a16:creationId xmlns:a16="http://schemas.microsoft.com/office/drawing/2014/main" id="{C9798555-FEC8-0BF2-AAFB-4A964C522521}"/>
              </a:ext>
            </a:extLst>
          </p:cNvPr>
          <p:cNvGrpSpPr/>
          <p:nvPr/>
        </p:nvGrpSpPr>
        <p:grpSpPr>
          <a:xfrm>
            <a:off x="5623155" y="2868372"/>
            <a:ext cx="1936520" cy="1443305"/>
            <a:chOff x="5638419" y="1397005"/>
            <a:chExt cx="1936520" cy="1150917"/>
          </a:xfrm>
        </p:grpSpPr>
        <p:grpSp>
          <p:nvGrpSpPr>
            <p:cNvPr id="2992" name="Group 1386">
              <a:extLst>
                <a:ext uri="{FF2B5EF4-FFF2-40B4-BE49-F238E27FC236}">
                  <a16:creationId xmlns:a16="http://schemas.microsoft.com/office/drawing/2014/main" id="{403EFBF5-91B4-344B-4D71-1EE409A111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38419" y="1404431"/>
              <a:ext cx="166756" cy="534619"/>
              <a:chOff x="533" y="1248"/>
              <a:chExt cx="175" cy="403"/>
            </a:xfrm>
          </p:grpSpPr>
          <p:sp>
            <p:nvSpPr>
              <p:cNvPr id="3140" name="Oval 1387">
                <a:extLst>
                  <a:ext uri="{FF2B5EF4-FFF2-40B4-BE49-F238E27FC236}">
                    <a16:creationId xmlns:a16="http://schemas.microsoft.com/office/drawing/2014/main" id="{BBF6BFEF-A986-AAD1-F334-8C03372E75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1" name="Oval 1388">
                <a:extLst>
                  <a:ext uri="{FF2B5EF4-FFF2-40B4-BE49-F238E27FC236}">
                    <a16:creationId xmlns:a16="http://schemas.microsoft.com/office/drawing/2014/main" id="{4D8123A9-2DC9-A93B-417C-B7A7852E3A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2" name="Freeform 1389">
                <a:extLst>
                  <a:ext uri="{FF2B5EF4-FFF2-40B4-BE49-F238E27FC236}">
                    <a16:creationId xmlns:a16="http://schemas.microsoft.com/office/drawing/2014/main" id="{9B154EBC-DDDC-5A5B-1E2B-5DD8A94DEA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3" name="Freeform 1390">
                <a:extLst>
                  <a:ext uri="{FF2B5EF4-FFF2-40B4-BE49-F238E27FC236}">
                    <a16:creationId xmlns:a16="http://schemas.microsoft.com/office/drawing/2014/main" id="{77A47166-D6BC-A457-9831-B65C3843C6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4" name="Freeform 1391">
                <a:extLst>
                  <a:ext uri="{FF2B5EF4-FFF2-40B4-BE49-F238E27FC236}">
                    <a16:creationId xmlns:a16="http://schemas.microsoft.com/office/drawing/2014/main" id="{EF34E81C-9058-A8CF-5F59-B2DEB87BC9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5" name="Oval 1392">
                <a:extLst>
                  <a:ext uri="{FF2B5EF4-FFF2-40B4-BE49-F238E27FC236}">
                    <a16:creationId xmlns:a16="http://schemas.microsoft.com/office/drawing/2014/main" id="{D0285491-D9C0-9A25-A2F4-94C0C7BBF3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3" name="Group 1393">
              <a:extLst>
                <a:ext uri="{FF2B5EF4-FFF2-40B4-BE49-F238E27FC236}">
                  <a16:creationId xmlns:a16="http://schemas.microsoft.com/office/drawing/2014/main" id="{EAE49340-3165-AC4C-508A-A2F3210CF8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643798" y="2013303"/>
              <a:ext cx="166756" cy="534619"/>
              <a:chOff x="533" y="1248"/>
              <a:chExt cx="175" cy="403"/>
            </a:xfrm>
          </p:grpSpPr>
          <p:sp>
            <p:nvSpPr>
              <p:cNvPr id="3134" name="Oval 1394">
                <a:extLst>
                  <a:ext uri="{FF2B5EF4-FFF2-40B4-BE49-F238E27FC236}">
                    <a16:creationId xmlns:a16="http://schemas.microsoft.com/office/drawing/2014/main" id="{DC1FFCF6-3A45-3F32-DB73-DF4D801103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5" name="Oval 1395">
                <a:extLst>
                  <a:ext uri="{FF2B5EF4-FFF2-40B4-BE49-F238E27FC236}">
                    <a16:creationId xmlns:a16="http://schemas.microsoft.com/office/drawing/2014/main" id="{4B2D1DBD-A140-CEF5-4BF2-D633795A66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6" name="Freeform 1396">
                <a:extLst>
                  <a:ext uri="{FF2B5EF4-FFF2-40B4-BE49-F238E27FC236}">
                    <a16:creationId xmlns:a16="http://schemas.microsoft.com/office/drawing/2014/main" id="{EF67A3B3-1A4A-6826-23A4-C34114AFF6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7" name="Freeform 1397">
                <a:extLst>
                  <a:ext uri="{FF2B5EF4-FFF2-40B4-BE49-F238E27FC236}">
                    <a16:creationId xmlns:a16="http://schemas.microsoft.com/office/drawing/2014/main" id="{8DF39622-0864-84C2-58AF-E2D1FF99C0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8" name="Freeform 1398">
                <a:extLst>
                  <a:ext uri="{FF2B5EF4-FFF2-40B4-BE49-F238E27FC236}">
                    <a16:creationId xmlns:a16="http://schemas.microsoft.com/office/drawing/2014/main" id="{AEFFA4FC-377A-B361-4270-9B583E426C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9" name="Oval 1399">
                <a:extLst>
                  <a:ext uri="{FF2B5EF4-FFF2-40B4-BE49-F238E27FC236}">
                    <a16:creationId xmlns:a16="http://schemas.microsoft.com/office/drawing/2014/main" id="{0B9E3173-4AD3-4354-AC43-F5E625D993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4" name="Group 1400">
              <a:extLst>
                <a:ext uri="{FF2B5EF4-FFF2-40B4-BE49-F238E27FC236}">
                  <a16:creationId xmlns:a16="http://schemas.microsoft.com/office/drawing/2014/main" id="{2FC54C1D-EC4A-D043-3ABB-CC9A03B363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15933" y="1404431"/>
              <a:ext cx="166756" cy="534619"/>
              <a:chOff x="533" y="1248"/>
              <a:chExt cx="175" cy="403"/>
            </a:xfrm>
          </p:grpSpPr>
          <p:sp>
            <p:nvSpPr>
              <p:cNvPr id="3128" name="Oval 1401">
                <a:extLst>
                  <a:ext uri="{FF2B5EF4-FFF2-40B4-BE49-F238E27FC236}">
                    <a16:creationId xmlns:a16="http://schemas.microsoft.com/office/drawing/2014/main" id="{39B0B583-7792-7E5E-7ECF-693327E5AB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9" name="Oval 1402">
                <a:extLst>
                  <a:ext uri="{FF2B5EF4-FFF2-40B4-BE49-F238E27FC236}">
                    <a16:creationId xmlns:a16="http://schemas.microsoft.com/office/drawing/2014/main" id="{41790AC9-D6C9-2D36-348B-053AA42296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0" name="Freeform 1403">
                <a:extLst>
                  <a:ext uri="{FF2B5EF4-FFF2-40B4-BE49-F238E27FC236}">
                    <a16:creationId xmlns:a16="http://schemas.microsoft.com/office/drawing/2014/main" id="{BD3595DF-B9E0-A850-9E26-BD542D5796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1" name="Freeform 1404">
                <a:extLst>
                  <a:ext uri="{FF2B5EF4-FFF2-40B4-BE49-F238E27FC236}">
                    <a16:creationId xmlns:a16="http://schemas.microsoft.com/office/drawing/2014/main" id="{3B34F7F4-A941-B2BD-FFEA-316D6B1988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2" name="Freeform 1405">
                <a:extLst>
                  <a:ext uri="{FF2B5EF4-FFF2-40B4-BE49-F238E27FC236}">
                    <a16:creationId xmlns:a16="http://schemas.microsoft.com/office/drawing/2014/main" id="{74CE4870-C1E3-FDDC-68FD-22B0AE29F4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3" name="Oval 1406">
                <a:extLst>
                  <a:ext uri="{FF2B5EF4-FFF2-40B4-BE49-F238E27FC236}">
                    <a16:creationId xmlns:a16="http://schemas.microsoft.com/office/drawing/2014/main" id="{B7EA0098-487C-3B78-4549-5CB7F69DC3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5" name="Group 1407">
              <a:extLst>
                <a:ext uri="{FF2B5EF4-FFF2-40B4-BE49-F238E27FC236}">
                  <a16:creationId xmlns:a16="http://schemas.microsoft.com/office/drawing/2014/main" id="{3C8F21C4-DC1C-25A3-33C8-04E97D3129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821313" y="2013303"/>
              <a:ext cx="166756" cy="534619"/>
              <a:chOff x="533" y="1248"/>
              <a:chExt cx="175" cy="403"/>
            </a:xfrm>
          </p:grpSpPr>
          <p:sp>
            <p:nvSpPr>
              <p:cNvPr id="3122" name="Oval 1408">
                <a:extLst>
                  <a:ext uri="{FF2B5EF4-FFF2-40B4-BE49-F238E27FC236}">
                    <a16:creationId xmlns:a16="http://schemas.microsoft.com/office/drawing/2014/main" id="{94EA2559-D322-B7F0-6A37-8FA2BB12B7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3" name="Oval 1409">
                <a:extLst>
                  <a:ext uri="{FF2B5EF4-FFF2-40B4-BE49-F238E27FC236}">
                    <a16:creationId xmlns:a16="http://schemas.microsoft.com/office/drawing/2014/main" id="{8D3D9450-1258-16D0-5AC1-AE4A9FCF8A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4" name="Freeform 1410">
                <a:extLst>
                  <a:ext uri="{FF2B5EF4-FFF2-40B4-BE49-F238E27FC236}">
                    <a16:creationId xmlns:a16="http://schemas.microsoft.com/office/drawing/2014/main" id="{749F9A05-4A4E-5EB5-94D3-57CAA45AC3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5" name="Freeform 1411">
                <a:extLst>
                  <a:ext uri="{FF2B5EF4-FFF2-40B4-BE49-F238E27FC236}">
                    <a16:creationId xmlns:a16="http://schemas.microsoft.com/office/drawing/2014/main" id="{11BE4CC0-B2F9-4171-3F82-97B6C62FA3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6" name="Freeform 1412">
                <a:extLst>
                  <a:ext uri="{FF2B5EF4-FFF2-40B4-BE49-F238E27FC236}">
                    <a16:creationId xmlns:a16="http://schemas.microsoft.com/office/drawing/2014/main" id="{9D896945-571D-636E-A721-23DA723A7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7" name="Oval 1413">
                <a:extLst>
                  <a:ext uri="{FF2B5EF4-FFF2-40B4-BE49-F238E27FC236}">
                    <a16:creationId xmlns:a16="http://schemas.microsoft.com/office/drawing/2014/main" id="{B547F886-A1F5-B617-7758-71699007E1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6" name="Group 1414">
              <a:extLst>
                <a:ext uri="{FF2B5EF4-FFF2-40B4-BE49-F238E27FC236}">
                  <a16:creationId xmlns:a16="http://schemas.microsoft.com/office/drawing/2014/main" id="{EDEDEB5A-FDB5-3500-0696-BA0C58C1B6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88068" y="1404431"/>
              <a:ext cx="166756" cy="534619"/>
              <a:chOff x="533" y="1248"/>
              <a:chExt cx="175" cy="403"/>
            </a:xfrm>
          </p:grpSpPr>
          <p:sp>
            <p:nvSpPr>
              <p:cNvPr id="3116" name="Oval 1415">
                <a:extLst>
                  <a:ext uri="{FF2B5EF4-FFF2-40B4-BE49-F238E27FC236}">
                    <a16:creationId xmlns:a16="http://schemas.microsoft.com/office/drawing/2014/main" id="{BD95646A-36CE-F4B2-B401-5958DFCF5F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7" name="Oval 1416">
                <a:extLst>
                  <a:ext uri="{FF2B5EF4-FFF2-40B4-BE49-F238E27FC236}">
                    <a16:creationId xmlns:a16="http://schemas.microsoft.com/office/drawing/2014/main" id="{6EC7EE7D-D98B-B1BC-CBE2-B6027D7BC5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8" name="Freeform 1417">
                <a:extLst>
                  <a:ext uri="{FF2B5EF4-FFF2-40B4-BE49-F238E27FC236}">
                    <a16:creationId xmlns:a16="http://schemas.microsoft.com/office/drawing/2014/main" id="{EC46EF6C-4067-240D-44BC-8E1F9E68BC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9" name="Freeform 1418">
                <a:extLst>
                  <a:ext uri="{FF2B5EF4-FFF2-40B4-BE49-F238E27FC236}">
                    <a16:creationId xmlns:a16="http://schemas.microsoft.com/office/drawing/2014/main" id="{3A434995-FE88-5465-DB5A-B4748E05FD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0" name="Freeform 1419">
                <a:extLst>
                  <a:ext uri="{FF2B5EF4-FFF2-40B4-BE49-F238E27FC236}">
                    <a16:creationId xmlns:a16="http://schemas.microsoft.com/office/drawing/2014/main" id="{99C069CB-06DC-24FF-131F-9556DA3B4A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1" name="Oval 1420">
                <a:extLst>
                  <a:ext uri="{FF2B5EF4-FFF2-40B4-BE49-F238E27FC236}">
                    <a16:creationId xmlns:a16="http://schemas.microsoft.com/office/drawing/2014/main" id="{7DFB6808-AB3D-F08D-D1CB-9EF317895A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7" name="Group 1421">
              <a:extLst>
                <a:ext uri="{FF2B5EF4-FFF2-40B4-BE49-F238E27FC236}">
                  <a16:creationId xmlns:a16="http://schemas.microsoft.com/office/drawing/2014/main" id="{220F52DB-608A-C5A1-2831-4A9DCD4F05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993448" y="2013303"/>
              <a:ext cx="166756" cy="534619"/>
              <a:chOff x="533" y="1248"/>
              <a:chExt cx="175" cy="403"/>
            </a:xfrm>
          </p:grpSpPr>
          <p:sp>
            <p:nvSpPr>
              <p:cNvPr id="3110" name="Oval 1422">
                <a:extLst>
                  <a:ext uri="{FF2B5EF4-FFF2-40B4-BE49-F238E27FC236}">
                    <a16:creationId xmlns:a16="http://schemas.microsoft.com/office/drawing/2014/main" id="{491342E0-CDAC-5935-0CA0-BC72D1CC46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1" name="Oval 1423">
                <a:extLst>
                  <a:ext uri="{FF2B5EF4-FFF2-40B4-BE49-F238E27FC236}">
                    <a16:creationId xmlns:a16="http://schemas.microsoft.com/office/drawing/2014/main" id="{0E753BDD-0248-D37E-6DE8-6BACA70738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2" name="Freeform 1424">
                <a:extLst>
                  <a:ext uri="{FF2B5EF4-FFF2-40B4-BE49-F238E27FC236}">
                    <a16:creationId xmlns:a16="http://schemas.microsoft.com/office/drawing/2014/main" id="{C8107721-7A03-4CA0-1D82-56B82A51B4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3" name="Freeform 1425">
                <a:extLst>
                  <a:ext uri="{FF2B5EF4-FFF2-40B4-BE49-F238E27FC236}">
                    <a16:creationId xmlns:a16="http://schemas.microsoft.com/office/drawing/2014/main" id="{26EF3B26-BC41-E913-9DE2-3536665C3B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4" name="Freeform 1426">
                <a:extLst>
                  <a:ext uri="{FF2B5EF4-FFF2-40B4-BE49-F238E27FC236}">
                    <a16:creationId xmlns:a16="http://schemas.microsoft.com/office/drawing/2014/main" id="{0EE0E874-4E5B-F26D-B058-6B7DAACB11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5" name="Oval 1427">
                <a:extLst>
                  <a:ext uri="{FF2B5EF4-FFF2-40B4-BE49-F238E27FC236}">
                    <a16:creationId xmlns:a16="http://schemas.microsoft.com/office/drawing/2014/main" id="{1F707E5E-0AF0-AD54-BA8E-6E07157E40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8" name="Group 1428">
              <a:extLst>
                <a:ext uri="{FF2B5EF4-FFF2-40B4-BE49-F238E27FC236}">
                  <a16:creationId xmlns:a16="http://schemas.microsoft.com/office/drawing/2014/main" id="{9549F188-C1D6-73BC-ACDB-E228D76140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62893" y="1404431"/>
              <a:ext cx="166756" cy="534619"/>
              <a:chOff x="533" y="1248"/>
              <a:chExt cx="175" cy="403"/>
            </a:xfrm>
          </p:grpSpPr>
          <p:sp>
            <p:nvSpPr>
              <p:cNvPr id="3104" name="Oval 1429">
                <a:extLst>
                  <a:ext uri="{FF2B5EF4-FFF2-40B4-BE49-F238E27FC236}">
                    <a16:creationId xmlns:a16="http://schemas.microsoft.com/office/drawing/2014/main" id="{D953F20C-DE04-A1C9-8E90-02B1B55076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5" name="Oval 1430">
                <a:extLst>
                  <a:ext uri="{FF2B5EF4-FFF2-40B4-BE49-F238E27FC236}">
                    <a16:creationId xmlns:a16="http://schemas.microsoft.com/office/drawing/2014/main" id="{50C06C9C-E8F3-7012-B00C-01F702413A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6" name="Freeform 1431">
                <a:extLst>
                  <a:ext uri="{FF2B5EF4-FFF2-40B4-BE49-F238E27FC236}">
                    <a16:creationId xmlns:a16="http://schemas.microsoft.com/office/drawing/2014/main" id="{696E905C-F4D5-0FB6-8CE2-BFBE5D1B84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7" name="Freeform 1432">
                <a:extLst>
                  <a:ext uri="{FF2B5EF4-FFF2-40B4-BE49-F238E27FC236}">
                    <a16:creationId xmlns:a16="http://schemas.microsoft.com/office/drawing/2014/main" id="{9A8FA598-A997-D1A3-D9C2-ABFA06C7EA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8" name="Freeform 1433">
                <a:extLst>
                  <a:ext uri="{FF2B5EF4-FFF2-40B4-BE49-F238E27FC236}">
                    <a16:creationId xmlns:a16="http://schemas.microsoft.com/office/drawing/2014/main" id="{FBA7816B-7E54-1772-5D8B-8345FAA1A9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9" name="Oval 1434">
                <a:extLst>
                  <a:ext uri="{FF2B5EF4-FFF2-40B4-BE49-F238E27FC236}">
                    <a16:creationId xmlns:a16="http://schemas.microsoft.com/office/drawing/2014/main" id="{C9931938-61B8-3950-2E64-17EC30ACD6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9" name="Group 1435">
              <a:extLst>
                <a:ext uri="{FF2B5EF4-FFF2-40B4-BE49-F238E27FC236}">
                  <a16:creationId xmlns:a16="http://schemas.microsoft.com/office/drawing/2014/main" id="{21CA38F8-76D7-A66B-71CF-6D51C5AF89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168272" y="2013303"/>
              <a:ext cx="166756" cy="534619"/>
              <a:chOff x="533" y="1248"/>
              <a:chExt cx="175" cy="403"/>
            </a:xfrm>
          </p:grpSpPr>
          <p:sp>
            <p:nvSpPr>
              <p:cNvPr id="3098" name="Oval 1436">
                <a:extLst>
                  <a:ext uri="{FF2B5EF4-FFF2-40B4-BE49-F238E27FC236}">
                    <a16:creationId xmlns:a16="http://schemas.microsoft.com/office/drawing/2014/main" id="{4237B17A-4107-248B-2526-7173BF506D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9" name="Oval 1437">
                <a:extLst>
                  <a:ext uri="{FF2B5EF4-FFF2-40B4-BE49-F238E27FC236}">
                    <a16:creationId xmlns:a16="http://schemas.microsoft.com/office/drawing/2014/main" id="{C622FF72-4A72-3A75-C71C-8950221BC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0" name="Freeform 1438">
                <a:extLst>
                  <a:ext uri="{FF2B5EF4-FFF2-40B4-BE49-F238E27FC236}">
                    <a16:creationId xmlns:a16="http://schemas.microsoft.com/office/drawing/2014/main" id="{B48ACE5D-8ED8-9A08-7CD8-6496A8BCF4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1" name="Freeform 1439">
                <a:extLst>
                  <a:ext uri="{FF2B5EF4-FFF2-40B4-BE49-F238E27FC236}">
                    <a16:creationId xmlns:a16="http://schemas.microsoft.com/office/drawing/2014/main" id="{E8FA0E14-368A-1FBA-F4D5-6BF8586DCB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2" name="Freeform 1440">
                <a:extLst>
                  <a:ext uri="{FF2B5EF4-FFF2-40B4-BE49-F238E27FC236}">
                    <a16:creationId xmlns:a16="http://schemas.microsoft.com/office/drawing/2014/main" id="{800C52DB-AE6B-0394-E322-DCE14ED693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3" name="Oval 1441">
                <a:extLst>
                  <a:ext uri="{FF2B5EF4-FFF2-40B4-BE49-F238E27FC236}">
                    <a16:creationId xmlns:a16="http://schemas.microsoft.com/office/drawing/2014/main" id="{A08AF290-7F02-6970-E652-BDDAA74501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0" name="Group 1442">
              <a:extLst>
                <a:ext uri="{FF2B5EF4-FFF2-40B4-BE49-F238E27FC236}">
                  <a16:creationId xmlns:a16="http://schemas.microsoft.com/office/drawing/2014/main" id="{69E27E11-28FA-95FE-E15E-72703E536E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345787" y="1397005"/>
              <a:ext cx="166756" cy="534619"/>
              <a:chOff x="533" y="1248"/>
              <a:chExt cx="175" cy="403"/>
            </a:xfrm>
          </p:grpSpPr>
          <p:sp>
            <p:nvSpPr>
              <p:cNvPr id="3092" name="Oval 1443">
                <a:extLst>
                  <a:ext uri="{FF2B5EF4-FFF2-40B4-BE49-F238E27FC236}">
                    <a16:creationId xmlns:a16="http://schemas.microsoft.com/office/drawing/2014/main" id="{7AB39A6D-BE73-0129-47CE-8CCCCDDF05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3" name="Oval 1444">
                <a:extLst>
                  <a:ext uri="{FF2B5EF4-FFF2-40B4-BE49-F238E27FC236}">
                    <a16:creationId xmlns:a16="http://schemas.microsoft.com/office/drawing/2014/main" id="{49AE6460-3F08-ACB9-5202-B190C3FC1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4" name="Freeform 1445">
                <a:extLst>
                  <a:ext uri="{FF2B5EF4-FFF2-40B4-BE49-F238E27FC236}">
                    <a16:creationId xmlns:a16="http://schemas.microsoft.com/office/drawing/2014/main" id="{11D0FDE3-F1C6-188C-539A-CBBD7C97E9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5" name="Freeform 1446">
                <a:extLst>
                  <a:ext uri="{FF2B5EF4-FFF2-40B4-BE49-F238E27FC236}">
                    <a16:creationId xmlns:a16="http://schemas.microsoft.com/office/drawing/2014/main" id="{20F6A4A9-39FF-986C-7B84-4DCACA7B08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6" name="Freeform 1447">
                <a:extLst>
                  <a:ext uri="{FF2B5EF4-FFF2-40B4-BE49-F238E27FC236}">
                    <a16:creationId xmlns:a16="http://schemas.microsoft.com/office/drawing/2014/main" id="{C99B7472-53FC-0A9F-18D8-4BA2279C0D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7" name="Oval 1448">
                <a:extLst>
                  <a:ext uri="{FF2B5EF4-FFF2-40B4-BE49-F238E27FC236}">
                    <a16:creationId xmlns:a16="http://schemas.microsoft.com/office/drawing/2014/main" id="{3603415D-8756-DD5C-F7EF-51DCFB3C04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1" name="Group 1449">
              <a:extLst>
                <a:ext uri="{FF2B5EF4-FFF2-40B4-BE49-F238E27FC236}">
                  <a16:creationId xmlns:a16="http://schemas.microsoft.com/office/drawing/2014/main" id="{7DFA4749-CCB1-7269-9CE9-13FF8AB382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351166" y="2005877"/>
              <a:ext cx="166756" cy="534619"/>
              <a:chOff x="533" y="1248"/>
              <a:chExt cx="175" cy="403"/>
            </a:xfrm>
          </p:grpSpPr>
          <p:sp>
            <p:nvSpPr>
              <p:cNvPr id="3086" name="Oval 1450">
                <a:extLst>
                  <a:ext uri="{FF2B5EF4-FFF2-40B4-BE49-F238E27FC236}">
                    <a16:creationId xmlns:a16="http://schemas.microsoft.com/office/drawing/2014/main" id="{4BB29878-B930-0F0A-39C5-30622ECA60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7" name="Oval 1451">
                <a:extLst>
                  <a:ext uri="{FF2B5EF4-FFF2-40B4-BE49-F238E27FC236}">
                    <a16:creationId xmlns:a16="http://schemas.microsoft.com/office/drawing/2014/main" id="{30FEDC63-489B-014D-F1C1-ACBA9FA008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8" name="Freeform 1452">
                <a:extLst>
                  <a:ext uri="{FF2B5EF4-FFF2-40B4-BE49-F238E27FC236}">
                    <a16:creationId xmlns:a16="http://schemas.microsoft.com/office/drawing/2014/main" id="{34D85C04-6774-B8F1-C61A-09A9FC271B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9" name="Freeform 1453">
                <a:extLst>
                  <a:ext uri="{FF2B5EF4-FFF2-40B4-BE49-F238E27FC236}">
                    <a16:creationId xmlns:a16="http://schemas.microsoft.com/office/drawing/2014/main" id="{6E49C6F1-38AF-02EF-65F6-A4CF708747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" name="Freeform 1454">
                <a:extLst>
                  <a:ext uri="{FF2B5EF4-FFF2-40B4-BE49-F238E27FC236}">
                    <a16:creationId xmlns:a16="http://schemas.microsoft.com/office/drawing/2014/main" id="{B179BF4B-0B05-CB54-280F-288D518CF2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1" name="Oval 1455">
                <a:extLst>
                  <a:ext uri="{FF2B5EF4-FFF2-40B4-BE49-F238E27FC236}">
                    <a16:creationId xmlns:a16="http://schemas.microsoft.com/office/drawing/2014/main" id="{FCA8E3BE-F5FC-026F-F149-C4672A4A8E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2" name="Group 1456">
              <a:extLst>
                <a:ext uri="{FF2B5EF4-FFF2-40B4-BE49-F238E27FC236}">
                  <a16:creationId xmlns:a16="http://schemas.microsoft.com/office/drawing/2014/main" id="{A1AA69F7-87EB-A30D-BA9F-B79E0173E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3301" y="1397005"/>
              <a:ext cx="166756" cy="534619"/>
              <a:chOff x="533" y="1248"/>
              <a:chExt cx="175" cy="403"/>
            </a:xfrm>
          </p:grpSpPr>
          <p:sp>
            <p:nvSpPr>
              <p:cNvPr id="3080" name="Oval 1457">
                <a:extLst>
                  <a:ext uri="{FF2B5EF4-FFF2-40B4-BE49-F238E27FC236}">
                    <a16:creationId xmlns:a16="http://schemas.microsoft.com/office/drawing/2014/main" id="{BBADC6E8-2D9F-6C7B-EDB6-FC47B0D373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1" name="Oval 1458">
                <a:extLst>
                  <a:ext uri="{FF2B5EF4-FFF2-40B4-BE49-F238E27FC236}">
                    <a16:creationId xmlns:a16="http://schemas.microsoft.com/office/drawing/2014/main" id="{80C12EEC-39CB-2236-D938-DE229FBE56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2" name="Freeform 1459">
                <a:extLst>
                  <a:ext uri="{FF2B5EF4-FFF2-40B4-BE49-F238E27FC236}">
                    <a16:creationId xmlns:a16="http://schemas.microsoft.com/office/drawing/2014/main" id="{9380CFA0-13BF-B900-D0A7-4F476619D6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3" name="Freeform 1460">
                <a:extLst>
                  <a:ext uri="{FF2B5EF4-FFF2-40B4-BE49-F238E27FC236}">
                    <a16:creationId xmlns:a16="http://schemas.microsoft.com/office/drawing/2014/main" id="{85AB75AF-A6EE-DFF7-9496-12CCEA1870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4" name="Freeform 1461">
                <a:extLst>
                  <a:ext uri="{FF2B5EF4-FFF2-40B4-BE49-F238E27FC236}">
                    <a16:creationId xmlns:a16="http://schemas.microsoft.com/office/drawing/2014/main" id="{F1FA2C58-9427-0572-24CB-342EF0F9A1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5" name="Oval 1462">
                <a:extLst>
                  <a:ext uri="{FF2B5EF4-FFF2-40B4-BE49-F238E27FC236}">
                    <a16:creationId xmlns:a16="http://schemas.microsoft.com/office/drawing/2014/main" id="{5249929B-1F0A-057E-2000-6A0028A31C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3" name="Group 1463">
              <a:extLst>
                <a:ext uri="{FF2B5EF4-FFF2-40B4-BE49-F238E27FC236}">
                  <a16:creationId xmlns:a16="http://schemas.microsoft.com/office/drawing/2014/main" id="{5D0D6FC9-8995-6454-C23B-84CAB228CD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528680" y="2005877"/>
              <a:ext cx="166756" cy="534619"/>
              <a:chOff x="533" y="1248"/>
              <a:chExt cx="175" cy="403"/>
            </a:xfrm>
          </p:grpSpPr>
          <p:sp>
            <p:nvSpPr>
              <p:cNvPr id="3074" name="Oval 1464">
                <a:extLst>
                  <a:ext uri="{FF2B5EF4-FFF2-40B4-BE49-F238E27FC236}">
                    <a16:creationId xmlns:a16="http://schemas.microsoft.com/office/drawing/2014/main" id="{52858316-1705-CC97-6A47-B77E6DB388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5" name="Oval 1465">
                <a:extLst>
                  <a:ext uri="{FF2B5EF4-FFF2-40B4-BE49-F238E27FC236}">
                    <a16:creationId xmlns:a16="http://schemas.microsoft.com/office/drawing/2014/main" id="{E181031B-B4FD-CC36-6F8B-83F573E382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6" name="Freeform 1466">
                <a:extLst>
                  <a:ext uri="{FF2B5EF4-FFF2-40B4-BE49-F238E27FC236}">
                    <a16:creationId xmlns:a16="http://schemas.microsoft.com/office/drawing/2014/main" id="{A23E7F04-0301-E2F5-D4AF-D222D607CE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" name="Freeform 1467">
                <a:extLst>
                  <a:ext uri="{FF2B5EF4-FFF2-40B4-BE49-F238E27FC236}">
                    <a16:creationId xmlns:a16="http://schemas.microsoft.com/office/drawing/2014/main" id="{756EBD00-9B0C-CCB0-6844-C66C4FAD0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8" name="Freeform 1468">
                <a:extLst>
                  <a:ext uri="{FF2B5EF4-FFF2-40B4-BE49-F238E27FC236}">
                    <a16:creationId xmlns:a16="http://schemas.microsoft.com/office/drawing/2014/main" id="{466676A4-4E1C-1A83-FE33-8FD8E264A9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9" name="Oval 1469">
                <a:extLst>
                  <a:ext uri="{FF2B5EF4-FFF2-40B4-BE49-F238E27FC236}">
                    <a16:creationId xmlns:a16="http://schemas.microsoft.com/office/drawing/2014/main" id="{282AFA43-8C41-1A8C-60AB-85EF0F105B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4" name="Group 1470">
              <a:extLst>
                <a:ext uri="{FF2B5EF4-FFF2-40B4-BE49-F238E27FC236}">
                  <a16:creationId xmlns:a16="http://schemas.microsoft.com/office/drawing/2014/main" id="{A22DB9A3-DBAB-7D2D-35F3-33BA2BD048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95436" y="1397005"/>
              <a:ext cx="166756" cy="534619"/>
              <a:chOff x="533" y="1248"/>
              <a:chExt cx="175" cy="403"/>
            </a:xfrm>
          </p:grpSpPr>
          <p:sp>
            <p:nvSpPr>
              <p:cNvPr id="3068" name="Oval 1471">
                <a:extLst>
                  <a:ext uri="{FF2B5EF4-FFF2-40B4-BE49-F238E27FC236}">
                    <a16:creationId xmlns:a16="http://schemas.microsoft.com/office/drawing/2014/main" id="{191CBA0D-2308-CC47-DBA8-89FD18B74E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9" name="Oval 1472">
                <a:extLst>
                  <a:ext uri="{FF2B5EF4-FFF2-40B4-BE49-F238E27FC236}">
                    <a16:creationId xmlns:a16="http://schemas.microsoft.com/office/drawing/2014/main" id="{2064B472-D37C-98DF-8D92-F8D66496A3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0" name="Freeform 1473">
                <a:extLst>
                  <a:ext uri="{FF2B5EF4-FFF2-40B4-BE49-F238E27FC236}">
                    <a16:creationId xmlns:a16="http://schemas.microsoft.com/office/drawing/2014/main" id="{0C2E78A4-3A33-5456-7045-FD77145666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1" name="Freeform 1474">
                <a:extLst>
                  <a:ext uri="{FF2B5EF4-FFF2-40B4-BE49-F238E27FC236}">
                    <a16:creationId xmlns:a16="http://schemas.microsoft.com/office/drawing/2014/main" id="{5DA07214-3920-64AC-AFC8-BC8FF8920E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2" name="Freeform 1475">
                <a:extLst>
                  <a:ext uri="{FF2B5EF4-FFF2-40B4-BE49-F238E27FC236}">
                    <a16:creationId xmlns:a16="http://schemas.microsoft.com/office/drawing/2014/main" id="{69456A13-924A-661A-93A1-BA13BCB256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" name="Oval 1476">
                <a:extLst>
                  <a:ext uri="{FF2B5EF4-FFF2-40B4-BE49-F238E27FC236}">
                    <a16:creationId xmlns:a16="http://schemas.microsoft.com/office/drawing/2014/main" id="{0115B639-B7A3-E2AD-81F9-13E741345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5" name="Group 1477">
              <a:extLst>
                <a:ext uri="{FF2B5EF4-FFF2-40B4-BE49-F238E27FC236}">
                  <a16:creationId xmlns:a16="http://schemas.microsoft.com/office/drawing/2014/main" id="{3481BDA4-2D7B-1B2F-F6EA-4F1ED1FD5A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700815" y="2005877"/>
              <a:ext cx="166756" cy="534619"/>
              <a:chOff x="533" y="1248"/>
              <a:chExt cx="175" cy="403"/>
            </a:xfrm>
          </p:grpSpPr>
          <p:sp>
            <p:nvSpPr>
              <p:cNvPr id="3062" name="Oval 1478">
                <a:extLst>
                  <a:ext uri="{FF2B5EF4-FFF2-40B4-BE49-F238E27FC236}">
                    <a16:creationId xmlns:a16="http://schemas.microsoft.com/office/drawing/2014/main" id="{3C7F6A7F-34A8-7B59-8222-116DB547B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3" name="Oval 1479">
                <a:extLst>
                  <a:ext uri="{FF2B5EF4-FFF2-40B4-BE49-F238E27FC236}">
                    <a16:creationId xmlns:a16="http://schemas.microsoft.com/office/drawing/2014/main" id="{712BE35E-E117-2CD3-F1A4-88ECC509E9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4" name="Freeform 1480">
                <a:extLst>
                  <a:ext uri="{FF2B5EF4-FFF2-40B4-BE49-F238E27FC236}">
                    <a16:creationId xmlns:a16="http://schemas.microsoft.com/office/drawing/2014/main" id="{C0F844DC-D44D-B21B-CAED-9DD76C98BD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5" name="Freeform 1481">
                <a:extLst>
                  <a:ext uri="{FF2B5EF4-FFF2-40B4-BE49-F238E27FC236}">
                    <a16:creationId xmlns:a16="http://schemas.microsoft.com/office/drawing/2014/main" id="{796B7BF7-4160-F6F2-FB85-50F1918A6C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6" name="Freeform 1482">
                <a:extLst>
                  <a:ext uri="{FF2B5EF4-FFF2-40B4-BE49-F238E27FC236}">
                    <a16:creationId xmlns:a16="http://schemas.microsoft.com/office/drawing/2014/main" id="{CF54C01B-E67E-DEE5-07C7-3273689B08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7" name="Oval 1483">
                <a:extLst>
                  <a:ext uri="{FF2B5EF4-FFF2-40B4-BE49-F238E27FC236}">
                    <a16:creationId xmlns:a16="http://schemas.microsoft.com/office/drawing/2014/main" id="{01FF0446-B0FE-F8B9-8603-D5E97233DB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6" name="Group 1484">
              <a:extLst>
                <a:ext uri="{FF2B5EF4-FFF2-40B4-BE49-F238E27FC236}">
                  <a16:creationId xmlns:a16="http://schemas.microsoft.com/office/drawing/2014/main" id="{E56238ED-09FE-9791-9F17-56D6E358FA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870261" y="1397005"/>
              <a:ext cx="166756" cy="534619"/>
              <a:chOff x="533" y="1248"/>
              <a:chExt cx="175" cy="403"/>
            </a:xfrm>
          </p:grpSpPr>
          <p:sp>
            <p:nvSpPr>
              <p:cNvPr id="3056" name="Oval 1485">
                <a:extLst>
                  <a:ext uri="{FF2B5EF4-FFF2-40B4-BE49-F238E27FC236}">
                    <a16:creationId xmlns:a16="http://schemas.microsoft.com/office/drawing/2014/main" id="{10B04A3E-789C-6167-1055-5CAF1D7871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7" name="Oval 1486">
                <a:extLst>
                  <a:ext uri="{FF2B5EF4-FFF2-40B4-BE49-F238E27FC236}">
                    <a16:creationId xmlns:a16="http://schemas.microsoft.com/office/drawing/2014/main" id="{C9D59FDB-79BB-66AE-B636-F0DA66B549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8" name="Freeform 1487">
                <a:extLst>
                  <a:ext uri="{FF2B5EF4-FFF2-40B4-BE49-F238E27FC236}">
                    <a16:creationId xmlns:a16="http://schemas.microsoft.com/office/drawing/2014/main" id="{260D77A6-B0BE-4BD9-5BD8-48CB41020D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9" name="Freeform 1488">
                <a:extLst>
                  <a:ext uri="{FF2B5EF4-FFF2-40B4-BE49-F238E27FC236}">
                    <a16:creationId xmlns:a16="http://schemas.microsoft.com/office/drawing/2014/main" id="{24FAEE0F-BA6C-3D43-BEA2-41ACA648F4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0" name="Freeform 1489">
                <a:extLst>
                  <a:ext uri="{FF2B5EF4-FFF2-40B4-BE49-F238E27FC236}">
                    <a16:creationId xmlns:a16="http://schemas.microsoft.com/office/drawing/2014/main" id="{39F7B10C-6798-E467-95CD-190C632823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1" name="Oval 1490">
                <a:extLst>
                  <a:ext uri="{FF2B5EF4-FFF2-40B4-BE49-F238E27FC236}">
                    <a16:creationId xmlns:a16="http://schemas.microsoft.com/office/drawing/2014/main" id="{AC10D648-40B6-DDFD-BD9F-52521E6B9B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7" name="Group 1491">
              <a:extLst>
                <a:ext uri="{FF2B5EF4-FFF2-40B4-BE49-F238E27FC236}">
                  <a16:creationId xmlns:a16="http://schemas.microsoft.com/office/drawing/2014/main" id="{D05F02A2-DB64-8A6E-BFB7-4FB606FB0D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875640" y="2005877"/>
              <a:ext cx="166756" cy="534619"/>
              <a:chOff x="533" y="1248"/>
              <a:chExt cx="175" cy="403"/>
            </a:xfrm>
          </p:grpSpPr>
          <p:sp>
            <p:nvSpPr>
              <p:cNvPr id="3050" name="Oval 1492">
                <a:extLst>
                  <a:ext uri="{FF2B5EF4-FFF2-40B4-BE49-F238E27FC236}">
                    <a16:creationId xmlns:a16="http://schemas.microsoft.com/office/drawing/2014/main" id="{35E6BBB1-71FE-12B3-DF2A-8CC6FCC751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1" name="Oval 1493">
                <a:extLst>
                  <a:ext uri="{FF2B5EF4-FFF2-40B4-BE49-F238E27FC236}">
                    <a16:creationId xmlns:a16="http://schemas.microsoft.com/office/drawing/2014/main" id="{3145395D-B674-ADB8-DEB9-58422E9F4C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2" name="Freeform 1494">
                <a:extLst>
                  <a:ext uri="{FF2B5EF4-FFF2-40B4-BE49-F238E27FC236}">
                    <a16:creationId xmlns:a16="http://schemas.microsoft.com/office/drawing/2014/main" id="{BC9BFF1A-1ED9-76EA-318B-03281667DF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3" name="Freeform 1495">
                <a:extLst>
                  <a:ext uri="{FF2B5EF4-FFF2-40B4-BE49-F238E27FC236}">
                    <a16:creationId xmlns:a16="http://schemas.microsoft.com/office/drawing/2014/main" id="{19454ADC-A7A9-B8E2-EAFD-B531A05731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4" name="Freeform 1496">
                <a:extLst>
                  <a:ext uri="{FF2B5EF4-FFF2-40B4-BE49-F238E27FC236}">
                    <a16:creationId xmlns:a16="http://schemas.microsoft.com/office/drawing/2014/main" id="{6DCAE54A-A0D3-0759-CAD3-D27AB7C977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5" name="Oval 1497">
                <a:extLst>
                  <a:ext uri="{FF2B5EF4-FFF2-40B4-BE49-F238E27FC236}">
                    <a16:creationId xmlns:a16="http://schemas.microsoft.com/office/drawing/2014/main" id="{E6A0A566-8123-B7DE-1CBB-C01CE91AA3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8" name="Group 1498">
              <a:extLst>
                <a:ext uri="{FF2B5EF4-FFF2-40B4-BE49-F238E27FC236}">
                  <a16:creationId xmlns:a16="http://schemas.microsoft.com/office/drawing/2014/main" id="{03DD5634-764B-74F5-EFB6-AE0DCDCA77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53154" y="1397005"/>
              <a:ext cx="166756" cy="534619"/>
              <a:chOff x="533" y="1248"/>
              <a:chExt cx="175" cy="403"/>
            </a:xfrm>
          </p:grpSpPr>
          <p:sp>
            <p:nvSpPr>
              <p:cNvPr id="3044" name="Oval 1499">
                <a:extLst>
                  <a:ext uri="{FF2B5EF4-FFF2-40B4-BE49-F238E27FC236}">
                    <a16:creationId xmlns:a16="http://schemas.microsoft.com/office/drawing/2014/main" id="{123D78AF-CE13-E73D-068D-8A41F75BF6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5" name="Oval 1500">
                <a:extLst>
                  <a:ext uri="{FF2B5EF4-FFF2-40B4-BE49-F238E27FC236}">
                    <a16:creationId xmlns:a16="http://schemas.microsoft.com/office/drawing/2014/main" id="{F64A653C-0E6B-8394-FE1D-8CF1707440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6" name="Freeform 1501">
                <a:extLst>
                  <a:ext uri="{FF2B5EF4-FFF2-40B4-BE49-F238E27FC236}">
                    <a16:creationId xmlns:a16="http://schemas.microsoft.com/office/drawing/2014/main" id="{62537ECE-6B25-51B5-861E-E798486B93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7" name="Freeform 1502">
                <a:extLst>
                  <a:ext uri="{FF2B5EF4-FFF2-40B4-BE49-F238E27FC236}">
                    <a16:creationId xmlns:a16="http://schemas.microsoft.com/office/drawing/2014/main" id="{D3018B0A-FA2B-E8C5-DC60-D749724DDC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8" name="Freeform 1503">
                <a:extLst>
                  <a:ext uri="{FF2B5EF4-FFF2-40B4-BE49-F238E27FC236}">
                    <a16:creationId xmlns:a16="http://schemas.microsoft.com/office/drawing/2014/main" id="{657A0991-32C9-A025-D1B1-535EF05D24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9" name="Oval 1504">
                <a:extLst>
                  <a:ext uri="{FF2B5EF4-FFF2-40B4-BE49-F238E27FC236}">
                    <a16:creationId xmlns:a16="http://schemas.microsoft.com/office/drawing/2014/main" id="{9A9427CC-E3D3-E434-C5D7-C639B389DD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9" name="Group 1505">
              <a:extLst>
                <a:ext uri="{FF2B5EF4-FFF2-40B4-BE49-F238E27FC236}">
                  <a16:creationId xmlns:a16="http://schemas.microsoft.com/office/drawing/2014/main" id="{3C1958AB-4987-1F3F-6402-376BB70DB8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058533" y="2005877"/>
              <a:ext cx="166756" cy="534619"/>
              <a:chOff x="533" y="1248"/>
              <a:chExt cx="175" cy="403"/>
            </a:xfrm>
          </p:grpSpPr>
          <p:sp>
            <p:nvSpPr>
              <p:cNvPr id="3038" name="Oval 1506">
                <a:extLst>
                  <a:ext uri="{FF2B5EF4-FFF2-40B4-BE49-F238E27FC236}">
                    <a16:creationId xmlns:a16="http://schemas.microsoft.com/office/drawing/2014/main" id="{D99E467F-D5F2-A8EC-EAD9-0BD7309A3C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9" name="Oval 1507">
                <a:extLst>
                  <a:ext uri="{FF2B5EF4-FFF2-40B4-BE49-F238E27FC236}">
                    <a16:creationId xmlns:a16="http://schemas.microsoft.com/office/drawing/2014/main" id="{30B7D609-522C-958C-2B88-E4AFABDAF0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0" name="Freeform 1508">
                <a:extLst>
                  <a:ext uri="{FF2B5EF4-FFF2-40B4-BE49-F238E27FC236}">
                    <a16:creationId xmlns:a16="http://schemas.microsoft.com/office/drawing/2014/main" id="{92BD9C8F-0B71-B41D-0A01-5E2CD82CD2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1" name="Freeform 1509">
                <a:extLst>
                  <a:ext uri="{FF2B5EF4-FFF2-40B4-BE49-F238E27FC236}">
                    <a16:creationId xmlns:a16="http://schemas.microsoft.com/office/drawing/2014/main" id="{96DA4962-DB07-A845-E03E-99FF72F998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2" name="Freeform 1510">
                <a:extLst>
                  <a:ext uri="{FF2B5EF4-FFF2-40B4-BE49-F238E27FC236}">
                    <a16:creationId xmlns:a16="http://schemas.microsoft.com/office/drawing/2014/main" id="{A12D3C93-6A7B-C756-5471-CC9041D8FA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3" name="Oval 1511">
                <a:extLst>
                  <a:ext uri="{FF2B5EF4-FFF2-40B4-BE49-F238E27FC236}">
                    <a16:creationId xmlns:a16="http://schemas.microsoft.com/office/drawing/2014/main" id="{B9E25440-4721-1076-2AFF-71A9F4BF97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0" name="Group 1512">
              <a:extLst>
                <a:ext uri="{FF2B5EF4-FFF2-40B4-BE49-F238E27FC236}">
                  <a16:creationId xmlns:a16="http://schemas.microsoft.com/office/drawing/2014/main" id="{B57F80C6-003E-758D-D4AD-F2DE5667F6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0669" y="1397005"/>
              <a:ext cx="166756" cy="534619"/>
              <a:chOff x="533" y="1248"/>
              <a:chExt cx="175" cy="403"/>
            </a:xfrm>
          </p:grpSpPr>
          <p:sp>
            <p:nvSpPr>
              <p:cNvPr id="3032" name="Oval 1513">
                <a:extLst>
                  <a:ext uri="{FF2B5EF4-FFF2-40B4-BE49-F238E27FC236}">
                    <a16:creationId xmlns:a16="http://schemas.microsoft.com/office/drawing/2014/main" id="{E285D2B9-D8A6-6FEF-6E80-5127050EAC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3" name="Oval 1514">
                <a:extLst>
                  <a:ext uri="{FF2B5EF4-FFF2-40B4-BE49-F238E27FC236}">
                    <a16:creationId xmlns:a16="http://schemas.microsoft.com/office/drawing/2014/main" id="{B0EC5951-C886-B667-416F-592AD2EDBC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4" name="Freeform 1515">
                <a:extLst>
                  <a:ext uri="{FF2B5EF4-FFF2-40B4-BE49-F238E27FC236}">
                    <a16:creationId xmlns:a16="http://schemas.microsoft.com/office/drawing/2014/main" id="{80C98C59-5763-A02F-8A97-56F293D6EF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5" name="Freeform 1516">
                <a:extLst>
                  <a:ext uri="{FF2B5EF4-FFF2-40B4-BE49-F238E27FC236}">
                    <a16:creationId xmlns:a16="http://schemas.microsoft.com/office/drawing/2014/main" id="{8D718753-A722-7758-AC66-C5C6C1A45C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6" name="Freeform 1517">
                <a:extLst>
                  <a:ext uri="{FF2B5EF4-FFF2-40B4-BE49-F238E27FC236}">
                    <a16:creationId xmlns:a16="http://schemas.microsoft.com/office/drawing/2014/main" id="{17E7B5AA-846E-5E25-45DA-8DC5EBA9B9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7" name="Oval 1518">
                <a:extLst>
                  <a:ext uri="{FF2B5EF4-FFF2-40B4-BE49-F238E27FC236}">
                    <a16:creationId xmlns:a16="http://schemas.microsoft.com/office/drawing/2014/main" id="{348628DC-3381-3C5F-B214-BAE1E9FA5A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1" name="Group 1519">
              <a:extLst>
                <a:ext uri="{FF2B5EF4-FFF2-40B4-BE49-F238E27FC236}">
                  <a16:creationId xmlns:a16="http://schemas.microsoft.com/office/drawing/2014/main" id="{1DE08E91-61B4-6BF6-5C4B-AD0B756C38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236048" y="2005877"/>
              <a:ext cx="166756" cy="534619"/>
              <a:chOff x="533" y="1248"/>
              <a:chExt cx="175" cy="403"/>
            </a:xfrm>
          </p:grpSpPr>
          <p:sp>
            <p:nvSpPr>
              <p:cNvPr id="3026" name="Oval 1520">
                <a:extLst>
                  <a:ext uri="{FF2B5EF4-FFF2-40B4-BE49-F238E27FC236}">
                    <a16:creationId xmlns:a16="http://schemas.microsoft.com/office/drawing/2014/main" id="{C85662CC-12FF-44EE-1E85-31930D3775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7" name="Oval 1521">
                <a:extLst>
                  <a:ext uri="{FF2B5EF4-FFF2-40B4-BE49-F238E27FC236}">
                    <a16:creationId xmlns:a16="http://schemas.microsoft.com/office/drawing/2014/main" id="{270B3B51-4CA4-3933-D7AC-FCA7A5698E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8" name="Freeform 1522">
                <a:extLst>
                  <a:ext uri="{FF2B5EF4-FFF2-40B4-BE49-F238E27FC236}">
                    <a16:creationId xmlns:a16="http://schemas.microsoft.com/office/drawing/2014/main" id="{36C0EA6C-7610-F601-7214-10D4AD8C96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9" name="Freeform 1523">
                <a:extLst>
                  <a:ext uri="{FF2B5EF4-FFF2-40B4-BE49-F238E27FC236}">
                    <a16:creationId xmlns:a16="http://schemas.microsoft.com/office/drawing/2014/main" id="{6F39DCAE-FD44-B720-F56D-5EC77DDBE8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0" name="Freeform 1524">
                <a:extLst>
                  <a:ext uri="{FF2B5EF4-FFF2-40B4-BE49-F238E27FC236}">
                    <a16:creationId xmlns:a16="http://schemas.microsoft.com/office/drawing/2014/main" id="{ABF0691D-834B-3640-FC5B-4FDBEC829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1" name="Oval 1525">
                <a:extLst>
                  <a:ext uri="{FF2B5EF4-FFF2-40B4-BE49-F238E27FC236}">
                    <a16:creationId xmlns:a16="http://schemas.microsoft.com/office/drawing/2014/main" id="{096FD1DF-7EE6-AEFF-FAB6-10C34806E1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2" name="Group 1526">
              <a:extLst>
                <a:ext uri="{FF2B5EF4-FFF2-40B4-BE49-F238E27FC236}">
                  <a16:creationId xmlns:a16="http://schemas.microsoft.com/office/drawing/2014/main" id="{B765BA35-AD8D-8B56-9680-0CB9D12C5F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402804" y="1397005"/>
              <a:ext cx="166756" cy="534619"/>
              <a:chOff x="533" y="1248"/>
              <a:chExt cx="175" cy="403"/>
            </a:xfrm>
          </p:grpSpPr>
          <p:sp>
            <p:nvSpPr>
              <p:cNvPr id="3020" name="Oval 1527">
                <a:extLst>
                  <a:ext uri="{FF2B5EF4-FFF2-40B4-BE49-F238E27FC236}">
                    <a16:creationId xmlns:a16="http://schemas.microsoft.com/office/drawing/2014/main" id="{DE13BCB4-7112-349B-4F8B-E329ACF651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1" name="Oval 1528">
                <a:extLst>
                  <a:ext uri="{FF2B5EF4-FFF2-40B4-BE49-F238E27FC236}">
                    <a16:creationId xmlns:a16="http://schemas.microsoft.com/office/drawing/2014/main" id="{6946F621-1C8F-7D9A-9FA3-83275DFBD6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2" name="Freeform 1529">
                <a:extLst>
                  <a:ext uri="{FF2B5EF4-FFF2-40B4-BE49-F238E27FC236}">
                    <a16:creationId xmlns:a16="http://schemas.microsoft.com/office/drawing/2014/main" id="{BD731E7E-5899-9DC5-1A0B-9CC4564475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3" name="Freeform 1530">
                <a:extLst>
                  <a:ext uri="{FF2B5EF4-FFF2-40B4-BE49-F238E27FC236}">
                    <a16:creationId xmlns:a16="http://schemas.microsoft.com/office/drawing/2014/main" id="{FE2844C4-3C7E-EEB7-54D4-CC8CD9F450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4" name="Freeform 1531">
                <a:extLst>
                  <a:ext uri="{FF2B5EF4-FFF2-40B4-BE49-F238E27FC236}">
                    <a16:creationId xmlns:a16="http://schemas.microsoft.com/office/drawing/2014/main" id="{DC5E9E28-B65B-40E0-7107-6BEA64C7A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5" name="Oval 1532">
                <a:extLst>
                  <a:ext uri="{FF2B5EF4-FFF2-40B4-BE49-F238E27FC236}">
                    <a16:creationId xmlns:a16="http://schemas.microsoft.com/office/drawing/2014/main" id="{6E30F0F7-B779-EC97-DEA3-0AB071E916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3" name="Group 1533">
              <a:extLst>
                <a:ext uri="{FF2B5EF4-FFF2-40B4-BE49-F238E27FC236}">
                  <a16:creationId xmlns:a16="http://schemas.microsoft.com/office/drawing/2014/main" id="{6657D01B-9FCC-8A5A-B651-5F510BDA3A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408183" y="2005877"/>
              <a:ext cx="166756" cy="534619"/>
              <a:chOff x="533" y="1248"/>
              <a:chExt cx="175" cy="403"/>
            </a:xfrm>
          </p:grpSpPr>
          <p:sp>
            <p:nvSpPr>
              <p:cNvPr id="3014" name="Oval 1534">
                <a:extLst>
                  <a:ext uri="{FF2B5EF4-FFF2-40B4-BE49-F238E27FC236}">
                    <a16:creationId xmlns:a16="http://schemas.microsoft.com/office/drawing/2014/main" id="{C255B858-CFBB-8267-736B-67B1C0AF17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5" name="Oval 1535">
                <a:extLst>
                  <a:ext uri="{FF2B5EF4-FFF2-40B4-BE49-F238E27FC236}">
                    <a16:creationId xmlns:a16="http://schemas.microsoft.com/office/drawing/2014/main" id="{42327DAA-CE37-3769-5026-84DE1C2B41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6" name="Freeform 1536">
                <a:extLst>
                  <a:ext uri="{FF2B5EF4-FFF2-40B4-BE49-F238E27FC236}">
                    <a16:creationId xmlns:a16="http://schemas.microsoft.com/office/drawing/2014/main" id="{B41DC0F8-C92F-F02A-F5F4-5AEA4AC0FC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" name="Freeform 1537">
                <a:extLst>
                  <a:ext uri="{FF2B5EF4-FFF2-40B4-BE49-F238E27FC236}">
                    <a16:creationId xmlns:a16="http://schemas.microsoft.com/office/drawing/2014/main" id="{E862C9E0-CD70-A086-3396-6B89B444D6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8" name="Freeform 1538">
                <a:extLst>
                  <a:ext uri="{FF2B5EF4-FFF2-40B4-BE49-F238E27FC236}">
                    <a16:creationId xmlns:a16="http://schemas.microsoft.com/office/drawing/2014/main" id="{A6992F40-D8F8-42DD-387B-B1A590409D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" name="Oval 1539">
                <a:extLst>
                  <a:ext uri="{FF2B5EF4-FFF2-40B4-BE49-F238E27FC236}">
                    <a16:creationId xmlns:a16="http://schemas.microsoft.com/office/drawing/2014/main" id="{AFFE00A4-471A-CF6A-431D-B2562F1845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156" name="Rectángulo 3155">
            <a:extLst>
              <a:ext uri="{FF2B5EF4-FFF2-40B4-BE49-F238E27FC236}">
                <a16:creationId xmlns:a16="http://schemas.microsoft.com/office/drawing/2014/main" id="{F5072CE8-37EF-B4A0-9878-46CA98F637A4}"/>
              </a:ext>
            </a:extLst>
          </p:cNvPr>
          <p:cNvSpPr/>
          <p:nvPr/>
        </p:nvSpPr>
        <p:spPr>
          <a:xfrm>
            <a:off x="6801922" y="4165952"/>
            <a:ext cx="457200" cy="4343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5" name="Elipse 3154">
            <a:extLst>
              <a:ext uri="{FF2B5EF4-FFF2-40B4-BE49-F238E27FC236}">
                <a16:creationId xmlns:a16="http://schemas.microsoft.com/office/drawing/2014/main" id="{958F5382-9AB0-C4F5-7C14-16865578A8A4}"/>
              </a:ext>
            </a:extLst>
          </p:cNvPr>
          <p:cNvSpPr/>
          <p:nvPr/>
        </p:nvSpPr>
        <p:spPr>
          <a:xfrm>
            <a:off x="6680002" y="4409792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4" name="Elipse 3153">
            <a:extLst>
              <a:ext uri="{FF2B5EF4-FFF2-40B4-BE49-F238E27FC236}">
                <a16:creationId xmlns:a16="http://schemas.microsoft.com/office/drawing/2014/main" id="{C4E39E8F-9080-C2C1-5FB3-8E62910752CB}"/>
              </a:ext>
            </a:extLst>
          </p:cNvPr>
          <p:cNvSpPr/>
          <p:nvPr/>
        </p:nvSpPr>
        <p:spPr>
          <a:xfrm>
            <a:off x="6923842" y="4409792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" name="Group 1385">
            <a:extLst>
              <a:ext uri="{FF2B5EF4-FFF2-40B4-BE49-F238E27FC236}">
                <a16:creationId xmlns:a16="http://schemas.microsoft.com/office/drawing/2014/main" id="{0FAE4E43-D92D-202C-7266-AB5EE16576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259523"/>
            <a:ext cx="2818712" cy="606662"/>
            <a:chOff x="446" y="1196"/>
            <a:chExt cx="1048" cy="312"/>
          </a:xfrm>
        </p:grpSpPr>
        <p:grpSp>
          <p:nvGrpSpPr>
            <p:cNvPr id="5" name="Group 1386">
              <a:extLst>
                <a:ext uri="{FF2B5EF4-FFF2-40B4-BE49-F238E27FC236}">
                  <a16:creationId xmlns:a16="http://schemas.microsoft.com/office/drawing/2014/main" id="{F5F22823-BF2E-E9B8-ECB4-AECDD755FB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84" name="Oval 1387">
                <a:extLst>
                  <a:ext uri="{FF2B5EF4-FFF2-40B4-BE49-F238E27FC236}">
                    <a16:creationId xmlns:a16="http://schemas.microsoft.com/office/drawing/2014/main" id="{9704E9FE-951F-103A-B807-450100E3A7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5" name="Oval 1388">
                <a:extLst>
                  <a:ext uri="{FF2B5EF4-FFF2-40B4-BE49-F238E27FC236}">
                    <a16:creationId xmlns:a16="http://schemas.microsoft.com/office/drawing/2014/main" id="{B081A345-7CE2-AAAA-75F4-7E9818B510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6" name="Freeform 1389">
                <a:extLst>
                  <a:ext uri="{FF2B5EF4-FFF2-40B4-BE49-F238E27FC236}">
                    <a16:creationId xmlns:a16="http://schemas.microsoft.com/office/drawing/2014/main" id="{E9B35A9C-7D1C-40A7-A4CF-103671A68D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7" name="Freeform 1390">
                <a:extLst>
                  <a:ext uri="{FF2B5EF4-FFF2-40B4-BE49-F238E27FC236}">
                    <a16:creationId xmlns:a16="http://schemas.microsoft.com/office/drawing/2014/main" id="{B19FD076-03FA-F6E3-0F97-97887B0C33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Freeform 1391">
                <a:extLst>
                  <a:ext uri="{FF2B5EF4-FFF2-40B4-BE49-F238E27FC236}">
                    <a16:creationId xmlns:a16="http://schemas.microsoft.com/office/drawing/2014/main" id="{7C54C4D9-ED35-441B-D359-C5BAD445D3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9" name="Oval 1392">
                <a:extLst>
                  <a:ext uri="{FF2B5EF4-FFF2-40B4-BE49-F238E27FC236}">
                    <a16:creationId xmlns:a16="http://schemas.microsoft.com/office/drawing/2014/main" id="{D9F31B27-EF5D-D3E7-7629-39F4FD95F5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" name="Group 1393">
              <a:extLst>
                <a:ext uri="{FF2B5EF4-FFF2-40B4-BE49-F238E27FC236}">
                  <a16:creationId xmlns:a16="http://schemas.microsoft.com/office/drawing/2014/main" id="{AE9D8705-28AA-53AA-9381-3F4F520B5B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78" name="Oval 1394">
                <a:extLst>
                  <a:ext uri="{FF2B5EF4-FFF2-40B4-BE49-F238E27FC236}">
                    <a16:creationId xmlns:a16="http://schemas.microsoft.com/office/drawing/2014/main" id="{13DE3E1C-A83E-18E5-C5C2-8CB5A0AE2F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9" name="Oval 1395">
                <a:extLst>
                  <a:ext uri="{FF2B5EF4-FFF2-40B4-BE49-F238E27FC236}">
                    <a16:creationId xmlns:a16="http://schemas.microsoft.com/office/drawing/2014/main" id="{16C7A0B5-52D9-9E0F-F44C-66DE0DF750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0" name="Freeform 1396">
                <a:extLst>
                  <a:ext uri="{FF2B5EF4-FFF2-40B4-BE49-F238E27FC236}">
                    <a16:creationId xmlns:a16="http://schemas.microsoft.com/office/drawing/2014/main" id="{62F62C11-BFCA-3DEA-8716-54C783F785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1" name="Freeform 1397">
                <a:extLst>
                  <a:ext uri="{FF2B5EF4-FFF2-40B4-BE49-F238E27FC236}">
                    <a16:creationId xmlns:a16="http://schemas.microsoft.com/office/drawing/2014/main" id="{14A60FA4-D140-0C28-DF38-106C4B95E0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Freeform 1398">
                <a:extLst>
                  <a:ext uri="{FF2B5EF4-FFF2-40B4-BE49-F238E27FC236}">
                    <a16:creationId xmlns:a16="http://schemas.microsoft.com/office/drawing/2014/main" id="{5D013CD2-21F7-55B0-F8EC-BAD2A9D201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3" name="Oval 1399">
                <a:extLst>
                  <a:ext uri="{FF2B5EF4-FFF2-40B4-BE49-F238E27FC236}">
                    <a16:creationId xmlns:a16="http://schemas.microsoft.com/office/drawing/2014/main" id="{7BE06C6E-3511-CCCD-4CED-07F1090935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400">
              <a:extLst>
                <a:ext uri="{FF2B5EF4-FFF2-40B4-BE49-F238E27FC236}">
                  <a16:creationId xmlns:a16="http://schemas.microsoft.com/office/drawing/2014/main" id="{86BB257E-266F-E959-93FE-E8211962B6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72" name="Oval 1401">
                <a:extLst>
                  <a:ext uri="{FF2B5EF4-FFF2-40B4-BE49-F238E27FC236}">
                    <a16:creationId xmlns:a16="http://schemas.microsoft.com/office/drawing/2014/main" id="{BC684C14-90BB-937B-C6BC-740A219821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3" name="Oval 1402">
                <a:extLst>
                  <a:ext uri="{FF2B5EF4-FFF2-40B4-BE49-F238E27FC236}">
                    <a16:creationId xmlns:a16="http://schemas.microsoft.com/office/drawing/2014/main" id="{B275CD65-14F8-BA19-4889-B4005492A3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4" name="Freeform 1403">
                <a:extLst>
                  <a:ext uri="{FF2B5EF4-FFF2-40B4-BE49-F238E27FC236}">
                    <a16:creationId xmlns:a16="http://schemas.microsoft.com/office/drawing/2014/main" id="{2828F86F-4C83-40F9-63C9-0C3380C503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5" name="Freeform 1404">
                <a:extLst>
                  <a:ext uri="{FF2B5EF4-FFF2-40B4-BE49-F238E27FC236}">
                    <a16:creationId xmlns:a16="http://schemas.microsoft.com/office/drawing/2014/main" id="{8CFCFCB1-CB02-2ADC-0E8A-923F461360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Freeform 1405">
                <a:extLst>
                  <a:ext uri="{FF2B5EF4-FFF2-40B4-BE49-F238E27FC236}">
                    <a16:creationId xmlns:a16="http://schemas.microsoft.com/office/drawing/2014/main" id="{B6B64BE8-A0D0-A5A8-6C27-6E2A441E39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7" name="Oval 1406">
                <a:extLst>
                  <a:ext uri="{FF2B5EF4-FFF2-40B4-BE49-F238E27FC236}">
                    <a16:creationId xmlns:a16="http://schemas.microsoft.com/office/drawing/2014/main" id="{38A25A9B-B0AE-B796-831F-BA62AB7DDC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07">
              <a:extLst>
                <a:ext uri="{FF2B5EF4-FFF2-40B4-BE49-F238E27FC236}">
                  <a16:creationId xmlns:a16="http://schemas.microsoft.com/office/drawing/2014/main" id="{BD84ACCA-DA8E-61CC-0F34-02D4E20D8C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66" name="Oval 1408">
                <a:extLst>
                  <a:ext uri="{FF2B5EF4-FFF2-40B4-BE49-F238E27FC236}">
                    <a16:creationId xmlns:a16="http://schemas.microsoft.com/office/drawing/2014/main" id="{DC00C619-77DE-FCFA-5DC1-7A6FA612F2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7" name="Oval 1409">
                <a:extLst>
                  <a:ext uri="{FF2B5EF4-FFF2-40B4-BE49-F238E27FC236}">
                    <a16:creationId xmlns:a16="http://schemas.microsoft.com/office/drawing/2014/main" id="{520CFB74-E2ED-9DC8-2E86-B7A274506B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8" name="Freeform 1410">
                <a:extLst>
                  <a:ext uri="{FF2B5EF4-FFF2-40B4-BE49-F238E27FC236}">
                    <a16:creationId xmlns:a16="http://schemas.microsoft.com/office/drawing/2014/main" id="{839788F3-1EE8-CCC2-D793-F02558EE4E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" name="Freeform 1411">
                <a:extLst>
                  <a:ext uri="{FF2B5EF4-FFF2-40B4-BE49-F238E27FC236}">
                    <a16:creationId xmlns:a16="http://schemas.microsoft.com/office/drawing/2014/main" id="{AE8E5364-9853-A83A-D479-DD0B135D7C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Freeform 1412">
                <a:extLst>
                  <a:ext uri="{FF2B5EF4-FFF2-40B4-BE49-F238E27FC236}">
                    <a16:creationId xmlns:a16="http://schemas.microsoft.com/office/drawing/2014/main" id="{6949ED35-E28A-E603-EFF9-1A35FF60ED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1" name="Oval 1413">
                <a:extLst>
                  <a:ext uri="{FF2B5EF4-FFF2-40B4-BE49-F238E27FC236}">
                    <a16:creationId xmlns:a16="http://schemas.microsoft.com/office/drawing/2014/main" id="{53253867-D874-6B99-DCC7-0334FDF59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14">
              <a:extLst>
                <a:ext uri="{FF2B5EF4-FFF2-40B4-BE49-F238E27FC236}">
                  <a16:creationId xmlns:a16="http://schemas.microsoft.com/office/drawing/2014/main" id="{D06D3233-C6EC-C748-E0A4-EC3D072BDA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160" name="Oval 1415">
                <a:extLst>
                  <a:ext uri="{FF2B5EF4-FFF2-40B4-BE49-F238E27FC236}">
                    <a16:creationId xmlns:a16="http://schemas.microsoft.com/office/drawing/2014/main" id="{9206C1DC-5258-BB6A-4967-B7452CF72A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1" name="Oval 1416">
                <a:extLst>
                  <a:ext uri="{FF2B5EF4-FFF2-40B4-BE49-F238E27FC236}">
                    <a16:creationId xmlns:a16="http://schemas.microsoft.com/office/drawing/2014/main" id="{481B8EA3-B6FA-029B-ACA2-57EF8B7315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2" name="Freeform 1417">
                <a:extLst>
                  <a:ext uri="{FF2B5EF4-FFF2-40B4-BE49-F238E27FC236}">
                    <a16:creationId xmlns:a16="http://schemas.microsoft.com/office/drawing/2014/main" id="{2368269E-F695-552C-BBA3-6685EE6A85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" name="Freeform 1418">
                <a:extLst>
                  <a:ext uri="{FF2B5EF4-FFF2-40B4-BE49-F238E27FC236}">
                    <a16:creationId xmlns:a16="http://schemas.microsoft.com/office/drawing/2014/main" id="{CA38BF9F-5BE3-B1F2-A1A9-B7EC54F6B9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Freeform 1419">
                <a:extLst>
                  <a:ext uri="{FF2B5EF4-FFF2-40B4-BE49-F238E27FC236}">
                    <a16:creationId xmlns:a16="http://schemas.microsoft.com/office/drawing/2014/main" id="{552D4059-AF33-56B6-9F86-3D4B89600C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" name="Oval 1420">
                <a:extLst>
                  <a:ext uri="{FF2B5EF4-FFF2-40B4-BE49-F238E27FC236}">
                    <a16:creationId xmlns:a16="http://schemas.microsoft.com/office/drawing/2014/main" id="{889A51EB-0AEF-2B6C-6AF2-D33ADA7D87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21">
              <a:extLst>
                <a:ext uri="{FF2B5EF4-FFF2-40B4-BE49-F238E27FC236}">
                  <a16:creationId xmlns:a16="http://schemas.microsoft.com/office/drawing/2014/main" id="{2CCCA281-7545-DB6E-31DC-6409188479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154" name="Oval 1422">
                <a:extLst>
                  <a:ext uri="{FF2B5EF4-FFF2-40B4-BE49-F238E27FC236}">
                    <a16:creationId xmlns:a16="http://schemas.microsoft.com/office/drawing/2014/main" id="{C0510909-1050-9406-2903-F71FC6EFB2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5" name="Oval 1423">
                <a:extLst>
                  <a:ext uri="{FF2B5EF4-FFF2-40B4-BE49-F238E27FC236}">
                    <a16:creationId xmlns:a16="http://schemas.microsoft.com/office/drawing/2014/main" id="{F5999F75-0438-D8BF-A853-C1F775B02F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6" name="Freeform 1424">
                <a:extLst>
                  <a:ext uri="{FF2B5EF4-FFF2-40B4-BE49-F238E27FC236}">
                    <a16:creationId xmlns:a16="http://schemas.microsoft.com/office/drawing/2014/main" id="{3CCF9534-3CC2-4831-06A5-1278E4D8C6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" name="Freeform 1425">
                <a:extLst>
                  <a:ext uri="{FF2B5EF4-FFF2-40B4-BE49-F238E27FC236}">
                    <a16:creationId xmlns:a16="http://schemas.microsoft.com/office/drawing/2014/main" id="{D04311B4-3942-046A-87B4-443F2ABD84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" name="Freeform 1426">
                <a:extLst>
                  <a:ext uri="{FF2B5EF4-FFF2-40B4-BE49-F238E27FC236}">
                    <a16:creationId xmlns:a16="http://schemas.microsoft.com/office/drawing/2014/main" id="{208DA9ED-C84F-6575-2C8C-07CFE18C2C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" name="Oval 1427">
                <a:extLst>
                  <a:ext uri="{FF2B5EF4-FFF2-40B4-BE49-F238E27FC236}">
                    <a16:creationId xmlns:a16="http://schemas.microsoft.com/office/drawing/2014/main" id="{98974737-D9A9-AD69-DD9C-B950AB8337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28">
              <a:extLst>
                <a:ext uri="{FF2B5EF4-FFF2-40B4-BE49-F238E27FC236}">
                  <a16:creationId xmlns:a16="http://schemas.microsoft.com/office/drawing/2014/main" id="{EBC224C5-39D7-07B2-1355-7290BFDBE8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148" name="Oval 1429">
                <a:extLst>
                  <a:ext uri="{FF2B5EF4-FFF2-40B4-BE49-F238E27FC236}">
                    <a16:creationId xmlns:a16="http://schemas.microsoft.com/office/drawing/2014/main" id="{1910815E-79E1-B249-3ADA-A3B76D8EBC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9" name="Oval 1430">
                <a:extLst>
                  <a:ext uri="{FF2B5EF4-FFF2-40B4-BE49-F238E27FC236}">
                    <a16:creationId xmlns:a16="http://schemas.microsoft.com/office/drawing/2014/main" id="{30D2CF98-FC9D-8CBA-2D18-ADBF580454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0" name="Freeform 1431">
                <a:extLst>
                  <a:ext uri="{FF2B5EF4-FFF2-40B4-BE49-F238E27FC236}">
                    <a16:creationId xmlns:a16="http://schemas.microsoft.com/office/drawing/2014/main" id="{6AE26A0C-353D-53BE-1DF3-FB350091A4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" name="Freeform 1432">
                <a:extLst>
                  <a:ext uri="{FF2B5EF4-FFF2-40B4-BE49-F238E27FC236}">
                    <a16:creationId xmlns:a16="http://schemas.microsoft.com/office/drawing/2014/main" id="{E1BD47EC-C16B-8F5E-A98C-97028A431B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" name="Freeform 1433">
                <a:extLst>
                  <a:ext uri="{FF2B5EF4-FFF2-40B4-BE49-F238E27FC236}">
                    <a16:creationId xmlns:a16="http://schemas.microsoft.com/office/drawing/2014/main" id="{FE13102F-9729-C552-BA69-BEB971BB1B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" name="Oval 1434">
                <a:extLst>
                  <a:ext uri="{FF2B5EF4-FFF2-40B4-BE49-F238E27FC236}">
                    <a16:creationId xmlns:a16="http://schemas.microsoft.com/office/drawing/2014/main" id="{BF6E9366-3860-ECBC-D0A6-613A87EDA2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35">
              <a:extLst>
                <a:ext uri="{FF2B5EF4-FFF2-40B4-BE49-F238E27FC236}">
                  <a16:creationId xmlns:a16="http://schemas.microsoft.com/office/drawing/2014/main" id="{339603CE-4943-F4A9-40E1-966C54A937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142" name="Oval 1436">
                <a:extLst>
                  <a:ext uri="{FF2B5EF4-FFF2-40B4-BE49-F238E27FC236}">
                    <a16:creationId xmlns:a16="http://schemas.microsoft.com/office/drawing/2014/main" id="{F7237ACC-B362-C916-0D22-AFB06A194F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3" name="Oval 1437">
                <a:extLst>
                  <a:ext uri="{FF2B5EF4-FFF2-40B4-BE49-F238E27FC236}">
                    <a16:creationId xmlns:a16="http://schemas.microsoft.com/office/drawing/2014/main" id="{D5045F60-F866-3DFD-26BE-5BE8163961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4" name="Freeform 1438">
                <a:extLst>
                  <a:ext uri="{FF2B5EF4-FFF2-40B4-BE49-F238E27FC236}">
                    <a16:creationId xmlns:a16="http://schemas.microsoft.com/office/drawing/2014/main" id="{8396C4DA-3BA5-4846-F2E7-AB7E4AF1B3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" name="Freeform 1439">
                <a:extLst>
                  <a:ext uri="{FF2B5EF4-FFF2-40B4-BE49-F238E27FC236}">
                    <a16:creationId xmlns:a16="http://schemas.microsoft.com/office/drawing/2014/main" id="{F428FD12-D1FC-270F-253D-159BB3B02B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" name="Freeform 1440">
                <a:extLst>
                  <a:ext uri="{FF2B5EF4-FFF2-40B4-BE49-F238E27FC236}">
                    <a16:creationId xmlns:a16="http://schemas.microsoft.com/office/drawing/2014/main" id="{8A050FE3-9708-87F2-C24F-5C5A9467C3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" name="Oval 1441">
                <a:extLst>
                  <a:ext uri="{FF2B5EF4-FFF2-40B4-BE49-F238E27FC236}">
                    <a16:creationId xmlns:a16="http://schemas.microsoft.com/office/drawing/2014/main" id="{EC8A1707-F761-7367-709B-D3429F9852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42">
              <a:extLst>
                <a:ext uri="{FF2B5EF4-FFF2-40B4-BE49-F238E27FC236}">
                  <a16:creationId xmlns:a16="http://schemas.microsoft.com/office/drawing/2014/main" id="{2E20C292-9447-9EB7-870C-F0E297E2E4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136" name="Oval 1443">
                <a:extLst>
                  <a:ext uri="{FF2B5EF4-FFF2-40B4-BE49-F238E27FC236}">
                    <a16:creationId xmlns:a16="http://schemas.microsoft.com/office/drawing/2014/main" id="{28D17CCD-2539-44F3-43EE-FEB98D1A26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7" name="Oval 1444">
                <a:extLst>
                  <a:ext uri="{FF2B5EF4-FFF2-40B4-BE49-F238E27FC236}">
                    <a16:creationId xmlns:a16="http://schemas.microsoft.com/office/drawing/2014/main" id="{7E54D9A6-46AB-DD15-BCF4-D709BE4E8E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8" name="Freeform 1445">
                <a:extLst>
                  <a:ext uri="{FF2B5EF4-FFF2-40B4-BE49-F238E27FC236}">
                    <a16:creationId xmlns:a16="http://schemas.microsoft.com/office/drawing/2014/main" id="{8DF980E3-1F1C-D958-CC94-2D603D7D6E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" name="Freeform 1446">
                <a:extLst>
                  <a:ext uri="{FF2B5EF4-FFF2-40B4-BE49-F238E27FC236}">
                    <a16:creationId xmlns:a16="http://schemas.microsoft.com/office/drawing/2014/main" id="{856194CA-44ED-C6EA-F62D-E4F9AC8511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" name="Freeform 1447">
                <a:extLst>
                  <a:ext uri="{FF2B5EF4-FFF2-40B4-BE49-F238E27FC236}">
                    <a16:creationId xmlns:a16="http://schemas.microsoft.com/office/drawing/2014/main" id="{866E7F20-7C45-372F-B5DF-6EE38A4752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" name="Oval 1448">
                <a:extLst>
                  <a:ext uri="{FF2B5EF4-FFF2-40B4-BE49-F238E27FC236}">
                    <a16:creationId xmlns:a16="http://schemas.microsoft.com/office/drawing/2014/main" id="{D6AA4B83-10E6-CD63-E2C9-557154616B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49">
              <a:extLst>
                <a:ext uri="{FF2B5EF4-FFF2-40B4-BE49-F238E27FC236}">
                  <a16:creationId xmlns:a16="http://schemas.microsoft.com/office/drawing/2014/main" id="{4EA7FCE7-A7CF-5607-F1A9-A82A559341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130" name="Oval 1450">
                <a:extLst>
                  <a:ext uri="{FF2B5EF4-FFF2-40B4-BE49-F238E27FC236}">
                    <a16:creationId xmlns:a16="http://schemas.microsoft.com/office/drawing/2014/main" id="{04BCA2CF-4FDA-F075-3FBD-782FDF5189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1" name="Oval 1451">
                <a:extLst>
                  <a:ext uri="{FF2B5EF4-FFF2-40B4-BE49-F238E27FC236}">
                    <a16:creationId xmlns:a16="http://schemas.microsoft.com/office/drawing/2014/main" id="{387C27A5-2E8D-EF4C-36AB-85955089E5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2" name="Freeform 1452">
                <a:extLst>
                  <a:ext uri="{FF2B5EF4-FFF2-40B4-BE49-F238E27FC236}">
                    <a16:creationId xmlns:a16="http://schemas.microsoft.com/office/drawing/2014/main" id="{E7A8AF3F-ABD7-B61B-6DC0-03C4B46911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" name="Freeform 1453">
                <a:extLst>
                  <a:ext uri="{FF2B5EF4-FFF2-40B4-BE49-F238E27FC236}">
                    <a16:creationId xmlns:a16="http://schemas.microsoft.com/office/drawing/2014/main" id="{9F0C852F-9735-DB7D-8430-A60575882C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" name="Freeform 1454">
                <a:extLst>
                  <a:ext uri="{FF2B5EF4-FFF2-40B4-BE49-F238E27FC236}">
                    <a16:creationId xmlns:a16="http://schemas.microsoft.com/office/drawing/2014/main" id="{CCC08CDE-78BC-3891-D233-3C4A61C20D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" name="Oval 1455">
                <a:extLst>
                  <a:ext uri="{FF2B5EF4-FFF2-40B4-BE49-F238E27FC236}">
                    <a16:creationId xmlns:a16="http://schemas.microsoft.com/office/drawing/2014/main" id="{065C8583-2B13-76CB-F2B0-5D0F3062EF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56">
              <a:extLst>
                <a:ext uri="{FF2B5EF4-FFF2-40B4-BE49-F238E27FC236}">
                  <a16:creationId xmlns:a16="http://schemas.microsoft.com/office/drawing/2014/main" id="{C740D8B1-B030-7C63-C352-24A41F8D89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124" name="Oval 1457">
                <a:extLst>
                  <a:ext uri="{FF2B5EF4-FFF2-40B4-BE49-F238E27FC236}">
                    <a16:creationId xmlns:a16="http://schemas.microsoft.com/office/drawing/2014/main" id="{71D0FEAA-BEF9-E229-6C2A-13CC116B27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5" name="Oval 1458">
                <a:extLst>
                  <a:ext uri="{FF2B5EF4-FFF2-40B4-BE49-F238E27FC236}">
                    <a16:creationId xmlns:a16="http://schemas.microsoft.com/office/drawing/2014/main" id="{130772BA-04EB-BE5C-1CCB-82468C040B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6" name="Freeform 1459">
                <a:extLst>
                  <a:ext uri="{FF2B5EF4-FFF2-40B4-BE49-F238E27FC236}">
                    <a16:creationId xmlns:a16="http://schemas.microsoft.com/office/drawing/2014/main" id="{7B6B5A4B-A48A-8423-B925-D47DF49BBC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Freeform 1460">
                <a:extLst>
                  <a:ext uri="{FF2B5EF4-FFF2-40B4-BE49-F238E27FC236}">
                    <a16:creationId xmlns:a16="http://schemas.microsoft.com/office/drawing/2014/main" id="{E9350B80-8F92-A40C-2845-C8E70F792B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" name="Freeform 1461">
                <a:extLst>
                  <a:ext uri="{FF2B5EF4-FFF2-40B4-BE49-F238E27FC236}">
                    <a16:creationId xmlns:a16="http://schemas.microsoft.com/office/drawing/2014/main" id="{45DDDA58-DDCA-329A-7B42-13E5F34C80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Oval 1462">
                <a:extLst>
                  <a:ext uri="{FF2B5EF4-FFF2-40B4-BE49-F238E27FC236}">
                    <a16:creationId xmlns:a16="http://schemas.microsoft.com/office/drawing/2014/main" id="{6F9BF542-8F32-AFB8-A28B-FDDD528D28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63">
              <a:extLst>
                <a:ext uri="{FF2B5EF4-FFF2-40B4-BE49-F238E27FC236}">
                  <a16:creationId xmlns:a16="http://schemas.microsoft.com/office/drawing/2014/main" id="{419B83F8-5BBF-0F2D-D4DB-374B245DE6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118" name="Oval 1464">
                <a:extLst>
                  <a:ext uri="{FF2B5EF4-FFF2-40B4-BE49-F238E27FC236}">
                    <a16:creationId xmlns:a16="http://schemas.microsoft.com/office/drawing/2014/main" id="{9C8A46C2-AF88-0727-38AB-E21422BCCA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9" name="Oval 1465">
                <a:extLst>
                  <a:ext uri="{FF2B5EF4-FFF2-40B4-BE49-F238E27FC236}">
                    <a16:creationId xmlns:a16="http://schemas.microsoft.com/office/drawing/2014/main" id="{5161ACA8-8E45-FD1C-0F8E-C46B326E82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0" name="Freeform 1466">
                <a:extLst>
                  <a:ext uri="{FF2B5EF4-FFF2-40B4-BE49-F238E27FC236}">
                    <a16:creationId xmlns:a16="http://schemas.microsoft.com/office/drawing/2014/main" id="{6C2D4D47-4733-F580-F61B-8A949BF67E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Freeform 1467">
                <a:extLst>
                  <a:ext uri="{FF2B5EF4-FFF2-40B4-BE49-F238E27FC236}">
                    <a16:creationId xmlns:a16="http://schemas.microsoft.com/office/drawing/2014/main" id="{A51D5195-AF8F-E840-9F4F-E914BD13B0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2" name="Freeform 1468">
                <a:extLst>
                  <a:ext uri="{FF2B5EF4-FFF2-40B4-BE49-F238E27FC236}">
                    <a16:creationId xmlns:a16="http://schemas.microsoft.com/office/drawing/2014/main" id="{FA1B70A9-BF90-7519-EF4A-8F3BC9D547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Oval 1469">
                <a:extLst>
                  <a:ext uri="{FF2B5EF4-FFF2-40B4-BE49-F238E27FC236}">
                    <a16:creationId xmlns:a16="http://schemas.microsoft.com/office/drawing/2014/main" id="{7DA0D1D7-E8A9-C13C-C8B6-EF126B6C7A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70">
              <a:extLst>
                <a:ext uri="{FF2B5EF4-FFF2-40B4-BE49-F238E27FC236}">
                  <a16:creationId xmlns:a16="http://schemas.microsoft.com/office/drawing/2014/main" id="{0D9E49EF-4D42-0949-C8DD-DC2613E4EF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112" name="Oval 1471">
                <a:extLst>
                  <a:ext uri="{FF2B5EF4-FFF2-40B4-BE49-F238E27FC236}">
                    <a16:creationId xmlns:a16="http://schemas.microsoft.com/office/drawing/2014/main" id="{1CFDCFAB-9937-0DDD-E425-08D743644D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3" name="Oval 1472">
                <a:extLst>
                  <a:ext uri="{FF2B5EF4-FFF2-40B4-BE49-F238E27FC236}">
                    <a16:creationId xmlns:a16="http://schemas.microsoft.com/office/drawing/2014/main" id="{E1396771-3042-7418-9BB6-263CAD6412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4" name="Freeform 1473">
                <a:extLst>
                  <a:ext uri="{FF2B5EF4-FFF2-40B4-BE49-F238E27FC236}">
                    <a16:creationId xmlns:a16="http://schemas.microsoft.com/office/drawing/2014/main" id="{5C91A2BC-35DB-BBB4-60C5-F711740B61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Freeform 1474">
                <a:extLst>
                  <a:ext uri="{FF2B5EF4-FFF2-40B4-BE49-F238E27FC236}">
                    <a16:creationId xmlns:a16="http://schemas.microsoft.com/office/drawing/2014/main" id="{ED99E501-2B0B-8AC7-2C99-44D9E2A81F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" name="Freeform 1475">
                <a:extLst>
                  <a:ext uri="{FF2B5EF4-FFF2-40B4-BE49-F238E27FC236}">
                    <a16:creationId xmlns:a16="http://schemas.microsoft.com/office/drawing/2014/main" id="{3291FE49-07DA-5A0D-30DF-3A41DF0CD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Oval 1476">
                <a:extLst>
                  <a:ext uri="{FF2B5EF4-FFF2-40B4-BE49-F238E27FC236}">
                    <a16:creationId xmlns:a16="http://schemas.microsoft.com/office/drawing/2014/main" id="{E08C829A-A1AE-DFE0-275C-C8C3400D03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77">
              <a:extLst>
                <a:ext uri="{FF2B5EF4-FFF2-40B4-BE49-F238E27FC236}">
                  <a16:creationId xmlns:a16="http://schemas.microsoft.com/office/drawing/2014/main" id="{90B904C2-CDDE-9780-BB89-41F7D3B227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106" name="Oval 1478">
                <a:extLst>
                  <a:ext uri="{FF2B5EF4-FFF2-40B4-BE49-F238E27FC236}">
                    <a16:creationId xmlns:a16="http://schemas.microsoft.com/office/drawing/2014/main" id="{6116E4B3-3018-83F7-AEA0-163718FDC8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7" name="Oval 1479">
                <a:extLst>
                  <a:ext uri="{FF2B5EF4-FFF2-40B4-BE49-F238E27FC236}">
                    <a16:creationId xmlns:a16="http://schemas.microsoft.com/office/drawing/2014/main" id="{AC900DF3-D130-0981-6E1A-0FA8AA54F4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8" name="Freeform 1480">
                <a:extLst>
                  <a:ext uri="{FF2B5EF4-FFF2-40B4-BE49-F238E27FC236}">
                    <a16:creationId xmlns:a16="http://schemas.microsoft.com/office/drawing/2014/main" id="{ACEECDE3-4BC2-CBB6-E9F3-C317E3ABA2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Freeform 1481">
                <a:extLst>
                  <a:ext uri="{FF2B5EF4-FFF2-40B4-BE49-F238E27FC236}">
                    <a16:creationId xmlns:a16="http://schemas.microsoft.com/office/drawing/2014/main" id="{1BA4C097-3B2C-4026-C507-B39A450B35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0" name="Freeform 1482">
                <a:extLst>
                  <a:ext uri="{FF2B5EF4-FFF2-40B4-BE49-F238E27FC236}">
                    <a16:creationId xmlns:a16="http://schemas.microsoft.com/office/drawing/2014/main" id="{4F7FE42D-ABC3-7F14-145A-E3CB676F47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Oval 1483">
                <a:extLst>
                  <a:ext uri="{FF2B5EF4-FFF2-40B4-BE49-F238E27FC236}">
                    <a16:creationId xmlns:a16="http://schemas.microsoft.com/office/drawing/2014/main" id="{559112A3-21DD-F314-A7B4-D83E07725A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84">
              <a:extLst>
                <a:ext uri="{FF2B5EF4-FFF2-40B4-BE49-F238E27FC236}">
                  <a16:creationId xmlns:a16="http://schemas.microsoft.com/office/drawing/2014/main" id="{E8E2FF17-5286-6185-4342-FAC92FBF19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100" name="Oval 1485">
                <a:extLst>
                  <a:ext uri="{FF2B5EF4-FFF2-40B4-BE49-F238E27FC236}">
                    <a16:creationId xmlns:a16="http://schemas.microsoft.com/office/drawing/2014/main" id="{DFB138E3-3D75-83D9-E96E-D753A1D059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1" name="Oval 1486">
                <a:extLst>
                  <a:ext uri="{FF2B5EF4-FFF2-40B4-BE49-F238E27FC236}">
                    <a16:creationId xmlns:a16="http://schemas.microsoft.com/office/drawing/2014/main" id="{879CA278-658E-BC15-E0D0-EFB6726EA3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2" name="Freeform 1487">
                <a:extLst>
                  <a:ext uri="{FF2B5EF4-FFF2-40B4-BE49-F238E27FC236}">
                    <a16:creationId xmlns:a16="http://schemas.microsoft.com/office/drawing/2014/main" id="{C5E9C7A9-237B-63F1-574C-76FE0EE40C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Freeform 1488">
                <a:extLst>
                  <a:ext uri="{FF2B5EF4-FFF2-40B4-BE49-F238E27FC236}">
                    <a16:creationId xmlns:a16="http://schemas.microsoft.com/office/drawing/2014/main" id="{FEBEDADC-0F35-E527-235C-8E47095532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4" name="Freeform 1489">
                <a:extLst>
                  <a:ext uri="{FF2B5EF4-FFF2-40B4-BE49-F238E27FC236}">
                    <a16:creationId xmlns:a16="http://schemas.microsoft.com/office/drawing/2014/main" id="{504DD0A3-210C-374D-7B81-5E27F10B78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Oval 1490">
                <a:extLst>
                  <a:ext uri="{FF2B5EF4-FFF2-40B4-BE49-F238E27FC236}">
                    <a16:creationId xmlns:a16="http://schemas.microsoft.com/office/drawing/2014/main" id="{105C52E6-418A-7392-854A-3165582B1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91">
              <a:extLst>
                <a:ext uri="{FF2B5EF4-FFF2-40B4-BE49-F238E27FC236}">
                  <a16:creationId xmlns:a16="http://schemas.microsoft.com/office/drawing/2014/main" id="{4170446E-DF45-8159-317A-5C8F5E4951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94" name="Oval 1492">
                <a:extLst>
                  <a:ext uri="{FF2B5EF4-FFF2-40B4-BE49-F238E27FC236}">
                    <a16:creationId xmlns:a16="http://schemas.microsoft.com/office/drawing/2014/main" id="{69F74F67-B69A-5D26-A44B-5DE1F1D1DB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5" name="Oval 1493">
                <a:extLst>
                  <a:ext uri="{FF2B5EF4-FFF2-40B4-BE49-F238E27FC236}">
                    <a16:creationId xmlns:a16="http://schemas.microsoft.com/office/drawing/2014/main" id="{E27EE9D6-3C5B-A8BE-6A8A-D0BF4B1738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6" name="Freeform 1494">
                <a:extLst>
                  <a:ext uri="{FF2B5EF4-FFF2-40B4-BE49-F238E27FC236}">
                    <a16:creationId xmlns:a16="http://schemas.microsoft.com/office/drawing/2014/main" id="{223DB5C7-FEFB-F9EF-9C45-FBA305ABC5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Freeform 1495">
                <a:extLst>
                  <a:ext uri="{FF2B5EF4-FFF2-40B4-BE49-F238E27FC236}">
                    <a16:creationId xmlns:a16="http://schemas.microsoft.com/office/drawing/2014/main" id="{8BF95161-5037-513A-D9BF-D9D9C47187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8" name="Freeform 1496">
                <a:extLst>
                  <a:ext uri="{FF2B5EF4-FFF2-40B4-BE49-F238E27FC236}">
                    <a16:creationId xmlns:a16="http://schemas.microsoft.com/office/drawing/2014/main" id="{3A93C764-9460-2C1C-ECB3-CFFC286F02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Oval 1497">
                <a:extLst>
                  <a:ext uri="{FF2B5EF4-FFF2-40B4-BE49-F238E27FC236}">
                    <a16:creationId xmlns:a16="http://schemas.microsoft.com/office/drawing/2014/main" id="{674097ED-8A14-8AF3-BB55-D590995B8C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498">
              <a:extLst>
                <a:ext uri="{FF2B5EF4-FFF2-40B4-BE49-F238E27FC236}">
                  <a16:creationId xmlns:a16="http://schemas.microsoft.com/office/drawing/2014/main" id="{4BC2D381-5B7F-BCB3-9F9B-4BCF9D61C5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88" name="Oval 1499">
                <a:extLst>
                  <a:ext uri="{FF2B5EF4-FFF2-40B4-BE49-F238E27FC236}">
                    <a16:creationId xmlns:a16="http://schemas.microsoft.com/office/drawing/2014/main" id="{8B433AAF-2713-3955-F978-89FA5594A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9" name="Oval 1500">
                <a:extLst>
                  <a:ext uri="{FF2B5EF4-FFF2-40B4-BE49-F238E27FC236}">
                    <a16:creationId xmlns:a16="http://schemas.microsoft.com/office/drawing/2014/main" id="{997A8F2D-7E78-08BF-E2B6-B753116CCE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0" name="Freeform 1501">
                <a:extLst>
                  <a:ext uri="{FF2B5EF4-FFF2-40B4-BE49-F238E27FC236}">
                    <a16:creationId xmlns:a16="http://schemas.microsoft.com/office/drawing/2014/main" id="{07B9EFF3-D4DA-8EF4-0CC8-ED63F5B934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Freeform 1502">
                <a:extLst>
                  <a:ext uri="{FF2B5EF4-FFF2-40B4-BE49-F238E27FC236}">
                    <a16:creationId xmlns:a16="http://schemas.microsoft.com/office/drawing/2014/main" id="{C1F957FE-902B-8EF8-A037-BB7EFCDD85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Freeform 1503">
                <a:extLst>
                  <a:ext uri="{FF2B5EF4-FFF2-40B4-BE49-F238E27FC236}">
                    <a16:creationId xmlns:a16="http://schemas.microsoft.com/office/drawing/2014/main" id="{1F917081-8284-A413-F798-C8F16D9E8F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Oval 1504">
                <a:extLst>
                  <a:ext uri="{FF2B5EF4-FFF2-40B4-BE49-F238E27FC236}">
                    <a16:creationId xmlns:a16="http://schemas.microsoft.com/office/drawing/2014/main" id="{C281953B-683B-02E2-CF21-7D3FA216E9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505">
              <a:extLst>
                <a:ext uri="{FF2B5EF4-FFF2-40B4-BE49-F238E27FC236}">
                  <a16:creationId xmlns:a16="http://schemas.microsoft.com/office/drawing/2014/main" id="{E1BE2969-8966-4FFE-7125-179DF9FB3A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82" name="Oval 1506">
                <a:extLst>
                  <a:ext uri="{FF2B5EF4-FFF2-40B4-BE49-F238E27FC236}">
                    <a16:creationId xmlns:a16="http://schemas.microsoft.com/office/drawing/2014/main" id="{5F175403-1DB3-D3E2-7709-8DEB9B2C2C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3" name="Oval 1507">
                <a:extLst>
                  <a:ext uri="{FF2B5EF4-FFF2-40B4-BE49-F238E27FC236}">
                    <a16:creationId xmlns:a16="http://schemas.microsoft.com/office/drawing/2014/main" id="{C9779DB8-B2AC-DF6F-2B17-D4B4D5F397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4" name="Freeform 1508">
                <a:extLst>
                  <a:ext uri="{FF2B5EF4-FFF2-40B4-BE49-F238E27FC236}">
                    <a16:creationId xmlns:a16="http://schemas.microsoft.com/office/drawing/2014/main" id="{254F20E4-D300-B771-0D46-A39B4C2B05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 1509">
                <a:extLst>
                  <a:ext uri="{FF2B5EF4-FFF2-40B4-BE49-F238E27FC236}">
                    <a16:creationId xmlns:a16="http://schemas.microsoft.com/office/drawing/2014/main" id="{08100441-AC51-7E4B-CEE1-FB05624CE1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Freeform 1510">
                <a:extLst>
                  <a:ext uri="{FF2B5EF4-FFF2-40B4-BE49-F238E27FC236}">
                    <a16:creationId xmlns:a16="http://schemas.microsoft.com/office/drawing/2014/main" id="{D9F25A30-93D2-5AD5-72D6-2B81D2CD14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Oval 1511">
                <a:extLst>
                  <a:ext uri="{FF2B5EF4-FFF2-40B4-BE49-F238E27FC236}">
                    <a16:creationId xmlns:a16="http://schemas.microsoft.com/office/drawing/2014/main" id="{285F8F2D-C7D1-BC60-6B02-2D579E00B1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12">
              <a:extLst>
                <a:ext uri="{FF2B5EF4-FFF2-40B4-BE49-F238E27FC236}">
                  <a16:creationId xmlns:a16="http://schemas.microsoft.com/office/drawing/2014/main" id="{7C85AA95-0A7C-6053-E05A-DF4DA9486F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76" name="Oval 1513">
                <a:extLst>
                  <a:ext uri="{FF2B5EF4-FFF2-40B4-BE49-F238E27FC236}">
                    <a16:creationId xmlns:a16="http://schemas.microsoft.com/office/drawing/2014/main" id="{507D8212-0C00-062C-521D-2FE1AE82D7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7" name="Oval 1514">
                <a:extLst>
                  <a:ext uri="{FF2B5EF4-FFF2-40B4-BE49-F238E27FC236}">
                    <a16:creationId xmlns:a16="http://schemas.microsoft.com/office/drawing/2014/main" id="{03E85034-0253-46D6-C3CC-2EE9E99EE5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8" name="Freeform 1515">
                <a:extLst>
                  <a:ext uri="{FF2B5EF4-FFF2-40B4-BE49-F238E27FC236}">
                    <a16:creationId xmlns:a16="http://schemas.microsoft.com/office/drawing/2014/main" id="{9BB87037-19EE-4758-AACE-82CB6B3EA2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Freeform 1516">
                <a:extLst>
                  <a:ext uri="{FF2B5EF4-FFF2-40B4-BE49-F238E27FC236}">
                    <a16:creationId xmlns:a16="http://schemas.microsoft.com/office/drawing/2014/main" id="{D1A8AB1A-00F0-8E6C-6CE3-B632B456C4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Freeform 1517">
                <a:extLst>
                  <a:ext uri="{FF2B5EF4-FFF2-40B4-BE49-F238E27FC236}">
                    <a16:creationId xmlns:a16="http://schemas.microsoft.com/office/drawing/2014/main" id="{B7954241-E3B2-B33F-F5EB-A53E78D563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Oval 1518">
                <a:extLst>
                  <a:ext uri="{FF2B5EF4-FFF2-40B4-BE49-F238E27FC236}">
                    <a16:creationId xmlns:a16="http://schemas.microsoft.com/office/drawing/2014/main" id="{C27BF7CC-122F-659B-CCBD-A6551F8E47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19">
              <a:extLst>
                <a:ext uri="{FF2B5EF4-FFF2-40B4-BE49-F238E27FC236}">
                  <a16:creationId xmlns:a16="http://schemas.microsoft.com/office/drawing/2014/main" id="{647BA7DB-2B71-1FC8-5F3B-233CF61888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70" name="Oval 1520">
                <a:extLst>
                  <a:ext uri="{FF2B5EF4-FFF2-40B4-BE49-F238E27FC236}">
                    <a16:creationId xmlns:a16="http://schemas.microsoft.com/office/drawing/2014/main" id="{B47B318E-64F0-AB22-B831-0DC014B641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1" name="Oval 1521">
                <a:extLst>
                  <a:ext uri="{FF2B5EF4-FFF2-40B4-BE49-F238E27FC236}">
                    <a16:creationId xmlns:a16="http://schemas.microsoft.com/office/drawing/2014/main" id="{EE634D7C-8E0C-2CD7-860C-7B95A8E88C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2" name="Freeform 1522">
                <a:extLst>
                  <a:ext uri="{FF2B5EF4-FFF2-40B4-BE49-F238E27FC236}">
                    <a16:creationId xmlns:a16="http://schemas.microsoft.com/office/drawing/2014/main" id="{0622F987-39B6-57AD-1A21-A2B8363BC5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Freeform 1523">
                <a:extLst>
                  <a:ext uri="{FF2B5EF4-FFF2-40B4-BE49-F238E27FC236}">
                    <a16:creationId xmlns:a16="http://schemas.microsoft.com/office/drawing/2014/main" id="{BC64332B-624B-DA22-F8A5-D1EEFA3220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Freeform 1524">
                <a:extLst>
                  <a:ext uri="{FF2B5EF4-FFF2-40B4-BE49-F238E27FC236}">
                    <a16:creationId xmlns:a16="http://schemas.microsoft.com/office/drawing/2014/main" id="{2DC45FAE-A951-94D6-4AB9-0210D87F29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Oval 1525">
                <a:extLst>
                  <a:ext uri="{FF2B5EF4-FFF2-40B4-BE49-F238E27FC236}">
                    <a16:creationId xmlns:a16="http://schemas.microsoft.com/office/drawing/2014/main" id="{45E45B1F-A8DA-83CD-FC53-1B3733B76F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26">
              <a:extLst>
                <a:ext uri="{FF2B5EF4-FFF2-40B4-BE49-F238E27FC236}">
                  <a16:creationId xmlns:a16="http://schemas.microsoft.com/office/drawing/2014/main" id="{543BAD7D-915B-D9D5-8332-027BCA61AB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64" name="Oval 1527">
                <a:extLst>
                  <a:ext uri="{FF2B5EF4-FFF2-40B4-BE49-F238E27FC236}">
                    <a16:creationId xmlns:a16="http://schemas.microsoft.com/office/drawing/2014/main" id="{E0131BEB-B26D-A259-5D68-AA053711CB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5" name="Oval 1528">
                <a:extLst>
                  <a:ext uri="{FF2B5EF4-FFF2-40B4-BE49-F238E27FC236}">
                    <a16:creationId xmlns:a16="http://schemas.microsoft.com/office/drawing/2014/main" id="{9D1272D0-F4E1-97D6-7B35-ACF37B346B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6" name="Freeform 1529">
                <a:extLst>
                  <a:ext uri="{FF2B5EF4-FFF2-40B4-BE49-F238E27FC236}">
                    <a16:creationId xmlns:a16="http://schemas.microsoft.com/office/drawing/2014/main" id="{574C050C-E95A-1B81-6BA0-41E096461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Freeform 1530">
                <a:extLst>
                  <a:ext uri="{FF2B5EF4-FFF2-40B4-BE49-F238E27FC236}">
                    <a16:creationId xmlns:a16="http://schemas.microsoft.com/office/drawing/2014/main" id="{7651912B-9A65-2762-E7CD-00AB74BA08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Freeform 1531">
                <a:extLst>
                  <a:ext uri="{FF2B5EF4-FFF2-40B4-BE49-F238E27FC236}">
                    <a16:creationId xmlns:a16="http://schemas.microsoft.com/office/drawing/2014/main" id="{4FCE717D-33FD-3220-FA4D-AEF24B8FEF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Oval 1532">
                <a:extLst>
                  <a:ext uri="{FF2B5EF4-FFF2-40B4-BE49-F238E27FC236}">
                    <a16:creationId xmlns:a16="http://schemas.microsoft.com/office/drawing/2014/main" id="{1DB11BD8-FF76-584C-D750-D97D842FAE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33">
              <a:extLst>
                <a:ext uri="{FF2B5EF4-FFF2-40B4-BE49-F238E27FC236}">
                  <a16:creationId xmlns:a16="http://schemas.microsoft.com/office/drawing/2014/main" id="{1C0040B5-2A8C-ECE1-5688-432D4EED61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58" name="Oval 1534">
                <a:extLst>
                  <a:ext uri="{FF2B5EF4-FFF2-40B4-BE49-F238E27FC236}">
                    <a16:creationId xmlns:a16="http://schemas.microsoft.com/office/drawing/2014/main" id="{01502CAC-0846-7FAF-FF75-E02B2B9CE4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9" name="Oval 1535">
                <a:extLst>
                  <a:ext uri="{FF2B5EF4-FFF2-40B4-BE49-F238E27FC236}">
                    <a16:creationId xmlns:a16="http://schemas.microsoft.com/office/drawing/2014/main" id="{E93984C4-D582-A7F2-79CD-B39E4B59B2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0" name="Freeform 1536">
                <a:extLst>
                  <a:ext uri="{FF2B5EF4-FFF2-40B4-BE49-F238E27FC236}">
                    <a16:creationId xmlns:a16="http://schemas.microsoft.com/office/drawing/2014/main" id="{319103C7-5A8E-742D-EC0D-ED670836A9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537">
                <a:extLst>
                  <a:ext uri="{FF2B5EF4-FFF2-40B4-BE49-F238E27FC236}">
                    <a16:creationId xmlns:a16="http://schemas.microsoft.com/office/drawing/2014/main" id="{82ECB2D0-CD84-7B28-BF61-FDACF2FF40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Freeform 1538">
                <a:extLst>
                  <a:ext uri="{FF2B5EF4-FFF2-40B4-BE49-F238E27FC236}">
                    <a16:creationId xmlns:a16="http://schemas.microsoft.com/office/drawing/2014/main" id="{FDC65823-20E3-DEF7-24DB-7A1BC02809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Oval 1539">
                <a:extLst>
                  <a:ext uri="{FF2B5EF4-FFF2-40B4-BE49-F238E27FC236}">
                    <a16:creationId xmlns:a16="http://schemas.microsoft.com/office/drawing/2014/main" id="{B3AB8642-79EE-7552-55DE-96E88B6512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40">
              <a:extLst>
                <a:ext uri="{FF2B5EF4-FFF2-40B4-BE49-F238E27FC236}">
                  <a16:creationId xmlns:a16="http://schemas.microsoft.com/office/drawing/2014/main" id="{E9B3F29B-4612-70FA-09FC-2FE6875854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052" name="Oval 1541">
                <a:extLst>
                  <a:ext uri="{FF2B5EF4-FFF2-40B4-BE49-F238E27FC236}">
                    <a16:creationId xmlns:a16="http://schemas.microsoft.com/office/drawing/2014/main" id="{B64D53EC-85D1-5D8F-1AC8-C8714C9273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3" name="Oval 1542">
                <a:extLst>
                  <a:ext uri="{FF2B5EF4-FFF2-40B4-BE49-F238E27FC236}">
                    <a16:creationId xmlns:a16="http://schemas.microsoft.com/office/drawing/2014/main" id="{33F610D5-F77C-9E24-7ABA-326A357484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4" name="Freeform 1543">
                <a:extLst>
                  <a:ext uri="{FF2B5EF4-FFF2-40B4-BE49-F238E27FC236}">
                    <a16:creationId xmlns:a16="http://schemas.microsoft.com/office/drawing/2014/main" id="{570C8C24-7502-71AE-E935-A8C2BDBBA3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Freeform 1544">
                <a:extLst>
                  <a:ext uri="{FF2B5EF4-FFF2-40B4-BE49-F238E27FC236}">
                    <a16:creationId xmlns:a16="http://schemas.microsoft.com/office/drawing/2014/main" id="{0BF4A939-FB9D-A25D-7214-0DB6142C63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Freeform 1545">
                <a:extLst>
                  <a:ext uri="{FF2B5EF4-FFF2-40B4-BE49-F238E27FC236}">
                    <a16:creationId xmlns:a16="http://schemas.microsoft.com/office/drawing/2014/main" id="{66534332-71A0-F65E-DCB4-C33684399B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Oval 1546">
                <a:extLst>
                  <a:ext uri="{FF2B5EF4-FFF2-40B4-BE49-F238E27FC236}">
                    <a16:creationId xmlns:a16="http://schemas.microsoft.com/office/drawing/2014/main" id="{8A70FF75-BCCC-0E5A-2C93-53954B7795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47">
              <a:extLst>
                <a:ext uri="{FF2B5EF4-FFF2-40B4-BE49-F238E27FC236}">
                  <a16:creationId xmlns:a16="http://schemas.microsoft.com/office/drawing/2014/main" id="{84282817-A5E3-1155-C6E5-9158995B48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046" name="Oval 1548">
                <a:extLst>
                  <a:ext uri="{FF2B5EF4-FFF2-40B4-BE49-F238E27FC236}">
                    <a16:creationId xmlns:a16="http://schemas.microsoft.com/office/drawing/2014/main" id="{E958EE25-D3D8-6B59-B6D8-DEB2311543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7" name="Oval 1549">
                <a:extLst>
                  <a:ext uri="{FF2B5EF4-FFF2-40B4-BE49-F238E27FC236}">
                    <a16:creationId xmlns:a16="http://schemas.microsoft.com/office/drawing/2014/main" id="{7A055583-1828-1710-4035-F21F6AB726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8" name="Freeform 1550">
                <a:extLst>
                  <a:ext uri="{FF2B5EF4-FFF2-40B4-BE49-F238E27FC236}">
                    <a16:creationId xmlns:a16="http://schemas.microsoft.com/office/drawing/2014/main" id="{28FA0323-A7A6-AACE-3A0E-9E576F967D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 1551">
                <a:extLst>
                  <a:ext uri="{FF2B5EF4-FFF2-40B4-BE49-F238E27FC236}">
                    <a16:creationId xmlns:a16="http://schemas.microsoft.com/office/drawing/2014/main" id="{94A5DA41-749C-A491-D1DB-B31CF7477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Freeform 1552">
                <a:extLst>
                  <a:ext uri="{FF2B5EF4-FFF2-40B4-BE49-F238E27FC236}">
                    <a16:creationId xmlns:a16="http://schemas.microsoft.com/office/drawing/2014/main" id="{D28354E4-406E-4D71-5EA8-12C2CCEB70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Oval 1553">
                <a:extLst>
                  <a:ext uri="{FF2B5EF4-FFF2-40B4-BE49-F238E27FC236}">
                    <a16:creationId xmlns:a16="http://schemas.microsoft.com/office/drawing/2014/main" id="{E9803FCF-C651-B2FD-5C8C-2BD369C1A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54">
              <a:extLst>
                <a:ext uri="{FF2B5EF4-FFF2-40B4-BE49-F238E27FC236}">
                  <a16:creationId xmlns:a16="http://schemas.microsoft.com/office/drawing/2014/main" id="{0D77B9B1-0063-D97E-7EF0-B355FD34E0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040" name="Oval 1555">
                <a:extLst>
                  <a:ext uri="{FF2B5EF4-FFF2-40B4-BE49-F238E27FC236}">
                    <a16:creationId xmlns:a16="http://schemas.microsoft.com/office/drawing/2014/main" id="{8B487CC4-8CDB-7D09-6DC6-0AAFB3C484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1" name="Oval 1556">
                <a:extLst>
                  <a:ext uri="{FF2B5EF4-FFF2-40B4-BE49-F238E27FC236}">
                    <a16:creationId xmlns:a16="http://schemas.microsoft.com/office/drawing/2014/main" id="{E959299D-0103-1B02-C40E-CA9C2875D9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2" name="Freeform 1557">
                <a:extLst>
                  <a:ext uri="{FF2B5EF4-FFF2-40B4-BE49-F238E27FC236}">
                    <a16:creationId xmlns:a16="http://schemas.microsoft.com/office/drawing/2014/main" id="{DA2766ED-19DE-86AA-93AB-5F9D33F26A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1558">
                <a:extLst>
                  <a:ext uri="{FF2B5EF4-FFF2-40B4-BE49-F238E27FC236}">
                    <a16:creationId xmlns:a16="http://schemas.microsoft.com/office/drawing/2014/main" id="{810C2791-BCF7-3B32-853A-2C49D3848D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Freeform 1559">
                <a:extLst>
                  <a:ext uri="{FF2B5EF4-FFF2-40B4-BE49-F238E27FC236}">
                    <a16:creationId xmlns:a16="http://schemas.microsoft.com/office/drawing/2014/main" id="{C9040872-084E-3132-C39C-66CB896602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Oval 1560">
                <a:extLst>
                  <a:ext uri="{FF2B5EF4-FFF2-40B4-BE49-F238E27FC236}">
                    <a16:creationId xmlns:a16="http://schemas.microsoft.com/office/drawing/2014/main" id="{A820A21E-D7A9-8A4F-72CB-1D5C125742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61">
              <a:extLst>
                <a:ext uri="{FF2B5EF4-FFF2-40B4-BE49-F238E27FC236}">
                  <a16:creationId xmlns:a16="http://schemas.microsoft.com/office/drawing/2014/main" id="{8C736215-6D36-E32B-A373-D833B73B5E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034" name="Oval 1562">
                <a:extLst>
                  <a:ext uri="{FF2B5EF4-FFF2-40B4-BE49-F238E27FC236}">
                    <a16:creationId xmlns:a16="http://schemas.microsoft.com/office/drawing/2014/main" id="{ABCED722-71AE-41A6-C870-140291F11E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5" name="Oval 1563">
                <a:extLst>
                  <a:ext uri="{FF2B5EF4-FFF2-40B4-BE49-F238E27FC236}">
                    <a16:creationId xmlns:a16="http://schemas.microsoft.com/office/drawing/2014/main" id="{B39FF305-9EB9-2922-BFB7-B9FF462527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6" name="Freeform 1564">
                <a:extLst>
                  <a:ext uri="{FF2B5EF4-FFF2-40B4-BE49-F238E27FC236}">
                    <a16:creationId xmlns:a16="http://schemas.microsoft.com/office/drawing/2014/main" id="{9A8789BE-EE66-0753-054B-5160DE008F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Freeform 1565">
                <a:extLst>
                  <a:ext uri="{FF2B5EF4-FFF2-40B4-BE49-F238E27FC236}">
                    <a16:creationId xmlns:a16="http://schemas.microsoft.com/office/drawing/2014/main" id="{53AAD305-0A76-A15C-41A8-E4034B67EE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Freeform 1566">
                <a:extLst>
                  <a:ext uri="{FF2B5EF4-FFF2-40B4-BE49-F238E27FC236}">
                    <a16:creationId xmlns:a16="http://schemas.microsoft.com/office/drawing/2014/main" id="{4B54BC70-6886-AA9C-49A6-A26113E88A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1567">
                <a:extLst>
                  <a:ext uri="{FF2B5EF4-FFF2-40B4-BE49-F238E27FC236}">
                    <a16:creationId xmlns:a16="http://schemas.microsoft.com/office/drawing/2014/main" id="{6F48D1DF-D09A-354B-ADBB-D3CF105756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68">
              <a:extLst>
                <a:ext uri="{FF2B5EF4-FFF2-40B4-BE49-F238E27FC236}">
                  <a16:creationId xmlns:a16="http://schemas.microsoft.com/office/drawing/2014/main" id="{7FC137DB-DD09-72CD-98F9-F35FA876AD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028" name="Oval 1569">
                <a:extLst>
                  <a:ext uri="{FF2B5EF4-FFF2-40B4-BE49-F238E27FC236}">
                    <a16:creationId xmlns:a16="http://schemas.microsoft.com/office/drawing/2014/main" id="{6B016CA9-E383-D663-7168-1395890CFD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9" name="Oval 1570">
                <a:extLst>
                  <a:ext uri="{FF2B5EF4-FFF2-40B4-BE49-F238E27FC236}">
                    <a16:creationId xmlns:a16="http://schemas.microsoft.com/office/drawing/2014/main" id="{FD91865E-6C0E-409B-F068-FFB693EF6D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0" name="Freeform 1571">
                <a:extLst>
                  <a:ext uri="{FF2B5EF4-FFF2-40B4-BE49-F238E27FC236}">
                    <a16:creationId xmlns:a16="http://schemas.microsoft.com/office/drawing/2014/main" id="{85BA5632-63A0-A76A-0ECB-D81D4DD051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Freeform 1572">
                <a:extLst>
                  <a:ext uri="{FF2B5EF4-FFF2-40B4-BE49-F238E27FC236}">
                    <a16:creationId xmlns:a16="http://schemas.microsoft.com/office/drawing/2014/main" id="{50C157F6-D3D3-62A3-9121-7B04445F8B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Freeform 1573">
                <a:extLst>
                  <a:ext uri="{FF2B5EF4-FFF2-40B4-BE49-F238E27FC236}">
                    <a16:creationId xmlns:a16="http://schemas.microsoft.com/office/drawing/2014/main" id="{0E5ECE4F-F303-7E7E-CFA6-ABFB176532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Oval 1574">
                <a:extLst>
                  <a:ext uri="{FF2B5EF4-FFF2-40B4-BE49-F238E27FC236}">
                    <a16:creationId xmlns:a16="http://schemas.microsoft.com/office/drawing/2014/main" id="{FD873642-2B2B-257E-4E4B-100FC6D82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75">
              <a:extLst>
                <a:ext uri="{FF2B5EF4-FFF2-40B4-BE49-F238E27FC236}">
                  <a16:creationId xmlns:a16="http://schemas.microsoft.com/office/drawing/2014/main" id="{CCEE4209-F783-FB5B-2F05-6981F34EF7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1" name="Oval 1576">
                <a:extLst>
                  <a:ext uri="{FF2B5EF4-FFF2-40B4-BE49-F238E27FC236}">
                    <a16:creationId xmlns:a16="http://schemas.microsoft.com/office/drawing/2014/main" id="{45C89790-9C01-5544-906C-100B2A5AC8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" name="Oval 1577">
                <a:extLst>
                  <a:ext uri="{FF2B5EF4-FFF2-40B4-BE49-F238E27FC236}">
                    <a16:creationId xmlns:a16="http://schemas.microsoft.com/office/drawing/2014/main" id="{A518983A-81BF-A750-37C8-E5280741F3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" name="Freeform 1578">
                <a:extLst>
                  <a:ext uri="{FF2B5EF4-FFF2-40B4-BE49-F238E27FC236}">
                    <a16:creationId xmlns:a16="http://schemas.microsoft.com/office/drawing/2014/main" id="{63D531B0-653D-8111-0959-866EF0B95C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579">
                <a:extLst>
                  <a:ext uri="{FF2B5EF4-FFF2-40B4-BE49-F238E27FC236}">
                    <a16:creationId xmlns:a16="http://schemas.microsoft.com/office/drawing/2014/main" id="{034CE0E0-4587-B9D9-9FBD-E158296AD8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Freeform 1580">
                <a:extLst>
                  <a:ext uri="{FF2B5EF4-FFF2-40B4-BE49-F238E27FC236}">
                    <a16:creationId xmlns:a16="http://schemas.microsoft.com/office/drawing/2014/main" id="{8D723CF2-EE04-5789-F964-467B5D2E57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Oval 1581">
                <a:extLst>
                  <a:ext uri="{FF2B5EF4-FFF2-40B4-BE49-F238E27FC236}">
                    <a16:creationId xmlns:a16="http://schemas.microsoft.com/office/drawing/2014/main" id="{71F7C712-B7AA-A4F5-F922-7CF45CA829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82">
              <a:extLst>
                <a:ext uri="{FF2B5EF4-FFF2-40B4-BE49-F238E27FC236}">
                  <a16:creationId xmlns:a16="http://schemas.microsoft.com/office/drawing/2014/main" id="{F632AE97-9FDC-5FA9-B910-8E9DE84B4D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5" name="Oval 1583">
                <a:extLst>
                  <a:ext uri="{FF2B5EF4-FFF2-40B4-BE49-F238E27FC236}">
                    <a16:creationId xmlns:a16="http://schemas.microsoft.com/office/drawing/2014/main" id="{4AB7C34E-2125-553D-3719-ED4A5C75AD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" name="Oval 1584">
                <a:extLst>
                  <a:ext uri="{FF2B5EF4-FFF2-40B4-BE49-F238E27FC236}">
                    <a16:creationId xmlns:a16="http://schemas.microsoft.com/office/drawing/2014/main" id="{62B4EAB0-AE09-E3D7-BD94-BAFD002702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" name="Freeform 1585">
                <a:extLst>
                  <a:ext uri="{FF2B5EF4-FFF2-40B4-BE49-F238E27FC236}">
                    <a16:creationId xmlns:a16="http://schemas.microsoft.com/office/drawing/2014/main" id="{1BF37286-CAC8-5535-F931-ECF6601716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86">
                <a:extLst>
                  <a:ext uri="{FF2B5EF4-FFF2-40B4-BE49-F238E27FC236}">
                    <a16:creationId xmlns:a16="http://schemas.microsoft.com/office/drawing/2014/main" id="{E40D93F7-444D-C1EB-19FE-6F4B60F09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587">
                <a:extLst>
                  <a:ext uri="{FF2B5EF4-FFF2-40B4-BE49-F238E27FC236}">
                    <a16:creationId xmlns:a16="http://schemas.microsoft.com/office/drawing/2014/main" id="{EE22C04A-9297-4C21-72C6-0284ABBA62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Oval 1588">
                <a:extLst>
                  <a:ext uri="{FF2B5EF4-FFF2-40B4-BE49-F238E27FC236}">
                    <a16:creationId xmlns:a16="http://schemas.microsoft.com/office/drawing/2014/main" id="{2F973814-266B-F7B4-0DF1-7D20774920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89">
              <a:extLst>
                <a:ext uri="{FF2B5EF4-FFF2-40B4-BE49-F238E27FC236}">
                  <a16:creationId xmlns:a16="http://schemas.microsoft.com/office/drawing/2014/main" id="{7CF297CF-BBBF-015F-5E6E-0EBA1042D8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9" name="Oval 1590">
                <a:extLst>
                  <a:ext uri="{FF2B5EF4-FFF2-40B4-BE49-F238E27FC236}">
                    <a16:creationId xmlns:a16="http://schemas.microsoft.com/office/drawing/2014/main" id="{25EAEB41-8E6C-54EE-6F65-94985C773F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" name="Oval 1591">
                <a:extLst>
                  <a:ext uri="{FF2B5EF4-FFF2-40B4-BE49-F238E27FC236}">
                    <a16:creationId xmlns:a16="http://schemas.microsoft.com/office/drawing/2014/main" id="{7CB9B676-01C4-785E-BA6A-65AF70C1E3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" name="Freeform 1592">
                <a:extLst>
                  <a:ext uri="{FF2B5EF4-FFF2-40B4-BE49-F238E27FC236}">
                    <a16:creationId xmlns:a16="http://schemas.microsoft.com/office/drawing/2014/main" id="{337ECD55-44BE-E8F1-DE05-EF4A1991C1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93">
                <a:extLst>
                  <a:ext uri="{FF2B5EF4-FFF2-40B4-BE49-F238E27FC236}">
                    <a16:creationId xmlns:a16="http://schemas.microsoft.com/office/drawing/2014/main" id="{792424BC-CAAC-6666-776E-C8770EFF59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94">
                <a:extLst>
                  <a:ext uri="{FF2B5EF4-FFF2-40B4-BE49-F238E27FC236}">
                    <a16:creationId xmlns:a16="http://schemas.microsoft.com/office/drawing/2014/main" id="{8E0095F2-0F4B-304D-9F93-016A177C04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Oval 1595">
                <a:extLst>
                  <a:ext uri="{FF2B5EF4-FFF2-40B4-BE49-F238E27FC236}">
                    <a16:creationId xmlns:a16="http://schemas.microsoft.com/office/drawing/2014/main" id="{50BDD462-AD1C-DF29-AA84-89DD1F5F1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596">
              <a:extLst>
                <a:ext uri="{FF2B5EF4-FFF2-40B4-BE49-F238E27FC236}">
                  <a16:creationId xmlns:a16="http://schemas.microsoft.com/office/drawing/2014/main" id="{BB57A26D-AF99-F984-912D-43DB36E652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3" name="Oval 1597">
                <a:extLst>
                  <a:ext uri="{FF2B5EF4-FFF2-40B4-BE49-F238E27FC236}">
                    <a16:creationId xmlns:a16="http://schemas.microsoft.com/office/drawing/2014/main" id="{B7A0CD4D-3BE7-96A2-B7CA-67F21373A9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" name="Oval 1598">
                <a:extLst>
                  <a:ext uri="{FF2B5EF4-FFF2-40B4-BE49-F238E27FC236}">
                    <a16:creationId xmlns:a16="http://schemas.microsoft.com/office/drawing/2014/main" id="{9DAA5A48-9EF8-6FF8-AA62-2A877FCD64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" name="Freeform 1599">
                <a:extLst>
                  <a:ext uri="{FF2B5EF4-FFF2-40B4-BE49-F238E27FC236}">
                    <a16:creationId xmlns:a16="http://schemas.microsoft.com/office/drawing/2014/main" id="{42EA4455-661F-6B86-4FAA-14B5C5AB58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600">
                <a:extLst>
                  <a:ext uri="{FF2B5EF4-FFF2-40B4-BE49-F238E27FC236}">
                    <a16:creationId xmlns:a16="http://schemas.microsoft.com/office/drawing/2014/main" id="{21B1B019-42D8-03A3-DF74-0F71FA0810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1601">
                <a:extLst>
                  <a:ext uri="{FF2B5EF4-FFF2-40B4-BE49-F238E27FC236}">
                    <a16:creationId xmlns:a16="http://schemas.microsoft.com/office/drawing/2014/main" id="{6DAA6F28-3460-B9CC-FC5A-FF8126BFAC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Oval 1602">
                <a:extLst>
                  <a:ext uri="{FF2B5EF4-FFF2-40B4-BE49-F238E27FC236}">
                    <a16:creationId xmlns:a16="http://schemas.microsoft.com/office/drawing/2014/main" id="{9226AFC5-7DC5-C0BB-F052-1F0DC8383F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" name="Group 1603">
              <a:extLst>
                <a:ext uri="{FF2B5EF4-FFF2-40B4-BE49-F238E27FC236}">
                  <a16:creationId xmlns:a16="http://schemas.microsoft.com/office/drawing/2014/main" id="{CAD0D2BB-4DB7-D38D-9025-5A5B3B5D30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7" name="Oval 1604">
                <a:extLst>
                  <a:ext uri="{FF2B5EF4-FFF2-40B4-BE49-F238E27FC236}">
                    <a16:creationId xmlns:a16="http://schemas.microsoft.com/office/drawing/2014/main" id="{8576A55C-EA12-3A81-C68E-61B6C3A42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" name="Oval 1605">
                <a:extLst>
                  <a:ext uri="{FF2B5EF4-FFF2-40B4-BE49-F238E27FC236}">
                    <a16:creationId xmlns:a16="http://schemas.microsoft.com/office/drawing/2014/main" id="{7C543A72-985F-829E-8475-8F72A358B1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" name="Freeform 1606">
                <a:extLst>
                  <a:ext uri="{FF2B5EF4-FFF2-40B4-BE49-F238E27FC236}">
                    <a16:creationId xmlns:a16="http://schemas.microsoft.com/office/drawing/2014/main" id="{D99D98A8-15DB-AB9F-616C-5930459AD4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607">
                <a:extLst>
                  <a:ext uri="{FF2B5EF4-FFF2-40B4-BE49-F238E27FC236}">
                    <a16:creationId xmlns:a16="http://schemas.microsoft.com/office/drawing/2014/main" id="{B5FB99E6-1E88-B997-1175-694759FFD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1608">
                <a:extLst>
                  <a:ext uri="{FF2B5EF4-FFF2-40B4-BE49-F238E27FC236}">
                    <a16:creationId xmlns:a16="http://schemas.microsoft.com/office/drawing/2014/main" id="{DFDB9AAA-62CB-F811-2E52-2B99E06A89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Oval 1609">
                <a:extLst>
                  <a:ext uri="{FF2B5EF4-FFF2-40B4-BE49-F238E27FC236}">
                    <a16:creationId xmlns:a16="http://schemas.microsoft.com/office/drawing/2014/main" id="{E316E96A-C42E-3A13-67F7-8A227DD5F2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415" name="Group 1385">
            <a:extLst>
              <a:ext uri="{FF2B5EF4-FFF2-40B4-BE49-F238E27FC236}">
                <a16:creationId xmlns:a16="http://schemas.microsoft.com/office/drawing/2014/main" id="{160AE31C-76D8-C9AD-925C-5CFC1F97C3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20924" y="244283"/>
            <a:ext cx="2818712" cy="606662"/>
            <a:chOff x="446" y="1196"/>
            <a:chExt cx="1048" cy="312"/>
          </a:xfrm>
        </p:grpSpPr>
        <p:grpSp>
          <p:nvGrpSpPr>
            <p:cNvPr id="1416" name="Group 1386">
              <a:extLst>
                <a:ext uri="{FF2B5EF4-FFF2-40B4-BE49-F238E27FC236}">
                  <a16:creationId xmlns:a16="http://schemas.microsoft.com/office/drawing/2014/main" id="{E89A0F12-E517-1E2E-AA22-319A866D32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634" name="Oval 1387">
                <a:extLst>
                  <a:ext uri="{FF2B5EF4-FFF2-40B4-BE49-F238E27FC236}">
                    <a16:creationId xmlns:a16="http://schemas.microsoft.com/office/drawing/2014/main" id="{8C49E771-5BD2-9C4A-7B85-39E066A77E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5" name="Oval 1388">
                <a:extLst>
                  <a:ext uri="{FF2B5EF4-FFF2-40B4-BE49-F238E27FC236}">
                    <a16:creationId xmlns:a16="http://schemas.microsoft.com/office/drawing/2014/main" id="{75DAA2DD-2EC8-AE13-2857-656D6474F4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6" name="Freeform 1389">
                <a:extLst>
                  <a:ext uri="{FF2B5EF4-FFF2-40B4-BE49-F238E27FC236}">
                    <a16:creationId xmlns:a16="http://schemas.microsoft.com/office/drawing/2014/main" id="{AC04C134-5CFB-4354-D6C1-245CA251CD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7" name="Freeform 1390">
                <a:extLst>
                  <a:ext uri="{FF2B5EF4-FFF2-40B4-BE49-F238E27FC236}">
                    <a16:creationId xmlns:a16="http://schemas.microsoft.com/office/drawing/2014/main" id="{284FA4A3-5A60-368D-0CC6-DF970AFE36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8" name="Freeform 1391">
                <a:extLst>
                  <a:ext uri="{FF2B5EF4-FFF2-40B4-BE49-F238E27FC236}">
                    <a16:creationId xmlns:a16="http://schemas.microsoft.com/office/drawing/2014/main" id="{015BEBFE-454A-499F-AD1B-EE760D80A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9" name="Oval 1392">
                <a:extLst>
                  <a:ext uri="{FF2B5EF4-FFF2-40B4-BE49-F238E27FC236}">
                    <a16:creationId xmlns:a16="http://schemas.microsoft.com/office/drawing/2014/main" id="{7AB6D732-3AB8-9BA3-D3B5-423E94977A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17" name="Group 1393">
              <a:extLst>
                <a:ext uri="{FF2B5EF4-FFF2-40B4-BE49-F238E27FC236}">
                  <a16:creationId xmlns:a16="http://schemas.microsoft.com/office/drawing/2014/main" id="{803A69E9-EA9F-6108-5DE5-F99DE2B56C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628" name="Oval 1394">
                <a:extLst>
                  <a:ext uri="{FF2B5EF4-FFF2-40B4-BE49-F238E27FC236}">
                    <a16:creationId xmlns:a16="http://schemas.microsoft.com/office/drawing/2014/main" id="{9FC8CE5E-153A-5255-601D-69428A36E0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9" name="Oval 1395">
                <a:extLst>
                  <a:ext uri="{FF2B5EF4-FFF2-40B4-BE49-F238E27FC236}">
                    <a16:creationId xmlns:a16="http://schemas.microsoft.com/office/drawing/2014/main" id="{822B6D2E-62FC-DC88-3109-DFFCDE5398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0" name="Freeform 1396">
                <a:extLst>
                  <a:ext uri="{FF2B5EF4-FFF2-40B4-BE49-F238E27FC236}">
                    <a16:creationId xmlns:a16="http://schemas.microsoft.com/office/drawing/2014/main" id="{C54DDEBD-1A66-1B54-97D2-C5734F81A1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1" name="Freeform 1397">
                <a:extLst>
                  <a:ext uri="{FF2B5EF4-FFF2-40B4-BE49-F238E27FC236}">
                    <a16:creationId xmlns:a16="http://schemas.microsoft.com/office/drawing/2014/main" id="{0029350D-C5F7-3219-FD69-D796AB6A6D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2" name="Freeform 1398">
                <a:extLst>
                  <a:ext uri="{FF2B5EF4-FFF2-40B4-BE49-F238E27FC236}">
                    <a16:creationId xmlns:a16="http://schemas.microsoft.com/office/drawing/2014/main" id="{EF8524C2-7FBE-8C55-A56E-4ADCFF171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3" name="Oval 1399">
                <a:extLst>
                  <a:ext uri="{FF2B5EF4-FFF2-40B4-BE49-F238E27FC236}">
                    <a16:creationId xmlns:a16="http://schemas.microsoft.com/office/drawing/2014/main" id="{903CE50D-7B35-5982-4986-7E59F15B05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18" name="Group 1400">
              <a:extLst>
                <a:ext uri="{FF2B5EF4-FFF2-40B4-BE49-F238E27FC236}">
                  <a16:creationId xmlns:a16="http://schemas.microsoft.com/office/drawing/2014/main" id="{1B3B4675-393F-694D-5829-33BF6D6902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622" name="Oval 1401">
                <a:extLst>
                  <a:ext uri="{FF2B5EF4-FFF2-40B4-BE49-F238E27FC236}">
                    <a16:creationId xmlns:a16="http://schemas.microsoft.com/office/drawing/2014/main" id="{79886E0C-AE52-AAFE-BB90-6550B213BF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3" name="Oval 1402">
                <a:extLst>
                  <a:ext uri="{FF2B5EF4-FFF2-40B4-BE49-F238E27FC236}">
                    <a16:creationId xmlns:a16="http://schemas.microsoft.com/office/drawing/2014/main" id="{50644848-6E66-54D9-5BE4-90B1C57D45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4" name="Freeform 1403">
                <a:extLst>
                  <a:ext uri="{FF2B5EF4-FFF2-40B4-BE49-F238E27FC236}">
                    <a16:creationId xmlns:a16="http://schemas.microsoft.com/office/drawing/2014/main" id="{04036318-30D8-7F87-F574-170B9BABF1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5" name="Freeform 1404">
                <a:extLst>
                  <a:ext uri="{FF2B5EF4-FFF2-40B4-BE49-F238E27FC236}">
                    <a16:creationId xmlns:a16="http://schemas.microsoft.com/office/drawing/2014/main" id="{D93DF8F4-F2E4-C5DF-3AF4-700C9DEE89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6" name="Freeform 1405">
                <a:extLst>
                  <a:ext uri="{FF2B5EF4-FFF2-40B4-BE49-F238E27FC236}">
                    <a16:creationId xmlns:a16="http://schemas.microsoft.com/office/drawing/2014/main" id="{E3FB5B89-78BC-8E7D-EC53-7A3594E7F7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7" name="Oval 1406">
                <a:extLst>
                  <a:ext uri="{FF2B5EF4-FFF2-40B4-BE49-F238E27FC236}">
                    <a16:creationId xmlns:a16="http://schemas.microsoft.com/office/drawing/2014/main" id="{3FC7608B-F651-A8E6-AB49-6A2D065BBA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19" name="Group 1407">
              <a:extLst>
                <a:ext uri="{FF2B5EF4-FFF2-40B4-BE49-F238E27FC236}">
                  <a16:creationId xmlns:a16="http://schemas.microsoft.com/office/drawing/2014/main" id="{C7AE0903-3124-5963-E4F7-2806FB64E1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616" name="Oval 1408">
                <a:extLst>
                  <a:ext uri="{FF2B5EF4-FFF2-40B4-BE49-F238E27FC236}">
                    <a16:creationId xmlns:a16="http://schemas.microsoft.com/office/drawing/2014/main" id="{8B4C4AD5-F63D-E2F8-0A64-95B528DEB8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7" name="Oval 1409">
                <a:extLst>
                  <a:ext uri="{FF2B5EF4-FFF2-40B4-BE49-F238E27FC236}">
                    <a16:creationId xmlns:a16="http://schemas.microsoft.com/office/drawing/2014/main" id="{357C5D62-C211-738D-3282-9A60F8A30B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8" name="Freeform 1410">
                <a:extLst>
                  <a:ext uri="{FF2B5EF4-FFF2-40B4-BE49-F238E27FC236}">
                    <a16:creationId xmlns:a16="http://schemas.microsoft.com/office/drawing/2014/main" id="{BC531126-C238-670B-D47C-EB79B46139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9" name="Freeform 1411">
                <a:extLst>
                  <a:ext uri="{FF2B5EF4-FFF2-40B4-BE49-F238E27FC236}">
                    <a16:creationId xmlns:a16="http://schemas.microsoft.com/office/drawing/2014/main" id="{7DC9B993-80DA-6488-53AF-CD3A75580E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0" name="Freeform 1412">
                <a:extLst>
                  <a:ext uri="{FF2B5EF4-FFF2-40B4-BE49-F238E27FC236}">
                    <a16:creationId xmlns:a16="http://schemas.microsoft.com/office/drawing/2014/main" id="{229E628D-4539-A150-D960-ACFC5BB786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1" name="Oval 1413">
                <a:extLst>
                  <a:ext uri="{FF2B5EF4-FFF2-40B4-BE49-F238E27FC236}">
                    <a16:creationId xmlns:a16="http://schemas.microsoft.com/office/drawing/2014/main" id="{F320A45E-EF8D-9255-18A2-2D63F9B02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0" name="Group 1414">
              <a:extLst>
                <a:ext uri="{FF2B5EF4-FFF2-40B4-BE49-F238E27FC236}">
                  <a16:creationId xmlns:a16="http://schemas.microsoft.com/office/drawing/2014/main" id="{3B4E7E9B-8A9D-A2F5-1418-D5F7C2E8E9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610" name="Oval 1415">
                <a:extLst>
                  <a:ext uri="{FF2B5EF4-FFF2-40B4-BE49-F238E27FC236}">
                    <a16:creationId xmlns:a16="http://schemas.microsoft.com/office/drawing/2014/main" id="{348FCB20-E20F-CF64-428B-FAD28B885F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1" name="Oval 1416">
                <a:extLst>
                  <a:ext uri="{FF2B5EF4-FFF2-40B4-BE49-F238E27FC236}">
                    <a16:creationId xmlns:a16="http://schemas.microsoft.com/office/drawing/2014/main" id="{36C85405-3D03-380D-5815-56AE6B4026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2" name="Freeform 1417">
                <a:extLst>
                  <a:ext uri="{FF2B5EF4-FFF2-40B4-BE49-F238E27FC236}">
                    <a16:creationId xmlns:a16="http://schemas.microsoft.com/office/drawing/2014/main" id="{790830C5-3DAA-8F46-2EAC-4D28D05C11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3" name="Freeform 1418">
                <a:extLst>
                  <a:ext uri="{FF2B5EF4-FFF2-40B4-BE49-F238E27FC236}">
                    <a16:creationId xmlns:a16="http://schemas.microsoft.com/office/drawing/2014/main" id="{71B84516-0B74-8F48-89BF-944D50E5D3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4" name="Freeform 1419">
                <a:extLst>
                  <a:ext uri="{FF2B5EF4-FFF2-40B4-BE49-F238E27FC236}">
                    <a16:creationId xmlns:a16="http://schemas.microsoft.com/office/drawing/2014/main" id="{3C657857-0AB0-90E4-2EC6-C00AD063B6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5" name="Oval 1420">
                <a:extLst>
                  <a:ext uri="{FF2B5EF4-FFF2-40B4-BE49-F238E27FC236}">
                    <a16:creationId xmlns:a16="http://schemas.microsoft.com/office/drawing/2014/main" id="{10A6FF70-915A-B8A9-9CD2-6120B1FD39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1" name="Group 1421">
              <a:extLst>
                <a:ext uri="{FF2B5EF4-FFF2-40B4-BE49-F238E27FC236}">
                  <a16:creationId xmlns:a16="http://schemas.microsoft.com/office/drawing/2014/main" id="{28252B15-E0A6-4893-FCD6-B7B4A3A10F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604" name="Oval 1422">
                <a:extLst>
                  <a:ext uri="{FF2B5EF4-FFF2-40B4-BE49-F238E27FC236}">
                    <a16:creationId xmlns:a16="http://schemas.microsoft.com/office/drawing/2014/main" id="{D03D6F89-BD2A-080C-9E62-0DDA28939F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5" name="Oval 1423">
                <a:extLst>
                  <a:ext uri="{FF2B5EF4-FFF2-40B4-BE49-F238E27FC236}">
                    <a16:creationId xmlns:a16="http://schemas.microsoft.com/office/drawing/2014/main" id="{CD3FC196-ACA4-A0CA-D683-3579BBF319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6" name="Freeform 1424">
                <a:extLst>
                  <a:ext uri="{FF2B5EF4-FFF2-40B4-BE49-F238E27FC236}">
                    <a16:creationId xmlns:a16="http://schemas.microsoft.com/office/drawing/2014/main" id="{46D04B62-5DEC-02DA-28F6-2684F74509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" name="Freeform 1425">
                <a:extLst>
                  <a:ext uri="{FF2B5EF4-FFF2-40B4-BE49-F238E27FC236}">
                    <a16:creationId xmlns:a16="http://schemas.microsoft.com/office/drawing/2014/main" id="{0200C577-B764-C01A-3A62-5E95E8547B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" name="Freeform 1426">
                <a:extLst>
                  <a:ext uri="{FF2B5EF4-FFF2-40B4-BE49-F238E27FC236}">
                    <a16:creationId xmlns:a16="http://schemas.microsoft.com/office/drawing/2014/main" id="{17DCADD1-E009-87AF-149C-A52354414D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" name="Oval 1427">
                <a:extLst>
                  <a:ext uri="{FF2B5EF4-FFF2-40B4-BE49-F238E27FC236}">
                    <a16:creationId xmlns:a16="http://schemas.microsoft.com/office/drawing/2014/main" id="{6EB2E7B9-EAB7-526D-5FF8-8E74295138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2" name="Group 1428">
              <a:extLst>
                <a:ext uri="{FF2B5EF4-FFF2-40B4-BE49-F238E27FC236}">
                  <a16:creationId xmlns:a16="http://schemas.microsoft.com/office/drawing/2014/main" id="{AA770D84-3A1B-5D07-A783-B0F753DC02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98" name="Oval 1429">
                <a:extLst>
                  <a:ext uri="{FF2B5EF4-FFF2-40B4-BE49-F238E27FC236}">
                    <a16:creationId xmlns:a16="http://schemas.microsoft.com/office/drawing/2014/main" id="{34823CED-1162-5DA0-9736-9AB720587F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9" name="Oval 1430">
                <a:extLst>
                  <a:ext uri="{FF2B5EF4-FFF2-40B4-BE49-F238E27FC236}">
                    <a16:creationId xmlns:a16="http://schemas.microsoft.com/office/drawing/2014/main" id="{7D7E14D5-B0AA-12CB-3B36-480CD0DE03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0" name="Freeform 1431">
                <a:extLst>
                  <a:ext uri="{FF2B5EF4-FFF2-40B4-BE49-F238E27FC236}">
                    <a16:creationId xmlns:a16="http://schemas.microsoft.com/office/drawing/2014/main" id="{34EED21B-8736-350A-101B-E2A99325F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" name="Freeform 1432">
                <a:extLst>
                  <a:ext uri="{FF2B5EF4-FFF2-40B4-BE49-F238E27FC236}">
                    <a16:creationId xmlns:a16="http://schemas.microsoft.com/office/drawing/2014/main" id="{0CD41DE7-A58B-F59E-6CC7-F794377D2D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" name="Freeform 1433">
                <a:extLst>
                  <a:ext uri="{FF2B5EF4-FFF2-40B4-BE49-F238E27FC236}">
                    <a16:creationId xmlns:a16="http://schemas.microsoft.com/office/drawing/2014/main" id="{E42ACBDB-9537-62BD-41A9-41ED852BC0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" name="Oval 1434">
                <a:extLst>
                  <a:ext uri="{FF2B5EF4-FFF2-40B4-BE49-F238E27FC236}">
                    <a16:creationId xmlns:a16="http://schemas.microsoft.com/office/drawing/2014/main" id="{DCEBA18F-8858-EFB5-9855-7BC42BEF76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3" name="Group 1435">
              <a:extLst>
                <a:ext uri="{FF2B5EF4-FFF2-40B4-BE49-F238E27FC236}">
                  <a16:creationId xmlns:a16="http://schemas.microsoft.com/office/drawing/2014/main" id="{931EA4B8-E837-DC9C-F577-EE34813D1B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92" name="Oval 1436">
                <a:extLst>
                  <a:ext uri="{FF2B5EF4-FFF2-40B4-BE49-F238E27FC236}">
                    <a16:creationId xmlns:a16="http://schemas.microsoft.com/office/drawing/2014/main" id="{FC3ACDB7-87A1-3232-64C5-D41100D42C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3" name="Oval 1437">
                <a:extLst>
                  <a:ext uri="{FF2B5EF4-FFF2-40B4-BE49-F238E27FC236}">
                    <a16:creationId xmlns:a16="http://schemas.microsoft.com/office/drawing/2014/main" id="{FC9E7C26-FDF0-EF5B-DDB0-6EB9ADA3E7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4" name="Freeform 1438">
                <a:extLst>
                  <a:ext uri="{FF2B5EF4-FFF2-40B4-BE49-F238E27FC236}">
                    <a16:creationId xmlns:a16="http://schemas.microsoft.com/office/drawing/2014/main" id="{E9F8A558-338D-657B-5B91-20D9BA4828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" name="Freeform 1439">
                <a:extLst>
                  <a:ext uri="{FF2B5EF4-FFF2-40B4-BE49-F238E27FC236}">
                    <a16:creationId xmlns:a16="http://schemas.microsoft.com/office/drawing/2014/main" id="{B642A77B-9A20-1A99-33BA-B94FA1E483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" name="Freeform 1440">
                <a:extLst>
                  <a:ext uri="{FF2B5EF4-FFF2-40B4-BE49-F238E27FC236}">
                    <a16:creationId xmlns:a16="http://schemas.microsoft.com/office/drawing/2014/main" id="{18F9B4DA-773F-0E1C-F983-0CDB501AB6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" name="Oval 1441">
                <a:extLst>
                  <a:ext uri="{FF2B5EF4-FFF2-40B4-BE49-F238E27FC236}">
                    <a16:creationId xmlns:a16="http://schemas.microsoft.com/office/drawing/2014/main" id="{7E23AA9A-74C0-EFD4-4C30-A99AA05966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4" name="Group 1442">
              <a:extLst>
                <a:ext uri="{FF2B5EF4-FFF2-40B4-BE49-F238E27FC236}">
                  <a16:creationId xmlns:a16="http://schemas.microsoft.com/office/drawing/2014/main" id="{67480D3F-F37F-36F1-1C45-1A5A2589F9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86" name="Oval 1443">
                <a:extLst>
                  <a:ext uri="{FF2B5EF4-FFF2-40B4-BE49-F238E27FC236}">
                    <a16:creationId xmlns:a16="http://schemas.microsoft.com/office/drawing/2014/main" id="{5ADBE77A-A3F5-57EA-2089-8ED1B4965C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7" name="Oval 1444">
                <a:extLst>
                  <a:ext uri="{FF2B5EF4-FFF2-40B4-BE49-F238E27FC236}">
                    <a16:creationId xmlns:a16="http://schemas.microsoft.com/office/drawing/2014/main" id="{9409FCE6-6E11-2529-AD4F-F38447767A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8" name="Freeform 1445">
                <a:extLst>
                  <a:ext uri="{FF2B5EF4-FFF2-40B4-BE49-F238E27FC236}">
                    <a16:creationId xmlns:a16="http://schemas.microsoft.com/office/drawing/2014/main" id="{C1DA0477-3F71-C2EE-461B-FB70D70770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" name="Freeform 1446">
                <a:extLst>
                  <a:ext uri="{FF2B5EF4-FFF2-40B4-BE49-F238E27FC236}">
                    <a16:creationId xmlns:a16="http://schemas.microsoft.com/office/drawing/2014/main" id="{B350463C-571F-A4D4-7616-2BD7F6548B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" name="Freeform 1447">
                <a:extLst>
                  <a:ext uri="{FF2B5EF4-FFF2-40B4-BE49-F238E27FC236}">
                    <a16:creationId xmlns:a16="http://schemas.microsoft.com/office/drawing/2014/main" id="{56F3B50D-CCEB-6FB2-B893-679940C64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" name="Oval 1448">
                <a:extLst>
                  <a:ext uri="{FF2B5EF4-FFF2-40B4-BE49-F238E27FC236}">
                    <a16:creationId xmlns:a16="http://schemas.microsoft.com/office/drawing/2014/main" id="{73DE40EE-70AE-DBDF-EFCC-330C7A4084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5" name="Group 1449">
              <a:extLst>
                <a:ext uri="{FF2B5EF4-FFF2-40B4-BE49-F238E27FC236}">
                  <a16:creationId xmlns:a16="http://schemas.microsoft.com/office/drawing/2014/main" id="{3A334E78-659F-858B-DDCE-8CCA2FB849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80" name="Oval 1450">
                <a:extLst>
                  <a:ext uri="{FF2B5EF4-FFF2-40B4-BE49-F238E27FC236}">
                    <a16:creationId xmlns:a16="http://schemas.microsoft.com/office/drawing/2014/main" id="{CFBED199-1FD9-DA48-21A4-8958DB178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1" name="Oval 1451">
                <a:extLst>
                  <a:ext uri="{FF2B5EF4-FFF2-40B4-BE49-F238E27FC236}">
                    <a16:creationId xmlns:a16="http://schemas.microsoft.com/office/drawing/2014/main" id="{07E85473-5BC8-1D89-6D67-A9AB85BC69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2" name="Freeform 1452">
                <a:extLst>
                  <a:ext uri="{FF2B5EF4-FFF2-40B4-BE49-F238E27FC236}">
                    <a16:creationId xmlns:a16="http://schemas.microsoft.com/office/drawing/2014/main" id="{25D3E5B8-49D4-5261-6699-72261B15CA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" name="Freeform 1453">
                <a:extLst>
                  <a:ext uri="{FF2B5EF4-FFF2-40B4-BE49-F238E27FC236}">
                    <a16:creationId xmlns:a16="http://schemas.microsoft.com/office/drawing/2014/main" id="{9FECD3AD-A77A-FC6F-3DD4-F52E2C6F26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" name="Freeform 1454">
                <a:extLst>
                  <a:ext uri="{FF2B5EF4-FFF2-40B4-BE49-F238E27FC236}">
                    <a16:creationId xmlns:a16="http://schemas.microsoft.com/office/drawing/2014/main" id="{225399CB-FEE6-C7B8-6111-20DFAD3275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" name="Oval 1455">
                <a:extLst>
                  <a:ext uri="{FF2B5EF4-FFF2-40B4-BE49-F238E27FC236}">
                    <a16:creationId xmlns:a16="http://schemas.microsoft.com/office/drawing/2014/main" id="{8D9A2CA3-79D1-A1B8-704F-027077EB12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6" name="Group 1456">
              <a:extLst>
                <a:ext uri="{FF2B5EF4-FFF2-40B4-BE49-F238E27FC236}">
                  <a16:creationId xmlns:a16="http://schemas.microsoft.com/office/drawing/2014/main" id="{C850B548-69E2-8985-7E9F-E17CCD725D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74" name="Oval 1457">
                <a:extLst>
                  <a:ext uri="{FF2B5EF4-FFF2-40B4-BE49-F238E27FC236}">
                    <a16:creationId xmlns:a16="http://schemas.microsoft.com/office/drawing/2014/main" id="{185B6259-5175-14DC-F32C-5F53BCAE12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5" name="Oval 1458">
                <a:extLst>
                  <a:ext uri="{FF2B5EF4-FFF2-40B4-BE49-F238E27FC236}">
                    <a16:creationId xmlns:a16="http://schemas.microsoft.com/office/drawing/2014/main" id="{A11C3873-734C-6537-1E95-A37410EE20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6" name="Freeform 1459">
                <a:extLst>
                  <a:ext uri="{FF2B5EF4-FFF2-40B4-BE49-F238E27FC236}">
                    <a16:creationId xmlns:a16="http://schemas.microsoft.com/office/drawing/2014/main" id="{491FE865-98BA-8146-2F07-6984EE7A0F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" name="Freeform 1460">
                <a:extLst>
                  <a:ext uri="{FF2B5EF4-FFF2-40B4-BE49-F238E27FC236}">
                    <a16:creationId xmlns:a16="http://schemas.microsoft.com/office/drawing/2014/main" id="{B58BD5D6-0334-C6EA-C56C-0385FF06BE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" name="Freeform 1461">
                <a:extLst>
                  <a:ext uri="{FF2B5EF4-FFF2-40B4-BE49-F238E27FC236}">
                    <a16:creationId xmlns:a16="http://schemas.microsoft.com/office/drawing/2014/main" id="{0DB05A6F-DD70-B107-490A-B73E5EFCB9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" name="Oval 1462">
                <a:extLst>
                  <a:ext uri="{FF2B5EF4-FFF2-40B4-BE49-F238E27FC236}">
                    <a16:creationId xmlns:a16="http://schemas.microsoft.com/office/drawing/2014/main" id="{4813787E-C592-0979-A355-45088AE968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7" name="Group 1463">
              <a:extLst>
                <a:ext uri="{FF2B5EF4-FFF2-40B4-BE49-F238E27FC236}">
                  <a16:creationId xmlns:a16="http://schemas.microsoft.com/office/drawing/2014/main" id="{53DE8C9B-6A6E-9624-1955-408DB63101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68" name="Oval 1464">
                <a:extLst>
                  <a:ext uri="{FF2B5EF4-FFF2-40B4-BE49-F238E27FC236}">
                    <a16:creationId xmlns:a16="http://schemas.microsoft.com/office/drawing/2014/main" id="{71170923-F03F-6FAD-E606-9E84B6BC18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9" name="Oval 1465">
                <a:extLst>
                  <a:ext uri="{FF2B5EF4-FFF2-40B4-BE49-F238E27FC236}">
                    <a16:creationId xmlns:a16="http://schemas.microsoft.com/office/drawing/2014/main" id="{86FB58EC-4119-CBB8-7D7B-B65899E5F4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0" name="Freeform 1466">
                <a:extLst>
                  <a:ext uri="{FF2B5EF4-FFF2-40B4-BE49-F238E27FC236}">
                    <a16:creationId xmlns:a16="http://schemas.microsoft.com/office/drawing/2014/main" id="{DD5EA35C-6A43-FEE3-A148-E8A97B9B1A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" name="Freeform 1467">
                <a:extLst>
                  <a:ext uri="{FF2B5EF4-FFF2-40B4-BE49-F238E27FC236}">
                    <a16:creationId xmlns:a16="http://schemas.microsoft.com/office/drawing/2014/main" id="{90D44A3B-8A1B-A6C4-C57A-7C9D25CE1D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" name="Freeform 1468">
                <a:extLst>
                  <a:ext uri="{FF2B5EF4-FFF2-40B4-BE49-F238E27FC236}">
                    <a16:creationId xmlns:a16="http://schemas.microsoft.com/office/drawing/2014/main" id="{3121260B-35C2-B93E-892A-5B7F4E2154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" name="Oval 1469">
                <a:extLst>
                  <a:ext uri="{FF2B5EF4-FFF2-40B4-BE49-F238E27FC236}">
                    <a16:creationId xmlns:a16="http://schemas.microsoft.com/office/drawing/2014/main" id="{0AC038B8-714E-3A03-688A-AF40995927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8" name="Group 1470">
              <a:extLst>
                <a:ext uri="{FF2B5EF4-FFF2-40B4-BE49-F238E27FC236}">
                  <a16:creationId xmlns:a16="http://schemas.microsoft.com/office/drawing/2014/main" id="{EB011C23-9119-2746-3BD1-1CBA14484F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62" name="Oval 1471">
                <a:extLst>
                  <a:ext uri="{FF2B5EF4-FFF2-40B4-BE49-F238E27FC236}">
                    <a16:creationId xmlns:a16="http://schemas.microsoft.com/office/drawing/2014/main" id="{74BFC33C-5FB8-4869-F75A-7ED379D641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" name="Oval 1472">
                <a:extLst>
                  <a:ext uri="{FF2B5EF4-FFF2-40B4-BE49-F238E27FC236}">
                    <a16:creationId xmlns:a16="http://schemas.microsoft.com/office/drawing/2014/main" id="{E5D58764-5A12-BE4A-0492-9457D17292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" name="Freeform 1473">
                <a:extLst>
                  <a:ext uri="{FF2B5EF4-FFF2-40B4-BE49-F238E27FC236}">
                    <a16:creationId xmlns:a16="http://schemas.microsoft.com/office/drawing/2014/main" id="{D011D386-88BA-4C41-B569-0DD3FFBCAD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" name="Freeform 1474">
                <a:extLst>
                  <a:ext uri="{FF2B5EF4-FFF2-40B4-BE49-F238E27FC236}">
                    <a16:creationId xmlns:a16="http://schemas.microsoft.com/office/drawing/2014/main" id="{EFF2B970-69A2-9F58-4122-A1022D730F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" name="Freeform 1475">
                <a:extLst>
                  <a:ext uri="{FF2B5EF4-FFF2-40B4-BE49-F238E27FC236}">
                    <a16:creationId xmlns:a16="http://schemas.microsoft.com/office/drawing/2014/main" id="{8BBE4889-06B5-C6FC-FAD0-FA48B6F8F5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" name="Oval 1476">
                <a:extLst>
                  <a:ext uri="{FF2B5EF4-FFF2-40B4-BE49-F238E27FC236}">
                    <a16:creationId xmlns:a16="http://schemas.microsoft.com/office/drawing/2014/main" id="{17289ECC-2E54-612D-54DF-96F3C9FAD1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9" name="Group 1477">
              <a:extLst>
                <a:ext uri="{FF2B5EF4-FFF2-40B4-BE49-F238E27FC236}">
                  <a16:creationId xmlns:a16="http://schemas.microsoft.com/office/drawing/2014/main" id="{65A091EA-9AE5-8BA6-3B43-1EDBBD7961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556" name="Oval 1478">
                <a:extLst>
                  <a:ext uri="{FF2B5EF4-FFF2-40B4-BE49-F238E27FC236}">
                    <a16:creationId xmlns:a16="http://schemas.microsoft.com/office/drawing/2014/main" id="{2415C156-8CB6-98B3-24E9-E66A1B3574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" name="Oval 1479">
                <a:extLst>
                  <a:ext uri="{FF2B5EF4-FFF2-40B4-BE49-F238E27FC236}">
                    <a16:creationId xmlns:a16="http://schemas.microsoft.com/office/drawing/2014/main" id="{596BC664-A8E9-55A2-F311-E4D04BDB46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" name="Freeform 1480">
                <a:extLst>
                  <a:ext uri="{FF2B5EF4-FFF2-40B4-BE49-F238E27FC236}">
                    <a16:creationId xmlns:a16="http://schemas.microsoft.com/office/drawing/2014/main" id="{FAE16F51-44B2-F2AB-A837-3EB7A7B334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" name="Freeform 1481">
                <a:extLst>
                  <a:ext uri="{FF2B5EF4-FFF2-40B4-BE49-F238E27FC236}">
                    <a16:creationId xmlns:a16="http://schemas.microsoft.com/office/drawing/2014/main" id="{083596E6-FC64-906A-D8A5-4808655B47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" name="Freeform 1482">
                <a:extLst>
                  <a:ext uri="{FF2B5EF4-FFF2-40B4-BE49-F238E27FC236}">
                    <a16:creationId xmlns:a16="http://schemas.microsoft.com/office/drawing/2014/main" id="{9FC93A79-56B6-8D25-4F1E-6DD6025BDD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" name="Oval 1483">
                <a:extLst>
                  <a:ext uri="{FF2B5EF4-FFF2-40B4-BE49-F238E27FC236}">
                    <a16:creationId xmlns:a16="http://schemas.microsoft.com/office/drawing/2014/main" id="{07DE9FBD-9BA5-CC53-2AC3-21B3E2BB33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0" name="Group 1484">
              <a:extLst>
                <a:ext uri="{FF2B5EF4-FFF2-40B4-BE49-F238E27FC236}">
                  <a16:creationId xmlns:a16="http://schemas.microsoft.com/office/drawing/2014/main" id="{AC3C6D00-EB13-C94D-53DB-FA372969DF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550" name="Oval 1485">
                <a:extLst>
                  <a:ext uri="{FF2B5EF4-FFF2-40B4-BE49-F238E27FC236}">
                    <a16:creationId xmlns:a16="http://schemas.microsoft.com/office/drawing/2014/main" id="{B039EF8E-9BE7-952F-E803-E2B36AE440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1" name="Oval 1486">
                <a:extLst>
                  <a:ext uri="{FF2B5EF4-FFF2-40B4-BE49-F238E27FC236}">
                    <a16:creationId xmlns:a16="http://schemas.microsoft.com/office/drawing/2014/main" id="{D8EFDE69-C825-A5CE-B545-6B10FF923F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2" name="Freeform 1487">
                <a:extLst>
                  <a:ext uri="{FF2B5EF4-FFF2-40B4-BE49-F238E27FC236}">
                    <a16:creationId xmlns:a16="http://schemas.microsoft.com/office/drawing/2014/main" id="{C49EC06E-FAD5-9F69-33DA-8744379661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" name="Freeform 1488">
                <a:extLst>
                  <a:ext uri="{FF2B5EF4-FFF2-40B4-BE49-F238E27FC236}">
                    <a16:creationId xmlns:a16="http://schemas.microsoft.com/office/drawing/2014/main" id="{F4D86D10-6C22-222A-3A8C-9A62194497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" name="Freeform 1489">
                <a:extLst>
                  <a:ext uri="{FF2B5EF4-FFF2-40B4-BE49-F238E27FC236}">
                    <a16:creationId xmlns:a16="http://schemas.microsoft.com/office/drawing/2014/main" id="{A578D2E8-FB32-F03E-434B-2540F6E23C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" name="Oval 1490">
                <a:extLst>
                  <a:ext uri="{FF2B5EF4-FFF2-40B4-BE49-F238E27FC236}">
                    <a16:creationId xmlns:a16="http://schemas.microsoft.com/office/drawing/2014/main" id="{AAD46605-09FB-0AA5-93D1-888D3A9542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1" name="Group 1491">
              <a:extLst>
                <a:ext uri="{FF2B5EF4-FFF2-40B4-BE49-F238E27FC236}">
                  <a16:creationId xmlns:a16="http://schemas.microsoft.com/office/drawing/2014/main" id="{0D5ACA44-0176-F483-E4A4-BB9A62C52C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544" name="Oval 1492">
                <a:extLst>
                  <a:ext uri="{FF2B5EF4-FFF2-40B4-BE49-F238E27FC236}">
                    <a16:creationId xmlns:a16="http://schemas.microsoft.com/office/drawing/2014/main" id="{CBB49D23-C79A-7043-2C22-BA2290F905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5" name="Oval 1493">
                <a:extLst>
                  <a:ext uri="{FF2B5EF4-FFF2-40B4-BE49-F238E27FC236}">
                    <a16:creationId xmlns:a16="http://schemas.microsoft.com/office/drawing/2014/main" id="{ABF2608E-07B9-6EFB-5263-A59ACE4296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6" name="Freeform 1494">
                <a:extLst>
                  <a:ext uri="{FF2B5EF4-FFF2-40B4-BE49-F238E27FC236}">
                    <a16:creationId xmlns:a16="http://schemas.microsoft.com/office/drawing/2014/main" id="{E63D4611-4298-3EED-0FF9-EB6A034AE8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" name="Freeform 1495">
                <a:extLst>
                  <a:ext uri="{FF2B5EF4-FFF2-40B4-BE49-F238E27FC236}">
                    <a16:creationId xmlns:a16="http://schemas.microsoft.com/office/drawing/2014/main" id="{3007FD1D-E762-A511-7571-4921239EF0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" name="Freeform 1496">
                <a:extLst>
                  <a:ext uri="{FF2B5EF4-FFF2-40B4-BE49-F238E27FC236}">
                    <a16:creationId xmlns:a16="http://schemas.microsoft.com/office/drawing/2014/main" id="{F27CFC2C-2F7C-36B6-C067-D58B6CCF92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" name="Oval 1497">
                <a:extLst>
                  <a:ext uri="{FF2B5EF4-FFF2-40B4-BE49-F238E27FC236}">
                    <a16:creationId xmlns:a16="http://schemas.microsoft.com/office/drawing/2014/main" id="{11BAEDDA-A576-F3FF-7374-5AEEEE0055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2" name="Group 1498">
              <a:extLst>
                <a:ext uri="{FF2B5EF4-FFF2-40B4-BE49-F238E27FC236}">
                  <a16:creationId xmlns:a16="http://schemas.microsoft.com/office/drawing/2014/main" id="{ED8F94B3-8D9B-7535-66FA-17F74ECD60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538" name="Oval 1499">
                <a:extLst>
                  <a:ext uri="{FF2B5EF4-FFF2-40B4-BE49-F238E27FC236}">
                    <a16:creationId xmlns:a16="http://schemas.microsoft.com/office/drawing/2014/main" id="{93CA9FDF-3F4F-3319-B851-644116AA7D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9" name="Oval 1500">
                <a:extLst>
                  <a:ext uri="{FF2B5EF4-FFF2-40B4-BE49-F238E27FC236}">
                    <a16:creationId xmlns:a16="http://schemas.microsoft.com/office/drawing/2014/main" id="{D46F172F-C040-7E5E-1823-BEDCD22B9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0" name="Freeform 1501">
                <a:extLst>
                  <a:ext uri="{FF2B5EF4-FFF2-40B4-BE49-F238E27FC236}">
                    <a16:creationId xmlns:a16="http://schemas.microsoft.com/office/drawing/2014/main" id="{D6A6C25C-6C3B-5245-5F28-9DEDE68774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" name="Freeform 1502">
                <a:extLst>
                  <a:ext uri="{FF2B5EF4-FFF2-40B4-BE49-F238E27FC236}">
                    <a16:creationId xmlns:a16="http://schemas.microsoft.com/office/drawing/2014/main" id="{ABEE72BE-78DA-1176-E8AD-3E3B54167F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" name="Freeform 1503">
                <a:extLst>
                  <a:ext uri="{FF2B5EF4-FFF2-40B4-BE49-F238E27FC236}">
                    <a16:creationId xmlns:a16="http://schemas.microsoft.com/office/drawing/2014/main" id="{7B2E66C0-15EF-0D4F-8F64-D0395AEF23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" name="Oval 1504">
                <a:extLst>
                  <a:ext uri="{FF2B5EF4-FFF2-40B4-BE49-F238E27FC236}">
                    <a16:creationId xmlns:a16="http://schemas.microsoft.com/office/drawing/2014/main" id="{42870AB4-81D7-9D23-08D5-D0D26559F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3" name="Group 1505">
              <a:extLst>
                <a:ext uri="{FF2B5EF4-FFF2-40B4-BE49-F238E27FC236}">
                  <a16:creationId xmlns:a16="http://schemas.microsoft.com/office/drawing/2014/main" id="{D8F8B470-02B5-FA9E-49B2-99D799D01D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532" name="Oval 1506">
                <a:extLst>
                  <a:ext uri="{FF2B5EF4-FFF2-40B4-BE49-F238E27FC236}">
                    <a16:creationId xmlns:a16="http://schemas.microsoft.com/office/drawing/2014/main" id="{F647CEE8-29DD-A87C-0AEA-0372BA04F8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3" name="Oval 1507">
                <a:extLst>
                  <a:ext uri="{FF2B5EF4-FFF2-40B4-BE49-F238E27FC236}">
                    <a16:creationId xmlns:a16="http://schemas.microsoft.com/office/drawing/2014/main" id="{C82AD147-65C9-3086-B268-3BA1F0CAFD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4" name="Freeform 1508">
                <a:extLst>
                  <a:ext uri="{FF2B5EF4-FFF2-40B4-BE49-F238E27FC236}">
                    <a16:creationId xmlns:a16="http://schemas.microsoft.com/office/drawing/2014/main" id="{475D1D46-1981-C1D9-A27F-67DA69109F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5" name="Freeform 1509">
                <a:extLst>
                  <a:ext uri="{FF2B5EF4-FFF2-40B4-BE49-F238E27FC236}">
                    <a16:creationId xmlns:a16="http://schemas.microsoft.com/office/drawing/2014/main" id="{C148FD65-CF93-EA0E-BB48-FB3CEE8653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" name="Freeform 1510">
                <a:extLst>
                  <a:ext uri="{FF2B5EF4-FFF2-40B4-BE49-F238E27FC236}">
                    <a16:creationId xmlns:a16="http://schemas.microsoft.com/office/drawing/2014/main" id="{6B79D2A9-B516-CFBA-AC50-2752066FBB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" name="Oval 1511">
                <a:extLst>
                  <a:ext uri="{FF2B5EF4-FFF2-40B4-BE49-F238E27FC236}">
                    <a16:creationId xmlns:a16="http://schemas.microsoft.com/office/drawing/2014/main" id="{8DAE4C15-81F3-3974-A31D-DEB0BC38BF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4" name="Group 1512">
              <a:extLst>
                <a:ext uri="{FF2B5EF4-FFF2-40B4-BE49-F238E27FC236}">
                  <a16:creationId xmlns:a16="http://schemas.microsoft.com/office/drawing/2014/main" id="{C1D8711A-C452-A4BF-A4C9-A370387C3F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526" name="Oval 1513">
                <a:extLst>
                  <a:ext uri="{FF2B5EF4-FFF2-40B4-BE49-F238E27FC236}">
                    <a16:creationId xmlns:a16="http://schemas.microsoft.com/office/drawing/2014/main" id="{4CE7AAD7-73F1-9DB8-0310-255F2854D4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7" name="Oval 1514">
                <a:extLst>
                  <a:ext uri="{FF2B5EF4-FFF2-40B4-BE49-F238E27FC236}">
                    <a16:creationId xmlns:a16="http://schemas.microsoft.com/office/drawing/2014/main" id="{F6B88AE1-E9C3-8802-C562-46E86C5C3B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8" name="Freeform 1515">
                <a:extLst>
                  <a:ext uri="{FF2B5EF4-FFF2-40B4-BE49-F238E27FC236}">
                    <a16:creationId xmlns:a16="http://schemas.microsoft.com/office/drawing/2014/main" id="{BBB7F1A8-9A91-8C14-F466-DC2EA6491D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9" name="Freeform 1516">
                <a:extLst>
                  <a:ext uri="{FF2B5EF4-FFF2-40B4-BE49-F238E27FC236}">
                    <a16:creationId xmlns:a16="http://schemas.microsoft.com/office/drawing/2014/main" id="{B41CA345-5E58-FAAA-5A3E-DD47693122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0" name="Freeform 1517">
                <a:extLst>
                  <a:ext uri="{FF2B5EF4-FFF2-40B4-BE49-F238E27FC236}">
                    <a16:creationId xmlns:a16="http://schemas.microsoft.com/office/drawing/2014/main" id="{2C7C69CF-54DB-1573-B77F-99A75C12A7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1" name="Oval 1518">
                <a:extLst>
                  <a:ext uri="{FF2B5EF4-FFF2-40B4-BE49-F238E27FC236}">
                    <a16:creationId xmlns:a16="http://schemas.microsoft.com/office/drawing/2014/main" id="{6DA42773-15B3-870E-F57F-EA8CB9F676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5" name="Group 1519">
              <a:extLst>
                <a:ext uri="{FF2B5EF4-FFF2-40B4-BE49-F238E27FC236}">
                  <a16:creationId xmlns:a16="http://schemas.microsoft.com/office/drawing/2014/main" id="{08302C2E-D2E6-61DC-5E4A-E0D6A25B60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520" name="Oval 1520">
                <a:extLst>
                  <a:ext uri="{FF2B5EF4-FFF2-40B4-BE49-F238E27FC236}">
                    <a16:creationId xmlns:a16="http://schemas.microsoft.com/office/drawing/2014/main" id="{A88834F8-EE3D-6368-896D-41CB302022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1" name="Oval 1521">
                <a:extLst>
                  <a:ext uri="{FF2B5EF4-FFF2-40B4-BE49-F238E27FC236}">
                    <a16:creationId xmlns:a16="http://schemas.microsoft.com/office/drawing/2014/main" id="{C3919049-E5FD-6920-1687-247452622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2" name="Freeform 1522">
                <a:extLst>
                  <a:ext uri="{FF2B5EF4-FFF2-40B4-BE49-F238E27FC236}">
                    <a16:creationId xmlns:a16="http://schemas.microsoft.com/office/drawing/2014/main" id="{0120A54A-C192-8F50-8E0F-49DE862A73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3" name="Freeform 1523">
                <a:extLst>
                  <a:ext uri="{FF2B5EF4-FFF2-40B4-BE49-F238E27FC236}">
                    <a16:creationId xmlns:a16="http://schemas.microsoft.com/office/drawing/2014/main" id="{366EC05C-7D5E-EBC2-C279-8626358A77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4" name="Freeform 1524">
                <a:extLst>
                  <a:ext uri="{FF2B5EF4-FFF2-40B4-BE49-F238E27FC236}">
                    <a16:creationId xmlns:a16="http://schemas.microsoft.com/office/drawing/2014/main" id="{1CD4439B-1098-84DC-A8D2-97B88BD0DC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5" name="Oval 1525">
                <a:extLst>
                  <a:ext uri="{FF2B5EF4-FFF2-40B4-BE49-F238E27FC236}">
                    <a16:creationId xmlns:a16="http://schemas.microsoft.com/office/drawing/2014/main" id="{974C7063-6BD6-BCE7-7F36-043862F7AF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6" name="Group 1526">
              <a:extLst>
                <a:ext uri="{FF2B5EF4-FFF2-40B4-BE49-F238E27FC236}">
                  <a16:creationId xmlns:a16="http://schemas.microsoft.com/office/drawing/2014/main" id="{989F6F12-A5F3-C254-03D8-66AD26F2FA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514" name="Oval 1527">
                <a:extLst>
                  <a:ext uri="{FF2B5EF4-FFF2-40B4-BE49-F238E27FC236}">
                    <a16:creationId xmlns:a16="http://schemas.microsoft.com/office/drawing/2014/main" id="{A277185D-F6CF-1FF1-749B-167CAEE8A6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5" name="Oval 1528">
                <a:extLst>
                  <a:ext uri="{FF2B5EF4-FFF2-40B4-BE49-F238E27FC236}">
                    <a16:creationId xmlns:a16="http://schemas.microsoft.com/office/drawing/2014/main" id="{A9BB0021-86B1-E755-9136-DDF23FFE40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6" name="Freeform 1529">
                <a:extLst>
                  <a:ext uri="{FF2B5EF4-FFF2-40B4-BE49-F238E27FC236}">
                    <a16:creationId xmlns:a16="http://schemas.microsoft.com/office/drawing/2014/main" id="{08D4B1BA-CED0-D9EB-EE93-27B7EE2769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7" name="Freeform 1530">
                <a:extLst>
                  <a:ext uri="{FF2B5EF4-FFF2-40B4-BE49-F238E27FC236}">
                    <a16:creationId xmlns:a16="http://schemas.microsoft.com/office/drawing/2014/main" id="{42B1370F-6B3A-33D1-8C14-0A9DF91BE2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8" name="Freeform 1531">
                <a:extLst>
                  <a:ext uri="{FF2B5EF4-FFF2-40B4-BE49-F238E27FC236}">
                    <a16:creationId xmlns:a16="http://schemas.microsoft.com/office/drawing/2014/main" id="{51AA82C9-2229-BC8E-0275-110E1BD457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9" name="Oval 1532">
                <a:extLst>
                  <a:ext uri="{FF2B5EF4-FFF2-40B4-BE49-F238E27FC236}">
                    <a16:creationId xmlns:a16="http://schemas.microsoft.com/office/drawing/2014/main" id="{9E676AED-EBB2-C8C1-BD2F-9D3F4500C6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7" name="Group 1533">
              <a:extLst>
                <a:ext uri="{FF2B5EF4-FFF2-40B4-BE49-F238E27FC236}">
                  <a16:creationId xmlns:a16="http://schemas.microsoft.com/office/drawing/2014/main" id="{6A6AFDF3-7361-C06E-7FC4-9C02B028E9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508" name="Oval 1534">
                <a:extLst>
                  <a:ext uri="{FF2B5EF4-FFF2-40B4-BE49-F238E27FC236}">
                    <a16:creationId xmlns:a16="http://schemas.microsoft.com/office/drawing/2014/main" id="{A4DC2818-2CDB-28BC-3475-66AAEDF1C5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9" name="Oval 1535">
                <a:extLst>
                  <a:ext uri="{FF2B5EF4-FFF2-40B4-BE49-F238E27FC236}">
                    <a16:creationId xmlns:a16="http://schemas.microsoft.com/office/drawing/2014/main" id="{CFC25C53-997B-6388-97ED-53131E4899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0" name="Freeform 1536">
                <a:extLst>
                  <a:ext uri="{FF2B5EF4-FFF2-40B4-BE49-F238E27FC236}">
                    <a16:creationId xmlns:a16="http://schemas.microsoft.com/office/drawing/2014/main" id="{12EF2B9E-ECB9-E429-5A93-6E584CA3E6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1" name="Freeform 1537">
                <a:extLst>
                  <a:ext uri="{FF2B5EF4-FFF2-40B4-BE49-F238E27FC236}">
                    <a16:creationId xmlns:a16="http://schemas.microsoft.com/office/drawing/2014/main" id="{BDDF3CE7-275B-518C-F7DA-7256BF836B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2" name="Freeform 1538">
                <a:extLst>
                  <a:ext uri="{FF2B5EF4-FFF2-40B4-BE49-F238E27FC236}">
                    <a16:creationId xmlns:a16="http://schemas.microsoft.com/office/drawing/2014/main" id="{549FCD05-34A4-DAE4-2F89-98EC84778B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3" name="Oval 1539">
                <a:extLst>
                  <a:ext uri="{FF2B5EF4-FFF2-40B4-BE49-F238E27FC236}">
                    <a16:creationId xmlns:a16="http://schemas.microsoft.com/office/drawing/2014/main" id="{5351BD25-3837-2043-988D-663D24A3CE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8" name="Group 1540">
              <a:extLst>
                <a:ext uri="{FF2B5EF4-FFF2-40B4-BE49-F238E27FC236}">
                  <a16:creationId xmlns:a16="http://schemas.microsoft.com/office/drawing/2014/main" id="{0F9C1CFE-AB31-1720-AEF4-7CF97285EC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502" name="Oval 1541">
                <a:extLst>
                  <a:ext uri="{FF2B5EF4-FFF2-40B4-BE49-F238E27FC236}">
                    <a16:creationId xmlns:a16="http://schemas.microsoft.com/office/drawing/2014/main" id="{00272373-836B-9140-C709-12AB5EF6A5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3" name="Oval 1542">
                <a:extLst>
                  <a:ext uri="{FF2B5EF4-FFF2-40B4-BE49-F238E27FC236}">
                    <a16:creationId xmlns:a16="http://schemas.microsoft.com/office/drawing/2014/main" id="{DCB6A33C-E6D4-5732-72D4-1374DFB1BC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4" name="Freeform 1543">
                <a:extLst>
                  <a:ext uri="{FF2B5EF4-FFF2-40B4-BE49-F238E27FC236}">
                    <a16:creationId xmlns:a16="http://schemas.microsoft.com/office/drawing/2014/main" id="{FF1727B7-8316-E325-DA21-0A949EB22F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" name="Freeform 1544">
                <a:extLst>
                  <a:ext uri="{FF2B5EF4-FFF2-40B4-BE49-F238E27FC236}">
                    <a16:creationId xmlns:a16="http://schemas.microsoft.com/office/drawing/2014/main" id="{2B161AB3-B9EC-86C9-A56A-AEA1E8289A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6" name="Freeform 1545">
                <a:extLst>
                  <a:ext uri="{FF2B5EF4-FFF2-40B4-BE49-F238E27FC236}">
                    <a16:creationId xmlns:a16="http://schemas.microsoft.com/office/drawing/2014/main" id="{6FF3275A-4361-DC15-B53F-7BFE174883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7" name="Oval 1546">
                <a:extLst>
                  <a:ext uri="{FF2B5EF4-FFF2-40B4-BE49-F238E27FC236}">
                    <a16:creationId xmlns:a16="http://schemas.microsoft.com/office/drawing/2014/main" id="{8243DB81-C57A-C838-C996-FB39B0BF8D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9" name="Group 1547">
              <a:extLst>
                <a:ext uri="{FF2B5EF4-FFF2-40B4-BE49-F238E27FC236}">
                  <a16:creationId xmlns:a16="http://schemas.microsoft.com/office/drawing/2014/main" id="{DA56838A-5E65-B36A-363F-9BAEA300D4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96" name="Oval 1548">
                <a:extLst>
                  <a:ext uri="{FF2B5EF4-FFF2-40B4-BE49-F238E27FC236}">
                    <a16:creationId xmlns:a16="http://schemas.microsoft.com/office/drawing/2014/main" id="{47E47B68-9D3D-0DF9-A021-F58CB6BE1D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7" name="Oval 1549">
                <a:extLst>
                  <a:ext uri="{FF2B5EF4-FFF2-40B4-BE49-F238E27FC236}">
                    <a16:creationId xmlns:a16="http://schemas.microsoft.com/office/drawing/2014/main" id="{8A3FC261-0A64-CA05-8E4D-AA447969D2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8" name="Freeform 1550">
                <a:extLst>
                  <a:ext uri="{FF2B5EF4-FFF2-40B4-BE49-F238E27FC236}">
                    <a16:creationId xmlns:a16="http://schemas.microsoft.com/office/drawing/2014/main" id="{0C066C84-C242-765D-BC21-81A9DBD0C3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9" name="Freeform 1551">
                <a:extLst>
                  <a:ext uri="{FF2B5EF4-FFF2-40B4-BE49-F238E27FC236}">
                    <a16:creationId xmlns:a16="http://schemas.microsoft.com/office/drawing/2014/main" id="{C81F863E-E0B6-7CEA-419D-4ECD4061EE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0" name="Freeform 1552">
                <a:extLst>
                  <a:ext uri="{FF2B5EF4-FFF2-40B4-BE49-F238E27FC236}">
                    <a16:creationId xmlns:a16="http://schemas.microsoft.com/office/drawing/2014/main" id="{AD7D49F5-E2B5-C0A0-F9E9-9A95D6B29A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1" name="Oval 1553">
                <a:extLst>
                  <a:ext uri="{FF2B5EF4-FFF2-40B4-BE49-F238E27FC236}">
                    <a16:creationId xmlns:a16="http://schemas.microsoft.com/office/drawing/2014/main" id="{E8729CF7-51DE-D1A7-2BEE-869A255958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0" name="Group 1554">
              <a:extLst>
                <a:ext uri="{FF2B5EF4-FFF2-40B4-BE49-F238E27FC236}">
                  <a16:creationId xmlns:a16="http://schemas.microsoft.com/office/drawing/2014/main" id="{E5CADA39-30E5-C39D-13C0-B1E78CDFD3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90" name="Oval 1555">
                <a:extLst>
                  <a:ext uri="{FF2B5EF4-FFF2-40B4-BE49-F238E27FC236}">
                    <a16:creationId xmlns:a16="http://schemas.microsoft.com/office/drawing/2014/main" id="{A9458238-D5D6-1213-9187-7E11283DB2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1" name="Oval 1556">
                <a:extLst>
                  <a:ext uri="{FF2B5EF4-FFF2-40B4-BE49-F238E27FC236}">
                    <a16:creationId xmlns:a16="http://schemas.microsoft.com/office/drawing/2014/main" id="{B09F8B16-2845-1BDC-E336-9F98F1FD1C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2" name="Freeform 1557">
                <a:extLst>
                  <a:ext uri="{FF2B5EF4-FFF2-40B4-BE49-F238E27FC236}">
                    <a16:creationId xmlns:a16="http://schemas.microsoft.com/office/drawing/2014/main" id="{D280EF70-755A-37D3-5EBA-182FD5E38E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3" name="Freeform 1558">
                <a:extLst>
                  <a:ext uri="{FF2B5EF4-FFF2-40B4-BE49-F238E27FC236}">
                    <a16:creationId xmlns:a16="http://schemas.microsoft.com/office/drawing/2014/main" id="{3385ABA6-AB43-A09F-FBC4-A99411B944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4" name="Freeform 1559">
                <a:extLst>
                  <a:ext uri="{FF2B5EF4-FFF2-40B4-BE49-F238E27FC236}">
                    <a16:creationId xmlns:a16="http://schemas.microsoft.com/office/drawing/2014/main" id="{6F7AF166-BB28-150B-1918-F3456D1D4E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5" name="Oval 1560">
                <a:extLst>
                  <a:ext uri="{FF2B5EF4-FFF2-40B4-BE49-F238E27FC236}">
                    <a16:creationId xmlns:a16="http://schemas.microsoft.com/office/drawing/2014/main" id="{312B7EB9-FA71-6FD1-D91D-784B2845E8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1" name="Group 1561">
              <a:extLst>
                <a:ext uri="{FF2B5EF4-FFF2-40B4-BE49-F238E27FC236}">
                  <a16:creationId xmlns:a16="http://schemas.microsoft.com/office/drawing/2014/main" id="{36EE7C4A-6A8C-B4BE-F357-43F449C5E4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84" name="Oval 1562">
                <a:extLst>
                  <a:ext uri="{FF2B5EF4-FFF2-40B4-BE49-F238E27FC236}">
                    <a16:creationId xmlns:a16="http://schemas.microsoft.com/office/drawing/2014/main" id="{1FAC2F75-5387-8FD6-3E42-A6A2AE2CBA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5" name="Oval 1563">
                <a:extLst>
                  <a:ext uri="{FF2B5EF4-FFF2-40B4-BE49-F238E27FC236}">
                    <a16:creationId xmlns:a16="http://schemas.microsoft.com/office/drawing/2014/main" id="{DEB03024-0A46-E1FC-D3E4-EB8A6BE6CD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6" name="Freeform 1564">
                <a:extLst>
                  <a:ext uri="{FF2B5EF4-FFF2-40B4-BE49-F238E27FC236}">
                    <a16:creationId xmlns:a16="http://schemas.microsoft.com/office/drawing/2014/main" id="{218D2553-16BB-6A7E-7F67-5080838CA9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7" name="Freeform 1565">
                <a:extLst>
                  <a:ext uri="{FF2B5EF4-FFF2-40B4-BE49-F238E27FC236}">
                    <a16:creationId xmlns:a16="http://schemas.microsoft.com/office/drawing/2014/main" id="{CCC18F40-0666-19FD-6DA8-1C54BAAB6D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8" name="Freeform 1566">
                <a:extLst>
                  <a:ext uri="{FF2B5EF4-FFF2-40B4-BE49-F238E27FC236}">
                    <a16:creationId xmlns:a16="http://schemas.microsoft.com/office/drawing/2014/main" id="{E098767A-F874-A639-FF2F-282CBB73AD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9" name="Oval 1567">
                <a:extLst>
                  <a:ext uri="{FF2B5EF4-FFF2-40B4-BE49-F238E27FC236}">
                    <a16:creationId xmlns:a16="http://schemas.microsoft.com/office/drawing/2014/main" id="{C5CA2D6F-03D2-6048-0074-D1DFC46AD5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2" name="Group 1568">
              <a:extLst>
                <a:ext uri="{FF2B5EF4-FFF2-40B4-BE49-F238E27FC236}">
                  <a16:creationId xmlns:a16="http://schemas.microsoft.com/office/drawing/2014/main" id="{1C938C9E-12CF-B93E-9E78-664607E68A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78" name="Oval 1569">
                <a:extLst>
                  <a:ext uri="{FF2B5EF4-FFF2-40B4-BE49-F238E27FC236}">
                    <a16:creationId xmlns:a16="http://schemas.microsoft.com/office/drawing/2014/main" id="{E2D912E6-B259-01A3-F2B9-DA8BC53761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9" name="Oval 1570">
                <a:extLst>
                  <a:ext uri="{FF2B5EF4-FFF2-40B4-BE49-F238E27FC236}">
                    <a16:creationId xmlns:a16="http://schemas.microsoft.com/office/drawing/2014/main" id="{366599DD-F0C6-6AE6-3F30-E87542A105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0" name="Freeform 1571">
                <a:extLst>
                  <a:ext uri="{FF2B5EF4-FFF2-40B4-BE49-F238E27FC236}">
                    <a16:creationId xmlns:a16="http://schemas.microsoft.com/office/drawing/2014/main" id="{07E8CFF6-DB48-06B7-9B57-331E5EF51C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1" name="Freeform 1572">
                <a:extLst>
                  <a:ext uri="{FF2B5EF4-FFF2-40B4-BE49-F238E27FC236}">
                    <a16:creationId xmlns:a16="http://schemas.microsoft.com/office/drawing/2014/main" id="{135CDA28-DB58-8687-4624-674C7EC431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2" name="Freeform 1573">
                <a:extLst>
                  <a:ext uri="{FF2B5EF4-FFF2-40B4-BE49-F238E27FC236}">
                    <a16:creationId xmlns:a16="http://schemas.microsoft.com/office/drawing/2014/main" id="{6B3000BF-407E-D4B2-3F50-60D704A3B0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3" name="Oval 1574">
                <a:extLst>
                  <a:ext uri="{FF2B5EF4-FFF2-40B4-BE49-F238E27FC236}">
                    <a16:creationId xmlns:a16="http://schemas.microsoft.com/office/drawing/2014/main" id="{BC73592D-2B76-3732-5E00-110716DED3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3" name="Group 1575">
              <a:extLst>
                <a:ext uri="{FF2B5EF4-FFF2-40B4-BE49-F238E27FC236}">
                  <a16:creationId xmlns:a16="http://schemas.microsoft.com/office/drawing/2014/main" id="{99F9A3AB-222B-BE05-F256-F6650BB89D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72" name="Oval 1576">
                <a:extLst>
                  <a:ext uri="{FF2B5EF4-FFF2-40B4-BE49-F238E27FC236}">
                    <a16:creationId xmlns:a16="http://schemas.microsoft.com/office/drawing/2014/main" id="{4B8EC2D9-E8A2-3797-A77D-E13B3D1A2D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3" name="Oval 1577">
                <a:extLst>
                  <a:ext uri="{FF2B5EF4-FFF2-40B4-BE49-F238E27FC236}">
                    <a16:creationId xmlns:a16="http://schemas.microsoft.com/office/drawing/2014/main" id="{BDC5D72F-8829-C26D-1D19-A152F8DD97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4" name="Freeform 1578">
                <a:extLst>
                  <a:ext uri="{FF2B5EF4-FFF2-40B4-BE49-F238E27FC236}">
                    <a16:creationId xmlns:a16="http://schemas.microsoft.com/office/drawing/2014/main" id="{A89F0E08-1C30-FF58-9871-DFF3B5E6E3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" name="Freeform 1579">
                <a:extLst>
                  <a:ext uri="{FF2B5EF4-FFF2-40B4-BE49-F238E27FC236}">
                    <a16:creationId xmlns:a16="http://schemas.microsoft.com/office/drawing/2014/main" id="{01A343F9-3D15-15BF-6B89-F0ED2A0252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6" name="Freeform 1580">
                <a:extLst>
                  <a:ext uri="{FF2B5EF4-FFF2-40B4-BE49-F238E27FC236}">
                    <a16:creationId xmlns:a16="http://schemas.microsoft.com/office/drawing/2014/main" id="{4FBA8594-EA0C-CA07-875C-BDB1ED6C71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7" name="Oval 1581">
                <a:extLst>
                  <a:ext uri="{FF2B5EF4-FFF2-40B4-BE49-F238E27FC236}">
                    <a16:creationId xmlns:a16="http://schemas.microsoft.com/office/drawing/2014/main" id="{38AFE768-869D-6E76-A22D-B011037DE0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4" name="Group 1582">
              <a:extLst>
                <a:ext uri="{FF2B5EF4-FFF2-40B4-BE49-F238E27FC236}">
                  <a16:creationId xmlns:a16="http://schemas.microsoft.com/office/drawing/2014/main" id="{48315671-5CB6-A89E-9A02-CFA70968E5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66" name="Oval 1583">
                <a:extLst>
                  <a:ext uri="{FF2B5EF4-FFF2-40B4-BE49-F238E27FC236}">
                    <a16:creationId xmlns:a16="http://schemas.microsoft.com/office/drawing/2014/main" id="{08019172-AE05-88FF-5AAB-947BAA7499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7" name="Oval 1584">
                <a:extLst>
                  <a:ext uri="{FF2B5EF4-FFF2-40B4-BE49-F238E27FC236}">
                    <a16:creationId xmlns:a16="http://schemas.microsoft.com/office/drawing/2014/main" id="{CBF205D6-5258-67E0-9DF5-D195981D21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8" name="Freeform 1585">
                <a:extLst>
                  <a:ext uri="{FF2B5EF4-FFF2-40B4-BE49-F238E27FC236}">
                    <a16:creationId xmlns:a16="http://schemas.microsoft.com/office/drawing/2014/main" id="{47FED8E6-9D98-C2DF-6E08-C53DECDB4D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9" name="Freeform 1586">
                <a:extLst>
                  <a:ext uri="{FF2B5EF4-FFF2-40B4-BE49-F238E27FC236}">
                    <a16:creationId xmlns:a16="http://schemas.microsoft.com/office/drawing/2014/main" id="{8C76A672-0D27-2C6B-1420-C87BAD89BD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0" name="Freeform 1587">
                <a:extLst>
                  <a:ext uri="{FF2B5EF4-FFF2-40B4-BE49-F238E27FC236}">
                    <a16:creationId xmlns:a16="http://schemas.microsoft.com/office/drawing/2014/main" id="{C4FA21C2-7E07-DA79-52C5-86095D3AE7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1" name="Oval 1588">
                <a:extLst>
                  <a:ext uri="{FF2B5EF4-FFF2-40B4-BE49-F238E27FC236}">
                    <a16:creationId xmlns:a16="http://schemas.microsoft.com/office/drawing/2014/main" id="{660C7631-DA22-D02B-8800-A1B91AE0EA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5" name="Group 1589">
              <a:extLst>
                <a:ext uri="{FF2B5EF4-FFF2-40B4-BE49-F238E27FC236}">
                  <a16:creationId xmlns:a16="http://schemas.microsoft.com/office/drawing/2014/main" id="{673536A6-1557-3008-EBE9-8FBAE99F30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460" name="Oval 1590">
                <a:extLst>
                  <a:ext uri="{FF2B5EF4-FFF2-40B4-BE49-F238E27FC236}">
                    <a16:creationId xmlns:a16="http://schemas.microsoft.com/office/drawing/2014/main" id="{C0FE0F5E-7F4F-53A7-4510-04E8A4FEE6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1" name="Oval 1591">
                <a:extLst>
                  <a:ext uri="{FF2B5EF4-FFF2-40B4-BE49-F238E27FC236}">
                    <a16:creationId xmlns:a16="http://schemas.microsoft.com/office/drawing/2014/main" id="{AA2E8F1B-6F7D-72B0-B99E-2CB519CC1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2" name="Freeform 1592">
                <a:extLst>
                  <a:ext uri="{FF2B5EF4-FFF2-40B4-BE49-F238E27FC236}">
                    <a16:creationId xmlns:a16="http://schemas.microsoft.com/office/drawing/2014/main" id="{F98D2E73-3C9A-8B23-CB53-DD6C49C4A9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" name="Freeform 1593">
                <a:extLst>
                  <a:ext uri="{FF2B5EF4-FFF2-40B4-BE49-F238E27FC236}">
                    <a16:creationId xmlns:a16="http://schemas.microsoft.com/office/drawing/2014/main" id="{99BD69AA-94EA-F053-F725-7277F43323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" name="Freeform 1594">
                <a:extLst>
                  <a:ext uri="{FF2B5EF4-FFF2-40B4-BE49-F238E27FC236}">
                    <a16:creationId xmlns:a16="http://schemas.microsoft.com/office/drawing/2014/main" id="{6235CA78-542C-28D2-BEA6-226A5CFF8A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" name="Oval 1595">
                <a:extLst>
                  <a:ext uri="{FF2B5EF4-FFF2-40B4-BE49-F238E27FC236}">
                    <a16:creationId xmlns:a16="http://schemas.microsoft.com/office/drawing/2014/main" id="{C67BF021-DDAC-C777-FF5B-8D493F9124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6" name="Group 1596">
              <a:extLst>
                <a:ext uri="{FF2B5EF4-FFF2-40B4-BE49-F238E27FC236}">
                  <a16:creationId xmlns:a16="http://schemas.microsoft.com/office/drawing/2014/main" id="{3D2487F0-616E-2B04-7B54-5BB7C19582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454" name="Oval 1597">
                <a:extLst>
                  <a:ext uri="{FF2B5EF4-FFF2-40B4-BE49-F238E27FC236}">
                    <a16:creationId xmlns:a16="http://schemas.microsoft.com/office/drawing/2014/main" id="{8A0A9CE3-4C44-B928-1ADD-C3B8765C7F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5" name="Oval 1598">
                <a:extLst>
                  <a:ext uri="{FF2B5EF4-FFF2-40B4-BE49-F238E27FC236}">
                    <a16:creationId xmlns:a16="http://schemas.microsoft.com/office/drawing/2014/main" id="{C50EEDCA-6E62-52A1-81F2-F348E4ACD1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6" name="Freeform 1599">
                <a:extLst>
                  <a:ext uri="{FF2B5EF4-FFF2-40B4-BE49-F238E27FC236}">
                    <a16:creationId xmlns:a16="http://schemas.microsoft.com/office/drawing/2014/main" id="{80EF138F-5BAE-C438-DFF0-E28B8CB607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" name="Freeform 1600">
                <a:extLst>
                  <a:ext uri="{FF2B5EF4-FFF2-40B4-BE49-F238E27FC236}">
                    <a16:creationId xmlns:a16="http://schemas.microsoft.com/office/drawing/2014/main" id="{AEDECF7D-9004-32AA-CECF-056AB569CB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" name="Freeform 1601">
                <a:extLst>
                  <a:ext uri="{FF2B5EF4-FFF2-40B4-BE49-F238E27FC236}">
                    <a16:creationId xmlns:a16="http://schemas.microsoft.com/office/drawing/2014/main" id="{7F270DE0-5BAF-0819-E654-8975694126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" name="Oval 1602">
                <a:extLst>
                  <a:ext uri="{FF2B5EF4-FFF2-40B4-BE49-F238E27FC236}">
                    <a16:creationId xmlns:a16="http://schemas.microsoft.com/office/drawing/2014/main" id="{7BC09C96-5D3D-5420-FBC4-886B1A1E02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7" name="Group 1603">
              <a:extLst>
                <a:ext uri="{FF2B5EF4-FFF2-40B4-BE49-F238E27FC236}">
                  <a16:creationId xmlns:a16="http://schemas.microsoft.com/office/drawing/2014/main" id="{A08ABF74-292F-4169-7D4C-A2170CB4ED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448" name="Oval 1604">
                <a:extLst>
                  <a:ext uri="{FF2B5EF4-FFF2-40B4-BE49-F238E27FC236}">
                    <a16:creationId xmlns:a16="http://schemas.microsoft.com/office/drawing/2014/main" id="{B4E8768E-B95B-C09C-F2B7-77E303F89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9" name="Oval 1605">
                <a:extLst>
                  <a:ext uri="{FF2B5EF4-FFF2-40B4-BE49-F238E27FC236}">
                    <a16:creationId xmlns:a16="http://schemas.microsoft.com/office/drawing/2014/main" id="{5FBA4E78-361A-9AB4-BFA1-6ABC838897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0" name="Freeform 1606">
                <a:extLst>
                  <a:ext uri="{FF2B5EF4-FFF2-40B4-BE49-F238E27FC236}">
                    <a16:creationId xmlns:a16="http://schemas.microsoft.com/office/drawing/2014/main" id="{3EC630C3-E90C-BE98-DAFB-CC2BEA3F6D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Freeform 1607">
                <a:extLst>
                  <a:ext uri="{FF2B5EF4-FFF2-40B4-BE49-F238E27FC236}">
                    <a16:creationId xmlns:a16="http://schemas.microsoft.com/office/drawing/2014/main" id="{42D901D9-01D0-7EE4-926D-507435FD83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" name="Freeform 1608">
                <a:extLst>
                  <a:ext uri="{FF2B5EF4-FFF2-40B4-BE49-F238E27FC236}">
                    <a16:creationId xmlns:a16="http://schemas.microsoft.com/office/drawing/2014/main" id="{82951D1B-5C23-C0B4-DBD2-BFE392A998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" name="Oval 1609">
                <a:extLst>
                  <a:ext uri="{FF2B5EF4-FFF2-40B4-BE49-F238E27FC236}">
                    <a16:creationId xmlns:a16="http://schemas.microsoft.com/office/drawing/2014/main" id="{FD62DAD0-A01A-FA8E-43EE-E23579558A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540" name="Grupo 2539">
            <a:extLst>
              <a:ext uri="{FF2B5EF4-FFF2-40B4-BE49-F238E27FC236}">
                <a16:creationId xmlns:a16="http://schemas.microsoft.com/office/drawing/2014/main" id="{34BB110C-5F5F-5758-00F9-08C5E204E08C}"/>
              </a:ext>
            </a:extLst>
          </p:cNvPr>
          <p:cNvGrpSpPr/>
          <p:nvPr/>
        </p:nvGrpSpPr>
        <p:grpSpPr>
          <a:xfrm>
            <a:off x="5638419" y="240762"/>
            <a:ext cx="1936520" cy="602773"/>
            <a:chOff x="5638419" y="1397005"/>
            <a:chExt cx="1936520" cy="1150917"/>
          </a:xfrm>
        </p:grpSpPr>
        <p:grpSp>
          <p:nvGrpSpPr>
            <p:cNvPr id="1866" name="Group 1386">
              <a:extLst>
                <a:ext uri="{FF2B5EF4-FFF2-40B4-BE49-F238E27FC236}">
                  <a16:creationId xmlns:a16="http://schemas.microsoft.com/office/drawing/2014/main" id="{7B0ABC4B-4B32-C662-AFA8-8C2E12F2F4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38419" y="1404431"/>
              <a:ext cx="166756" cy="534619"/>
              <a:chOff x="533" y="1248"/>
              <a:chExt cx="175" cy="403"/>
            </a:xfrm>
          </p:grpSpPr>
          <p:sp>
            <p:nvSpPr>
              <p:cNvPr id="2084" name="Oval 1387">
                <a:extLst>
                  <a:ext uri="{FF2B5EF4-FFF2-40B4-BE49-F238E27FC236}">
                    <a16:creationId xmlns:a16="http://schemas.microsoft.com/office/drawing/2014/main" id="{A89DE24D-74CC-004A-74F0-29F7665ED4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5" name="Oval 1388">
                <a:extLst>
                  <a:ext uri="{FF2B5EF4-FFF2-40B4-BE49-F238E27FC236}">
                    <a16:creationId xmlns:a16="http://schemas.microsoft.com/office/drawing/2014/main" id="{A0806A0A-5FA3-F08D-CBB5-52994179C4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6" name="Freeform 1389">
                <a:extLst>
                  <a:ext uri="{FF2B5EF4-FFF2-40B4-BE49-F238E27FC236}">
                    <a16:creationId xmlns:a16="http://schemas.microsoft.com/office/drawing/2014/main" id="{A0236F7B-09F6-E3EF-0288-2810D3C7C0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7" name="Freeform 1390">
                <a:extLst>
                  <a:ext uri="{FF2B5EF4-FFF2-40B4-BE49-F238E27FC236}">
                    <a16:creationId xmlns:a16="http://schemas.microsoft.com/office/drawing/2014/main" id="{2B3FEAAC-9D43-9D13-D420-0703E39344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8" name="Freeform 1391">
                <a:extLst>
                  <a:ext uri="{FF2B5EF4-FFF2-40B4-BE49-F238E27FC236}">
                    <a16:creationId xmlns:a16="http://schemas.microsoft.com/office/drawing/2014/main" id="{53D18D59-F35D-BB03-6ABB-CF8664EED0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9" name="Oval 1392">
                <a:extLst>
                  <a:ext uri="{FF2B5EF4-FFF2-40B4-BE49-F238E27FC236}">
                    <a16:creationId xmlns:a16="http://schemas.microsoft.com/office/drawing/2014/main" id="{D8C5637B-86F3-E3BF-CC80-1F8EC923E1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67" name="Group 1393">
              <a:extLst>
                <a:ext uri="{FF2B5EF4-FFF2-40B4-BE49-F238E27FC236}">
                  <a16:creationId xmlns:a16="http://schemas.microsoft.com/office/drawing/2014/main" id="{76C46224-4B2F-15CC-92AF-FD44DC777C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643798" y="2013303"/>
              <a:ext cx="166756" cy="534619"/>
              <a:chOff x="533" y="1248"/>
              <a:chExt cx="175" cy="403"/>
            </a:xfrm>
          </p:grpSpPr>
          <p:sp>
            <p:nvSpPr>
              <p:cNvPr id="2078" name="Oval 1394">
                <a:extLst>
                  <a:ext uri="{FF2B5EF4-FFF2-40B4-BE49-F238E27FC236}">
                    <a16:creationId xmlns:a16="http://schemas.microsoft.com/office/drawing/2014/main" id="{78222EC1-E4E5-BBFF-350E-9A5709EE9E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9" name="Oval 1395">
                <a:extLst>
                  <a:ext uri="{FF2B5EF4-FFF2-40B4-BE49-F238E27FC236}">
                    <a16:creationId xmlns:a16="http://schemas.microsoft.com/office/drawing/2014/main" id="{B5941D4F-1DD2-938F-56B1-5994E8EB16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0" name="Freeform 1396">
                <a:extLst>
                  <a:ext uri="{FF2B5EF4-FFF2-40B4-BE49-F238E27FC236}">
                    <a16:creationId xmlns:a16="http://schemas.microsoft.com/office/drawing/2014/main" id="{99DB149D-5659-F834-2DBB-F5A914927C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1" name="Freeform 1397">
                <a:extLst>
                  <a:ext uri="{FF2B5EF4-FFF2-40B4-BE49-F238E27FC236}">
                    <a16:creationId xmlns:a16="http://schemas.microsoft.com/office/drawing/2014/main" id="{B8F15E69-A72D-5EFB-3C32-4088FC71EF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2" name="Freeform 1398">
                <a:extLst>
                  <a:ext uri="{FF2B5EF4-FFF2-40B4-BE49-F238E27FC236}">
                    <a16:creationId xmlns:a16="http://schemas.microsoft.com/office/drawing/2014/main" id="{2FC72691-6E0D-DD68-6093-1DE16A23E3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3" name="Oval 1399">
                <a:extLst>
                  <a:ext uri="{FF2B5EF4-FFF2-40B4-BE49-F238E27FC236}">
                    <a16:creationId xmlns:a16="http://schemas.microsoft.com/office/drawing/2014/main" id="{30811A74-821D-DA44-F987-472186EDF4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68" name="Group 1400">
              <a:extLst>
                <a:ext uri="{FF2B5EF4-FFF2-40B4-BE49-F238E27FC236}">
                  <a16:creationId xmlns:a16="http://schemas.microsoft.com/office/drawing/2014/main" id="{2B70627E-442A-B822-DB68-872E6190C9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15933" y="1404431"/>
              <a:ext cx="166756" cy="534619"/>
              <a:chOff x="533" y="1248"/>
              <a:chExt cx="175" cy="403"/>
            </a:xfrm>
          </p:grpSpPr>
          <p:sp>
            <p:nvSpPr>
              <p:cNvPr id="2072" name="Oval 1401">
                <a:extLst>
                  <a:ext uri="{FF2B5EF4-FFF2-40B4-BE49-F238E27FC236}">
                    <a16:creationId xmlns:a16="http://schemas.microsoft.com/office/drawing/2014/main" id="{6B2845B3-7A69-E5DB-DE45-CC22132A80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3" name="Oval 1402">
                <a:extLst>
                  <a:ext uri="{FF2B5EF4-FFF2-40B4-BE49-F238E27FC236}">
                    <a16:creationId xmlns:a16="http://schemas.microsoft.com/office/drawing/2014/main" id="{CB1BD8E2-1722-DA00-60B8-9BBD2C47D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4" name="Freeform 1403">
                <a:extLst>
                  <a:ext uri="{FF2B5EF4-FFF2-40B4-BE49-F238E27FC236}">
                    <a16:creationId xmlns:a16="http://schemas.microsoft.com/office/drawing/2014/main" id="{29E3E021-A179-CFB0-5E76-9D47632E95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" name="Freeform 1404">
                <a:extLst>
                  <a:ext uri="{FF2B5EF4-FFF2-40B4-BE49-F238E27FC236}">
                    <a16:creationId xmlns:a16="http://schemas.microsoft.com/office/drawing/2014/main" id="{9870B3F4-308E-A016-ED63-3D1AC83702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" name="Freeform 1405">
                <a:extLst>
                  <a:ext uri="{FF2B5EF4-FFF2-40B4-BE49-F238E27FC236}">
                    <a16:creationId xmlns:a16="http://schemas.microsoft.com/office/drawing/2014/main" id="{8E62C19C-0BC2-3920-58B2-12272AD8D7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" name="Oval 1406">
                <a:extLst>
                  <a:ext uri="{FF2B5EF4-FFF2-40B4-BE49-F238E27FC236}">
                    <a16:creationId xmlns:a16="http://schemas.microsoft.com/office/drawing/2014/main" id="{BD45CCC0-D85F-92A8-096A-107FC4AFD3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69" name="Group 1407">
              <a:extLst>
                <a:ext uri="{FF2B5EF4-FFF2-40B4-BE49-F238E27FC236}">
                  <a16:creationId xmlns:a16="http://schemas.microsoft.com/office/drawing/2014/main" id="{8282B5B4-282E-CBFC-5759-CDDFF762FE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821313" y="2013303"/>
              <a:ext cx="166756" cy="534619"/>
              <a:chOff x="533" y="1248"/>
              <a:chExt cx="175" cy="403"/>
            </a:xfrm>
          </p:grpSpPr>
          <p:sp>
            <p:nvSpPr>
              <p:cNvPr id="2066" name="Oval 1408">
                <a:extLst>
                  <a:ext uri="{FF2B5EF4-FFF2-40B4-BE49-F238E27FC236}">
                    <a16:creationId xmlns:a16="http://schemas.microsoft.com/office/drawing/2014/main" id="{727B878F-1C94-652B-E234-3147BAAE7F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7" name="Oval 1409">
                <a:extLst>
                  <a:ext uri="{FF2B5EF4-FFF2-40B4-BE49-F238E27FC236}">
                    <a16:creationId xmlns:a16="http://schemas.microsoft.com/office/drawing/2014/main" id="{2674EF2F-2FC7-FB7F-103E-7BBA2C8F2B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8" name="Freeform 1410">
                <a:extLst>
                  <a:ext uri="{FF2B5EF4-FFF2-40B4-BE49-F238E27FC236}">
                    <a16:creationId xmlns:a16="http://schemas.microsoft.com/office/drawing/2014/main" id="{4246EDB1-4B16-516D-ADC1-A898508F49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" name="Freeform 1411">
                <a:extLst>
                  <a:ext uri="{FF2B5EF4-FFF2-40B4-BE49-F238E27FC236}">
                    <a16:creationId xmlns:a16="http://schemas.microsoft.com/office/drawing/2014/main" id="{EAC90405-C426-252C-FF1C-C82D8B16A2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" name="Freeform 1412">
                <a:extLst>
                  <a:ext uri="{FF2B5EF4-FFF2-40B4-BE49-F238E27FC236}">
                    <a16:creationId xmlns:a16="http://schemas.microsoft.com/office/drawing/2014/main" id="{9343B21F-6B10-0336-65CD-8BBBE1F80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" name="Oval 1413">
                <a:extLst>
                  <a:ext uri="{FF2B5EF4-FFF2-40B4-BE49-F238E27FC236}">
                    <a16:creationId xmlns:a16="http://schemas.microsoft.com/office/drawing/2014/main" id="{FFCE65BA-54C1-D223-9811-9C608DF8DE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0" name="Group 1414">
              <a:extLst>
                <a:ext uri="{FF2B5EF4-FFF2-40B4-BE49-F238E27FC236}">
                  <a16:creationId xmlns:a16="http://schemas.microsoft.com/office/drawing/2014/main" id="{96A03D68-570F-49B4-285C-C6E1C3311B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88068" y="1404431"/>
              <a:ext cx="166756" cy="534619"/>
              <a:chOff x="533" y="1248"/>
              <a:chExt cx="175" cy="403"/>
            </a:xfrm>
          </p:grpSpPr>
          <p:sp>
            <p:nvSpPr>
              <p:cNvPr id="2060" name="Oval 1415">
                <a:extLst>
                  <a:ext uri="{FF2B5EF4-FFF2-40B4-BE49-F238E27FC236}">
                    <a16:creationId xmlns:a16="http://schemas.microsoft.com/office/drawing/2014/main" id="{351137E9-C0B5-B500-8581-BC035481C7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1" name="Oval 1416">
                <a:extLst>
                  <a:ext uri="{FF2B5EF4-FFF2-40B4-BE49-F238E27FC236}">
                    <a16:creationId xmlns:a16="http://schemas.microsoft.com/office/drawing/2014/main" id="{14728B33-B7EE-6443-6067-0135948C45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2" name="Freeform 1417">
                <a:extLst>
                  <a:ext uri="{FF2B5EF4-FFF2-40B4-BE49-F238E27FC236}">
                    <a16:creationId xmlns:a16="http://schemas.microsoft.com/office/drawing/2014/main" id="{6B00FA33-7535-60D2-55A6-5E10CCC4CD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3" name="Freeform 1418">
                <a:extLst>
                  <a:ext uri="{FF2B5EF4-FFF2-40B4-BE49-F238E27FC236}">
                    <a16:creationId xmlns:a16="http://schemas.microsoft.com/office/drawing/2014/main" id="{1F8A1BCE-D679-FBA0-D0E8-9690838990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4" name="Freeform 1419">
                <a:extLst>
                  <a:ext uri="{FF2B5EF4-FFF2-40B4-BE49-F238E27FC236}">
                    <a16:creationId xmlns:a16="http://schemas.microsoft.com/office/drawing/2014/main" id="{1597C1FA-BC34-631C-CDE4-7AF15CFD30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5" name="Oval 1420">
                <a:extLst>
                  <a:ext uri="{FF2B5EF4-FFF2-40B4-BE49-F238E27FC236}">
                    <a16:creationId xmlns:a16="http://schemas.microsoft.com/office/drawing/2014/main" id="{F8727E59-A3B7-C391-DF80-EACE629515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1" name="Group 1421">
              <a:extLst>
                <a:ext uri="{FF2B5EF4-FFF2-40B4-BE49-F238E27FC236}">
                  <a16:creationId xmlns:a16="http://schemas.microsoft.com/office/drawing/2014/main" id="{7A4E4C90-A0D0-1637-E164-097A6C600A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993448" y="2013303"/>
              <a:ext cx="166756" cy="534619"/>
              <a:chOff x="533" y="1248"/>
              <a:chExt cx="175" cy="403"/>
            </a:xfrm>
          </p:grpSpPr>
          <p:sp>
            <p:nvSpPr>
              <p:cNvPr id="2054" name="Oval 1422">
                <a:extLst>
                  <a:ext uri="{FF2B5EF4-FFF2-40B4-BE49-F238E27FC236}">
                    <a16:creationId xmlns:a16="http://schemas.microsoft.com/office/drawing/2014/main" id="{8AE9B3C8-EF35-4104-3578-26FCA8DB26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5" name="Oval 1423">
                <a:extLst>
                  <a:ext uri="{FF2B5EF4-FFF2-40B4-BE49-F238E27FC236}">
                    <a16:creationId xmlns:a16="http://schemas.microsoft.com/office/drawing/2014/main" id="{08229D94-DC01-3AA9-BE89-3BDE8B381B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6" name="Freeform 1424">
                <a:extLst>
                  <a:ext uri="{FF2B5EF4-FFF2-40B4-BE49-F238E27FC236}">
                    <a16:creationId xmlns:a16="http://schemas.microsoft.com/office/drawing/2014/main" id="{C0741EEE-6CD0-F83E-1262-50E7768ADF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" name="Freeform 1425">
                <a:extLst>
                  <a:ext uri="{FF2B5EF4-FFF2-40B4-BE49-F238E27FC236}">
                    <a16:creationId xmlns:a16="http://schemas.microsoft.com/office/drawing/2014/main" id="{7A3FB4CC-7CF3-FCE7-4B0B-CA000A330D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" name="Freeform 1426">
                <a:extLst>
                  <a:ext uri="{FF2B5EF4-FFF2-40B4-BE49-F238E27FC236}">
                    <a16:creationId xmlns:a16="http://schemas.microsoft.com/office/drawing/2014/main" id="{E16C4B51-605B-F69D-8C76-D7D01BA175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" name="Oval 1427">
                <a:extLst>
                  <a:ext uri="{FF2B5EF4-FFF2-40B4-BE49-F238E27FC236}">
                    <a16:creationId xmlns:a16="http://schemas.microsoft.com/office/drawing/2014/main" id="{B53235E5-47B5-CF7E-8631-596CE64CE6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2" name="Group 1428">
              <a:extLst>
                <a:ext uri="{FF2B5EF4-FFF2-40B4-BE49-F238E27FC236}">
                  <a16:creationId xmlns:a16="http://schemas.microsoft.com/office/drawing/2014/main" id="{E21DA5C3-6EBD-8FE2-DADB-F376E9FD11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62893" y="1404431"/>
              <a:ext cx="166756" cy="534619"/>
              <a:chOff x="533" y="1248"/>
              <a:chExt cx="175" cy="403"/>
            </a:xfrm>
          </p:grpSpPr>
          <p:sp>
            <p:nvSpPr>
              <p:cNvPr id="2048" name="Oval 1429">
                <a:extLst>
                  <a:ext uri="{FF2B5EF4-FFF2-40B4-BE49-F238E27FC236}">
                    <a16:creationId xmlns:a16="http://schemas.microsoft.com/office/drawing/2014/main" id="{71E4F8DB-7B1A-BAB4-3EA0-E167EEB582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9" name="Oval 1430">
                <a:extLst>
                  <a:ext uri="{FF2B5EF4-FFF2-40B4-BE49-F238E27FC236}">
                    <a16:creationId xmlns:a16="http://schemas.microsoft.com/office/drawing/2014/main" id="{0D9D611A-3395-432C-7B2C-C652729D24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0" name="Freeform 1431">
                <a:extLst>
                  <a:ext uri="{FF2B5EF4-FFF2-40B4-BE49-F238E27FC236}">
                    <a16:creationId xmlns:a16="http://schemas.microsoft.com/office/drawing/2014/main" id="{04D3E835-212F-706E-E974-6370E5BF94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1" name="Freeform 1432">
                <a:extLst>
                  <a:ext uri="{FF2B5EF4-FFF2-40B4-BE49-F238E27FC236}">
                    <a16:creationId xmlns:a16="http://schemas.microsoft.com/office/drawing/2014/main" id="{4347721E-604B-4FC1-9399-88D1CF0785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" name="Freeform 1433">
                <a:extLst>
                  <a:ext uri="{FF2B5EF4-FFF2-40B4-BE49-F238E27FC236}">
                    <a16:creationId xmlns:a16="http://schemas.microsoft.com/office/drawing/2014/main" id="{2EFF709C-1DAD-6DB0-EF70-2422E43BFD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3" name="Oval 1434">
                <a:extLst>
                  <a:ext uri="{FF2B5EF4-FFF2-40B4-BE49-F238E27FC236}">
                    <a16:creationId xmlns:a16="http://schemas.microsoft.com/office/drawing/2014/main" id="{082B93D5-2584-621F-F5F4-163DC0FAFF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3" name="Group 1435">
              <a:extLst>
                <a:ext uri="{FF2B5EF4-FFF2-40B4-BE49-F238E27FC236}">
                  <a16:creationId xmlns:a16="http://schemas.microsoft.com/office/drawing/2014/main" id="{9A983EC2-05D2-09BB-ED2E-363BB1BD3D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168272" y="2013303"/>
              <a:ext cx="166756" cy="534619"/>
              <a:chOff x="533" y="1248"/>
              <a:chExt cx="175" cy="403"/>
            </a:xfrm>
          </p:grpSpPr>
          <p:sp>
            <p:nvSpPr>
              <p:cNvPr id="2042" name="Oval 1436">
                <a:extLst>
                  <a:ext uri="{FF2B5EF4-FFF2-40B4-BE49-F238E27FC236}">
                    <a16:creationId xmlns:a16="http://schemas.microsoft.com/office/drawing/2014/main" id="{91DD363F-00F7-1F63-E33D-EDB0D4FAFE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3" name="Oval 1437">
                <a:extLst>
                  <a:ext uri="{FF2B5EF4-FFF2-40B4-BE49-F238E27FC236}">
                    <a16:creationId xmlns:a16="http://schemas.microsoft.com/office/drawing/2014/main" id="{81A28628-1181-20EA-B382-022A4D190B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4" name="Freeform 1438">
                <a:extLst>
                  <a:ext uri="{FF2B5EF4-FFF2-40B4-BE49-F238E27FC236}">
                    <a16:creationId xmlns:a16="http://schemas.microsoft.com/office/drawing/2014/main" id="{A58E638E-6136-4E7D-BD13-C5449C8E71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5" name="Freeform 1439">
                <a:extLst>
                  <a:ext uri="{FF2B5EF4-FFF2-40B4-BE49-F238E27FC236}">
                    <a16:creationId xmlns:a16="http://schemas.microsoft.com/office/drawing/2014/main" id="{B4D85205-8E9E-A4B1-0A4F-4E403D57B9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6" name="Freeform 1440">
                <a:extLst>
                  <a:ext uri="{FF2B5EF4-FFF2-40B4-BE49-F238E27FC236}">
                    <a16:creationId xmlns:a16="http://schemas.microsoft.com/office/drawing/2014/main" id="{31F62EE5-B3DE-9596-1C9A-A4C766CBFC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7" name="Oval 1441">
                <a:extLst>
                  <a:ext uri="{FF2B5EF4-FFF2-40B4-BE49-F238E27FC236}">
                    <a16:creationId xmlns:a16="http://schemas.microsoft.com/office/drawing/2014/main" id="{91F81F99-1C26-EDB8-0F24-AFA1C98995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4" name="Group 1442">
              <a:extLst>
                <a:ext uri="{FF2B5EF4-FFF2-40B4-BE49-F238E27FC236}">
                  <a16:creationId xmlns:a16="http://schemas.microsoft.com/office/drawing/2014/main" id="{B943C7B9-6E3B-0B35-C87E-F57304FD5D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345787" y="1397005"/>
              <a:ext cx="166756" cy="534619"/>
              <a:chOff x="533" y="1248"/>
              <a:chExt cx="175" cy="403"/>
            </a:xfrm>
          </p:grpSpPr>
          <p:sp>
            <p:nvSpPr>
              <p:cNvPr id="2036" name="Oval 1443">
                <a:extLst>
                  <a:ext uri="{FF2B5EF4-FFF2-40B4-BE49-F238E27FC236}">
                    <a16:creationId xmlns:a16="http://schemas.microsoft.com/office/drawing/2014/main" id="{C137DA2F-7927-FB6A-14D7-A34BC4BA7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7" name="Oval 1444">
                <a:extLst>
                  <a:ext uri="{FF2B5EF4-FFF2-40B4-BE49-F238E27FC236}">
                    <a16:creationId xmlns:a16="http://schemas.microsoft.com/office/drawing/2014/main" id="{0D141808-7594-A9F6-0B54-41F7913020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8" name="Freeform 1445">
                <a:extLst>
                  <a:ext uri="{FF2B5EF4-FFF2-40B4-BE49-F238E27FC236}">
                    <a16:creationId xmlns:a16="http://schemas.microsoft.com/office/drawing/2014/main" id="{3908C5C9-4787-2612-483B-EAC2E62AB4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9" name="Freeform 1446">
                <a:extLst>
                  <a:ext uri="{FF2B5EF4-FFF2-40B4-BE49-F238E27FC236}">
                    <a16:creationId xmlns:a16="http://schemas.microsoft.com/office/drawing/2014/main" id="{75F5D50B-3A24-D549-53DB-7E842B6062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0" name="Freeform 1447">
                <a:extLst>
                  <a:ext uri="{FF2B5EF4-FFF2-40B4-BE49-F238E27FC236}">
                    <a16:creationId xmlns:a16="http://schemas.microsoft.com/office/drawing/2014/main" id="{0DA72E1C-5256-B47D-6F91-1AB47ECDC8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" name="Oval 1448">
                <a:extLst>
                  <a:ext uri="{FF2B5EF4-FFF2-40B4-BE49-F238E27FC236}">
                    <a16:creationId xmlns:a16="http://schemas.microsoft.com/office/drawing/2014/main" id="{ACD3D791-56C7-F8F1-D733-B243C42CA1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5" name="Group 1449">
              <a:extLst>
                <a:ext uri="{FF2B5EF4-FFF2-40B4-BE49-F238E27FC236}">
                  <a16:creationId xmlns:a16="http://schemas.microsoft.com/office/drawing/2014/main" id="{D9C41022-52AF-7B45-3E2F-481EA021FE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351166" y="2005877"/>
              <a:ext cx="166756" cy="534619"/>
              <a:chOff x="533" y="1248"/>
              <a:chExt cx="175" cy="403"/>
            </a:xfrm>
          </p:grpSpPr>
          <p:sp>
            <p:nvSpPr>
              <p:cNvPr id="2030" name="Oval 1450">
                <a:extLst>
                  <a:ext uri="{FF2B5EF4-FFF2-40B4-BE49-F238E27FC236}">
                    <a16:creationId xmlns:a16="http://schemas.microsoft.com/office/drawing/2014/main" id="{FF9A0045-0E94-BDED-4F52-E92F0833A4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1" name="Oval 1451">
                <a:extLst>
                  <a:ext uri="{FF2B5EF4-FFF2-40B4-BE49-F238E27FC236}">
                    <a16:creationId xmlns:a16="http://schemas.microsoft.com/office/drawing/2014/main" id="{EBD30CBC-91EF-C792-C0A5-1CACAE9420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2" name="Freeform 1452">
                <a:extLst>
                  <a:ext uri="{FF2B5EF4-FFF2-40B4-BE49-F238E27FC236}">
                    <a16:creationId xmlns:a16="http://schemas.microsoft.com/office/drawing/2014/main" id="{F312698B-53F8-DC0E-B7CA-3058FEA9F1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3" name="Freeform 1453">
                <a:extLst>
                  <a:ext uri="{FF2B5EF4-FFF2-40B4-BE49-F238E27FC236}">
                    <a16:creationId xmlns:a16="http://schemas.microsoft.com/office/drawing/2014/main" id="{3465FF44-6957-5FC1-FFAB-5C34D938D2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4" name="Freeform 1454">
                <a:extLst>
                  <a:ext uri="{FF2B5EF4-FFF2-40B4-BE49-F238E27FC236}">
                    <a16:creationId xmlns:a16="http://schemas.microsoft.com/office/drawing/2014/main" id="{EE32A64A-58CF-E9DB-2639-14B37DE8EE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5" name="Oval 1455">
                <a:extLst>
                  <a:ext uri="{FF2B5EF4-FFF2-40B4-BE49-F238E27FC236}">
                    <a16:creationId xmlns:a16="http://schemas.microsoft.com/office/drawing/2014/main" id="{BB8DC3C2-BFB5-C455-5472-BE25A12880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6" name="Group 1456">
              <a:extLst>
                <a:ext uri="{FF2B5EF4-FFF2-40B4-BE49-F238E27FC236}">
                  <a16:creationId xmlns:a16="http://schemas.microsoft.com/office/drawing/2014/main" id="{943EFA2E-43CD-B09C-74E7-9668D49CA9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3301" y="1397005"/>
              <a:ext cx="166756" cy="534619"/>
              <a:chOff x="533" y="1248"/>
              <a:chExt cx="175" cy="403"/>
            </a:xfrm>
          </p:grpSpPr>
          <p:sp>
            <p:nvSpPr>
              <p:cNvPr id="2024" name="Oval 1457">
                <a:extLst>
                  <a:ext uri="{FF2B5EF4-FFF2-40B4-BE49-F238E27FC236}">
                    <a16:creationId xmlns:a16="http://schemas.microsoft.com/office/drawing/2014/main" id="{B45F1672-A2CD-48F0-3E17-350ACD2BB4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25" name="Oval 1458">
                <a:extLst>
                  <a:ext uri="{FF2B5EF4-FFF2-40B4-BE49-F238E27FC236}">
                    <a16:creationId xmlns:a16="http://schemas.microsoft.com/office/drawing/2014/main" id="{D514260D-AB7C-9270-A2E1-162BDD33AD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26" name="Freeform 1459">
                <a:extLst>
                  <a:ext uri="{FF2B5EF4-FFF2-40B4-BE49-F238E27FC236}">
                    <a16:creationId xmlns:a16="http://schemas.microsoft.com/office/drawing/2014/main" id="{D2C4F3F8-5CAD-D53F-1B53-2F571466D0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7" name="Freeform 1460">
                <a:extLst>
                  <a:ext uri="{FF2B5EF4-FFF2-40B4-BE49-F238E27FC236}">
                    <a16:creationId xmlns:a16="http://schemas.microsoft.com/office/drawing/2014/main" id="{C6269CF1-DD05-F0C2-56E9-44CEE20E59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8" name="Freeform 1461">
                <a:extLst>
                  <a:ext uri="{FF2B5EF4-FFF2-40B4-BE49-F238E27FC236}">
                    <a16:creationId xmlns:a16="http://schemas.microsoft.com/office/drawing/2014/main" id="{0CAD18B0-6427-03D7-B311-845BB26694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9" name="Oval 1462">
                <a:extLst>
                  <a:ext uri="{FF2B5EF4-FFF2-40B4-BE49-F238E27FC236}">
                    <a16:creationId xmlns:a16="http://schemas.microsoft.com/office/drawing/2014/main" id="{EA37AE26-33E5-4B64-1291-AF7A196DB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7" name="Group 1463">
              <a:extLst>
                <a:ext uri="{FF2B5EF4-FFF2-40B4-BE49-F238E27FC236}">
                  <a16:creationId xmlns:a16="http://schemas.microsoft.com/office/drawing/2014/main" id="{67D3E3F9-0DCC-5D86-48FE-21FFEFA7B0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528680" y="2005877"/>
              <a:ext cx="166756" cy="534619"/>
              <a:chOff x="533" y="1248"/>
              <a:chExt cx="175" cy="403"/>
            </a:xfrm>
          </p:grpSpPr>
          <p:sp>
            <p:nvSpPr>
              <p:cNvPr id="2018" name="Oval 1464">
                <a:extLst>
                  <a:ext uri="{FF2B5EF4-FFF2-40B4-BE49-F238E27FC236}">
                    <a16:creationId xmlns:a16="http://schemas.microsoft.com/office/drawing/2014/main" id="{7BF45B05-AED8-45A0-6EB2-A83352DC49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9" name="Oval 1465">
                <a:extLst>
                  <a:ext uri="{FF2B5EF4-FFF2-40B4-BE49-F238E27FC236}">
                    <a16:creationId xmlns:a16="http://schemas.microsoft.com/office/drawing/2014/main" id="{E474B13A-920B-2248-2585-80C1FD9BD8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20" name="Freeform 1466">
                <a:extLst>
                  <a:ext uri="{FF2B5EF4-FFF2-40B4-BE49-F238E27FC236}">
                    <a16:creationId xmlns:a16="http://schemas.microsoft.com/office/drawing/2014/main" id="{44FBAB89-C72B-45F3-B994-A2D19F2330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1" name="Freeform 1467">
                <a:extLst>
                  <a:ext uri="{FF2B5EF4-FFF2-40B4-BE49-F238E27FC236}">
                    <a16:creationId xmlns:a16="http://schemas.microsoft.com/office/drawing/2014/main" id="{DDDAC17B-F999-1344-C726-B98723BAF3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2" name="Freeform 1468">
                <a:extLst>
                  <a:ext uri="{FF2B5EF4-FFF2-40B4-BE49-F238E27FC236}">
                    <a16:creationId xmlns:a16="http://schemas.microsoft.com/office/drawing/2014/main" id="{6FD167B2-BB35-7323-51F2-6AADE43A0A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3" name="Oval 1469">
                <a:extLst>
                  <a:ext uri="{FF2B5EF4-FFF2-40B4-BE49-F238E27FC236}">
                    <a16:creationId xmlns:a16="http://schemas.microsoft.com/office/drawing/2014/main" id="{9314464F-33A7-D18A-F71A-CFE8888963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8" name="Group 1470">
              <a:extLst>
                <a:ext uri="{FF2B5EF4-FFF2-40B4-BE49-F238E27FC236}">
                  <a16:creationId xmlns:a16="http://schemas.microsoft.com/office/drawing/2014/main" id="{2AA744B9-A023-B78C-18EC-7064504863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95436" y="1397005"/>
              <a:ext cx="166756" cy="534619"/>
              <a:chOff x="533" y="1248"/>
              <a:chExt cx="175" cy="403"/>
            </a:xfrm>
          </p:grpSpPr>
          <p:sp>
            <p:nvSpPr>
              <p:cNvPr id="2012" name="Oval 1471">
                <a:extLst>
                  <a:ext uri="{FF2B5EF4-FFF2-40B4-BE49-F238E27FC236}">
                    <a16:creationId xmlns:a16="http://schemas.microsoft.com/office/drawing/2014/main" id="{813897F9-F98E-AC60-0F30-4D8D4FBDA6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3" name="Oval 1472">
                <a:extLst>
                  <a:ext uri="{FF2B5EF4-FFF2-40B4-BE49-F238E27FC236}">
                    <a16:creationId xmlns:a16="http://schemas.microsoft.com/office/drawing/2014/main" id="{F8491301-C908-50B3-A367-93540D7D8B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4" name="Freeform 1473">
                <a:extLst>
                  <a:ext uri="{FF2B5EF4-FFF2-40B4-BE49-F238E27FC236}">
                    <a16:creationId xmlns:a16="http://schemas.microsoft.com/office/drawing/2014/main" id="{4590A242-DE9C-EFCE-E0D6-EDCF51076D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5" name="Freeform 1474">
                <a:extLst>
                  <a:ext uri="{FF2B5EF4-FFF2-40B4-BE49-F238E27FC236}">
                    <a16:creationId xmlns:a16="http://schemas.microsoft.com/office/drawing/2014/main" id="{82A35E08-1F3E-D34F-B7C4-38D36ECC02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6" name="Freeform 1475">
                <a:extLst>
                  <a:ext uri="{FF2B5EF4-FFF2-40B4-BE49-F238E27FC236}">
                    <a16:creationId xmlns:a16="http://schemas.microsoft.com/office/drawing/2014/main" id="{DCD36087-2DEC-1D8B-A524-5CBA6209A4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7" name="Oval 1476">
                <a:extLst>
                  <a:ext uri="{FF2B5EF4-FFF2-40B4-BE49-F238E27FC236}">
                    <a16:creationId xmlns:a16="http://schemas.microsoft.com/office/drawing/2014/main" id="{2F7F5904-BA08-CF09-7D6B-35192175CB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9" name="Group 1477">
              <a:extLst>
                <a:ext uri="{FF2B5EF4-FFF2-40B4-BE49-F238E27FC236}">
                  <a16:creationId xmlns:a16="http://schemas.microsoft.com/office/drawing/2014/main" id="{81385C3B-C8EC-06F8-3E09-3F075D4841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700815" y="2005877"/>
              <a:ext cx="166756" cy="534619"/>
              <a:chOff x="533" y="1248"/>
              <a:chExt cx="175" cy="403"/>
            </a:xfrm>
          </p:grpSpPr>
          <p:sp>
            <p:nvSpPr>
              <p:cNvPr id="2006" name="Oval 1478">
                <a:extLst>
                  <a:ext uri="{FF2B5EF4-FFF2-40B4-BE49-F238E27FC236}">
                    <a16:creationId xmlns:a16="http://schemas.microsoft.com/office/drawing/2014/main" id="{4BFD1E42-F95B-A17A-C73C-D7EEB606BC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7" name="Oval 1479">
                <a:extLst>
                  <a:ext uri="{FF2B5EF4-FFF2-40B4-BE49-F238E27FC236}">
                    <a16:creationId xmlns:a16="http://schemas.microsoft.com/office/drawing/2014/main" id="{DFF3C2B6-211C-A763-A391-34F5C4BAB7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8" name="Freeform 1480">
                <a:extLst>
                  <a:ext uri="{FF2B5EF4-FFF2-40B4-BE49-F238E27FC236}">
                    <a16:creationId xmlns:a16="http://schemas.microsoft.com/office/drawing/2014/main" id="{35A8C99B-B8B7-11C8-DABB-5B461382D6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9" name="Freeform 1481">
                <a:extLst>
                  <a:ext uri="{FF2B5EF4-FFF2-40B4-BE49-F238E27FC236}">
                    <a16:creationId xmlns:a16="http://schemas.microsoft.com/office/drawing/2014/main" id="{12E0B706-07D0-FC8E-656D-8B7A1993F7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0" name="Freeform 1482">
                <a:extLst>
                  <a:ext uri="{FF2B5EF4-FFF2-40B4-BE49-F238E27FC236}">
                    <a16:creationId xmlns:a16="http://schemas.microsoft.com/office/drawing/2014/main" id="{14602A80-2710-4727-4E62-6983C6DD39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1" name="Oval 1483">
                <a:extLst>
                  <a:ext uri="{FF2B5EF4-FFF2-40B4-BE49-F238E27FC236}">
                    <a16:creationId xmlns:a16="http://schemas.microsoft.com/office/drawing/2014/main" id="{1627A5BD-5B1A-DC72-18DC-87E8300889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0" name="Group 1484">
              <a:extLst>
                <a:ext uri="{FF2B5EF4-FFF2-40B4-BE49-F238E27FC236}">
                  <a16:creationId xmlns:a16="http://schemas.microsoft.com/office/drawing/2014/main" id="{E8A6A6CF-1EF4-DD2B-8055-86CB0A07F6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870261" y="1397005"/>
              <a:ext cx="166756" cy="534619"/>
              <a:chOff x="533" y="1248"/>
              <a:chExt cx="175" cy="403"/>
            </a:xfrm>
          </p:grpSpPr>
          <p:sp>
            <p:nvSpPr>
              <p:cNvPr id="2000" name="Oval 1485">
                <a:extLst>
                  <a:ext uri="{FF2B5EF4-FFF2-40B4-BE49-F238E27FC236}">
                    <a16:creationId xmlns:a16="http://schemas.microsoft.com/office/drawing/2014/main" id="{1A69724A-6BF5-B976-FE94-CFCC476468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1" name="Oval 1486">
                <a:extLst>
                  <a:ext uri="{FF2B5EF4-FFF2-40B4-BE49-F238E27FC236}">
                    <a16:creationId xmlns:a16="http://schemas.microsoft.com/office/drawing/2014/main" id="{50977DF1-9ECF-8E73-B631-F86619CFDF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2" name="Freeform 1487">
                <a:extLst>
                  <a:ext uri="{FF2B5EF4-FFF2-40B4-BE49-F238E27FC236}">
                    <a16:creationId xmlns:a16="http://schemas.microsoft.com/office/drawing/2014/main" id="{57D02DC3-C940-13BD-723A-F173C0AA45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3" name="Freeform 1488">
                <a:extLst>
                  <a:ext uri="{FF2B5EF4-FFF2-40B4-BE49-F238E27FC236}">
                    <a16:creationId xmlns:a16="http://schemas.microsoft.com/office/drawing/2014/main" id="{BB5C54D0-782E-20EE-A848-C6D61107FF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4" name="Freeform 1489">
                <a:extLst>
                  <a:ext uri="{FF2B5EF4-FFF2-40B4-BE49-F238E27FC236}">
                    <a16:creationId xmlns:a16="http://schemas.microsoft.com/office/drawing/2014/main" id="{8D5D1F3D-25BE-1BF9-E68A-C924424B8B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5" name="Oval 1490">
                <a:extLst>
                  <a:ext uri="{FF2B5EF4-FFF2-40B4-BE49-F238E27FC236}">
                    <a16:creationId xmlns:a16="http://schemas.microsoft.com/office/drawing/2014/main" id="{8D049325-6638-B403-9D18-EC0653CD9A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1" name="Group 1491">
              <a:extLst>
                <a:ext uri="{FF2B5EF4-FFF2-40B4-BE49-F238E27FC236}">
                  <a16:creationId xmlns:a16="http://schemas.microsoft.com/office/drawing/2014/main" id="{AD52F4AD-F049-B827-FA41-9BDBA7DF06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875640" y="2005877"/>
              <a:ext cx="166756" cy="534619"/>
              <a:chOff x="533" y="1248"/>
              <a:chExt cx="175" cy="403"/>
            </a:xfrm>
          </p:grpSpPr>
          <p:sp>
            <p:nvSpPr>
              <p:cNvPr id="1994" name="Oval 1492">
                <a:extLst>
                  <a:ext uri="{FF2B5EF4-FFF2-40B4-BE49-F238E27FC236}">
                    <a16:creationId xmlns:a16="http://schemas.microsoft.com/office/drawing/2014/main" id="{08E7E7BE-C5D0-F7B4-FD09-1FB0BC51D2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5" name="Oval 1493">
                <a:extLst>
                  <a:ext uri="{FF2B5EF4-FFF2-40B4-BE49-F238E27FC236}">
                    <a16:creationId xmlns:a16="http://schemas.microsoft.com/office/drawing/2014/main" id="{9CFC1A26-120F-D847-2E24-63E5F79897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6" name="Freeform 1494">
                <a:extLst>
                  <a:ext uri="{FF2B5EF4-FFF2-40B4-BE49-F238E27FC236}">
                    <a16:creationId xmlns:a16="http://schemas.microsoft.com/office/drawing/2014/main" id="{4D6C7EF8-EB1D-D719-FF92-45ECD934DF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7" name="Freeform 1495">
                <a:extLst>
                  <a:ext uri="{FF2B5EF4-FFF2-40B4-BE49-F238E27FC236}">
                    <a16:creationId xmlns:a16="http://schemas.microsoft.com/office/drawing/2014/main" id="{7A66BB40-A721-1C63-6076-047F591530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8" name="Freeform 1496">
                <a:extLst>
                  <a:ext uri="{FF2B5EF4-FFF2-40B4-BE49-F238E27FC236}">
                    <a16:creationId xmlns:a16="http://schemas.microsoft.com/office/drawing/2014/main" id="{8FBE1831-7CE8-40F3-3FC7-14A81AA22B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9" name="Oval 1497">
                <a:extLst>
                  <a:ext uri="{FF2B5EF4-FFF2-40B4-BE49-F238E27FC236}">
                    <a16:creationId xmlns:a16="http://schemas.microsoft.com/office/drawing/2014/main" id="{A116C437-F890-92A5-43A2-022C7B9C77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2" name="Group 1498">
              <a:extLst>
                <a:ext uri="{FF2B5EF4-FFF2-40B4-BE49-F238E27FC236}">
                  <a16:creationId xmlns:a16="http://schemas.microsoft.com/office/drawing/2014/main" id="{247455CE-8C23-AF26-D113-B34AF0EB08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53154" y="1397005"/>
              <a:ext cx="166756" cy="534619"/>
              <a:chOff x="533" y="1248"/>
              <a:chExt cx="175" cy="403"/>
            </a:xfrm>
          </p:grpSpPr>
          <p:sp>
            <p:nvSpPr>
              <p:cNvPr id="1988" name="Oval 1499">
                <a:extLst>
                  <a:ext uri="{FF2B5EF4-FFF2-40B4-BE49-F238E27FC236}">
                    <a16:creationId xmlns:a16="http://schemas.microsoft.com/office/drawing/2014/main" id="{84DA5D65-BD14-8974-C8BC-CDDDC4C5A2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9" name="Oval 1500">
                <a:extLst>
                  <a:ext uri="{FF2B5EF4-FFF2-40B4-BE49-F238E27FC236}">
                    <a16:creationId xmlns:a16="http://schemas.microsoft.com/office/drawing/2014/main" id="{BDA8AD8B-E2B0-BADD-38E5-4B4ED64B03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0" name="Freeform 1501">
                <a:extLst>
                  <a:ext uri="{FF2B5EF4-FFF2-40B4-BE49-F238E27FC236}">
                    <a16:creationId xmlns:a16="http://schemas.microsoft.com/office/drawing/2014/main" id="{C85E5EDD-7C4D-76D9-107D-52AB2092D5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1" name="Freeform 1502">
                <a:extLst>
                  <a:ext uri="{FF2B5EF4-FFF2-40B4-BE49-F238E27FC236}">
                    <a16:creationId xmlns:a16="http://schemas.microsoft.com/office/drawing/2014/main" id="{45261179-4C33-DDAC-B02C-7ED631F314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2" name="Freeform 1503">
                <a:extLst>
                  <a:ext uri="{FF2B5EF4-FFF2-40B4-BE49-F238E27FC236}">
                    <a16:creationId xmlns:a16="http://schemas.microsoft.com/office/drawing/2014/main" id="{7A3B7027-E02E-A5D5-5B54-3B03B77596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3" name="Oval 1504">
                <a:extLst>
                  <a:ext uri="{FF2B5EF4-FFF2-40B4-BE49-F238E27FC236}">
                    <a16:creationId xmlns:a16="http://schemas.microsoft.com/office/drawing/2014/main" id="{AD2C2A81-0395-43DE-179D-2B435431B9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3" name="Group 1505">
              <a:extLst>
                <a:ext uri="{FF2B5EF4-FFF2-40B4-BE49-F238E27FC236}">
                  <a16:creationId xmlns:a16="http://schemas.microsoft.com/office/drawing/2014/main" id="{B239469E-CEC2-CE0D-D226-9BBBEF1B20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058533" y="2005877"/>
              <a:ext cx="166756" cy="534619"/>
              <a:chOff x="533" y="1248"/>
              <a:chExt cx="175" cy="403"/>
            </a:xfrm>
          </p:grpSpPr>
          <p:sp>
            <p:nvSpPr>
              <p:cNvPr id="1982" name="Oval 1506">
                <a:extLst>
                  <a:ext uri="{FF2B5EF4-FFF2-40B4-BE49-F238E27FC236}">
                    <a16:creationId xmlns:a16="http://schemas.microsoft.com/office/drawing/2014/main" id="{00014440-CB12-25E6-1C18-C82D19DCEF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3" name="Oval 1507">
                <a:extLst>
                  <a:ext uri="{FF2B5EF4-FFF2-40B4-BE49-F238E27FC236}">
                    <a16:creationId xmlns:a16="http://schemas.microsoft.com/office/drawing/2014/main" id="{01CEA5D0-8266-330E-B9D9-AFACFCF15A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4" name="Freeform 1508">
                <a:extLst>
                  <a:ext uri="{FF2B5EF4-FFF2-40B4-BE49-F238E27FC236}">
                    <a16:creationId xmlns:a16="http://schemas.microsoft.com/office/drawing/2014/main" id="{A6A6C747-EFD1-2EA6-CAE5-654A8D34AE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5" name="Freeform 1509">
                <a:extLst>
                  <a:ext uri="{FF2B5EF4-FFF2-40B4-BE49-F238E27FC236}">
                    <a16:creationId xmlns:a16="http://schemas.microsoft.com/office/drawing/2014/main" id="{4410D26F-C232-7351-F4D0-43821601A8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6" name="Freeform 1510">
                <a:extLst>
                  <a:ext uri="{FF2B5EF4-FFF2-40B4-BE49-F238E27FC236}">
                    <a16:creationId xmlns:a16="http://schemas.microsoft.com/office/drawing/2014/main" id="{0FEA2CF9-1D45-EB40-740E-C27640F826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7" name="Oval 1511">
                <a:extLst>
                  <a:ext uri="{FF2B5EF4-FFF2-40B4-BE49-F238E27FC236}">
                    <a16:creationId xmlns:a16="http://schemas.microsoft.com/office/drawing/2014/main" id="{49D70988-1863-1F9A-5728-B719A9009E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4" name="Group 1512">
              <a:extLst>
                <a:ext uri="{FF2B5EF4-FFF2-40B4-BE49-F238E27FC236}">
                  <a16:creationId xmlns:a16="http://schemas.microsoft.com/office/drawing/2014/main" id="{0DF8F882-E280-DD4F-3E96-E61D5A179E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0669" y="1397005"/>
              <a:ext cx="166756" cy="534619"/>
              <a:chOff x="533" y="1248"/>
              <a:chExt cx="175" cy="403"/>
            </a:xfrm>
          </p:grpSpPr>
          <p:sp>
            <p:nvSpPr>
              <p:cNvPr id="1976" name="Oval 1513">
                <a:extLst>
                  <a:ext uri="{FF2B5EF4-FFF2-40B4-BE49-F238E27FC236}">
                    <a16:creationId xmlns:a16="http://schemas.microsoft.com/office/drawing/2014/main" id="{E5B7F1DA-FBF1-FFBC-13CD-B28B620488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7" name="Oval 1514">
                <a:extLst>
                  <a:ext uri="{FF2B5EF4-FFF2-40B4-BE49-F238E27FC236}">
                    <a16:creationId xmlns:a16="http://schemas.microsoft.com/office/drawing/2014/main" id="{B406415D-C215-B5A6-6C7B-294F0A193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8" name="Freeform 1515">
                <a:extLst>
                  <a:ext uri="{FF2B5EF4-FFF2-40B4-BE49-F238E27FC236}">
                    <a16:creationId xmlns:a16="http://schemas.microsoft.com/office/drawing/2014/main" id="{B174B187-6B2C-9850-F531-5B9D1BEE58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" name="Freeform 1516">
                <a:extLst>
                  <a:ext uri="{FF2B5EF4-FFF2-40B4-BE49-F238E27FC236}">
                    <a16:creationId xmlns:a16="http://schemas.microsoft.com/office/drawing/2014/main" id="{465DACD2-CE01-6961-3D6E-EAB7C24FBC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0" name="Freeform 1517">
                <a:extLst>
                  <a:ext uri="{FF2B5EF4-FFF2-40B4-BE49-F238E27FC236}">
                    <a16:creationId xmlns:a16="http://schemas.microsoft.com/office/drawing/2014/main" id="{22390F26-649F-FBE2-7D2C-76AC698037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1" name="Oval 1518">
                <a:extLst>
                  <a:ext uri="{FF2B5EF4-FFF2-40B4-BE49-F238E27FC236}">
                    <a16:creationId xmlns:a16="http://schemas.microsoft.com/office/drawing/2014/main" id="{495DD36B-8378-1EE7-AB4C-8CA603BFC5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5" name="Group 1519">
              <a:extLst>
                <a:ext uri="{FF2B5EF4-FFF2-40B4-BE49-F238E27FC236}">
                  <a16:creationId xmlns:a16="http://schemas.microsoft.com/office/drawing/2014/main" id="{3D6FD40C-8CF8-FA9C-AD13-1ED8DC096A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236048" y="2005877"/>
              <a:ext cx="166756" cy="534619"/>
              <a:chOff x="533" y="1248"/>
              <a:chExt cx="175" cy="403"/>
            </a:xfrm>
          </p:grpSpPr>
          <p:sp>
            <p:nvSpPr>
              <p:cNvPr id="1970" name="Oval 1520">
                <a:extLst>
                  <a:ext uri="{FF2B5EF4-FFF2-40B4-BE49-F238E27FC236}">
                    <a16:creationId xmlns:a16="http://schemas.microsoft.com/office/drawing/2014/main" id="{FE87E1E8-E1BC-1EA5-7471-AB546BD76A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1" name="Oval 1521">
                <a:extLst>
                  <a:ext uri="{FF2B5EF4-FFF2-40B4-BE49-F238E27FC236}">
                    <a16:creationId xmlns:a16="http://schemas.microsoft.com/office/drawing/2014/main" id="{C8932A59-B00E-4D9A-AF4D-526D5E76A6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2" name="Freeform 1522">
                <a:extLst>
                  <a:ext uri="{FF2B5EF4-FFF2-40B4-BE49-F238E27FC236}">
                    <a16:creationId xmlns:a16="http://schemas.microsoft.com/office/drawing/2014/main" id="{89E6B1AC-1ECA-1E6B-E7FC-716B898BBE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3" name="Freeform 1523">
                <a:extLst>
                  <a:ext uri="{FF2B5EF4-FFF2-40B4-BE49-F238E27FC236}">
                    <a16:creationId xmlns:a16="http://schemas.microsoft.com/office/drawing/2014/main" id="{1B9F9BBB-71B8-6A63-37CF-35E8B7CA1B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4" name="Freeform 1524">
                <a:extLst>
                  <a:ext uri="{FF2B5EF4-FFF2-40B4-BE49-F238E27FC236}">
                    <a16:creationId xmlns:a16="http://schemas.microsoft.com/office/drawing/2014/main" id="{7BF15655-64B1-00D2-36C2-26B4D4C5F7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5" name="Oval 1525">
                <a:extLst>
                  <a:ext uri="{FF2B5EF4-FFF2-40B4-BE49-F238E27FC236}">
                    <a16:creationId xmlns:a16="http://schemas.microsoft.com/office/drawing/2014/main" id="{F43F61AC-9A69-B269-FEEA-6C7315F9C9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6" name="Group 1526">
              <a:extLst>
                <a:ext uri="{FF2B5EF4-FFF2-40B4-BE49-F238E27FC236}">
                  <a16:creationId xmlns:a16="http://schemas.microsoft.com/office/drawing/2014/main" id="{F20E5551-E605-5B4E-C50D-8E216D1E5E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402804" y="1397005"/>
              <a:ext cx="166756" cy="534619"/>
              <a:chOff x="533" y="1248"/>
              <a:chExt cx="175" cy="403"/>
            </a:xfrm>
          </p:grpSpPr>
          <p:sp>
            <p:nvSpPr>
              <p:cNvPr id="1964" name="Oval 1527">
                <a:extLst>
                  <a:ext uri="{FF2B5EF4-FFF2-40B4-BE49-F238E27FC236}">
                    <a16:creationId xmlns:a16="http://schemas.microsoft.com/office/drawing/2014/main" id="{A3B7919C-EB30-BAAF-0999-EAC495C7AA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5" name="Oval 1528">
                <a:extLst>
                  <a:ext uri="{FF2B5EF4-FFF2-40B4-BE49-F238E27FC236}">
                    <a16:creationId xmlns:a16="http://schemas.microsoft.com/office/drawing/2014/main" id="{00B13D50-6B18-4995-55E0-A56FA0EC31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6" name="Freeform 1529">
                <a:extLst>
                  <a:ext uri="{FF2B5EF4-FFF2-40B4-BE49-F238E27FC236}">
                    <a16:creationId xmlns:a16="http://schemas.microsoft.com/office/drawing/2014/main" id="{29DB74EB-5EF8-ADE7-DBD2-7ABAB8F42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7" name="Freeform 1530">
                <a:extLst>
                  <a:ext uri="{FF2B5EF4-FFF2-40B4-BE49-F238E27FC236}">
                    <a16:creationId xmlns:a16="http://schemas.microsoft.com/office/drawing/2014/main" id="{7F3E3D67-97F9-3EFF-D0F1-51E6F77AD3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" name="Freeform 1531">
                <a:extLst>
                  <a:ext uri="{FF2B5EF4-FFF2-40B4-BE49-F238E27FC236}">
                    <a16:creationId xmlns:a16="http://schemas.microsoft.com/office/drawing/2014/main" id="{57A7F009-E172-0EBB-6DE6-F0B7A6171E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" name="Oval 1532">
                <a:extLst>
                  <a:ext uri="{FF2B5EF4-FFF2-40B4-BE49-F238E27FC236}">
                    <a16:creationId xmlns:a16="http://schemas.microsoft.com/office/drawing/2014/main" id="{8423FDB8-A34B-F927-2656-958F0E8B39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7" name="Group 1533">
              <a:extLst>
                <a:ext uri="{FF2B5EF4-FFF2-40B4-BE49-F238E27FC236}">
                  <a16:creationId xmlns:a16="http://schemas.microsoft.com/office/drawing/2014/main" id="{E3CFA000-C93E-FD35-E0A1-599A185344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408183" y="2005877"/>
              <a:ext cx="166756" cy="534619"/>
              <a:chOff x="533" y="1248"/>
              <a:chExt cx="175" cy="403"/>
            </a:xfrm>
          </p:grpSpPr>
          <p:sp>
            <p:nvSpPr>
              <p:cNvPr id="1958" name="Oval 1534">
                <a:extLst>
                  <a:ext uri="{FF2B5EF4-FFF2-40B4-BE49-F238E27FC236}">
                    <a16:creationId xmlns:a16="http://schemas.microsoft.com/office/drawing/2014/main" id="{E055893B-BFAE-0468-36AA-3F24F08AEA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59" name="Oval 1535">
                <a:extLst>
                  <a:ext uri="{FF2B5EF4-FFF2-40B4-BE49-F238E27FC236}">
                    <a16:creationId xmlns:a16="http://schemas.microsoft.com/office/drawing/2014/main" id="{DAF7C29F-155F-7A66-4D56-0B53BE3E7E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0" name="Freeform 1536">
                <a:extLst>
                  <a:ext uri="{FF2B5EF4-FFF2-40B4-BE49-F238E27FC236}">
                    <a16:creationId xmlns:a16="http://schemas.microsoft.com/office/drawing/2014/main" id="{6BFDFDAE-AEC0-3524-5933-8E5DB914FA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1" name="Freeform 1537">
                <a:extLst>
                  <a:ext uri="{FF2B5EF4-FFF2-40B4-BE49-F238E27FC236}">
                    <a16:creationId xmlns:a16="http://schemas.microsoft.com/office/drawing/2014/main" id="{BBC65EBE-A518-7DDB-C1E2-E4F4F166C5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2" name="Freeform 1538">
                <a:extLst>
                  <a:ext uri="{FF2B5EF4-FFF2-40B4-BE49-F238E27FC236}">
                    <a16:creationId xmlns:a16="http://schemas.microsoft.com/office/drawing/2014/main" id="{DD4C88A7-FB40-F61A-FABB-860CCD8C4B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3" name="Oval 1539">
                <a:extLst>
                  <a:ext uri="{FF2B5EF4-FFF2-40B4-BE49-F238E27FC236}">
                    <a16:creationId xmlns:a16="http://schemas.microsoft.com/office/drawing/2014/main" id="{80B25BB9-214D-D099-EEBD-ACA16AEDA9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541" name="Group 1385">
            <a:extLst>
              <a:ext uri="{FF2B5EF4-FFF2-40B4-BE49-F238E27FC236}">
                <a16:creationId xmlns:a16="http://schemas.microsoft.com/office/drawing/2014/main" id="{47DFCD22-32DF-17E6-AB11-C96E23C02D5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15264" y="2875977"/>
            <a:ext cx="2818712" cy="1452616"/>
            <a:chOff x="446" y="1196"/>
            <a:chExt cx="1048" cy="312"/>
          </a:xfrm>
        </p:grpSpPr>
        <p:grpSp>
          <p:nvGrpSpPr>
            <p:cNvPr id="2542" name="Group 1386">
              <a:extLst>
                <a:ext uri="{FF2B5EF4-FFF2-40B4-BE49-F238E27FC236}">
                  <a16:creationId xmlns:a16="http://schemas.microsoft.com/office/drawing/2014/main" id="{A13FC720-C16A-C876-02E5-50C1824E1D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760" name="Oval 1387">
                <a:extLst>
                  <a:ext uri="{FF2B5EF4-FFF2-40B4-BE49-F238E27FC236}">
                    <a16:creationId xmlns:a16="http://schemas.microsoft.com/office/drawing/2014/main" id="{A47F0C26-3638-B1FE-6A28-5C96C25FBA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1" name="Oval 1388">
                <a:extLst>
                  <a:ext uri="{FF2B5EF4-FFF2-40B4-BE49-F238E27FC236}">
                    <a16:creationId xmlns:a16="http://schemas.microsoft.com/office/drawing/2014/main" id="{71962774-B728-7EC4-52FC-C2860F0C6F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2" name="Freeform 1389">
                <a:extLst>
                  <a:ext uri="{FF2B5EF4-FFF2-40B4-BE49-F238E27FC236}">
                    <a16:creationId xmlns:a16="http://schemas.microsoft.com/office/drawing/2014/main" id="{1290B656-D9FC-3A12-B33C-6914072D4D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3" name="Freeform 1390">
                <a:extLst>
                  <a:ext uri="{FF2B5EF4-FFF2-40B4-BE49-F238E27FC236}">
                    <a16:creationId xmlns:a16="http://schemas.microsoft.com/office/drawing/2014/main" id="{2088C80E-85DE-ACCB-6A3D-C821333B0D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4" name="Freeform 1391">
                <a:extLst>
                  <a:ext uri="{FF2B5EF4-FFF2-40B4-BE49-F238E27FC236}">
                    <a16:creationId xmlns:a16="http://schemas.microsoft.com/office/drawing/2014/main" id="{AF5378E4-1E28-A07F-3B64-9820C312AB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5" name="Oval 1392">
                <a:extLst>
                  <a:ext uri="{FF2B5EF4-FFF2-40B4-BE49-F238E27FC236}">
                    <a16:creationId xmlns:a16="http://schemas.microsoft.com/office/drawing/2014/main" id="{7079FF0A-3239-05DC-9AAC-BB608BC049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3" name="Group 1393">
              <a:extLst>
                <a:ext uri="{FF2B5EF4-FFF2-40B4-BE49-F238E27FC236}">
                  <a16:creationId xmlns:a16="http://schemas.microsoft.com/office/drawing/2014/main" id="{BAC7B456-436B-555D-C1B0-F9A75AC84C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754" name="Oval 1394">
                <a:extLst>
                  <a:ext uri="{FF2B5EF4-FFF2-40B4-BE49-F238E27FC236}">
                    <a16:creationId xmlns:a16="http://schemas.microsoft.com/office/drawing/2014/main" id="{EF0A6DB8-3DEB-9F48-8B41-A7B6EB7819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5" name="Oval 1395">
                <a:extLst>
                  <a:ext uri="{FF2B5EF4-FFF2-40B4-BE49-F238E27FC236}">
                    <a16:creationId xmlns:a16="http://schemas.microsoft.com/office/drawing/2014/main" id="{60E4C906-5DF0-337A-13A1-B5E17B464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6" name="Freeform 1396">
                <a:extLst>
                  <a:ext uri="{FF2B5EF4-FFF2-40B4-BE49-F238E27FC236}">
                    <a16:creationId xmlns:a16="http://schemas.microsoft.com/office/drawing/2014/main" id="{C41C1BA9-2DC9-EECA-789B-EAC0E021B0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7" name="Freeform 1397">
                <a:extLst>
                  <a:ext uri="{FF2B5EF4-FFF2-40B4-BE49-F238E27FC236}">
                    <a16:creationId xmlns:a16="http://schemas.microsoft.com/office/drawing/2014/main" id="{EEFB2793-0BB7-78CA-A176-D1400C7CCE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8" name="Freeform 1398">
                <a:extLst>
                  <a:ext uri="{FF2B5EF4-FFF2-40B4-BE49-F238E27FC236}">
                    <a16:creationId xmlns:a16="http://schemas.microsoft.com/office/drawing/2014/main" id="{5260CEA4-4FA6-A6D0-052F-BDA8FF3DE3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9" name="Oval 1399">
                <a:extLst>
                  <a:ext uri="{FF2B5EF4-FFF2-40B4-BE49-F238E27FC236}">
                    <a16:creationId xmlns:a16="http://schemas.microsoft.com/office/drawing/2014/main" id="{7E55266F-96F2-7DDD-911C-5254E11D13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4" name="Group 1400">
              <a:extLst>
                <a:ext uri="{FF2B5EF4-FFF2-40B4-BE49-F238E27FC236}">
                  <a16:creationId xmlns:a16="http://schemas.microsoft.com/office/drawing/2014/main" id="{12ACB9A2-0217-C2CC-A8A9-6BA7E41C6F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748" name="Oval 1401">
                <a:extLst>
                  <a:ext uri="{FF2B5EF4-FFF2-40B4-BE49-F238E27FC236}">
                    <a16:creationId xmlns:a16="http://schemas.microsoft.com/office/drawing/2014/main" id="{D45608EB-453F-0681-2DE6-5B2777D5DF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9" name="Oval 1402">
                <a:extLst>
                  <a:ext uri="{FF2B5EF4-FFF2-40B4-BE49-F238E27FC236}">
                    <a16:creationId xmlns:a16="http://schemas.microsoft.com/office/drawing/2014/main" id="{CA2ED5FA-3E47-491D-5EC5-8AF935D1A0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0" name="Freeform 1403">
                <a:extLst>
                  <a:ext uri="{FF2B5EF4-FFF2-40B4-BE49-F238E27FC236}">
                    <a16:creationId xmlns:a16="http://schemas.microsoft.com/office/drawing/2014/main" id="{5DAC58AC-7835-E65B-301A-34F57E229C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1" name="Freeform 1404">
                <a:extLst>
                  <a:ext uri="{FF2B5EF4-FFF2-40B4-BE49-F238E27FC236}">
                    <a16:creationId xmlns:a16="http://schemas.microsoft.com/office/drawing/2014/main" id="{EABCE53E-58DD-87A1-2B7F-F3112464D7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2" name="Freeform 1405">
                <a:extLst>
                  <a:ext uri="{FF2B5EF4-FFF2-40B4-BE49-F238E27FC236}">
                    <a16:creationId xmlns:a16="http://schemas.microsoft.com/office/drawing/2014/main" id="{9A373BF6-A96F-2392-E087-8618D2B32C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3" name="Oval 1406">
                <a:extLst>
                  <a:ext uri="{FF2B5EF4-FFF2-40B4-BE49-F238E27FC236}">
                    <a16:creationId xmlns:a16="http://schemas.microsoft.com/office/drawing/2014/main" id="{9AE3BB21-AA14-9BD7-9042-AE5610888B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5" name="Group 1407">
              <a:extLst>
                <a:ext uri="{FF2B5EF4-FFF2-40B4-BE49-F238E27FC236}">
                  <a16:creationId xmlns:a16="http://schemas.microsoft.com/office/drawing/2014/main" id="{0C06D207-5F37-993F-CA12-2687A9AF42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742" name="Oval 1408">
                <a:extLst>
                  <a:ext uri="{FF2B5EF4-FFF2-40B4-BE49-F238E27FC236}">
                    <a16:creationId xmlns:a16="http://schemas.microsoft.com/office/drawing/2014/main" id="{07136A6F-F87A-A1F4-C0B6-23CAE573F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3" name="Oval 1409">
                <a:extLst>
                  <a:ext uri="{FF2B5EF4-FFF2-40B4-BE49-F238E27FC236}">
                    <a16:creationId xmlns:a16="http://schemas.microsoft.com/office/drawing/2014/main" id="{F068F438-F7C8-AA7B-47CE-23C08E47C5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4" name="Freeform 1410">
                <a:extLst>
                  <a:ext uri="{FF2B5EF4-FFF2-40B4-BE49-F238E27FC236}">
                    <a16:creationId xmlns:a16="http://schemas.microsoft.com/office/drawing/2014/main" id="{E9EF99B9-D5C3-18B4-1D42-4D92D00D95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5" name="Freeform 1411">
                <a:extLst>
                  <a:ext uri="{FF2B5EF4-FFF2-40B4-BE49-F238E27FC236}">
                    <a16:creationId xmlns:a16="http://schemas.microsoft.com/office/drawing/2014/main" id="{5BA1DFB9-6C93-76B0-F781-0F0C672390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6" name="Freeform 1412">
                <a:extLst>
                  <a:ext uri="{FF2B5EF4-FFF2-40B4-BE49-F238E27FC236}">
                    <a16:creationId xmlns:a16="http://schemas.microsoft.com/office/drawing/2014/main" id="{00835C89-115C-0C2A-D9C7-C3CD00231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7" name="Oval 1413">
                <a:extLst>
                  <a:ext uri="{FF2B5EF4-FFF2-40B4-BE49-F238E27FC236}">
                    <a16:creationId xmlns:a16="http://schemas.microsoft.com/office/drawing/2014/main" id="{BC91F9B6-F7CE-6A76-CD13-5FF2137437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6" name="Group 1414">
              <a:extLst>
                <a:ext uri="{FF2B5EF4-FFF2-40B4-BE49-F238E27FC236}">
                  <a16:creationId xmlns:a16="http://schemas.microsoft.com/office/drawing/2014/main" id="{4C11E787-49A9-5075-F4AB-DDBCA383FA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736" name="Oval 1415">
                <a:extLst>
                  <a:ext uri="{FF2B5EF4-FFF2-40B4-BE49-F238E27FC236}">
                    <a16:creationId xmlns:a16="http://schemas.microsoft.com/office/drawing/2014/main" id="{F20A1111-0D10-6DE6-4FBE-6E38F1FF65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7" name="Oval 1416">
                <a:extLst>
                  <a:ext uri="{FF2B5EF4-FFF2-40B4-BE49-F238E27FC236}">
                    <a16:creationId xmlns:a16="http://schemas.microsoft.com/office/drawing/2014/main" id="{6379EF27-180C-79F8-60CE-E7964761FA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8" name="Freeform 1417">
                <a:extLst>
                  <a:ext uri="{FF2B5EF4-FFF2-40B4-BE49-F238E27FC236}">
                    <a16:creationId xmlns:a16="http://schemas.microsoft.com/office/drawing/2014/main" id="{7ED22BA2-5601-E3F6-07EE-80C1A1BE96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9" name="Freeform 1418">
                <a:extLst>
                  <a:ext uri="{FF2B5EF4-FFF2-40B4-BE49-F238E27FC236}">
                    <a16:creationId xmlns:a16="http://schemas.microsoft.com/office/drawing/2014/main" id="{7C296E76-BE33-630A-4134-ACB22A196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0" name="Freeform 1419">
                <a:extLst>
                  <a:ext uri="{FF2B5EF4-FFF2-40B4-BE49-F238E27FC236}">
                    <a16:creationId xmlns:a16="http://schemas.microsoft.com/office/drawing/2014/main" id="{51C13D15-5300-AC2F-76DD-B8104D8C85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1" name="Oval 1420">
                <a:extLst>
                  <a:ext uri="{FF2B5EF4-FFF2-40B4-BE49-F238E27FC236}">
                    <a16:creationId xmlns:a16="http://schemas.microsoft.com/office/drawing/2014/main" id="{B37B7335-50EF-44D5-5414-A58EB4A100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7" name="Group 1421">
              <a:extLst>
                <a:ext uri="{FF2B5EF4-FFF2-40B4-BE49-F238E27FC236}">
                  <a16:creationId xmlns:a16="http://schemas.microsoft.com/office/drawing/2014/main" id="{7D287A9A-3B37-8DD9-E057-0854A2717F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730" name="Oval 1422">
                <a:extLst>
                  <a:ext uri="{FF2B5EF4-FFF2-40B4-BE49-F238E27FC236}">
                    <a16:creationId xmlns:a16="http://schemas.microsoft.com/office/drawing/2014/main" id="{94F81E90-AA6D-3D41-D542-563B8BA6F7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1" name="Oval 1423">
                <a:extLst>
                  <a:ext uri="{FF2B5EF4-FFF2-40B4-BE49-F238E27FC236}">
                    <a16:creationId xmlns:a16="http://schemas.microsoft.com/office/drawing/2014/main" id="{58EDE9D4-F954-64B9-024B-859F76395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2" name="Freeform 1424">
                <a:extLst>
                  <a:ext uri="{FF2B5EF4-FFF2-40B4-BE49-F238E27FC236}">
                    <a16:creationId xmlns:a16="http://schemas.microsoft.com/office/drawing/2014/main" id="{37041EE5-13CC-DEAA-097F-0BFEB0F531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3" name="Freeform 1425">
                <a:extLst>
                  <a:ext uri="{FF2B5EF4-FFF2-40B4-BE49-F238E27FC236}">
                    <a16:creationId xmlns:a16="http://schemas.microsoft.com/office/drawing/2014/main" id="{840D3741-B6ED-CAAD-3383-BB2CA6DBB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4" name="Freeform 1426">
                <a:extLst>
                  <a:ext uri="{FF2B5EF4-FFF2-40B4-BE49-F238E27FC236}">
                    <a16:creationId xmlns:a16="http://schemas.microsoft.com/office/drawing/2014/main" id="{AB552024-2A7F-0ABB-1C99-1073FA1190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5" name="Oval 1427">
                <a:extLst>
                  <a:ext uri="{FF2B5EF4-FFF2-40B4-BE49-F238E27FC236}">
                    <a16:creationId xmlns:a16="http://schemas.microsoft.com/office/drawing/2014/main" id="{B91C772F-CD21-DA00-C5B1-E26126CED3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8" name="Group 1428">
              <a:extLst>
                <a:ext uri="{FF2B5EF4-FFF2-40B4-BE49-F238E27FC236}">
                  <a16:creationId xmlns:a16="http://schemas.microsoft.com/office/drawing/2014/main" id="{D1C18F90-46AC-DD0B-9117-631DF69525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724" name="Oval 1429">
                <a:extLst>
                  <a:ext uri="{FF2B5EF4-FFF2-40B4-BE49-F238E27FC236}">
                    <a16:creationId xmlns:a16="http://schemas.microsoft.com/office/drawing/2014/main" id="{F422BD75-2F72-F13C-DCB9-23574B82A6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5" name="Oval 1430">
                <a:extLst>
                  <a:ext uri="{FF2B5EF4-FFF2-40B4-BE49-F238E27FC236}">
                    <a16:creationId xmlns:a16="http://schemas.microsoft.com/office/drawing/2014/main" id="{8DCFC320-48AE-7926-9738-8364269B06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6" name="Freeform 1431">
                <a:extLst>
                  <a:ext uri="{FF2B5EF4-FFF2-40B4-BE49-F238E27FC236}">
                    <a16:creationId xmlns:a16="http://schemas.microsoft.com/office/drawing/2014/main" id="{54C72E4F-6BB1-8FDD-78F7-06EF2FDE67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7" name="Freeform 1432">
                <a:extLst>
                  <a:ext uri="{FF2B5EF4-FFF2-40B4-BE49-F238E27FC236}">
                    <a16:creationId xmlns:a16="http://schemas.microsoft.com/office/drawing/2014/main" id="{5F2AFC29-2361-BC1A-FC8A-A9426EF6AA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8" name="Freeform 1433">
                <a:extLst>
                  <a:ext uri="{FF2B5EF4-FFF2-40B4-BE49-F238E27FC236}">
                    <a16:creationId xmlns:a16="http://schemas.microsoft.com/office/drawing/2014/main" id="{B3232EF7-3D22-FA10-6F85-9E63C48B73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9" name="Oval 1434">
                <a:extLst>
                  <a:ext uri="{FF2B5EF4-FFF2-40B4-BE49-F238E27FC236}">
                    <a16:creationId xmlns:a16="http://schemas.microsoft.com/office/drawing/2014/main" id="{378D0B70-44A1-AE44-BC93-CFA8C97F51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9" name="Group 1435">
              <a:extLst>
                <a:ext uri="{FF2B5EF4-FFF2-40B4-BE49-F238E27FC236}">
                  <a16:creationId xmlns:a16="http://schemas.microsoft.com/office/drawing/2014/main" id="{86FA826C-5103-9FFD-6602-BFB46F8A6C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718" name="Oval 1436">
                <a:extLst>
                  <a:ext uri="{FF2B5EF4-FFF2-40B4-BE49-F238E27FC236}">
                    <a16:creationId xmlns:a16="http://schemas.microsoft.com/office/drawing/2014/main" id="{CB3FF698-9F76-6FAC-6DB4-F3113BDF2C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9" name="Oval 1437">
                <a:extLst>
                  <a:ext uri="{FF2B5EF4-FFF2-40B4-BE49-F238E27FC236}">
                    <a16:creationId xmlns:a16="http://schemas.microsoft.com/office/drawing/2014/main" id="{E096EFEA-BA90-D1E2-3192-5F1CE3DC72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0" name="Freeform 1438">
                <a:extLst>
                  <a:ext uri="{FF2B5EF4-FFF2-40B4-BE49-F238E27FC236}">
                    <a16:creationId xmlns:a16="http://schemas.microsoft.com/office/drawing/2014/main" id="{BEAE33FB-B645-78DF-9598-53DFAD5D76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1" name="Freeform 1439">
                <a:extLst>
                  <a:ext uri="{FF2B5EF4-FFF2-40B4-BE49-F238E27FC236}">
                    <a16:creationId xmlns:a16="http://schemas.microsoft.com/office/drawing/2014/main" id="{BFCF8256-48C2-F374-4210-C427BFDA45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2" name="Freeform 1440">
                <a:extLst>
                  <a:ext uri="{FF2B5EF4-FFF2-40B4-BE49-F238E27FC236}">
                    <a16:creationId xmlns:a16="http://schemas.microsoft.com/office/drawing/2014/main" id="{6B9EAC89-89BC-581B-ABC1-E10BA8F60F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3" name="Oval 1441">
                <a:extLst>
                  <a:ext uri="{FF2B5EF4-FFF2-40B4-BE49-F238E27FC236}">
                    <a16:creationId xmlns:a16="http://schemas.microsoft.com/office/drawing/2014/main" id="{E46B6861-09BC-B2B6-DF75-28752CCBF7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0" name="Group 1442">
              <a:extLst>
                <a:ext uri="{FF2B5EF4-FFF2-40B4-BE49-F238E27FC236}">
                  <a16:creationId xmlns:a16="http://schemas.microsoft.com/office/drawing/2014/main" id="{5C7C4E37-9518-E0CB-5AF4-E166E14C07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712" name="Oval 1443">
                <a:extLst>
                  <a:ext uri="{FF2B5EF4-FFF2-40B4-BE49-F238E27FC236}">
                    <a16:creationId xmlns:a16="http://schemas.microsoft.com/office/drawing/2014/main" id="{5BD91414-163F-8486-154B-A1E5926DF4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3" name="Oval 1444">
                <a:extLst>
                  <a:ext uri="{FF2B5EF4-FFF2-40B4-BE49-F238E27FC236}">
                    <a16:creationId xmlns:a16="http://schemas.microsoft.com/office/drawing/2014/main" id="{BFD0D4F0-265D-5022-FF8A-79B841AE17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4" name="Freeform 1445">
                <a:extLst>
                  <a:ext uri="{FF2B5EF4-FFF2-40B4-BE49-F238E27FC236}">
                    <a16:creationId xmlns:a16="http://schemas.microsoft.com/office/drawing/2014/main" id="{EFE2FF97-6F83-99AA-9E2D-13004DE7E1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5" name="Freeform 1446">
                <a:extLst>
                  <a:ext uri="{FF2B5EF4-FFF2-40B4-BE49-F238E27FC236}">
                    <a16:creationId xmlns:a16="http://schemas.microsoft.com/office/drawing/2014/main" id="{C6397F62-532F-2C0A-7B23-86DA44AF34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6" name="Freeform 1447">
                <a:extLst>
                  <a:ext uri="{FF2B5EF4-FFF2-40B4-BE49-F238E27FC236}">
                    <a16:creationId xmlns:a16="http://schemas.microsoft.com/office/drawing/2014/main" id="{840B4872-ACC8-DB6F-1FF6-75758C806D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7" name="Oval 1448">
                <a:extLst>
                  <a:ext uri="{FF2B5EF4-FFF2-40B4-BE49-F238E27FC236}">
                    <a16:creationId xmlns:a16="http://schemas.microsoft.com/office/drawing/2014/main" id="{FF477A64-450F-5A32-DEE4-43B793BEF3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1" name="Group 1449">
              <a:extLst>
                <a:ext uri="{FF2B5EF4-FFF2-40B4-BE49-F238E27FC236}">
                  <a16:creationId xmlns:a16="http://schemas.microsoft.com/office/drawing/2014/main" id="{79E19B9C-F392-5329-EB3B-5EA92E50F6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706" name="Oval 1450">
                <a:extLst>
                  <a:ext uri="{FF2B5EF4-FFF2-40B4-BE49-F238E27FC236}">
                    <a16:creationId xmlns:a16="http://schemas.microsoft.com/office/drawing/2014/main" id="{D2D6A432-8E27-17BC-2F03-952FFA9740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7" name="Oval 1451">
                <a:extLst>
                  <a:ext uri="{FF2B5EF4-FFF2-40B4-BE49-F238E27FC236}">
                    <a16:creationId xmlns:a16="http://schemas.microsoft.com/office/drawing/2014/main" id="{94A381C3-3221-7EA7-91B6-4E947EA9D2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8" name="Freeform 1452">
                <a:extLst>
                  <a:ext uri="{FF2B5EF4-FFF2-40B4-BE49-F238E27FC236}">
                    <a16:creationId xmlns:a16="http://schemas.microsoft.com/office/drawing/2014/main" id="{646B52B9-5912-B54B-6167-46FF7806D4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" name="Freeform 1453">
                <a:extLst>
                  <a:ext uri="{FF2B5EF4-FFF2-40B4-BE49-F238E27FC236}">
                    <a16:creationId xmlns:a16="http://schemas.microsoft.com/office/drawing/2014/main" id="{5F81C21C-5BF1-DB2E-64DC-3F376D2A9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0" name="Freeform 1454">
                <a:extLst>
                  <a:ext uri="{FF2B5EF4-FFF2-40B4-BE49-F238E27FC236}">
                    <a16:creationId xmlns:a16="http://schemas.microsoft.com/office/drawing/2014/main" id="{32769ABD-876A-2C12-91C8-D4CD1428AB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1" name="Oval 1455">
                <a:extLst>
                  <a:ext uri="{FF2B5EF4-FFF2-40B4-BE49-F238E27FC236}">
                    <a16:creationId xmlns:a16="http://schemas.microsoft.com/office/drawing/2014/main" id="{807EA25D-F8B6-F08A-D203-083E519398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2" name="Group 1456">
              <a:extLst>
                <a:ext uri="{FF2B5EF4-FFF2-40B4-BE49-F238E27FC236}">
                  <a16:creationId xmlns:a16="http://schemas.microsoft.com/office/drawing/2014/main" id="{A76263FA-2006-94AA-A858-9B836F2A55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700" name="Oval 1457">
                <a:extLst>
                  <a:ext uri="{FF2B5EF4-FFF2-40B4-BE49-F238E27FC236}">
                    <a16:creationId xmlns:a16="http://schemas.microsoft.com/office/drawing/2014/main" id="{CFC919FF-B2EE-EAF1-F9D5-6D9280ED5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1" name="Oval 1458">
                <a:extLst>
                  <a:ext uri="{FF2B5EF4-FFF2-40B4-BE49-F238E27FC236}">
                    <a16:creationId xmlns:a16="http://schemas.microsoft.com/office/drawing/2014/main" id="{44C3ABD0-3CBD-8780-54B1-72F45CDB7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2" name="Freeform 1459">
                <a:extLst>
                  <a:ext uri="{FF2B5EF4-FFF2-40B4-BE49-F238E27FC236}">
                    <a16:creationId xmlns:a16="http://schemas.microsoft.com/office/drawing/2014/main" id="{49928C1E-28FE-D882-F2AC-E02055D20C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" name="Freeform 1460">
                <a:extLst>
                  <a:ext uri="{FF2B5EF4-FFF2-40B4-BE49-F238E27FC236}">
                    <a16:creationId xmlns:a16="http://schemas.microsoft.com/office/drawing/2014/main" id="{7CB9F3C3-F1B5-AFD3-2AF9-5930424D0C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" name="Freeform 1461">
                <a:extLst>
                  <a:ext uri="{FF2B5EF4-FFF2-40B4-BE49-F238E27FC236}">
                    <a16:creationId xmlns:a16="http://schemas.microsoft.com/office/drawing/2014/main" id="{D4CA09B4-F2A0-A5E1-AA94-95A53CAF2E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" name="Oval 1462">
                <a:extLst>
                  <a:ext uri="{FF2B5EF4-FFF2-40B4-BE49-F238E27FC236}">
                    <a16:creationId xmlns:a16="http://schemas.microsoft.com/office/drawing/2014/main" id="{9D1BDBC5-0B57-627B-2D5B-3D6EC04DCE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3" name="Group 1463">
              <a:extLst>
                <a:ext uri="{FF2B5EF4-FFF2-40B4-BE49-F238E27FC236}">
                  <a16:creationId xmlns:a16="http://schemas.microsoft.com/office/drawing/2014/main" id="{D6585465-913B-F532-10A5-525800B0BA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694" name="Oval 1464">
                <a:extLst>
                  <a:ext uri="{FF2B5EF4-FFF2-40B4-BE49-F238E27FC236}">
                    <a16:creationId xmlns:a16="http://schemas.microsoft.com/office/drawing/2014/main" id="{ED01C35C-7A6F-17BD-F511-AC756399D1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5" name="Oval 1465">
                <a:extLst>
                  <a:ext uri="{FF2B5EF4-FFF2-40B4-BE49-F238E27FC236}">
                    <a16:creationId xmlns:a16="http://schemas.microsoft.com/office/drawing/2014/main" id="{57503F1F-B15A-CA3A-4F8E-AC2424F48B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6" name="Freeform 1466">
                <a:extLst>
                  <a:ext uri="{FF2B5EF4-FFF2-40B4-BE49-F238E27FC236}">
                    <a16:creationId xmlns:a16="http://schemas.microsoft.com/office/drawing/2014/main" id="{E34C272F-D80D-2CCA-FA0B-BA26E4B45B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" name="Freeform 1467">
                <a:extLst>
                  <a:ext uri="{FF2B5EF4-FFF2-40B4-BE49-F238E27FC236}">
                    <a16:creationId xmlns:a16="http://schemas.microsoft.com/office/drawing/2014/main" id="{FC55ACEB-94EA-BB65-3E5D-AA5A8AF924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" name="Freeform 1468">
                <a:extLst>
                  <a:ext uri="{FF2B5EF4-FFF2-40B4-BE49-F238E27FC236}">
                    <a16:creationId xmlns:a16="http://schemas.microsoft.com/office/drawing/2014/main" id="{06197F98-ED67-13EA-513A-2377E1DFBC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" name="Oval 1469">
                <a:extLst>
                  <a:ext uri="{FF2B5EF4-FFF2-40B4-BE49-F238E27FC236}">
                    <a16:creationId xmlns:a16="http://schemas.microsoft.com/office/drawing/2014/main" id="{8EC3064A-96A5-A150-694C-E0964FFF17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4" name="Group 1470">
              <a:extLst>
                <a:ext uri="{FF2B5EF4-FFF2-40B4-BE49-F238E27FC236}">
                  <a16:creationId xmlns:a16="http://schemas.microsoft.com/office/drawing/2014/main" id="{D0B0FFF1-CE46-6321-DE4A-42A1497083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688" name="Oval 1471">
                <a:extLst>
                  <a:ext uri="{FF2B5EF4-FFF2-40B4-BE49-F238E27FC236}">
                    <a16:creationId xmlns:a16="http://schemas.microsoft.com/office/drawing/2014/main" id="{A34C4637-68C8-3BAC-69C3-4EB5C17DF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9" name="Oval 1472">
                <a:extLst>
                  <a:ext uri="{FF2B5EF4-FFF2-40B4-BE49-F238E27FC236}">
                    <a16:creationId xmlns:a16="http://schemas.microsoft.com/office/drawing/2014/main" id="{007027A3-1E51-D105-7014-E0ABDF4F5A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0" name="Freeform 1473">
                <a:extLst>
                  <a:ext uri="{FF2B5EF4-FFF2-40B4-BE49-F238E27FC236}">
                    <a16:creationId xmlns:a16="http://schemas.microsoft.com/office/drawing/2014/main" id="{91FC17AA-A18E-10FE-A9EF-6F0CB2293D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" name="Freeform 1474">
                <a:extLst>
                  <a:ext uri="{FF2B5EF4-FFF2-40B4-BE49-F238E27FC236}">
                    <a16:creationId xmlns:a16="http://schemas.microsoft.com/office/drawing/2014/main" id="{DE892D04-F482-882B-DAF2-CBCD8657FE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" name="Freeform 1475">
                <a:extLst>
                  <a:ext uri="{FF2B5EF4-FFF2-40B4-BE49-F238E27FC236}">
                    <a16:creationId xmlns:a16="http://schemas.microsoft.com/office/drawing/2014/main" id="{95C5EC7E-D62F-ED35-9B22-32CEEDD1D2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" name="Oval 1476">
                <a:extLst>
                  <a:ext uri="{FF2B5EF4-FFF2-40B4-BE49-F238E27FC236}">
                    <a16:creationId xmlns:a16="http://schemas.microsoft.com/office/drawing/2014/main" id="{C8F3864E-A57C-4A29-8533-C487820E31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5" name="Group 1477">
              <a:extLst>
                <a:ext uri="{FF2B5EF4-FFF2-40B4-BE49-F238E27FC236}">
                  <a16:creationId xmlns:a16="http://schemas.microsoft.com/office/drawing/2014/main" id="{5B30D3A9-A364-4084-ECD0-C99D4AC15E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682" name="Oval 1478">
                <a:extLst>
                  <a:ext uri="{FF2B5EF4-FFF2-40B4-BE49-F238E27FC236}">
                    <a16:creationId xmlns:a16="http://schemas.microsoft.com/office/drawing/2014/main" id="{36EE17C9-6CBE-0EAA-2DB7-A6180EB03E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3" name="Oval 1479">
                <a:extLst>
                  <a:ext uri="{FF2B5EF4-FFF2-40B4-BE49-F238E27FC236}">
                    <a16:creationId xmlns:a16="http://schemas.microsoft.com/office/drawing/2014/main" id="{DAB5FFF8-6180-668A-2CA3-74D240C8AF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4" name="Freeform 1480">
                <a:extLst>
                  <a:ext uri="{FF2B5EF4-FFF2-40B4-BE49-F238E27FC236}">
                    <a16:creationId xmlns:a16="http://schemas.microsoft.com/office/drawing/2014/main" id="{4BAE3509-CD9F-0276-C0A8-0BB9CB47A5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5" name="Freeform 1481">
                <a:extLst>
                  <a:ext uri="{FF2B5EF4-FFF2-40B4-BE49-F238E27FC236}">
                    <a16:creationId xmlns:a16="http://schemas.microsoft.com/office/drawing/2014/main" id="{E7B7A41E-3177-8FA9-7F0A-B3493282C2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6" name="Freeform 1482">
                <a:extLst>
                  <a:ext uri="{FF2B5EF4-FFF2-40B4-BE49-F238E27FC236}">
                    <a16:creationId xmlns:a16="http://schemas.microsoft.com/office/drawing/2014/main" id="{60CF853B-44F6-3EF8-4333-ECBEDD8739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7" name="Oval 1483">
                <a:extLst>
                  <a:ext uri="{FF2B5EF4-FFF2-40B4-BE49-F238E27FC236}">
                    <a16:creationId xmlns:a16="http://schemas.microsoft.com/office/drawing/2014/main" id="{97CA74CF-F91D-3662-E4F8-D0F7E2D497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6" name="Group 1484">
              <a:extLst>
                <a:ext uri="{FF2B5EF4-FFF2-40B4-BE49-F238E27FC236}">
                  <a16:creationId xmlns:a16="http://schemas.microsoft.com/office/drawing/2014/main" id="{5C2418E2-02A3-5C3E-372F-FCC6559932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676" name="Oval 1485">
                <a:extLst>
                  <a:ext uri="{FF2B5EF4-FFF2-40B4-BE49-F238E27FC236}">
                    <a16:creationId xmlns:a16="http://schemas.microsoft.com/office/drawing/2014/main" id="{E4A0E6D9-DFD9-CBAC-D328-68C0924E01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7" name="Oval 1486">
                <a:extLst>
                  <a:ext uri="{FF2B5EF4-FFF2-40B4-BE49-F238E27FC236}">
                    <a16:creationId xmlns:a16="http://schemas.microsoft.com/office/drawing/2014/main" id="{5837A346-0CCF-A96D-0627-0B377C888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8" name="Freeform 1487">
                <a:extLst>
                  <a:ext uri="{FF2B5EF4-FFF2-40B4-BE49-F238E27FC236}">
                    <a16:creationId xmlns:a16="http://schemas.microsoft.com/office/drawing/2014/main" id="{E340EC76-2F82-7B2B-0FD5-846F346627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" name="Freeform 1488">
                <a:extLst>
                  <a:ext uri="{FF2B5EF4-FFF2-40B4-BE49-F238E27FC236}">
                    <a16:creationId xmlns:a16="http://schemas.microsoft.com/office/drawing/2014/main" id="{B3F84B50-218F-E1C0-0456-CABD17C9CF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" name="Freeform 1489">
                <a:extLst>
                  <a:ext uri="{FF2B5EF4-FFF2-40B4-BE49-F238E27FC236}">
                    <a16:creationId xmlns:a16="http://schemas.microsoft.com/office/drawing/2014/main" id="{719D707F-54BF-ED5B-A987-A8025972BA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" name="Oval 1490">
                <a:extLst>
                  <a:ext uri="{FF2B5EF4-FFF2-40B4-BE49-F238E27FC236}">
                    <a16:creationId xmlns:a16="http://schemas.microsoft.com/office/drawing/2014/main" id="{CADD1501-9E6B-58A5-E18A-FB93C59BD2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7" name="Group 1491">
              <a:extLst>
                <a:ext uri="{FF2B5EF4-FFF2-40B4-BE49-F238E27FC236}">
                  <a16:creationId xmlns:a16="http://schemas.microsoft.com/office/drawing/2014/main" id="{75F1BC9A-7269-D2C7-1AEF-F359904132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670" name="Oval 1492">
                <a:extLst>
                  <a:ext uri="{FF2B5EF4-FFF2-40B4-BE49-F238E27FC236}">
                    <a16:creationId xmlns:a16="http://schemas.microsoft.com/office/drawing/2014/main" id="{FADCB6A0-03BD-ACC9-C741-5D1554A9C7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1" name="Oval 1493">
                <a:extLst>
                  <a:ext uri="{FF2B5EF4-FFF2-40B4-BE49-F238E27FC236}">
                    <a16:creationId xmlns:a16="http://schemas.microsoft.com/office/drawing/2014/main" id="{8DD75C3E-7D9A-1BB5-5837-307D81B545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2" name="Freeform 1494">
                <a:extLst>
                  <a:ext uri="{FF2B5EF4-FFF2-40B4-BE49-F238E27FC236}">
                    <a16:creationId xmlns:a16="http://schemas.microsoft.com/office/drawing/2014/main" id="{DF925EE4-AC77-A1BB-642D-A0C59AB34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" name="Freeform 1495">
                <a:extLst>
                  <a:ext uri="{FF2B5EF4-FFF2-40B4-BE49-F238E27FC236}">
                    <a16:creationId xmlns:a16="http://schemas.microsoft.com/office/drawing/2014/main" id="{C6F60E84-42AD-6D9F-E772-CE39439D9D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" name="Freeform 1496">
                <a:extLst>
                  <a:ext uri="{FF2B5EF4-FFF2-40B4-BE49-F238E27FC236}">
                    <a16:creationId xmlns:a16="http://schemas.microsoft.com/office/drawing/2014/main" id="{89AB2ED5-DE18-ABD7-76CD-C208212F64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" name="Oval 1497">
                <a:extLst>
                  <a:ext uri="{FF2B5EF4-FFF2-40B4-BE49-F238E27FC236}">
                    <a16:creationId xmlns:a16="http://schemas.microsoft.com/office/drawing/2014/main" id="{380ECD07-B37B-740B-06B3-6CDFF6CDE8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8" name="Group 1498">
              <a:extLst>
                <a:ext uri="{FF2B5EF4-FFF2-40B4-BE49-F238E27FC236}">
                  <a16:creationId xmlns:a16="http://schemas.microsoft.com/office/drawing/2014/main" id="{C6A247B2-BA99-FAB4-B8AB-B9D1FF3CEA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664" name="Oval 1499">
                <a:extLst>
                  <a:ext uri="{FF2B5EF4-FFF2-40B4-BE49-F238E27FC236}">
                    <a16:creationId xmlns:a16="http://schemas.microsoft.com/office/drawing/2014/main" id="{4BA73BF0-79B7-22A4-B8C4-ABE80C27E8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5" name="Oval 1500">
                <a:extLst>
                  <a:ext uri="{FF2B5EF4-FFF2-40B4-BE49-F238E27FC236}">
                    <a16:creationId xmlns:a16="http://schemas.microsoft.com/office/drawing/2014/main" id="{4AD88111-BF19-EBAB-FE91-5B0624E67A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6" name="Freeform 1501">
                <a:extLst>
                  <a:ext uri="{FF2B5EF4-FFF2-40B4-BE49-F238E27FC236}">
                    <a16:creationId xmlns:a16="http://schemas.microsoft.com/office/drawing/2014/main" id="{FF780C8A-5A9E-3014-DC6D-2A940A1904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" name="Freeform 1502">
                <a:extLst>
                  <a:ext uri="{FF2B5EF4-FFF2-40B4-BE49-F238E27FC236}">
                    <a16:creationId xmlns:a16="http://schemas.microsoft.com/office/drawing/2014/main" id="{F77D4C2E-DC99-373B-A2FC-10E3FBE98B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" name="Freeform 1503">
                <a:extLst>
                  <a:ext uri="{FF2B5EF4-FFF2-40B4-BE49-F238E27FC236}">
                    <a16:creationId xmlns:a16="http://schemas.microsoft.com/office/drawing/2014/main" id="{77F2BF7E-6AAF-B387-A127-D41BBD4F20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" name="Oval 1504">
                <a:extLst>
                  <a:ext uri="{FF2B5EF4-FFF2-40B4-BE49-F238E27FC236}">
                    <a16:creationId xmlns:a16="http://schemas.microsoft.com/office/drawing/2014/main" id="{0774248B-66C9-F11B-8DB0-50BC4DB851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9" name="Group 1505">
              <a:extLst>
                <a:ext uri="{FF2B5EF4-FFF2-40B4-BE49-F238E27FC236}">
                  <a16:creationId xmlns:a16="http://schemas.microsoft.com/office/drawing/2014/main" id="{B18005A9-E020-311C-5EA5-50587FC0D7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658" name="Oval 1506">
                <a:extLst>
                  <a:ext uri="{FF2B5EF4-FFF2-40B4-BE49-F238E27FC236}">
                    <a16:creationId xmlns:a16="http://schemas.microsoft.com/office/drawing/2014/main" id="{CE221CA4-7AF2-7C5B-8AA4-750EC37432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9" name="Oval 1507">
                <a:extLst>
                  <a:ext uri="{FF2B5EF4-FFF2-40B4-BE49-F238E27FC236}">
                    <a16:creationId xmlns:a16="http://schemas.microsoft.com/office/drawing/2014/main" id="{C9DB89C0-8981-6D78-99FD-4D3DB788E8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0" name="Freeform 1508">
                <a:extLst>
                  <a:ext uri="{FF2B5EF4-FFF2-40B4-BE49-F238E27FC236}">
                    <a16:creationId xmlns:a16="http://schemas.microsoft.com/office/drawing/2014/main" id="{AEA0676A-673E-1663-3F40-8CF70CE5CC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1" name="Freeform 1509">
                <a:extLst>
                  <a:ext uri="{FF2B5EF4-FFF2-40B4-BE49-F238E27FC236}">
                    <a16:creationId xmlns:a16="http://schemas.microsoft.com/office/drawing/2014/main" id="{B815EAEA-3AA3-40BC-EF04-A19170FB5A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2" name="Freeform 1510">
                <a:extLst>
                  <a:ext uri="{FF2B5EF4-FFF2-40B4-BE49-F238E27FC236}">
                    <a16:creationId xmlns:a16="http://schemas.microsoft.com/office/drawing/2014/main" id="{B729A464-04C9-BA8E-FBB8-901E3442CA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" name="Oval 1511">
                <a:extLst>
                  <a:ext uri="{FF2B5EF4-FFF2-40B4-BE49-F238E27FC236}">
                    <a16:creationId xmlns:a16="http://schemas.microsoft.com/office/drawing/2014/main" id="{22FEBDBD-8556-1EA4-1837-E1302F0641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0" name="Group 1512">
              <a:extLst>
                <a:ext uri="{FF2B5EF4-FFF2-40B4-BE49-F238E27FC236}">
                  <a16:creationId xmlns:a16="http://schemas.microsoft.com/office/drawing/2014/main" id="{C0CEDC0B-0713-86D0-D1F2-0EB359DD9A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652" name="Oval 1513">
                <a:extLst>
                  <a:ext uri="{FF2B5EF4-FFF2-40B4-BE49-F238E27FC236}">
                    <a16:creationId xmlns:a16="http://schemas.microsoft.com/office/drawing/2014/main" id="{87E852B2-5547-A07D-E506-754EC42214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3" name="Oval 1514">
                <a:extLst>
                  <a:ext uri="{FF2B5EF4-FFF2-40B4-BE49-F238E27FC236}">
                    <a16:creationId xmlns:a16="http://schemas.microsoft.com/office/drawing/2014/main" id="{F70A43B6-A21A-6442-BA41-2970E6B4E2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4" name="Freeform 1515">
                <a:extLst>
                  <a:ext uri="{FF2B5EF4-FFF2-40B4-BE49-F238E27FC236}">
                    <a16:creationId xmlns:a16="http://schemas.microsoft.com/office/drawing/2014/main" id="{177B6C5C-C15C-D584-8D7C-DA0048917F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5" name="Freeform 1516">
                <a:extLst>
                  <a:ext uri="{FF2B5EF4-FFF2-40B4-BE49-F238E27FC236}">
                    <a16:creationId xmlns:a16="http://schemas.microsoft.com/office/drawing/2014/main" id="{9406E0B4-09AF-284A-0FA0-8B2259FEB2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6" name="Freeform 1517">
                <a:extLst>
                  <a:ext uri="{FF2B5EF4-FFF2-40B4-BE49-F238E27FC236}">
                    <a16:creationId xmlns:a16="http://schemas.microsoft.com/office/drawing/2014/main" id="{A69959D5-930D-9682-F78E-2AB7B53298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7" name="Oval 1518">
                <a:extLst>
                  <a:ext uri="{FF2B5EF4-FFF2-40B4-BE49-F238E27FC236}">
                    <a16:creationId xmlns:a16="http://schemas.microsoft.com/office/drawing/2014/main" id="{68FC64C7-BAF4-222D-8BED-364C8B3877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1" name="Group 1519">
              <a:extLst>
                <a:ext uri="{FF2B5EF4-FFF2-40B4-BE49-F238E27FC236}">
                  <a16:creationId xmlns:a16="http://schemas.microsoft.com/office/drawing/2014/main" id="{1D751654-9CEB-DE30-F6B4-9604B85A69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646" name="Oval 1520">
                <a:extLst>
                  <a:ext uri="{FF2B5EF4-FFF2-40B4-BE49-F238E27FC236}">
                    <a16:creationId xmlns:a16="http://schemas.microsoft.com/office/drawing/2014/main" id="{71AB6525-21C9-3BB0-E308-F907740BD5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7" name="Oval 1521">
                <a:extLst>
                  <a:ext uri="{FF2B5EF4-FFF2-40B4-BE49-F238E27FC236}">
                    <a16:creationId xmlns:a16="http://schemas.microsoft.com/office/drawing/2014/main" id="{CD15938D-0F3C-B16D-BFEC-8442821508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8" name="Freeform 1522">
                <a:extLst>
                  <a:ext uri="{FF2B5EF4-FFF2-40B4-BE49-F238E27FC236}">
                    <a16:creationId xmlns:a16="http://schemas.microsoft.com/office/drawing/2014/main" id="{742D36B9-3124-0A90-6C91-C6083414A2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9" name="Freeform 1523">
                <a:extLst>
                  <a:ext uri="{FF2B5EF4-FFF2-40B4-BE49-F238E27FC236}">
                    <a16:creationId xmlns:a16="http://schemas.microsoft.com/office/drawing/2014/main" id="{5F800D86-D83A-9A3C-FCAF-4F8C8B080E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0" name="Freeform 1524">
                <a:extLst>
                  <a:ext uri="{FF2B5EF4-FFF2-40B4-BE49-F238E27FC236}">
                    <a16:creationId xmlns:a16="http://schemas.microsoft.com/office/drawing/2014/main" id="{A538248A-25C4-D2A0-54C5-751D36D2E9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1" name="Oval 1525">
                <a:extLst>
                  <a:ext uri="{FF2B5EF4-FFF2-40B4-BE49-F238E27FC236}">
                    <a16:creationId xmlns:a16="http://schemas.microsoft.com/office/drawing/2014/main" id="{8BEAAF44-91BF-9DAC-0E77-6F5EAA7EFF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2" name="Group 1526">
              <a:extLst>
                <a:ext uri="{FF2B5EF4-FFF2-40B4-BE49-F238E27FC236}">
                  <a16:creationId xmlns:a16="http://schemas.microsoft.com/office/drawing/2014/main" id="{6FDC5B01-83BD-AB8C-4B1F-D66693BE7C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640" name="Oval 1527">
                <a:extLst>
                  <a:ext uri="{FF2B5EF4-FFF2-40B4-BE49-F238E27FC236}">
                    <a16:creationId xmlns:a16="http://schemas.microsoft.com/office/drawing/2014/main" id="{AB0BB082-500D-17D6-CA10-459847F9B3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1" name="Oval 1528">
                <a:extLst>
                  <a:ext uri="{FF2B5EF4-FFF2-40B4-BE49-F238E27FC236}">
                    <a16:creationId xmlns:a16="http://schemas.microsoft.com/office/drawing/2014/main" id="{4677C4F2-A138-A08C-8D70-EDB7EE9A3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2" name="Freeform 1529">
                <a:extLst>
                  <a:ext uri="{FF2B5EF4-FFF2-40B4-BE49-F238E27FC236}">
                    <a16:creationId xmlns:a16="http://schemas.microsoft.com/office/drawing/2014/main" id="{B75C8889-A098-9667-1A26-BBFAF12C7E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3" name="Freeform 1530">
                <a:extLst>
                  <a:ext uri="{FF2B5EF4-FFF2-40B4-BE49-F238E27FC236}">
                    <a16:creationId xmlns:a16="http://schemas.microsoft.com/office/drawing/2014/main" id="{C73B89E4-F4AC-9609-0E9D-850E6F9B7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4" name="Freeform 1531">
                <a:extLst>
                  <a:ext uri="{FF2B5EF4-FFF2-40B4-BE49-F238E27FC236}">
                    <a16:creationId xmlns:a16="http://schemas.microsoft.com/office/drawing/2014/main" id="{42A2BC86-6518-EDE6-2F2D-AC3AF16796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5" name="Oval 1532">
                <a:extLst>
                  <a:ext uri="{FF2B5EF4-FFF2-40B4-BE49-F238E27FC236}">
                    <a16:creationId xmlns:a16="http://schemas.microsoft.com/office/drawing/2014/main" id="{F4178CC7-A229-3781-C5F2-92DAF6189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3" name="Group 1533">
              <a:extLst>
                <a:ext uri="{FF2B5EF4-FFF2-40B4-BE49-F238E27FC236}">
                  <a16:creationId xmlns:a16="http://schemas.microsoft.com/office/drawing/2014/main" id="{CF5148A4-E017-D6DD-DCD9-C05CE4641A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634" name="Oval 1534">
                <a:extLst>
                  <a:ext uri="{FF2B5EF4-FFF2-40B4-BE49-F238E27FC236}">
                    <a16:creationId xmlns:a16="http://schemas.microsoft.com/office/drawing/2014/main" id="{529485C7-0677-6B47-949C-F9B1D77756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5" name="Oval 1535">
                <a:extLst>
                  <a:ext uri="{FF2B5EF4-FFF2-40B4-BE49-F238E27FC236}">
                    <a16:creationId xmlns:a16="http://schemas.microsoft.com/office/drawing/2014/main" id="{8E9A7815-AFC3-0E6D-1961-CB125C6E4C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6" name="Freeform 1536">
                <a:extLst>
                  <a:ext uri="{FF2B5EF4-FFF2-40B4-BE49-F238E27FC236}">
                    <a16:creationId xmlns:a16="http://schemas.microsoft.com/office/drawing/2014/main" id="{F6DDAA51-D6DF-4084-1A84-55F9AB3CCB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7" name="Freeform 1537">
                <a:extLst>
                  <a:ext uri="{FF2B5EF4-FFF2-40B4-BE49-F238E27FC236}">
                    <a16:creationId xmlns:a16="http://schemas.microsoft.com/office/drawing/2014/main" id="{D1B4D4A9-E47D-DC91-1E62-7BC5DB9F54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8" name="Freeform 1538">
                <a:extLst>
                  <a:ext uri="{FF2B5EF4-FFF2-40B4-BE49-F238E27FC236}">
                    <a16:creationId xmlns:a16="http://schemas.microsoft.com/office/drawing/2014/main" id="{17CD0176-5173-E092-202B-124F6105D1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9" name="Oval 1539">
                <a:extLst>
                  <a:ext uri="{FF2B5EF4-FFF2-40B4-BE49-F238E27FC236}">
                    <a16:creationId xmlns:a16="http://schemas.microsoft.com/office/drawing/2014/main" id="{FD223EED-9DFD-79E2-ACEA-08A979FA86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4" name="Group 1540">
              <a:extLst>
                <a:ext uri="{FF2B5EF4-FFF2-40B4-BE49-F238E27FC236}">
                  <a16:creationId xmlns:a16="http://schemas.microsoft.com/office/drawing/2014/main" id="{2D8AA3F7-0617-9D9C-2D26-1B47B37186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628" name="Oval 1541">
                <a:extLst>
                  <a:ext uri="{FF2B5EF4-FFF2-40B4-BE49-F238E27FC236}">
                    <a16:creationId xmlns:a16="http://schemas.microsoft.com/office/drawing/2014/main" id="{B03A5581-755C-C3E3-39E9-C49D7CB28D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9" name="Oval 1542">
                <a:extLst>
                  <a:ext uri="{FF2B5EF4-FFF2-40B4-BE49-F238E27FC236}">
                    <a16:creationId xmlns:a16="http://schemas.microsoft.com/office/drawing/2014/main" id="{6B05F3FE-74E2-D85D-B51D-17AB5A723D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0" name="Freeform 1543">
                <a:extLst>
                  <a:ext uri="{FF2B5EF4-FFF2-40B4-BE49-F238E27FC236}">
                    <a16:creationId xmlns:a16="http://schemas.microsoft.com/office/drawing/2014/main" id="{5A0A7D69-C9A0-68EA-E16C-BD41B199C8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1" name="Freeform 1544">
                <a:extLst>
                  <a:ext uri="{FF2B5EF4-FFF2-40B4-BE49-F238E27FC236}">
                    <a16:creationId xmlns:a16="http://schemas.microsoft.com/office/drawing/2014/main" id="{66903AFF-A722-3E62-752F-6E3BE389B0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" name="Freeform 1545">
                <a:extLst>
                  <a:ext uri="{FF2B5EF4-FFF2-40B4-BE49-F238E27FC236}">
                    <a16:creationId xmlns:a16="http://schemas.microsoft.com/office/drawing/2014/main" id="{54DF3D79-2980-4014-1FC0-A30C3A21C6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3" name="Oval 1546">
                <a:extLst>
                  <a:ext uri="{FF2B5EF4-FFF2-40B4-BE49-F238E27FC236}">
                    <a16:creationId xmlns:a16="http://schemas.microsoft.com/office/drawing/2014/main" id="{235C0B82-49E6-5ABA-42B1-1063F6D6DA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5" name="Group 1547">
              <a:extLst>
                <a:ext uri="{FF2B5EF4-FFF2-40B4-BE49-F238E27FC236}">
                  <a16:creationId xmlns:a16="http://schemas.microsoft.com/office/drawing/2014/main" id="{C9DD9947-82FA-2425-D9C4-5B2661097A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622" name="Oval 1548">
                <a:extLst>
                  <a:ext uri="{FF2B5EF4-FFF2-40B4-BE49-F238E27FC236}">
                    <a16:creationId xmlns:a16="http://schemas.microsoft.com/office/drawing/2014/main" id="{6732D81E-0672-2956-0E88-7DA12D432F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3" name="Oval 1549">
                <a:extLst>
                  <a:ext uri="{FF2B5EF4-FFF2-40B4-BE49-F238E27FC236}">
                    <a16:creationId xmlns:a16="http://schemas.microsoft.com/office/drawing/2014/main" id="{601B7CAA-C38D-AD83-9A85-2443DFF771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4" name="Freeform 1550">
                <a:extLst>
                  <a:ext uri="{FF2B5EF4-FFF2-40B4-BE49-F238E27FC236}">
                    <a16:creationId xmlns:a16="http://schemas.microsoft.com/office/drawing/2014/main" id="{667BBDF8-586D-3947-D96A-3EA464D955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5" name="Freeform 1551">
                <a:extLst>
                  <a:ext uri="{FF2B5EF4-FFF2-40B4-BE49-F238E27FC236}">
                    <a16:creationId xmlns:a16="http://schemas.microsoft.com/office/drawing/2014/main" id="{05B0A588-0148-049A-2FD9-7E20A832AC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6" name="Freeform 1552">
                <a:extLst>
                  <a:ext uri="{FF2B5EF4-FFF2-40B4-BE49-F238E27FC236}">
                    <a16:creationId xmlns:a16="http://schemas.microsoft.com/office/drawing/2014/main" id="{FC7369A9-92A8-DE32-0161-0AC9838A84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7" name="Oval 1553">
                <a:extLst>
                  <a:ext uri="{FF2B5EF4-FFF2-40B4-BE49-F238E27FC236}">
                    <a16:creationId xmlns:a16="http://schemas.microsoft.com/office/drawing/2014/main" id="{B05A2166-BFDF-BA73-F83E-15D44B627F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6" name="Group 1554">
              <a:extLst>
                <a:ext uri="{FF2B5EF4-FFF2-40B4-BE49-F238E27FC236}">
                  <a16:creationId xmlns:a16="http://schemas.microsoft.com/office/drawing/2014/main" id="{E3378DC2-3687-9ECF-CB97-D36FAD4E9F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616" name="Oval 1555">
                <a:extLst>
                  <a:ext uri="{FF2B5EF4-FFF2-40B4-BE49-F238E27FC236}">
                    <a16:creationId xmlns:a16="http://schemas.microsoft.com/office/drawing/2014/main" id="{124A3D56-9968-12E7-5D13-D60823DC2F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7" name="Oval 1556">
                <a:extLst>
                  <a:ext uri="{FF2B5EF4-FFF2-40B4-BE49-F238E27FC236}">
                    <a16:creationId xmlns:a16="http://schemas.microsoft.com/office/drawing/2014/main" id="{C0D7EDD2-FB66-6F74-AC30-ECFBC9FDA3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8" name="Freeform 1557">
                <a:extLst>
                  <a:ext uri="{FF2B5EF4-FFF2-40B4-BE49-F238E27FC236}">
                    <a16:creationId xmlns:a16="http://schemas.microsoft.com/office/drawing/2014/main" id="{41F0E3B4-BCA5-5A9F-74C3-81DF933B47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9" name="Freeform 1558">
                <a:extLst>
                  <a:ext uri="{FF2B5EF4-FFF2-40B4-BE49-F238E27FC236}">
                    <a16:creationId xmlns:a16="http://schemas.microsoft.com/office/drawing/2014/main" id="{1150AF8F-BC01-82E1-A7FA-715CA84BA8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0" name="Freeform 1559">
                <a:extLst>
                  <a:ext uri="{FF2B5EF4-FFF2-40B4-BE49-F238E27FC236}">
                    <a16:creationId xmlns:a16="http://schemas.microsoft.com/office/drawing/2014/main" id="{D335142F-29D2-DE82-AE98-C26870E204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1" name="Oval 1560">
                <a:extLst>
                  <a:ext uri="{FF2B5EF4-FFF2-40B4-BE49-F238E27FC236}">
                    <a16:creationId xmlns:a16="http://schemas.microsoft.com/office/drawing/2014/main" id="{09BF5AC9-EA4C-AF1A-5CAE-0118F5FC0B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7" name="Group 1561">
              <a:extLst>
                <a:ext uri="{FF2B5EF4-FFF2-40B4-BE49-F238E27FC236}">
                  <a16:creationId xmlns:a16="http://schemas.microsoft.com/office/drawing/2014/main" id="{99156239-F655-65D0-915D-00BC345B68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610" name="Oval 1562">
                <a:extLst>
                  <a:ext uri="{FF2B5EF4-FFF2-40B4-BE49-F238E27FC236}">
                    <a16:creationId xmlns:a16="http://schemas.microsoft.com/office/drawing/2014/main" id="{CD4F8D94-6312-9FEF-580C-B9BAD13A43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1" name="Oval 1563">
                <a:extLst>
                  <a:ext uri="{FF2B5EF4-FFF2-40B4-BE49-F238E27FC236}">
                    <a16:creationId xmlns:a16="http://schemas.microsoft.com/office/drawing/2014/main" id="{14501A16-075E-87BB-DAC6-B1C392445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2" name="Freeform 1564">
                <a:extLst>
                  <a:ext uri="{FF2B5EF4-FFF2-40B4-BE49-F238E27FC236}">
                    <a16:creationId xmlns:a16="http://schemas.microsoft.com/office/drawing/2014/main" id="{F07F57E3-CE86-5D71-42CC-1EBEE8A239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3" name="Freeform 1565">
                <a:extLst>
                  <a:ext uri="{FF2B5EF4-FFF2-40B4-BE49-F238E27FC236}">
                    <a16:creationId xmlns:a16="http://schemas.microsoft.com/office/drawing/2014/main" id="{663838D9-6CAF-5C2F-105A-D5DC001F2E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4" name="Freeform 1566">
                <a:extLst>
                  <a:ext uri="{FF2B5EF4-FFF2-40B4-BE49-F238E27FC236}">
                    <a16:creationId xmlns:a16="http://schemas.microsoft.com/office/drawing/2014/main" id="{1A652CBA-E892-BA47-0E19-C2A8878F9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5" name="Oval 1567">
                <a:extLst>
                  <a:ext uri="{FF2B5EF4-FFF2-40B4-BE49-F238E27FC236}">
                    <a16:creationId xmlns:a16="http://schemas.microsoft.com/office/drawing/2014/main" id="{880285F0-FFFA-B7E7-A22E-08331C92E2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8" name="Group 1568">
              <a:extLst>
                <a:ext uri="{FF2B5EF4-FFF2-40B4-BE49-F238E27FC236}">
                  <a16:creationId xmlns:a16="http://schemas.microsoft.com/office/drawing/2014/main" id="{2EC01BA3-528B-B9B4-65FD-1A1D031E7B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604" name="Oval 1569">
                <a:extLst>
                  <a:ext uri="{FF2B5EF4-FFF2-40B4-BE49-F238E27FC236}">
                    <a16:creationId xmlns:a16="http://schemas.microsoft.com/office/drawing/2014/main" id="{36965370-854C-78E1-1B86-390EF9690A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5" name="Oval 1570">
                <a:extLst>
                  <a:ext uri="{FF2B5EF4-FFF2-40B4-BE49-F238E27FC236}">
                    <a16:creationId xmlns:a16="http://schemas.microsoft.com/office/drawing/2014/main" id="{EB3F1C6C-F6E7-D49B-1C27-E6D6EB9CC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6" name="Freeform 1571">
                <a:extLst>
                  <a:ext uri="{FF2B5EF4-FFF2-40B4-BE49-F238E27FC236}">
                    <a16:creationId xmlns:a16="http://schemas.microsoft.com/office/drawing/2014/main" id="{FAAB88E7-A1AF-CBBB-AAFA-4E9F0631A9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7" name="Freeform 1572">
                <a:extLst>
                  <a:ext uri="{FF2B5EF4-FFF2-40B4-BE49-F238E27FC236}">
                    <a16:creationId xmlns:a16="http://schemas.microsoft.com/office/drawing/2014/main" id="{26634B8F-7D1C-4C60-2D10-68941CEDE0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8" name="Freeform 1573">
                <a:extLst>
                  <a:ext uri="{FF2B5EF4-FFF2-40B4-BE49-F238E27FC236}">
                    <a16:creationId xmlns:a16="http://schemas.microsoft.com/office/drawing/2014/main" id="{3D1A71FC-8F53-B369-088E-1D049C956B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9" name="Oval 1574">
                <a:extLst>
                  <a:ext uri="{FF2B5EF4-FFF2-40B4-BE49-F238E27FC236}">
                    <a16:creationId xmlns:a16="http://schemas.microsoft.com/office/drawing/2014/main" id="{24F25B8B-5EF2-35A3-AC9C-2BAB7E5B3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9" name="Group 1575">
              <a:extLst>
                <a:ext uri="{FF2B5EF4-FFF2-40B4-BE49-F238E27FC236}">
                  <a16:creationId xmlns:a16="http://schemas.microsoft.com/office/drawing/2014/main" id="{50B9CB41-0496-41CF-3B97-10E7A7664B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598" name="Oval 1576">
                <a:extLst>
                  <a:ext uri="{FF2B5EF4-FFF2-40B4-BE49-F238E27FC236}">
                    <a16:creationId xmlns:a16="http://schemas.microsoft.com/office/drawing/2014/main" id="{D6090726-BF0F-2D83-9C4C-97846D8EEE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9" name="Oval 1577">
                <a:extLst>
                  <a:ext uri="{FF2B5EF4-FFF2-40B4-BE49-F238E27FC236}">
                    <a16:creationId xmlns:a16="http://schemas.microsoft.com/office/drawing/2014/main" id="{FFC11458-3D62-C28F-F8D8-D79DEE040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0" name="Freeform 1578">
                <a:extLst>
                  <a:ext uri="{FF2B5EF4-FFF2-40B4-BE49-F238E27FC236}">
                    <a16:creationId xmlns:a16="http://schemas.microsoft.com/office/drawing/2014/main" id="{5DCF27EC-B265-110C-35C7-8AC807AD47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1" name="Freeform 1579">
                <a:extLst>
                  <a:ext uri="{FF2B5EF4-FFF2-40B4-BE49-F238E27FC236}">
                    <a16:creationId xmlns:a16="http://schemas.microsoft.com/office/drawing/2014/main" id="{FAF3E842-C24D-ED4C-71EF-2886C5ADF4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2" name="Freeform 1580">
                <a:extLst>
                  <a:ext uri="{FF2B5EF4-FFF2-40B4-BE49-F238E27FC236}">
                    <a16:creationId xmlns:a16="http://schemas.microsoft.com/office/drawing/2014/main" id="{CA4D0406-627D-DF31-CEB9-9C563AAC1D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3" name="Oval 1581">
                <a:extLst>
                  <a:ext uri="{FF2B5EF4-FFF2-40B4-BE49-F238E27FC236}">
                    <a16:creationId xmlns:a16="http://schemas.microsoft.com/office/drawing/2014/main" id="{3A67954A-802D-49C0-BE40-651E0208D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0" name="Group 1582">
              <a:extLst>
                <a:ext uri="{FF2B5EF4-FFF2-40B4-BE49-F238E27FC236}">
                  <a16:creationId xmlns:a16="http://schemas.microsoft.com/office/drawing/2014/main" id="{F33BBA48-3A45-544D-D727-6527FDCBBC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592" name="Oval 1583">
                <a:extLst>
                  <a:ext uri="{FF2B5EF4-FFF2-40B4-BE49-F238E27FC236}">
                    <a16:creationId xmlns:a16="http://schemas.microsoft.com/office/drawing/2014/main" id="{EE1D32FE-F7BE-D1F0-7F65-E69B1F8D72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3" name="Oval 1584">
                <a:extLst>
                  <a:ext uri="{FF2B5EF4-FFF2-40B4-BE49-F238E27FC236}">
                    <a16:creationId xmlns:a16="http://schemas.microsoft.com/office/drawing/2014/main" id="{D836CCD0-3C0F-3823-C2D6-1C12748A7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4" name="Freeform 1585">
                <a:extLst>
                  <a:ext uri="{FF2B5EF4-FFF2-40B4-BE49-F238E27FC236}">
                    <a16:creationId xmlns:a16="http://schemas.microsoft.com/office/drawing/2014/main" id="{6C8A5F42-AD64-AC9F-E793-20DB25ABEC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5" name="Freeform 1586">
                <a:extLst>
                  <a:ext uri="{FF2B5EF4-FFF2-40B4-BE49-F238E27FC236}">
                    <a16:creationId xmlns:a16="http://schemas.microsoft.com/office/drawing/2014/main" id="{0E0280A4-1884-F219-D173-8C33FF7B7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6" name="Freeform 1587">
                <a:extLst>
                  <a:ext uri="{FF2B5EF4-FFF2-40B4-BE49-F238E27FC236}">
                    <a16:creationId xmlns:a16="http://schemas.microsoft.com/office/drawing/2014/main" id="{D3F37EAE-F2A6-F925-E321-6EBFC7B267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7" name="Oval 1588">
                <a:extLst>
                  <a:ext uri="{FF2B5EF4-FFF2-40B4-BE49-F238E27FC236}">
                    <a16:creationId xmlns:a16="http://schemas.microsoft.com/office/drawing/2014/main" id="{947E0BF8-4C7F-954A-2D5D-CEF6C4B0FC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1" name="Group 1589">
              <a:extLst>
                <a:ext uri="{FF2B5EF4-FFF2-40B4-BE49-F238E27FC236}">
                  <a16:creationId xmlns:a16="http://schemas.microsoft.com/office/drawing/2014/main" id="{2DA342AF-6C1C-11E9-3A8D-A05255B71F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586" name="Oval 1590">
                <a:extLst>
                  <a:ext uri="{FF2B5EF4-FFF2-40B4-BE49-F238E27FC236}">
                    <a16:creationId xmlns:a16="http://schemas.microsoft.com/office/drawing/2014/main" id="{5F11C2B4-68F4-D303-AD9D-F23AF164E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7" name="Oval 1591">
                <a:extLst>
                  <a:ext uri="{FF2B5EF4-FFF2-40B4-BE49-F238E27FC236}">
                    <a16:creationId xmlns:a16="http://schemas.microsoft.com/office/drawing/2014/main" id="{0F252F65-B478-AFCB-111D-EFE4ABC8AC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8" name="Freeform 1592">
                <a:extLst>
                  <a:ext uri="{FF2B5EF4-FFF2-40B4-BE49-F238E27FC236}">
                    <a16:creationId xmlns:a16="http://schemas.microsoft.com/office/drawing/2014/main" id="{7C92D0CC-F33A-4A8F-647D-ADEF690090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" name="Freeform 1593">
                <a:extLst>
                  <a:ext uri="{FF2B5EF4-FFF2-40B4-BE49-F238E27FC236}">
                    <a16:creationId xmlns:a16="http://schemas.microsoft.com/office/drawing/2014/main" id="{8E7FC10F-D9BD-CB9A-52DB-CFFA125F7E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" name="Freeform 1594">
                <a:extLst>
                  <a:ext uri="{FF2B5EF4-FFF2-40B4-BE49-F238E27FC236}">
                    <a16:creationId xmlns:a16="http://schemas.microsoft.com/office/drawing/2014/main" id="{5C3614A3-35FB-BD7A-2CCE-FF7DFB7D57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" name="Oval 1595">
                <a:extLst>
                  <a:ext uri="{FF2B5EF4-FFF2-40B4-BE49-F238E27FC236}">
                    <a16:creationId xmlns:a16="http://schemas.microsoft.com/office/drawing/2014/main" id="{C4500DBF-690E-1E56-63FA-E7D3C6F11A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2" name="Group 1596">
              <a:extLst>
                <a:ext uri="{FF2B5EF4-FFF2-40B4-BE49-F238E27FC236}">
                  <a16:creationId xmlns:a16="http://schemas.microsoft.com/office/drawing/2014/main" id="{BF3677BE-AAC7-C939-9CB9-A69EADDDF2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580" name="Oval 1597">
                <a:extLst>
                  <a:ext uri="{FF2B5EF4-FFF2-40B4-BE49-F238E27FC236}">
                    <a16:creationId xmlns:a16="http://schemas.microsoft.com/office/drawing/2014/main" id="{446A4594-F773-E504-BC0B-C15BF43FA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1" name="Oval 1598">
                <a:extLst>
                  <a:ext uri="{FF2B5EF4-FFF2-40B4-BE49-F238E27FC236}">
                    <a16:creationId xmlns:a16="http://schemas.microsoft.com/office/drawing/2014/main" id="{FABB41D8-2991-4605-6790-C03F34A41E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2" name="Freeform 1599">
                <a:extLst>
                  <a:ext uri="{FF2B5EF4-FFF2-40B4-BE49-F238E27FC236}">
                    <a16:creationId xmlns:a16="http://schemas.microsoft.com/office/drawing/2014/main" id="{8BF10593-5F9F-7A1C-0251-3C8E11F90A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" name="Freeform 1600">
                <a:extLst>
                  <a:ext uri="{FF2B5EF4-FFF2-40B4-BE49-F238E27FC236}">
                    <a16:creationId xmlns:a16="http://schemas.microsoft.com/office/drawing/2014/main" id="{F091ED4E-E261-8590-E6D1-3EB5C8B23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" name="Freeform 1601">
                <a:extLst>
                  <a:ext uri="{FF2B5EF4-FFF2-40B4-BE49-F238E27FC236}">
                    <a16:creationId xmlns:a16="http://schemas.microsoft.com/office/drawing/2014/main" id="{C061697D-7569-D491-D849-4773127054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" name="Oval 1602">
                <a:extLst>
                  <a:ext uri="{FF2B5EF4-FFF2-40B4-BE49-F238E27FC236}">
                    <a16:creationId xmlns:a16="http://schemas.microsoft.com/office/drawing/2014/main" id="{B1E11713-65A4-E32F-F74D-B9D44243F4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3" name="Group 1603">
              <a:extLst>
                <a:ext uri="{FF2B5EF4-FFF2-40B4-BE49-F238E27FC236}">
                  <a16:creationId xmlns:a16="http://schemas.microsoft.com/office/drawing/2014/main" id="{944A4E2D-2350-3F6E-2B86-741860D5EC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574" name="Oval 1604">
                <a:extLst>
                  <a:ext uri="{FF2B5EF4-FFF2-40B4-BE49-F238E27FC236}">
                    <a16:creationId xmlns:a16="http://schemas.microsoft.com/office/drawing/2014/main" id="{6957CDE9-65D8-1BB2-6143-0DB26A2789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5" name="Oval 1605">
                <a:extLst>
                  <a:ext uri="{FF2B5EF4-FFF2-40B4-BE49-F238E27FC236}">
                    <a16:creationId xmlns:a16="http://schemas.microsoft.com/office/drawing/2014/main" id="{7EFA9CBC-98D6-AF5B-272B-48D7B1A3F8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6" name="Freeform 1606">
                <a:extLst>
                  <a:ext uri="{FF2B5EF4-FFF2-40B4-BE49-F238E27FC236}">
                    <a16:creationId xmlns:a16="http://schemas.microsoft.com/office/drawing/2014/main" id="{8C1D739B-5251-58C2-199B-36B32827E3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" name="Freeform 1607">
                <a:extLst>
                  <a:ext uri="{FF2B5EF4-FFF2-40B4-BE49-F238E27FC236}">
                    <a16:creationId xmlns:a16="http://schemas.microsoft.com/office/drawing/2014/main" id="{C727660C-3113-15CA-6337-E9A2FBEBFE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" name="Freeform 1608">
                <a:extLst>
                  <a:ext uri="{FF2B5EF4-FFF2-40B4-BE49-F238E27FC236}">
                    <a16:creationId xmlns:a16="http://schemas.microsoft.com/office/drawing/2014/main" id="{1F2178BC-E6E1-DB7C-04F9-E217943A35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" name="Oval 1609">
                <a:extLst>
                  <a:ext uri="{FF2B5EF4-FFF2-40B4-BE49-F238E27FC236}">
                    <a16:creationId xmlns:a16="http://schemas.microsoft.com/office/drawing/2014/main" id="{DC25C13B-9628-C0D0-41BF-CC2820B840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766" name="Group 1385">
            <a:extLst>
              <a:ext uri="{FF2B5EF4-FFF2-40B4-BE49-F238E27FC236}">
                <a16:creationId xmlns:a16="http://schemas.microsoft.com/office/drawing/2014/main" id="{8E459736-CD91-FD16-DB5B-F44F3B9575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05660" y="2868357"/>
            <a:ext cx="2818712" cy="1452616"/>
            <a:chOff x="446" y="1196"/>
            <a:chExt cx="1048" cy="312"/>
          </a:xfrm>
        </p:grpSpPr>
        <p:grpSp>
          <p:nvGrpSpPr>
            <p:cNvPr id="2767" name="Group 1386">
              <a:extLst>
                <a:ext uri="{FF2B5EF4-FFF2-40B4-BE49-F238E27FC236}">
                  <a16:creationId xmlns:a16="http://schemas.microsoft.com/office/drawing/2014/main" id="{24BC50E6-81E5-C766-0209-9E8FCF79EB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985" name="Oval 1387">
                <a:extLst>
                  <a:ext uri="{FF2B5EF4-FFF2-40B4-BE49-F238E27FC236}">
                    <a16:creationId xmlns:a16="http://schemas.microsoft.com/office/drawing/2014/main" id="{434440B8-62A0-AC07-E7DD-232267D652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6" name="Oval 1388">
                <a:extLst>
                  <a:ext uri="{FF2B5EF4-FFF2-40B4-BE49-F238E27FC236}">
                    <a16:creationId xmlns:a16="http://schemas.microsoft.com/office/drawing/2014/main" id="{5395D8EA-BBC9-8C29-4C99-95ABDD780C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7" name="Freeform 1389">
                <a:extLst>
                  <a:ext uri="{FF2B5EF4-FFF2-40B4-BE49-F238E27FC236}">
                    <a16:creationId xmlns:a16="http://schemas.microsoft.com/office/drawing/2014/main" id="{C1B0855E-7753-F856-47B0-F778ECA95F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" name="Freeform 1390">
                <a:extLst>
                  <a:ext uri="{FF2B5EF4-FFF2-40B4-BE49-F238E27FC236}">
                    <a16:creationId xmlns:a16="http://schemas.microsoft.com/office/drawing/2014/main" id="{2624756C-4D0A-637B-6C30-EE83146F98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9" name="Freeform 1391">
                <a:extLst>
                  <a:ext uri="{FF2B5EF4-FFF2-40B4-BE49-F238E27FC236}">
                    <a16:creationId xmlns:a16="http://schemas.microsoft.com/office/drawing/2014/main" id="{7AB59E37-70D1-19F7-DAE9-66A0B93C2A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" name="Oval 1392">
                <a:extLst>
                  <a:ext uri="{FF2B5EF4-FFF2-40B4-BE49-F238E27FC236}">
                    <a16:creationId xmlns:a16="http://schemas.microsoft.com/office/drawing/2014/main" id="{3BBEF755-C11A-10E3-7E73-ECD8CCEB17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68" name="Group 1393">
              <a:extLst>
                <a:ext uri="{FF2B5EF4-FFF2-40B4-BE49-F238E27FC236}">
                  <a16:creationId xmlns:a16="http://schemas.microsoft.com/office/drawing/2014/main" id="{A69A2457-A9AC-37CE-327F-E545381A00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979" name="Oval 1394">
                <a:extLst>
                  <a:ext uri="{FF2B5EF4-FFF2-40B4-BE49-F238E27FC236}">
                    <a16:creationId xmlns:a16="http://schemas.microsoft.com/office/drawing/2014/main" id="{3173540E-CFEF-1621-022D-EE8CE297CF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0" name="Oval 1395">
                <a:extLst>
                  <a:ext uri="{FF2B5EF4-FFF2-40B4-BE49-F238E27FC236}">
                    <a16:creationId xmlns:a16="http://schemas.microsoft.com/office/drawing/2014/main" id="{DBFB272C-BE75-C239-75A2-D13291AF0E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1" name="Freeform 1396">
                <a:extLst>
                  <a:ext uri="{FF2B5EF4-FFF2-40B4-BE49-F238E27FC236}">
                    <a16:creationId xmlns:a16="http://schemas.microsoft.com/office/drawing/2014/main" id="{0ED66B33-F432-61B1-F412-875D8D0055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" name="Freeform 1397">
                <a:extLst>
                  <a:ext uri="{FF2B5EF4-FFF2-40B4-BE49-F238E27FC236}">
                    <a16:creationId xmlns:a16="http://schemas.microsoft.com/office/drawing/2014/main" id="{BF0EFD8E-C171-FC0A-585A-490757A152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" name="Freeform 1398">
                <a:extLst>
                  <a:ext uri="{FF2B5EF4-FFF2-40B4-BE49-F238E27FC236}">
                    <a16:creationId xmlns:a16="http://schemas.microsoft.com/office/drawing/2014/main" id="{A7FEE98C-C78D-D2E0-9418-BC69435605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" name="Oval 1399">
                <a:extLst>
                  <a:ext uri="{FF2B5EF4-FFF2-40B4-BE49-F238E27FC236}">
                    <a16:creationId xmlns:a16="http://schemas.microsoft.com/office/drawing/2014/main" id="{85628802-5BA3-B27B-ACED-43FB9D321A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69" name="Group 1400">
              <a:extLst>
                <a:ext uri="{FF2B5EF4-FFF2-40B4-BE49-F238E27FC236}">
                  <a16:creationId xmlns:a16="http://schemas.microsoft.com/office/drawing/2014/main" id="{EA3DFA6F-99D6-83C5-3369-1AA1370AE9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973" name="Oval 1401">
                <a:extLst>
                  <a:ext uri="{FF2B5EF4-FFF2-40B4-BE49-F238E27FC236}">
                    <a16:creationId xmlns:a16="http://schemas.microsoft.com/office/drawing/2014/main" id="{01F606E6-F06F-C435-00A7-9C963DCA2C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4" name="Oval 1402">
                <a:extLst>
                  <a:ext uri="{FF2B5EF4-FFF2-40B4-BE49-F238E27FC236}">
                    <a16:creationId xmlns:a16="http://schemas.microsoft.com/office/drawing/2014/main" id="{E19C701D-B9D8-3A2B-4241-B646D8DD8E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5" name="Freeform 1403">
                <a:extLst>
                  <a:ext uri="{FF2B5EF4-FFF2-40B4-BE49-F238E27FC236}">
                    <a16:creationId xmlns:a16="http://schemas.microsoft.com/office/drawing/2014/main" id="{464D1255-539F-515F-F7CB-9475064A54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" name="Freeform 1404">
                <a:extLst>
                  <a:ext uri="{FF2B5EF4-FFF2-40B4-BE49-F238E27FC236}">
                    <a16:creationId xmlns:a16="http://schemas.microsoft.com/office/drawing/2014/main" id="{5D532030-D441-9A0C-1F3C-9476C18B7C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" name="Freeform 1405">
                <a:extLst>
                  <a:ext uri="{FF2B5EF4-FFF2-40B4-BE49-F238E27FC236}">
                    <a16:creationId xmlns:a16="http://schemas.microsoft.com/office/drawing/2014/main" id="{1235A344-6613-2CF4-58C5-6D2CF5F266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" name="Oval 1406">
                <a:extLst>
                  <a:ext uri="{FF2B5EF4-FFF2-40B4-BE49-F238E27FC236}">
                    <a16:creationId xmlns:a16="http://schemas.microsoft.com/office/drawing/2014/main" id="{3A0962CC-7E9E-1662-95E0-32F84AFB40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0" name="Group 1407">
              <a:extLst>
                <a:ext uri="{FF2B5EF4-FFF2-40B4-BE49-F238E27FC236}">
                  <a16:creationId xmlns:a16="http://schemas.microsoft.com/office/drawing/2014/main" id="{ACAABDD5-1A8C-ACFE-AA67-FF30CFAABC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967" name="Oval 1408">
                <a:extLst>
                  <a:ext uri="{FF2B5EF4-FFF2-40B4-BE49-F238E27FC236}">
                    <a16:creationId xmlns:a16="http://schemas.microsoft.com/office/drawing/2014/main" id="{FA2E7C86-B5E7-B751-8172-8BF9D9081E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8" name="Oval 1409">
                <a:extLst>
                  <a:ext uri="{FF2B5EF4-FFF2-40B4-BE49-F238E27FC236}">
                    <a16:creationId xmlns:a16="http://schemas.microsoft.com/office/drawing/2014/main" id="{4D7E9D12-07C0-4390-6B93-16A3DB15D7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9" name="Freeform 1410">
                <a:extLst>
                  <a:ext uri="{FF2B5EF4-FFF2-40B4-BE49-F238E27FC236}">
                    <a16:creationId xmlns:a16="http://schemas.microsoft.com/office/drawing/2014/main" id="{3A17E10F-B131-AFA9-3069-535B815EFB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0" name="Freeform 1411">
                <a:extLst>
                  <a:ext uri="{FF2B5EF4-FFF2-40B4-BE49-F238E27FC236}">
                    <a16:creationId xmlns:a16="http://schemas.microsoft.com/office/drawing/2014/main" id="{1B5AB26E-3971-F513-9066-D07A05A75A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" name="Freeform 1412">
                <a:extLst>
                  <a:ext uri="{FF2B5EF4-FFF2-40B4-BE49-F238E27FC236}">
                    <a16:creationId xmlns:a16="http://schemas.microsoft.com/office/drawing/2014/main" id="{B829E256-1B66-17CF-F200-9CC78D9495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" name="Oval 1413">
                <a:extLst>
                  <a:ext uri="{FF2B5EF4-FFF2-40B4-BE49-F238E27FC236}">
                    <a16:creationId xmlns:a16="http://schemas.microsoft.com/office/drawing/2014/main" id="{0AA8D6D2-82BA-78A8-A3C0-1724AAD6FD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1" name="Group 1414">
              <a:extLst>
                <a:ext uri="{FF2B5EF4-FFF2-40B4-BE49-F238E27FC236}">
                  <a16:creationId xmlns:a16="http://schemas.microsoft.com/office/drawing/2014/main" id="{E61AFB2F-F390-7940-5512-33B10E148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961" name="Oval 1415">
                <a:extLst>
                  <a:ext uri="{FF2B5EF4-FFF2-40B4-BE49-F238E27FC236}">
                    <a16:creationId xmlns:a16="http://schemas.microsoft.com/office/drawing/2014/main" id="{F61DE2A5-05D8-27EB-BAF4-66DD4C3BEA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2" name="Oval 1416">
                <a:extLst>
                  <a:ext uri="{FF2B5EF4-FFF2-40B4-BE49-F238E27FC236}">
                    <a16:creationId xmlns:a16="http://schemas.microsoft.com/office/drawing/2014/main" id="{E83735D2-7607-A725-2E9D-FF70E0118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3" name="Freeform 1417">
                <a:extLst>
                  <a:ext uri="{FF2B5EF4-FFF2-40B4-BE49-F238E27FC236}">
                    <a16:creationId xmlns:a16="http://schemas.microsoft.com/office/drawing/2014/main" id="{B72C2390-F3C9-8F95-E911-3371011830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4" name="Freeform 1418">
                <a:extLst>
                  <a:ext uri="{FF2B5EF4-FFF2-40B4-BE49-F238E27FC236}">
                    <a16:creationId xmlns:a16="http://schemas.microsoft.com/office/drawing/2014/main" id="{ED858197-B8FC-0229-1FB9-E1FD3144C8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5" name="Freeform 1419">
                <a:extLst>
                  <a:ext uri="{FF2B5EF4-FFF2-40B4-BE49-F238E27FC236}">
                    <a16:creationId xmlns:a16="http://schemas.microsoft.com/office/drawing/2014/main" id="{DBB54EC9-651A-E5A4-46C9-39C02A9488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6" name="Oval 1420">
                <a:extLst>
                  <a:ext uri="{FF2B5EF4-FFF2-40B4-BE49-F238E27FC236}">
                    <a16:creationId xmlns:a16="http://schemas.microsoft.com/office/drawing/2014/main" id="{5E27A172-1311-03BC-C9A9-6C7116E55A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2" name="Group 1421">
              <a:extLst>
                <a:ext uri="{FF2B5EF4-FFF2-40B4-BE49-F238E27FC236}">
                  <a16:creationId xmlns:a16="http://schemas.microsoft.com/office/drawing/2014/main" id="{1D1DFADA-B214-A8F0-46B5-6A8B3AB681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955" name="Oval 1422">
                <a:extLst>
                  <a:ext uri="{FF2B5EF4-FFF2-40B4-BE49-F238E27FC236}">
                    <a16:creationId xmlns:a16="http://schemas.microsoft.com/office/drawing/2014/main" id="{0DF75881-A664-E19A-C6CF-CF5D83DECB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6" name="Oval 1423">
                <a:extLst>
                  <a:ext uri="{FF2B5EF4-FFF2-40B4-BE49-F238E27FC236}">
                    <a16:creationId xmlns:a16="http://schemas.microsoft.com/office/drawing/2014/main" id="{7B34DD79-5B28-2CF7-173E-D69D9FB31A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7" name="Freeform 1424">
                <a:extLst>
                  <a:ext uri="{FF2B5EF4-FFF2-40B4-BE49-F238E27FC236}">
                    <a16:creationId xmlns:a16="http://schemas.microsoft.com/office/drawing/2014/main" id="{3BA557A6-DAEA-C57A-D1FC-F9B05EC09F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8" name="Freeform 1425">
                <a:extLst>
                  <a:ext uri="{FF2B5EF4-FFF2-40B4-BE49-F238E27FC236}">
                    <a16:creationId xmlns:a16="http://schemas.microsoft.com/office/drawing/2014/main" id="{F5D04F7B-9A4A-8AF7-3572-6C4F986839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9" name="Freeform 1426">
                <a:extLst>
                  <a:ext uri="{FF2B5EF4-FFF2-40B4-BE49-F238E27FC236}">
                    <a16:creationId xmlns:a16="http://schemas.microsoft.com/office/drawing/2014/main" id="{C6D55A3B-38F2-C281-CC6A-B5D67F71E8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0" name="Oval 1427">
                <a:extLst>
                  <a:ext uri="{FF2B5EF4-FFF2-40B4-BE49-F238E27FC236}">
                    <a16:creationId xmlns:a16="http://schemas.microsoft.com/office/drawing/2014/main" id="{746E330C-868F-152D-0C20-27648BE8E3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3" name="Group 1428">
              <a:extLst>
                <a:ext uri="{FF2B5EF4-FFF2-40B4-BE49-F238E27FC236}">
                  <a16:creationId xmlns:a16="http://schemas.microsoft.com/office/drawing/2014/main" id="{2C086737-4008-FD23-978B-512706528D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949" name="Oval 1429">
                <a:extLst>
                  <a:ext uri="{FF2B5EF4-FFF2-40B4-BE49-F238E27FC236}">
                    <a16:creationId xmlns:a16="http://schemas.microsoft.com/office/drawing/2014/main" id="{483600ED-18DA-5AC1-ED1C-E762360C39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0" name="Oval 1430">
                <a:extLst>
                  <a:ext uri="{FF2B5EF4-FFF2-40B4-BE49-F238E27FC236}">
                    <a16:creationId xmlns:a16="http://schemas.microsoft.com/office/drawing/2014/main" id="{9C838CB6-A5CF-3C38-A73B-7311D7C3F5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1" name="Freeform 1431">
                <a:extLst>
                  <a:ext uri="{FF2B5EF4-FFF2-40B4-BE49-F238E27FC236}">
                    <a16:creationId xmlns:a16="http://schemas.microsoft.com/office/drawing/2014/main" id="{A3AF25FA-4022-90C5-2743-F79FBAAB5B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2" name="Freeform 1432">
                <a:extLst>
                  <a:ext uri="{FF2B5EF4-FFF2-40B4-BE49-F238E27FC236}">
                    <a16:creationId xmlns:a16="http://schemas.microsoft.com/office/drawing/2014/main" id="{E2F47658-6F95-405C-8922-EC9D77801A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3" name="Freeform 1433">
                <a:extLst>
                  <a:ext uri="{FF2B5EF4-FFF2-40B4-BE49-F238E27FC236}">
                    <a16:creationId xmlns:a16="http://schemas.microsoft.com/office/drawing/2014/main" id="{79AFC5C6-7912-84EE-45BB-E58D7726C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4" name="Oval 1434">
                <a:extLst>
                  <a:ext uri="{FF2B5EF4-FFF2-40B4-BE49-F238E27FC236}">
                    <a16:creationId xmlns:a16="http://schemas.microsoft.com/office/drawing/2014/main" id="{4E5FEF94-173F-8EE8-6805-8A3D6C876B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4" name="Group 1435">
              <a:extLst>
                <a:ext uri="{FF2B5EF4-FFF2-40B4-BE49-F238E27FC236}">
                  <a16:creationId xmlns:a16="http://schemas.microsoft.com/office/drawing/2014/main" id="{0E90F631-AA96-188C-4300-2D22FE64F7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943" name="Oval 1436">
                <a:extLst>
                  <a:ext uri="{FF2B5EF4-FFF2-40B4-BE49-F238E27FC236}">
                    <a16:creationId xmlns:a16="http://schemas.microsoft.com/office/drawing/2014/main" id="{1FF00C79-FFEF-68E6-F81E-357BCCB904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44" name="Oval 1437">
                <a:extLst>
                  <a:ext uri="{FF2B5EF4-FFF2-40B4-BE49-F238E27FC236}">
                    <a16:creationId xmlns:a16="http://schemas.microsoft.com/office/drawing/2014/main" id="{BB64D3FB-3308-8E94-6BF5-6536468113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45" name="Freeform 1438">
                <a:extLst>
                  <a:ext uri="{FF2B5EF4-FFF2-40B4-BE49-F238E27FC236}">
                    <a16:creationId xmlns:a16="http://schemas.microsoft.com/office/drawing/2014/main" id="{DC7FA8BB-8342-6490-705A-2D4BB25F07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6" name="Freeform 1439">
                <a:extLst>
                  <a:ext uri="{FF2B5EF4-FFF2-40B4-BE49-F238E27FC236}">
                    <a16:creationId xmlns:a16="http://schemas.microsoft.com/office/drawing/2014/main" id="{2D9744F7-C92C-02D3-71D8-6184119660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7" name="Freeform 1440">
                <a:extLst>
                  <a:ext uri="{FF2B5EF4-FFF2-40B4-BE49-F238E27FC236}">
                    <a16:creationId xmlns:a16="http://schemas.microsoft.com/office/drawing/2014/main" id="{A80D49E3-6FA4-1AEA-7B32-70EC0677B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8" name="Oval 1441">
                <a:extLst>
                  <a:ext uri="{FF2B5EF4-FFF2-40B4-BE49-F238E27FC236}">
                    <a16:creationId xmlns:a16="http://schemas.microsoft.com/office/drawing/2014/main" id="{AF484C92-30BB-EE3D-8818-05B844D439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5" name="Group 1442">
              <a:extLst>
                <a:ext uri="{FF2B5EF4-FFF2-40B4-BE49-F238E27FC236}">
                  <a16:creationId xmlns:a16="http://schemas.microsoft.com/office/drawing/2014/main" id="{E91969DB-BD63-006F-8316-5B3693B941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937" name="Oval 1443">
                <a:extLst>
                  <a:ext uri="{FF2B5EF4-FFF2-40B4-BE49-F238E27FC236}">
                    <a16:creationId xmlns:a16="http://schemas.microsoft.com/office/drawing/2014/main" id="{84967839-F9BA-1A14-5898-86ACDEE7A1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8" name="Oval 1444">
                <a:extLst>
                  <a:ext uri="{FF2B5EF4-FFF2-40B4-BE49-F238E27FC236}">
                    <a16:creationId xmlns:a16="http://schemas.microsoft.com/office/drawing/2014/main" id="{0DF6D087-517C-8E9E-0E9B-D101360A69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9" name="Freeform 1445">
                <a:extLst>
                  <a:ext uri="{FF2B5EF4-FFF2-40B4-BE49-F238E27FC236}">
                    <a16:creationId xmlns:a16="http://schemas.microsoft.com/office/drawing/2014/main" id="{38A04E27-E447-A5EA-937B-A1C571C082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0" name="Freeform 1446">
                <a:extLst>
                  <a:ext uri="{FF2B5EF4-FFF2-40B4-BE49-F238E27FC236}">
                    <a16:creationId xmlns:a16="http://schemas.microsoft.com/office/drawing/2014/main" id="{5D9E1084-7A7D-5B9E-5D24-B7D8279760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1" name="Freeform 1447">
                <a:extLst>
                  <a:ext uri="{FF2B5EF4-FFF2-40B4-BE49-F238E27FC236}">
                    <a16:creationId xmlns:a16="http://schemas.microsoft.com/office/drawing/2014/main" id="{48A8A312-7AF7-5FF1-DBCC-D556506D20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2" name="Oval 1448">
                <a:extLst>
                  <a:ext uri="{FF2B5EF4-FFF2-40B4-BE49-F238E27FC236}">
                    <a16:creationId xmlns:a16="http://schemas.microsoft.com/office/drawing/2014/main" id="{5155601F-92C2-009A-4BFC-07BF112187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6" name="Group 1449">
              <a:extLst>
                <a:ext uri="{FF2B5EF4-FFF2-40B4-BE49-F238E27FC236}">
                  <a16:creationId xmlns:a16="http://schemas.microsoft.com/office/drawing/2014/main" id="{035FB1DC-6F47-EBB6-FFDF-65696C759D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931" name="Oval 1450">
                <a:extLst>
                  <a:ext uri="{FF2B5EF4-FFF2-40B4-BE49-F238E27FC236}">
                    <a16:creationId xmlns:a16="http://schemas.microsoft.com/office/drawing/2014/main" id="{F8DE8782-144C-114B-BCB1-1391D63317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2" name="Oval 1451">
                <a:extLst>
                  <a:ext uri="{FF2B5EF4-FFF2-40B4-BE49-F238E27FC236}">
                    <a16:creationId xmlns:a16="http://schemas.microsoft.com/office/drawing/2014/main" id="{99E0CC93-5A90-43C1-F278-1F5CDFC4A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3" name="Freeform 1452">
                <a:extLst>
                  <a:ext uri="{FF2B5EF4-FFF2-40B4-BE49-F238E27FC236}">
                    <a16:creationId xmlns:a16="http://schemas.microsoft.com/office/drawing/2014/main" id="{441BCBB9-5737-3656-C89B-144C933CF3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4" name="Freeform 1453">
                <a:extLst>
                  <a:ext uri="{FF2B5EF4-FFF2-40B4-BE49-F238E27FC236}">
                    <a16:creationId xmlns:a16="http://schemas.microsoft.com/office/drawing/2014/main" id="{F0AFBFA6-F962-4F8D-F067-A3E56F58C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5" name="Freeform 1454">
                <a:extLst>
                  <a:ext uri="{FF2B5EF4-FFF2-40B4-BE49-F238E27FC236}">
                    <a16:creationId xmlns:a16="http://schemas.microsoft.com/office/drawing/2014/main" id="{17DDA1FD-F804-0682-A2A9-A4353C5401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6" name="Oval 1455">
                <a:extLst>
                  <a:ext uri="{FF2B5EF4-FFF2-40B4-BE49-F238E27FC236}">
                    <a16:creationId xmlns:a16="http://schemas.microsoft.com/office/drawing/2014/main" id="{64EC81E8-2682-AE45-9748-D46EDB4398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7" name="Group 1456">
              <a:extLst>
                <a:ext uri="{FF2B5EF4-FFF2-40B4-BE49-F238E27FC236}">
                  <a16:creationId xmlns:a16="http://schemas.microsoft.com/office/drawing/2014/main" id="{D5764750-61EA-1A11-B98F-2D3239A4E9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925" name="Oval 1457">
                <a:extLst>
                  <a:ext uri="{FF2B5EF4-FFF2-40B4-BE49-F238E27FC236}">
                    <a16:creationId xmlns:a16="http://schemas.microsoft.com/office/drawing/2014/main" id="{84EC973B-F8E3-D4DA-6C6D-489F44B052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6" name="Oval 1458">
                <a:extLst>
                  <a:ext uri="{FF2B5EF4-FFF2-40B4-BE49-F238E27FC236}">
                    <a16:creationId xmlns:a16="http://schemas.microsoft.com/office/drawing/2014/main" id="{B606AB38-8C1F-E02B-F7AA-8AAC3C02ED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7" name="Freeform 1459">
                <a:extLst>
                  <a:ext uri="{FF2B5EF4-FFF2-40B4-BE49-F238E27FC236}">
                    <a16:creationId xmlns:a16="http://schemas.microsoft.com/office/drawing/2014/main" id="{28172ADC-7E86-9614-1368-6CF3E782F6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8" name="Freeform 1460">
                <a:extLst>
                  <a:ext uri="{FF2B5EF4-FFF2-40B4-BE49-F238E27FC236}">
                    <a16:creationId xmlns:a16="http://schemas.microsoft.com/office/drawing/2014/main" id="{A956A961-B940-E4C6-39F2-9480B810FC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9" name="Freeform 1461">
                <a:extLst>
                  <a:ext uri="{FF2B5EF4-FFF2-40B4-BE49-F238E27FC236}">
                    <a16:creationId xmlns:a16="http://schemas.microsoft.com/office/drawing/2014/main" id="{B93286D0-31DE-8DFC-63EC-4154EFC8EA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0" name="Oval 1462">
                <a:extLst>
                  <a:ext uri="{FF2B5EF4-FFF2-40B4-BE49-F238E27FC236}">
                    <a16:creationId xmlns:a16="http://schemas.microsoft.com/office/drawing/2014/main" id="{8E743E87-B2EF-B424-3BED-CCBCE76EC5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8" name="Group 1463">
              <a:extLst>
                <a:ext uri="{FF2B5EF4-FFF2-40B4-BE49-F238E27FC236}">
                  <a16:creationId xmlns:a16="http://schemas.microsoft.com/office/drawing/2014/main" id="{3BA814CC-4B4C-CC00-DDA1-7FF57DB0EC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919" name="Oval 1464">
                <a:extLst>
                  <a:ext uri="{FF2B5EF4-FFF2-40B4-BE49-F238E27FC236}">
                    <a16:creationId xmlns:a16="http://schemas.microsoft.com/office/drawing/2014/main" id="{E87064DC-4142-80F5-8A17-C971369D4F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0" name="Oval 1465">
                <a:extLst>
                  <a:ext uri="{FF2B5EF4-FFF2-40B4-BE49-F238E27FC236}">
                    <a16:creationId xmlns:a16="http://schemas.microsoft.com/office/drawing/2014/main" id="{FDABA865-D166-FAF1-A993-7BF6A16238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1" name="Freeform 1466">
                <a:extLst>
                  <a:ext uri="{FF2B5EF4-FFF2-40B4-BE49-F238E27FC236}">
                    <a16:creationId xmlns:a16="http://schemas.microsoft.com/office/drawing/2014/main" id="{A875B1C6-927A-F2A8-C9C7-6CBB7BFFC2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2" name="Freeform 1467">
                <a:extLst>
                  <a:ext uri="{FF2B5EF4-FFF2-40B4-BE49-F238E27FC236}">
                    <a16:creationId xmlns:a16="http://schemas.microsoft.com/office/drawing/2014/main" id="{882A8ABB-130A-EA0F-1C7E-5662663156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3" name="Freeform 1468">
                <a:extLst>
                  <a:ext uri="{FF2B5EF4-FFF2-40B4-BE49-F238E27FC236}">
                    <a16:creationId xmlns:a16="http://schemas.microsoft.com/office/drawing/2014/main" id="{04B1C202-5D46-89BB-6BF7-2DA3125269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4" name="Oval 1469">
                <a:extLst>
                  <a:ext uri="{FF2B5EF4-FFF2-40B4-BE49-F238E27FC236}">
                    <a16:creationId xmlns:a16="http://schemas.microsoft.com/office/drawing/2014/main" id="{13D6A1F5-4236-28D2-F5CB-9D5D48F014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9" name="Group 1470">
              <a:extLst>
                <a:ext uri="{FF2B5EF4-FFF2-40B4-BE49-F238E27FC236}">
                  <a16:creationId xmlns:a16="http://schemas.microsoft.com/office/drawing/2014/main" id="{16E5C0DC-7AAE-7340-FF7B-315ADB63E4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913" name="Oval 1471">
                <a:extLst>
                  <a:ext uri="{FF2B5EF4-FFF2-40B4-BE49-F238E27FC236}">
                    <a16:creationId xmlns:a16="http://schemas.microsoft.com/office/drawing/2014/main" id="{2F8E0737-D1B6-FE39-A3B3-2F4E9D044F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4" name="Oval 1472">
                <a:extLst>
                  <a:ext uri="{FF2B5EF4-FFF2-40B4-BE49-F238E27FC236}">
                    <a16:creationId xmlns:a16="http://schemas.microsoft.com/office/drawing/2014/main" id="{F265C998-8794-1E84-AD47-160E13276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5" name="Freeform 1473">
                <a:extLst>
                  <a:ext uri="{FF2B5EF4-FFF2-40B4-BE49-F238E27FC236}">
                    <a16:creationId xmlns:a16="http://schemas.microsoft.com/office/drawing/2014/main" id="{57F52DBB-F360-2FBA-E4D1-811FBC7292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6" name="Freeform 1474">
                <a:extLst>
                  <a:ext uri="{FF2B5EF4-FFF2-40B4-BE49-F238E27FC236}">
                    <a16:creationId xmlns:a16="http://schemas.microsoft.com/office/drawing/2014/main" id="{18457DE6-C7DD-86D8-0CBE-1D07C7079C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7" name="Freeform 1475">
                <a:extLst>
                  <a:ext uri="{FF2B5EF4-FFF2-40B4-BE49-F238E27FC236}">
                    <a16:creationId xmlns:a16="http://schemas.microsoft.com/office/drawing/2014/main" id="{7DBC4878-F38A-7485-F01C-D0F05F527B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8" name="Oval 1476">
                <a:extLst>
                  <a:ext uri="{FF2B5EF4-FFF2-40B4-BE49-F238E27FC236}">
                    <a16:creationId xmlns:a16="http://schemas.microsoft.com/office/drawing/2014/main" id="{8492EC50-179F-497A-F191-D98B8D4E49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0" name="Group 1477">
              <a:extLst>
                <a:ext uri="{FF2B5EF4-FFF2-40B4-BE49-F238E27FC236}">
                  <a16:creationId xmlns:a16="http://schemas.microsoft.com/office/drawing/2014/main" id="{75B0B8D5-9D72-0156-9DC5-5341CE2CFB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907" name="Oval 1478">
                <a:extLst>
                  <a:ext uri="{FF2B5EF4-FFF2-40B4-BE49-F238E27FC236}">
                    <a16:creationId xmlns:a16="http://schemas.microsoft.com/office/drawing/2014/main" id="{04B3B0D5-A4D9-85F4-9F22-03711E086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8" name="Oval 1479">
                <a:extLst>
                  <a:ext uri="{FF2B5EF4-FFF2-40B4-BE49-F238E27FC236}">
                    <a16:creationId xmlns:a16="http://schemas.microsoft.com/office/drawing/2014/main" id="{22D94E12-4676-9E04-CEAA-89F64B82BD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9" name="Freeform 1480">
                <a:extLst>
                  <a:ext uri="{FF2B5EF4-FFF2-40B4-BE49-F238E27FC236}">
                    <a16:creationId xmlns:a16="http://schemas.microsoft.com/office/drawing/2014/main" id="{BBBD7AEF-CD27-2311-7146-A38356BE0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0" name="Freeform 1481">
                <a:extLst>
                  <a:ext uri="{FF2B5EF4-FFF2-40B4-BE49-F238E27FC236}">
                    <a16:creationId xmlns:a16="http://schemas.microsoft.com/office/drawing/2014/main" id="{46193A55-1075-0EEB-9257-9162CEEAE8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1" name="Freeform 1482">
                <a:extLst>
                  <a:ext uri="{FF2B5EF4-FFF2-40B4-BE49-F238E27FC236}">
                    <a16:creationId xmlns:a16="http://schemas.microsoft.com/office/drawing/2014/main" id="{66E72C8E-0043-6717-F305-ECD52B2260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2" name="Oval 1483">
                <a:extLst>
                  <a:ext uri="{FF2B5EF4-FFF2-40B4-BE49-F238E27FC236}">
                    <a16:creationId xmlns:a16="http://schemas.microsoft.com/office/drawing/2014/main" id="{42BC4ED1-2B2F-53F3-1566-126DBFF745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1" name="Group 1484">
              <a:extLst>
                <a:ext uri="{FF2B5EF4-FFF2-40B4-BE49-F238E27FC236}">
                  <a16:creationId xmlns:a16="http://schemas.microsoft.com/office/drawing/2014/main" id="{A3BE0ED3-8AFB-3BD5-7A68-4C1A820AB3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901" name="Oval 1485">
                <a:extLst>
                  <a:ext uri="{FF2B5EF4-FFF2-40B4-BE49-F238E27FC236}">
                    <a16:creationId xmlns:a16="http://schemas.microsoft.com/office/drawing/2014/main" id="{9EBE5921-499F-069B-DFDF-D301E6D3FD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2" name="Oval 1486">
                <a:extLst>
                  <a:ext uri="{FF2B5EF4-FFF2-40B4-BE49-F238E27FC236}">
                    <a16:creationId xmlns:a16="http://schemas.microsoft.com/office/drawing/2014/main" id="{0EA18F83-8612-9240-1E01-80ACBA3121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3" name="Freeform 1487">
                <a:extLst>
                  <a:ext uri="{FF2B5EF4-FFF2-40B4-BE49-F238E27FC236}">
                    <a16:creationId xmlns:a16="http://schemas.microsoft.com/office/drawing/2014/main" id="{BC67C7D6-560B-5734-2BC9-43DAB41E9B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4" name="Freeform 1488">
                <a:extLst>
                  <a:ext uri="{FF2B5EF4-FFF2-40B4-BE49-F238E27FC236}">
                    <a16:creationId xmlns:a16="http://schemas.microsoft.com/office/drawing/2014/main" id="{0AB91A0A-1D26-593B-3A9C-B200E6EEB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5" name="Freeform 1489">
                <a:extLst>
                  <a:ext uri="{FF2B5EF4-FFF2-40B4-BE49-F238E27FC236}">
                    <a16:creationId xmlns:a16="http://schemas.microsoft.com/office/drawing/2014/main" id="{D36D7AE3-BB67-2686-0212-C97644AE6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6" name="Oval 1490">
                <a:extLst>
                  <a:ext uri="{FF2B5EF4-FFF2-40B4-BE49-F238E27FC236}">
                    <a16:creationId xmlns:a16="http://schemas.microsoft.com/office/drawing/2014/main" id="{49503B42-C3D2-BF6C-DAF9-FE13888899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2" name="Group 1491">
              <a:extLst>
                <a:ext uri="{FF2B5EF4-FFF2-40B4-BE49-F238E27FC236}">
                  <a16:creationId xmlns:a16="http://schemas.microsoft.com/office/drawing/2014/main" id="{12AB328C-602E-72BB-3AB7-8C7C0E72FA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895" name="Oval 1492">
                <a:extLst>
                  <a:ext uri="{FF2B5EF4-FFF2-40B4-BE49-F238E27FC236}">
                    <a16:creationId xmlns:a16="http://schemas.microsoft.com/office/drawing/2014/main" id="{DA6954C1-7289-18FE-8E13-FDE186BA51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6" name="Oval 1493">
                <a:extLst>
                  <a:ext uri="{FF2B5EF4-FFF2-40B4-BE49-F238E27FC236}">
                    <a16:creationId xmlns:a16="http://schemas.microsoft.com/office/drawing/2014/main" id="{5F440E06-EF1D-5B11-9684-DE67EC831A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7" name="Freeform 1494">
                <a:extLst>
                  <a:ext uri="{FF2B5EF4-FFF2-40B4-BE49-F238E27FC236}">
                    <a16:creationId xmlns:a16="http://schemas.microsoft.com/office/drawing/2014/main" id="{BC8EF616-7940-464E-A83F-2B4D987BF9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" name="Freeform 1495">
                <a:extLst>
                  <a:ext uri="{FF2B5EF4-FFF2-40B4-BE49-F238E27FC236}">
                    <a16:creationId xmlns:a16="http://schemas.microsoft.com/office/drawing/2014/main" id="{9DFF566D-D3C1-803D-685C-3C3A1183A1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9" name="Freeform 1496">
                <a:extLst>
                  <a:ext uri="{FF2B5EF4-FFF2-40B4-BE49-F238E27FC236}">
                    <a16:creationId xmlns:a16="http://schemas.microsoft.com/office/drawing/2014/main" id="{2FAAF951-67AE-6A35-5BAB-28901C55A9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0" name="Oval 1497">
                <a:extLst>
                  <a:ext uri="{FF2B5EF4-FFF2-40B4-BE49-F238E27FC236}">
                    <a16:creationId xmlns:a16="http://schemas.microsoft.com/office/drawing/2014/main" id="{A03EFD62-BB5B-B3D3-48C7-C49ED76A58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3" name="Group 1498">
              <a:extLst>
                <a:ext uri="{FF2B5EF4-FFF2-40B4-BE49-F238E27FC236}">
                  <a16:creationId xmlns:a16="http://schemas.microsoft.com/office/drawing/2014/main" id="{B9A0849C-5975-7866-94F7-E89C0CDF26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889" name="Oval 1499">
                <a:extLst>
                  <a:ext uri="{FF2B5EF4-FFF2-40B4-BE49-F238E27FC236}">
                    <a16:creationId xmlns:a16="http://schemas.microsoft.com/office/drawing/2014/main" id="{02A0B159-325D-3118-11C6-651CADD79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0" name="Oval 1500">
                <a:extLst>
                  <a:ext uri="{FF2B5EF4-FFF2-40B4-BE49-F238E27FC236}">
                    <a16:creationId xmlns:a16="http://schemas.microsoft.com/office/drawing/2014/main" id="{1032F442-B461-E64D-B3BA-6AED447891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1" name="Freeform 1501">
                <a:extLst>
                  <a:ext uri="{FF2B5EF4-FFF2-40B4-BE49-F238E27FC236}">
                    <a16:creationId xmlns:a16="http://schemas.microsoft.com/office/drawing/2014/main" id="{9FEF4325-9C1C-E909-C800-19569A6AC4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2" name="Freeform 1502">
                <a:extLst>
                  <a:ext uri="{FF2B5EF4-FFF2-40B4-BE49-F238E27FC236}">
                    <a16:creationId xmlns:a16="http://schemas.microsoft.com/office/drawing/2014/main" id="{91E19B74-A891-7E45-EFC2-B139DFF2A4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3" name="Freeform 1503">
                <a:extLst>
                  <a:ext uri="{FF2B5EF4-FFF2-40B4-BE49-F238E27FC236}">
                    <a16:creationId xmlns:a16="http://schemas.microsoft.com/office/drawing/2014/main" id="{385FAC74-6765-E181-85A1-2E3C5CEA24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4" name="Oval 1504">
                <a:extLst>
                  <a:ext uri="{FF2B5EF4-FFF2-40B4-BE49-F238E27FC236}">
                    <a16:creationId xmlns:a16="http://schemas.microsoft.com/office/drawing/2014/main" id="{E49BDDEC-6FBC-C35E-D6D9-F1C1084D0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4" name="Group 1505">
              <a:extLst>
                <a:ext uri="{FF2B5EF4-FFF2-40B4-BE49-F238E27FC236}">
                  <a16:creationId xmlns:a16="http://schemas.microsoft.com/office/drawing/2014/main" id="{797D2F59-BCBB-3DB9-D95B-D4EE34FF26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883" name="Oval 1506">
                <a:extLst>
                  <a:ext uri="{FF2B5EF4-FFF2-40B4-BE49-F238E27FC236}">
                    <a16:creationId xmlns:a16="http://schemas.microsoft.com/office/drawing/2014/main" id="{BC0AF3A6-001D-BD72-47A4-C3E34DC943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4" name="Oval 1507">
                <a:extLst>
                  <a:ext uri="{FF2B5EF4-FFF2-40B4-BE49-F238E27FC236}">
                    <a16:creationId xmlns:a16="http://schemas.microsoft.com/office/drawing/2014/main" id="{F1BCB13A-C165-DA31-4345-E9001CCA73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5" name="Freeform 1508">
                <a:extLst>
                  <a:ext uri="{FF2B5EF4-FFF2-40B4-BE49-F238E27FC236}">
                    <a16:creationId xmlns:a16="http://schemas.microsoft.com/office/drawing/2014/main" id="{5638F6D2-0531-21F7-9942-AE6773AE8B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" name="Freeform 1509">
                <a:extLst>
                  <a:ext uri="{FF2B5EF4-FFF2-40B4-BE49-F238E27FC236}">
                    <a16:creationId xmlns:a16="http://schemas.microsoft.com/office/drawing/2014/main" id="{344DF2C2-35A8-2FDA-9109-135BF71AC1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" name="Freeform 1510">
                <a:extLst>
                  <a:ext uri="{FF2B5EF4-FFF2-40B4-BE49-F238E27FC236}">
                    <a16:creationId xmlns:a16="http://schemas.microsoft.com/office/drawing/2014/main" id="{36A881D4-2D05-324B-59CA-CC0EB31EB3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" name="Oval 1511">
                <a:extLst>
                  <a:ext uri="{FF2B5EF4-FFF2-40B4-BE49-F238E27FC236}">
                    <a16:creationId xmlns:a16="http://schemas.microsoft.com/office/drawing/2014/main" id="{D7A305C7-16CC-6521-F7AC-850344D0C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5" name="Group 1512">
              <a:extLst>
                <a:ext uri="{FF2B5EF4-FFF2-40B4-BE49-F238E27FC236}">
                  <a16:creationId xmlns:a16="http://schemas.microsoft.com/office/drawing/2014/main" id="{195E7174-0FF8-EC62-A701-3E05B77288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877" name="Oval 1513">
                <a:extLst>
                  <a:ext uri="{FF2B5EF4-FFF2-40B4-BE49-F238E27FC236}">
                    <a16:creationId xmlns:a16="http://schemas.microsoft.com/office/drawing/2014/main" id="{B49FC84D-6880-10D9-6296-7873A8AF32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8" name="Oval 1514">
                <a:extLst>
                  <a:ext uri="{FF2B5EF4-FFF2-40B4-BE49-F238E27FC236}">
                    <a16:creationId xmlns:a16="http://schemas.microsoft.com/office/drawing/2014/main" id="{0263EF1D-A709-A3DB-0856-E4D4D87958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9" name="Freeform 1515">
                <a:extLst>
                  <a:ext uri="{FF2B5EF4-FFF2-40B4-BE49-F238E27FC236}">
                    <a16:creationId xmlns:a16="http://schemas.microsoft.com/office/drawing/2014/main" id="{CFB70AE8-04AD-4FEB-789C-D78F565D56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" name="Freeform 1516">
                <a:extLst>
                  <a:ext uri="{FF2B5EF4-FFF2-40B4-BE49-F238E27FC236}">
                    <a16:creationId xmlns:a16="http://schemas.microsoft.com/office/drawing/2014/main" id="{3690B978-81DB-8DDD-90B4-BD73F6F34F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" name="Freeform 1517">
                <a:extLst>
                  <a:ext uri="{FF2B5EF4-FFF2-40B4-BE49-F238E27FC236}">
                    <a16:creationId xmlns:a16="http://schemas.microsoft.com/office/drawing/2014/main" id="{8B3A1709-5A45-CAF3-4167-AF4FDC0433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" name="Oval 1518">
                <a:extLst>
                  <a:ext uri="{FF2B5EF4-FFF2-40B4-BE49-F238E27FC236}">
                    <a16:creationId xmlns:a16="http://schemas.microsoft.com/office/drawing/2014/main" id="{1AB84F10-8B7F-EF00-AAA7-875A74BC29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6" name="Group 1519">
              <a:extLst>
                <a:ext uri="{FF2B5EF4-FFF2-40B4-BE49-F238E27FC236}">
                  <a16:creationId xmlns:a16="http://schemas.microsoft.com/office/drawing/2014/main" id="{778ABCDB-E3FD-7EA4-046A-D7E9376CB2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871" name="Oval 1520">
                <a:extLst>
                  <a:ext uri="{FF2B5EF4-FFF2-40B4-BE49-F238E27FC236}">
                    <a16:creationId xmlns:a16="http://schemas.microsoft.com/office/drawing/2014/main" id="{387553B4-0755-8153-71AA-634B18B947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2" name="Oval 1521">
                <a:extLst>
                  <a:ext uri="{FF2B5EF4-FFF2-40B4-BE49-F238E27FC236}">
                    <a16:creationId xmlns:a16="http://schemas.microsoft.com/office/drawing/2014/main" id="{7999A2FB-F70C-A1C9-8CD6-85F57E1C7E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3" name="Freeform 1522">
                <a:extLst>
                  <a:ext uri="{FF2B5EF4-FFF2-40B4-BE49-F238E27FC236}">
                    <a16:creationId xmlns:a16="http://schemas.microsoft.com/office/drawing/2014/main" id="{B92A43FF-F8CA-7C4B-354F-A9D80DB13F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" name="Freeform 1523">
                <a:extLst>
                  <a:ext uri="{FF2B5EF4-FFF2-40B4-BE49-F238E27FC236}">
                    <a16:creationId xmlns:a16="http://schemas.microsoft.com/office/drawing/2014/main" id="{C57FD036-FD50-5CCC-5CC3-228869EC73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" name="Freeform 1524">
                <a:extLst>
                  <a:ext uri="{FF2B5EF4-FFF2-40B4-BE49-F238E27FC236}">
                    <a16:creationId xmlns:a16="http://schemas.microsoft.com/office/drawing/2014/main" id="{73FA82F2-840E-6529-AF8C-75283EEDEB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" name="Oval 1525">
                <a:extLst>
                  <a:ext uri="{FF2B5EF4-FFF2-40B4-BE49-F238E27FC236}">
                    <a16:creationId xmlns:a16="http://schemas.microsoft.com/office/drawing/2014/main" id="{97F88629-793E-EB2A-BF35-205BBCA351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7" name="Group 1526">
              <a:extLst>
                <a:ext uri="{FF2B5EF4-FFF2-40B4-BE49-F238E27FC236}">
                  <a16:creationId xmlns:a16="http://schemas.microsoft.com/office/drawing/2014/main" id="{12AD4963-1AA2-9B11-43C0-C2F9D879C1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865" name="Oval 1527">
                <a:extLst>
                  <a:ext uri="{FF2B5EF4-FFF2-40B4-BE49-F238E27FC236}">
                    <a16:creationId xmlns:a16="http://schemas.microsoft.com/office/drawing/2014/main" id="{CB5C8B7D-9680-3D30-936A-BA82E6EA52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6" name="Oval 1528">
                <a:extLst>
                  <a:ext uri="{FF2B5EF4-FFF2-40B4-BE49-F238E27FC236}">
                    <a16:creationId xmlns:a16="http://schemas.microsoft.com/office/drawing/2014/main" id="{2365F877-744D-8CCA-AC53-8412E37109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7" name="Freeform 1529">
                <a:extLst>
                  <a:ext uri="{FF2B5EF4-FFF2-40B4-BE49-F238E27FC236}">
                    <a16:creationId xmlns:a16="http://schemas.microsoft.com/office/drawing/2014/main" id="{C02D7AE1-8F08-ED98-D34D-AB538D9800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8" name="Freeform 1530">
                <a:extLst>
                  <a:ext uri="{FF2B5EF4-FFF2-40B4-BE49-F238E27FC236}">
                    <a16:creationId xmlns:a16="http://schemas.microsoft.com/office/drawing/2014/main" id="{76B2157F-3983-DFCE-8FBA-BEF1B28D08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" name="Freeform 1531">
                <a:extLst>
                  <a:ext uri="{FF2B5EF4-FFF2-40B4-BE49-F238E27FC236}">
                    <a16:creationId xmlns:a16="http://schemas.microsoft.com/office/drawing/2014/main" id="{27AF2AD2-FFAB-F188-453E-00759452AC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" name="Oval 1532">
                <a:extLst>
                  <a:ext uri="{FF2B5EF4-FFF2-40B4-BE49-F238E27FC236}">
                    <a16:creationId xmlns:a16="http://schemas.microsoft.com/office/drawing/2014/main" id="{E8720D70-D833-2266-B282-124E3032A9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8" name="Group 1533">
              <a:extLst>
                <a:ext uri="{FF2B5EF4-FFF2-40B4-BE49-F238E27FC236}">
                  <a16:creationId xmlns:a16="http://schemas.microsoft.com/office/drawing/2014/main" id="{B509FE70-4183-4E46-4F0D-122767DEBA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859" name="Oval 1534">
                <a:extLst>
                  <a:ext uri="{FF2B5EF4-FFF2-40B4-BE49-F238E27FC236}">
                    <a16:creationId xmlns:a16="http://schemas.microsoft.com/office/drawing/2014/main" id="{E4927559-F2EF-FA0C-A748-1CD0591F94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0" name="Oval 1535">
                <a:extLst>
                  <a:ext uri="{FF2B5EF4-FFF2-40B4-BE49-F238E27FC236}">
                    <a16:creationId xmlns:a16="http://schemas.microsoft.com/office/drawing/2014/main" id="{71511940-BD79-FC50-7E79-625BDECA83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1" name="Freeform 1536">
                <a:extLst>
                  <a:ext uri="{FF2B5EF4-FFF2-40B4-BE49-F238E27FC236}">
                    <a16:creationId xmlns:a16="http://schemas.microsoft.com/office/drawing/2014/main" id="{0D72A325-24FF-F4C6-9C33-1F27BB12F6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2" name="Freeform 1537">
                <a:extLst>
                  <a:ext uri="{FF2B5EF4-FFF2-40B4-BE49-F238E27FC236}">
                    <a16:creationId xmlns:a16="http://schemas.microsoft.com/office/drawing/2014/main" id="{6BE729C8-BDCA-D4BC-DCF3-799AD2F083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3" name="Freeform 1538">
                <a:extLst>
                  <a:ext uri="{FF2B5EF4-FFF2-40B4-BE49-F238E27FC236}">
                    <a16:creationId xmlns:a16="http://schemas.microsoft.com/office/drawing/2014/main" id="{7BABC191-F81C-EBE9-A8E0-EA9CD2EBDD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4" name="Oval 1539">
                <a:extLst>
                  <a:ext uri="{FF2B5EF4-FFF2-40B4-BE49-F238E27FC236}">
                    <a16:creationId xmlns:a16="http://schemas.microsoft.com/office/drawing/2014/main" id="{02651387-B683-2B82-2C0A-354FDB7E0B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9" name="Group 1540">
              <a:extLst>
                <a:ext uri="{FF2B5EF4-FFF2-40B4-BE49-F238E27FC236}">
                  <a16:creationId xmlns:a16="http://schemas.microsoft.com/office/drawing/2014/main" id="{C42131BC-9112-91A0-F6F5-F50657E8B2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853" name="Oval 1541">
                <a:extLst>
                  <a:ext uri="{FF2B5EF4-FFF2-40B4-BE49-F238E27FC236}">
                    <a16:creationId xmlns:a16="http://schemas.microsoft.com/office/drawing/2014/main" id="{D87231C4-A375-62E7-A111-7E56B2C159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4" name="Oval 1542">
                <a:extLst>
                  <a:ext uri="{FF2B5EF4-FFF2-40B4-BE49-F238E27FC236}">
                    <a16:creationId xmlns:a16="http://schemas.microsoft.com/office/drawing/2014/main" id="{4DDF2061-C349-9669-7076-B9F7F11A94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5" name="Freeform 1543">
                <a:extLst>
                  <a:ext uri="{FF2B5EF4-FFF2-40B4-BE49-F238E27FC236}">
                    <a16:creationId xmlns:a16="http://schemas.microsoft.com/office/drawing/2014/main" id="{9F69CC76-AB83-B93C-ED54-15E661A6A1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6" name="Freeform 1544">
                <a:extLst>
                  <a:ext uri="{FF2B5EF4-FFF2-40B4-BE49-F238E27FC236}">
                    <a16:creationId xmlns:a16="http://schemas.microsoft.com/office/drawing/2014/main" id="{381C10DC-643C-02B6-C4E2-95584B4B2D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7" name="Freeform 1545">
                <a:extLst>
                  <a:ext uri="{FF2B5EF4-FFF2-40B4-BE49-F238E27FC236}">
                    <a16:creationId xmlns:a16="http://schemas.microsoft.com/office/drawing/2014/main" id="{767F23FD-5533-40C3-1F82-68714B8ED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8" name="Oval 1546">
                <a:extLst>
                  <a:ext uri="{FF2B5EF4-FFF2-40B4-BE49-F238E27FC236}">
                    <a16:creationId xmlns:a16="http://schemas.microsoft.com/office/drawing/2014/main" id="{AFFB745F-591A-1118-C77F-1447C1976F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0" name="Group 1547">
              <a:extLst>
                <a:ext uri="{FF2B5EF4-FFF2-40B4-BE49-F238E27FC236}">
                  <a16:creationId xmlns:a16="http://schemas.microsoft.com/office/drawing/2014/main" id="{7ED44EA1-599B-5D9F-6D08-8F3FD117BB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847" name="Oval 1548">
                <a:extLst>
                  <a:ext uri="{FF2B5EF4-FFF2-40B4-BE49-F238E27FC236}">
                    <a16:creationId xmlns:a16="http://schemas.microsoft.com/office/drawing/2014/main" id="{5B76B29A-A319-7624-F0F3-74B9F9668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8" name="Oval 1549">
                <a:extLst>
                  <a:ext uri="{FF2B5EF4-FFF2-40B4-BE49-F238E27FC236}">
                    <a16:creationId xmlns:a16="http://schemas.microsoft.com/office/drawing/2014/main" id="{F94211D2-4A16-E503-9342-C9D02C1BCC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9" name="Freeform 1550">
                <a:extLst>
                  <a:ext uri="{FF2B5EF4-FFF2-40B4-BE49-F238E27FC236}">
                    <a16:creationId xmlns:a16="http://schemas.microsoft.com/office/drawing/2014/main" id="{F4E5DCCA-D601-C283-FF3C-FA416176DF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0" name="Freeform 1551">
                <a:extLst>
                  <a:ext uri="{FF2B5EF4-FFF2-40B4-BE49-F238E27FC236}">
                    <a16:creationId xmlns:a16="http://schemas.microsoft.com/office/drawing/2014/main" id="{9551F9C0-F7EE-9867-494D-2D868DC93F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1" name="Freeform 1552">
                <a:extLst>
                  <a:ext uri="{FF2B5EF4-FFF2-40B4-BE49-F238E27FC236}">
                    <a16:creationId xmlns:a16="http://schemas.microsoft.com/office/drawing/2014/main" id="{BBCE1DC6-53A4-5750-5972-C4580C754F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2" name="Oval 1553">
                <a:extLst>
                  <a:ext uri="{FF2B5EF4-FFF2-40B4-BE49-F238E27FC236}">
                    <a16:creationId xmlns:a16="http://schemas.microsoft.com/office/drawing/2014/main" id="{CAFC5532-E4ED-8837-68E0-2B6F82AF09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1" name="Group 1554">
              <a:extLst>
                <a:ext uri="{FF2B5EF4-FFF2-40B4-BE49-F238E27FC236}">
                  <a16:creationId xmlns:a16="http://schemas.microsoft.com/office/drawing/2014/main" id="{1E594BFB-E9C6-2D50-0BCE-05FBF0302E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841" name="Oval 1555">
                <a:extLst>
                  <a:ext uri="{FF2B5EF4-FFF2-40B4-BE49-F238E27FC236}">
                    <a16:creationId xmlns:a16="http://schemas.microsoft.com/office/drawing/2014/main" id="{EB2F6D26-DF75-0128-17DE-B424F88569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2" name="Oval 1556">
                <a:extLst>
                  <a:ext uri="{FF2B5EF4-FFF2-40B4-BE49-F238E27FC236}">
                    <a16:creationId xmlns:a16="http://schemas.microsoft.com/office/drawing/2014/main" id="{7A598CE9-F2B6-736C-38E6-4FF01FDB14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3" name="Freeform 1557">
                <a:extLst>
                  <a:ext uri="{FF2B5EF4-FFF2-40B4-BE49-F238E27FC236}">
                    <a16:creationId xmlns:a16="http://schemas.microsoft.com/office/drawing/2014/main" id="{12B89235-0B55-30AD-406D-2394CAAD5C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4" name="Freeform 1558">
                <a:extLst>
                  <a:ext uri="{FF2B5EF4-FFF2-40B4-BE49-F238E27FC236}">
                    <a16:creationId xmlns:a16="http://schemas.microsoft.com/office/drawing/2014/main" id="{0F0753A3-C049-6DF4-E86F-C35EE8FA59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5" name="Freeform 1559">
                <a:extLst>
                  <a:ext uri="{FF2B5EF4-FFF2-40B4-BE49-F238E27FC236}">
                    <a16:creationId xmlns:a16="http://schemas.microsoft.com/office/drawing/2014/main" id="{2C9CDFCD-3027-A506-8BBE-94CB8ADD46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6" name="Oval 1560">
                <a:extLst>
                  <a:ext uri="{FF2B5EF4-FFF2-40B4-BE49-F238E27FC236}">
                    <a16:creationId xmlns:a16="http://schemas.microsoft.com/office/drawing/2014/main" id="{BA2F69A1-1B4D-D14D-6F23-B2585429C7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2" name="Group 1561">
              <a:extLst>
                <a:ext uri="{FF2B5EF4-FFF2-40B4-BE49-F238E27FC236}">
                  <a16:creationId xmlns:a16="http://schemas.microsoft.com/office/drawing/2014/main" id="{C31954D9-DC8D-263B-25DF-C0F81263C5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835" name="Oval 1562">
                <a:extLst>
                  <a:ext uri="{FF2B5EF4-FFF2-40B4-BE49-F238E27FC236}">
                    <a16:creationId xmlns:a16="http://schemas.microsoft.com/office/drawing/2014/main" id="{067CA562-3E7C-A8CF-8915-2C90F7ED5A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6" name="Oval 1563">
                <a:extLst>
                  <a:ext uri="{FF2B5EF4-FFF2-40B4-BE49-F238E27FC236}">
                    <a16:creationId xmlns:a16="http://schemas.microsoft.com/office/drawing/2014/main" id="{119E179C-4040-7F0E-C6A5-E50EDC945B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7" name="Freeform 1564">
                <a:extLst>
                  <a:ext uri="{FF2B5EF4-FFF2-40B4-BE49-F238E27FC236}">
                    <a16:creationId xmlns:a16="http://schemas.microsoft.com/office/drawing/2014/main" id="{9B5D8ED2-E9A7-C099-F620-15C0977083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8" name="Freeform 1565">
                <a:extLst>
                  <a:ext uri="{FF2B5EF4-FFF2-40B4-BE49-F238E27FC236}">
                    <a16:creationId xmlns:a16="http://schemas.microsoft.com/office/drawing/2014/main" id="{A90EB22F-51BC-61C8-CBAD-4F2026AB34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9" name="Freeform 1566">
                <a:extLst>
                  <a:ext uri="{FF2B5EF4-FFF2-40B4-BE49-F238E27FC236}">
                    <a16:creationId xmlns:a16="http://schemas.microsoft.com/office/drawing/2014/main" id="{7DDFC325-FBD0-7E5A-9536-1F5F713A72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0" name="Oval 1567">
                <a:extLst>
                  <a:ext uri="{FF2B5EF4-FFF2-40B4-BE49-F238E27FC236}">
                    <a16:creationId xmlns:a16="http://schemas.microsoft.com/office/drawing/2014/main" id="{229749F8-98D0-3050-D049-166CCFB8A8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3" name="Group 1568">
              <a:extLst>
                <a:ext uri="{FF2B5EF4-FFF2-40B4-BE49-F238E27FC236}">
                  <a16:creationId xmlns:a16="http://schemas.microsoft.com/office/drawing/2014/main" id="{E3FEECBF-43C1-96C2-F7F8-268972E04D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829" name="Oval 1569">
                <a:extLst>
                  <a:ext uri="{FF2B5EF4-FFF2-40B4-BE49-F238E27FC236}">
                    <a16:creationId xmlns:a16="http://schemas.microsoft.com/office/drawing/2014/main" id="{5900E2E5-3245-306E-79E0-3A35110C62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0" name="Oval 1570">
                <a:extLst>
                  <a:ext uri="{FF2B5EF4-FFF2-40B4-BE49-F238E27FC236}">
                    <a16:creationId xmlns:a16="http://schemas.microsoft.com/office/drawing/2014/main" id="{F915C99C-3DE3-7569-274A-0D0EFC5C6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1" name="Freeform 1571">
                <a:extLst>
                  <a:ext uri="{FF2B5EF4-FFF2-40B4-BE49-F238E27FC236}">
                    <a16:creationId xmlns:a16="http://schemas.microsoft.com/office/drawing/2014/main" id="{8FA204A4-BE40-4FAA-58F8-381B0BE067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2" name="Freeform 1572">
                <a:extLst>
                  <a:ext uri="{FF2B5EF4-FFF2-40B4-BE49-F238E27FC236}">
                    <a16:creationId xmlns:a16="http://schemas.microsoft.com/office/drawing/2014/main" id="{2F5193E3-7E7F-276A-54C0-3F9DDCACC6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3" name="Freeform 1573">
                <a:extLst>
                  <a:ext uri="{FF2B5EF4-FFF2-40B4-BE49-F238E27FC236}">
                    <a16:creationId xmlns:a16="http://schemas.microsoft.com/office/drawing/2014/main" id="{734CF246-ED32-BD2F-A0F0-AC079B1E50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4" name="Oval 1574">
                <a:extLst>
                  <a:ext uri="{FF2B5EF4-FFF2-40B4-BE49-F238E27FC236}">
                    <a16:creationId xmlns:a16="http://schemas.microsoft.com/office/drawing/2014/main" id="{9199F9CA-7F01-E4BB-940D-1BF99D0C28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4" name="Group 1575">
              <a:extLst>
                <a:ext uri="{FF2B5EF4-FFF2-40B4-BE49-F238E27FC236}">
                  <a16:creationId xmlns:a16="http://schemas.microsoft.com/office/drawing/2014/main" id="{C7C97BC8-E8A5-ECAF-ACB5-CC615E80DD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23" name="Oval 1576">
                <a:extLst>
                  <a:ext uri="{FF2B5EF4-FFF2-40B4-BE49-F238E27FC236}">
                    <a16:creationId xmlns:a16="http://schemas.microsoft.com/office/drawing/2014/main" id="{A2823553-7771-E912-E18B-5B2CEEDD53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4" name="Oval 1577">
                <a:extLst>
                  <a:ext uri="{FF2B5EF4-FFF2-40B4-BE49-F238E27FC236}">
                    <a16:creationId xmlns:a16="http://schemas.microsoft.com/office/drawing/2014/main" id="{669A35A6-B086-4DFE-C97A-2A3544C362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5" name="Freeform 1578">
                <a:extLst>
                  <a:ext uri="{FF2B5EF4-FFF2-40B4-BE49-F238E27FC236}">
                    <a16:creationId xmlns:a16="http://schemas.microsoft.com/office/drawing/2014/main" id="{F5022333-E75A-7880-A045-8E27191C40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6" name="Freeform 1579">
                <a:extLst>
                  <a:ext uri="{FF2B5EF4-FFF2-40B4-BE49-F238E27FC236}">
                    <a16:creationId xmlns:a16="http://schemas.microsoft.com/office/drawing/2014/main" id="{0BE2A619-535E-355E-1BD1-51F4072A74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7" name="Freeform 1580">
                <a:extLst>
                  <a:ext uri="{FF2B5EF4-FFF2-40B4-BE49-F238E27FC236}">
                    <a16:creationId xmlns:a16="http://schemas.microsoft.com/office/drawing/2014/main" id="{B627B8E9-855A-135F-D60F-0F45C82EBE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8" name="Oval 1581">
                <a:extLst>
                  <a:ext uri="{FF2B5EF4-FFF2-40B4-BE49-F238E27FC236}">
                    <a16:creationId xmlns:a16="http://schemas.microsoft.com/office/drawing/2014/main" id="{8F5149E9-74FB-EF76-DA65-286B463968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5" name="Group 1582">
              <a:extLst>
                <a:ext uri="{FF2B5EF4-FFF2-40B4-BE49-F238E27FC236}">
                  <a16:creationId xmlns:a16="http://schemas.microsoft.com/office/drawing/2014/main" id="{2FFFB969-D872-E43F-5CB0-F003BE058F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817" name="Oval 1583">
                <a:extLst>
                  <a:ext uri="{FF2B5EF4-FFF2-40B4-BE49-F238E27FC236}">
                    <a16:creationId xmlns:a16="http://schemas.microsoft.com/office/drawing/2014/main" id="{649245B8-87EA-5D8A-249F-32E24E7629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8" name="Oval 1584">
                <a:extLst>
                  <a:ext uri="{FF2B5EF4-FFF2-40B4-BE49-F238E27FC236}">
                    <a16:creationId xmlns:a16="http://schemas.microsoft.com/office/drawing/2014/main" id="{6C272436-56CC-EBD7-1F66-493E40EB92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9" name="Freeform 1585">
                <a:extLst>
                  <a:ext uri="{FF2B5EF4-FFF2-40B4-BE49-F238E27FC236}">
                    <a16:creationId xmlns:a16="http://schemas.microsoft.com/office/drawing/2014/main" id="{1ABC895F-DE28-8A55-633B-ED6F0AA6A7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0" name="Freeform 1586">
                <a:extLst>
                  <a:ext uri="{FF2B5EF4-FFF2-40B4-BE49-F238E27FC236}">
                    <a16:creationId xmlns:a16="http://schemas.microsoft.com/office/drawing/2014/main" id="{D5A786CB-EBAB-CCD1-A584-139EA7601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1" name="Freeform 1587">
                <a:extLst>
                  <a:ext uri="{FF2B5EF4-FFF2-40B4-BE49-F238E27FC236}">
                    <a16:creationId xmlns:a16="http://schemas.microsoft.com/office/drawing/2014/main" id="{F8A75DA9-5079-2B9E-2742-B4B31EE5B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2" name="Oval 1588">
                <a:extLst>
                  <a:ext uri="{FF2B5EF4-FFF2-40B4-BE49-F238E27FC236}">
                    <a16:creationId xmlns:a16="http://schemas.microsoft.com/office/drawing/2014/main" id="{072FF698-ECF8-B2BA-7B00-4BB53DBF61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6" name="Group 1589">
              <a:extLst>
                <a:ext uri="{FF2B5EF4-FFF2-40B4-BE49-F238E27FC236}">
                  <a16:creationId xmlns:a16="http://schemas.microsoft.com/office/drawing/2014/main" id="{7F9DF2DE-D153-92E7-A6C3-E416B9A1A2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811" name="Oval 1590">
                <a:extLst>
                  <a:ext uri="{FF2B5EF4-FFF2-40B4-BE49-F238E27FC236}">
                    <a16:creationId xmlns:a16="http://schemas.microsoft.com/office/drawing/2014/main" id="{50FD4BF9-6B11-D554-0D58-7FBE8EDE3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2" name="Oval 1591">
                <a:extLst>
                  <a:ext uri="{FF2B5EF4-FFF2-40B4-BE49-F238E27FC236}">
                    <a16:creationId xmlns:a16="http://schemas.microsoft.com/office/drawing/2014/main" id="{4B7FEE25-5708-BE1E-58B3-733BD2A852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3" name="Freeform 1592">
                <a:extLst>
                  <a:ext uri="{FF2B5EF4-FFF2-40B4-BE49-F238E27FC236}">
                    <a16:creationId xmlns:a16="http://schemas.microsoft.com/office/drawing/2014/main" id="{CC91D093-42EB-B530-AC8D-F9A92F5329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" name="Freeform 1593">
                <a:extLst>
                  <a:ext uri="{FF2B5EF4-FFF2-40B4-BE49-F238E27FC236}">
                    <a16:creationId xmlns:a16="http://schemas.microsoft.com/office/drawing/2014/main" id="{DC7749F3-FD82-1718-D649-29DDB92ED1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" name="Freeform 1594">
                <a:extLst>
                  <a:ext uri="{FF2B5EF4-FFF2-40B4-BE49-F238E27FC236}">
                    <a16:creationId xmlns:a16="http://schemas.microsoft.com/office/drawing/2014/main" id="{F71A2703-BD1C-625B-6BDA-1EA7D26D2A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6" name="Oval 1595">
                <a:extLst>
                  <a:ext uri="{FF2B5EF4-FFF2-40B4-BE49-F238E27FC236}">
                    <a16:creationId xmlns:a16="http://schemas.microsoft.com/office/drawing/2014/main" id="{88D217DF-25CA-8114-5132-C7BB5F9B1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7" name="Group 1596">
              <a:extLst>
                <a:ext uri="{FF2B5EF4-FFF2-40B4-BE49-F238E27FC236}">
                  <a16:creationId xmlns:a16="http://schemas.microsoft.com/office/drawing/2014/main" id="{12179A2E-8A1B-0B8C-3444-A93FB7E00C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805" name="Oval 1597">
                <a:extLst>
                  <a:ext uri="{FF2B5EF4-FFF2-40B4-BE49-F238E27FC236}">
                    <a16:creationId xmlns:a16="http://schemas.microsoft.com/office/drawing/2014/main" id="{03637F15-C7BB-7B5C-92E4-D0A893D2B4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6" name="Oval 1598">
                <a:extLst>
                  <a:ext uri="{FF2B5EF4-FFF2-40B4-BE49-F238E27FC236}">
                    <a16:creationId xmlns:a16="http://schemas.microsoft.com/office/drawing/2014/main" id="{07B93346-D8AF-71BB-BA58-4FACDA62FE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7" name="Freeform 1599">
                <a:extLst>
                  <a:ext uri="{FF2B5EF4-FFF2-40B4-BE49-F238E27FC236}">
                    <a16:creationId xmlns:a16="http://schemas.microsoft.com/office/drawing/2014/main" id="{F85ED041-DDC4-17A7-83F5-5CACDA3D69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" name="Freeform 1600">
                <a:extLst>
                  <a:ext uri="{FF2B5EF4-FFF2-40B4-BE49-F238E27FC236}">
                    <a16:creationId xmlns:a16="http://schemas.microsoft.com/office/drawing/2014/main" id="{9DF12216-B234-BECA-537B-9A6226304D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" name="Freeform 1601">
                <a:extLst>
                  <a:ext uri="{FF2B5EF4-FFF2-40B4-BE49-F238E27FC236}">
                    <a16:creationId xmlns:a16="http://schemas.microsoft.com/office/drawing/2014/main" id="{4502C567-E77A-DBC4-FF93-02771F9E5B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" name="Oval 1602">
                <a:extLst>
                  <a:ext uri="{FF2B5EF4-FFF2-40B4-BE49-F238E27FC236}">
                    <a16:creationId xmlns:a16="http://schemas.microsoft.com/office/drawing/2014/main" id="{E262ECAA-C0A7-F884-075A-9B63A1DDDA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8" name="Group 1603">
              <a:extLst>
                <a:ext uri="{FF2B5EF4-FFF2-40B4-BE49-F238E27FC236}">
                  <a16:creationId xmlns:a16="http://schemas.microsoft.com/office/drawing/2014/main" id="{7D87B111-AB89-2385-68B5-9662BA2096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799" name="Oval 1604">
                <a:extLst>
                  <a:ext uri="{FF2B5EF4-FFF2-40B4-BE49-F238E27FC236}">
                    <a16:creationId xmlns:a16="http://schemas.microsoft.com/office/drawing/2014/main" id="{E49DA49D-C99C-2385-6379-E5233EBDB1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0" name="Oval 1605">
                <a:extLst>
                  <a:ext uri="{FF2B5EF4-FFF2-40B4-BE49-F238E27FC236}">
                    <a16:creationId xmlns:a16="http://schemas.microsoft.com/office/drawing/2014/main" id="{86150C38-38E5-1BCE-C4BD-33F4C9DAC0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1" name="Freeform 1606">
                <a:extLst>
                  <a:ext uri="{FF2B5EF4-FFF2-40B4-BE49-F238E27FC236}">
                    <a16:creationId xmlns:a16="http://schemas.microsoft.com/office/drawing/2014/main" id="{C23DD5B6-CB63-8B3D-E73B-88007E28D7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" name="Freeform 1607">
                <a:extLst>
                  <a:ext uri="{FF2B5EF4-FFF2-40B4-BE49-F238E27FC236}">
                    <a16:creationId xmlns:a16="http://schemas.microsoft.com/office/drawing/2014/main" id="{DDA22353-CD0A-DDE8-EF92-33EF8C4FD2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" name="Freeform 1608">
                <a:extLst>
                  <a:ext uri="{FF2B5EF4-FFF2-40B4-BE49-F238E27FC236}">
                    <a16:creationId xmlns:a16="http://schemas.microsoft.com/office/drawing/2014/main" id="{3A5FEC9C-9326-05F4-101B-1446AD927C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" name="Oval 1609">
                <a:extLst>
                  <a:ext uri="{FF2B5EF4-FFF2-40B4-BE49-F238E27FC236}">
                    <a16:creationId xmlns:a16="http://schemas.microsoft.com/office/drawing/2014/main" id="{3A5FD09A-EA85-DBF9-0DCC-280D8B43C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146" name="Rectángulo: esquinas redondeadas 3145">
            <a:extLst>
              <a:ext uri="{FF2B5EF4-FFF2-40B4-BE49-F238E27FC236}">
                <a16:creationId xmlns:a16="http://schemas.microsoft.com/office/drawing/2014/main" id="{959CE4B8-BD68-3861-B968-8435D505614E}"/>
              </a:ext>
            </a:extLst>
          </p:cNvPr>
          <p:cNvSpPr/>
          <p:nvPr/>
        </p:nvSpPr>
        <p:spPr>
          <a:xfrm>
            <a:off x="476030" y="2873447"/>
            <a:ext cx="861060" cy="144653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47" name="Rectángulo: esquinas redondeadas 3146">
            <a:extLst>
              <a:ext uri="{FF2B5EF4-FFF2-40B4-BE49-F238E27FC236}">
                <a16:creationId xmlns:a16="http://schemas.microsoft.com/office/drawing/2014/main" id="{BADC0580-6F10-BEEC-92BB-62242773597E}"/>
              </a:ext>
            </a:extLst>
          </p:cNvPr>
          <p:cNvSpPr/>
          <p:nvPr/>
        </p:nvSpPr>
        <p:spPr>
          <a:xfrm>
            <a:off x="1780348" y="3463996"/>
            <a:ext cx="861060" cy="8527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48" name="Rectángulo: esquinas redondeadas 3147">
            <a:extLst>
              <a:ext uri="{FF2B5EF4-FFF2-40B4-BE49-F238E27FC236}">
                <a16:creationId xmlns:a16="http://schemas.microsoft.com/office/drawing/2014/main" id="{EA36CFF0-8106-999B-EF87-A100D8997315}"/>
              </a:ext>
            </a:extLst>
          </p:cNvPr>
          <p:cNvSpPr/>
          <p:nvPr/>
        </p:nvSpPr>
        <p:spPr>
          <a:xfrm>
            <a:off x="3476870" y="2873447"/>
            <a:ext cx="580822" cy="144333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49" name="Rectángulo: esquinas redondeadas 3148">
            <a:extLst>
              <a:ext uri="{FF2B5EF4-FFF2-40B4-BE49-F238E27FC236}">
                <a16:creationId xmlns:a16="http://schemas.microsoft.com/office/drawing/2014/main" id="{245C450E-3776-B555-9E04-D975D7D53DE0}"/>
              </a:ext>
            </a:extLst>
          </p:cNvPr>
          <p:cNvSpPr/>
          <p:nvPr/>
        </p:nvSpPr>
        <p:spPr>
          <a:xfrm>
            <a:off x="5196960" y="2873447"/>
            <a:ext cx="861060" cy="143283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0" name="Rectángulo: esquinas redondeadas 3149">
            <a:extLst>
              <a:ext uri="{FF2B5EF4-FFF2-40B4-BE49-F238E27FC236}">
                <a16:creationId xmlns:a16="http://schemas.microsoft.com/office/drawing/2014/main" id="{26108F06-5BA6-FC78-4458-491FC232734E}"/>
              </a:ext>
            </a:extLst>
          </p:cNvPr>
          <p:cNvSpPr/>
          <p:nvPr/>
        </p:nvSpPr>
        <p:spPr>
          <a:xfrm>
            <a:off x="6443782" y="2873446"/>
            <a:ext cx="55626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51" name="Rectángulo: esquinas redondeadas 3150">
            <a:extLst>
              <a:ext uri="{FF2B5EF4-FFF2-40B4-BE49-F238E27FC236}">
                <a16:creationId xmlns:a16="http://schemas.microsoft.com/office/drawing/2014/main" id="{5FF54F65-2439-16D4-6E25-D35084A5EE53}"/>
              </a:ext>
            </a:extLst>
          </p:cNvPr>
          <p:cNvSpPr/>
          <p:nvPr/>
        </p:nvSpPr>
        <p:spPr>
          <a:xfrm>
            <a:off x="7000042" y="2873446"/>
            <a:ext cx="51054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2" name="Rectángulo: esquinas redondeadas 3151">
            <a:extLst>
              <a:ext uri="{FF2B5EF4-FFF2-40B4-BE49-F238E27FC236}">
                <a16:creationId xmlns:a16="http://schemas.microsoft.com/office/drawing/2014/main" id="{C6577EF6-7EFD-55CA-6762-E675624D6BF2}"/>
              </a:ext>
            </a:extLst>
          </p:cNvPr>
          <p:cNvSpPr/>
          <p:nvPr/>
        </p:nvSpPr>
        <p:spPr>
          <a:xfrm>
            <a:off x="6801922" y="2873446"/>
            <a:ext cx="45720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3" name="Elipse 3152">
            <a:extLst>
              <a:ext uri="{FF2B5EF4-FFF2-40B4-BE49-F238E27FC236}">
                <a16:creationId xmlns:a16="http://schemas.microsoft.com/office/drawing/2014/main" id="{48981C44-63C4-985B-7538-99A652BCFE20}"/>
              </a:ext>
            </a:extLst>
          </p:cNvPr>
          <p:cNvSpPr/>
          <p:nvPr/>
        </p:nvSpPr>
        <p:spPr>
          <a:xfrm>
            <a:off x="6801922" y="4409792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7" name="CuadroTexto 3156">
            <a:extLst>
              <a:ext uri="{FF2B5EF4-FFF2-40B4-BE49-F238E27FC236}">
                <a16:creationId xmlns:a16="http://schemas.microsoft.com/office/drawing/2014/main" id="{33CBC5B1-6DE1-339E-ECEA-5F084A8755F2}"/>
              </a:ext>
            </a:extLst>
          </p:cNvPr>
          <p:cNvSpPr txBox="1"/>
          <p:nvPr/>
        </p:nvSpPr>
        <p:spPr>
          <a:xfrm>
            <a:off x="155466" y="4931799"/>
            <a:ext cx="13116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Complejo I</a:t>
            </a:r>
            <a:b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(NADH deshidrogenasa)</a:t>
            </a:r>
          </a:p>
        </p:txBody>
      </p:sp>
      <p:sp>
        <p:nvSpPr>
          <p:cNvPr id="3158" name="CuadroTexto 3157">
            <a:extLst>
              <a:ext uri="{FF2B5EF4-FFF2-40B4-BE49-F238E27FC236}">
                <a16:creationId xmlns:a16="http://schemas.microsoft.com/office/drawing/2014/main" id="{12575E37-6790-0441-2D35-1FACD8712E6A}"/>
              </a:ext>
            </a:extLst>
          </p:cNvPr>
          <p:cNvSpPr txBox="1"/>
          <p:nvPr/>
        </p:nvSpPr>
        <p:spPr>
          <a:xfrm>
            <a:off x="1555035" y="4931799"/>
            <a:ext cx="13116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Complejo II</a:t>
            </a:r>
            <a:b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(Succinato deshidrogenasa)</a:t>
            </a:r>
          </a:p>
        </p:txBody>
      </p:sp>
      <p:sp>
        <p:nvSpPr>
          <p:cNvPr id="3159" name="CuadroTexto 3158">
            <a:extLst>
              <a:ext uri="{FF2B5EF4-FFF2-40B4-BE49-F238E27FC236}">
                <a16:creationId xmlns:a16="http://schemas.microsoft.com/office/drawing/2014/main" id="{C3973398-209E-EA41-84B3-BBCD066A203E}"/>
              </a:ext>
            </a:extLst>
          </p:cNvPr>
          <p:cNvSpPr txBox="1"/>
          <p:nvPr/>
        </p:nvSpPr>
        <p:spPr>
          <a:xfrm>
            <a:off x="3354427" y="5016437"/>
            <a:ext cx="1311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Complejo III</a:t>
            </a:r>
            <a:b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(Citocromo </a:t>
            </a:r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bc1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160" name="CuadroTexto 3159">
            <a:extLst>
              <a:ext uri="{FF2B5EF4-FFF2-40B4-BE49-F238E27FC236}">
                <a16:creationId xmlns:a16="http://schemas.microsoft.com/office/drawing/2014/main" id="{4B5907A1-6812-5B12-00C2-37D9D27010A1}"/>
              </a:ext>
            </a:extLst>
          </p:cNvPr>
          <p:cNvSpPr txBox="1"/>
          <p:nvPr/>
        </p:nvSpPr>
        <p:spPr>
          <a:xfrm>
            <a:off x="4908907" y="4931799"/>
            <a:ext cx="13116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Complejo IV</a:t>
            </a:r>
            <a:b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(Citocromo </a:t>
            </a:r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oxidasa)</a:t>
            </a:r>
          </a:p>
        </p:txBody>
      </p:sp>
      <p:sp>
        <p:nvSpPr>
          <p:cNvPr id="3161" name="CuadroTexto 3160">
            <a:extLst>
              <a:ext uri="{FF2B5EF4-FFF2-40B4-BE49-F238E27FC236}">
                <a16:creationId xmlns:a16="http://schemas.microsoft.com/office/drawing/2014/main" id="{06EA4618-2D22-6F77-CE1B-630F0D1C3ACA}"/>
              </a:ext>
            </a:extLst>
          </p:cNvPr>
          <p:cNvSpPr txBox="1"/>
          <p:nvPr/>
        </p:nvSpPr>
        <p:spPr>
          <a:xfrm>
            <a:off x="6344199" y="5156184"/>
            <a:ext cx="1311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ATP sintasa</a:t>
            </a:r>
          </a:p>
        </p:txBody>
      </p:sp>
      <p:sp>
        <p:nvSpPr>
          <p:cNvPr id="3162" name="CuadroTexto 3161">
            <a:extLst>
              <a:ext uri="{FF2B5EF4-FFF2-40B4-BE49-F238E27FC236}">
                <a16:creationId xmlns:a16="http://schemas.microsoft.com/office/drawing/2014/main" id="{D2C1ACDD-C8BE-5770-4F17-2F8F75DD4F5D}"/>
              </a:ext>
            </a:extLst>
          </p:cNvPr>
          <p:cNvSpPr txBox="1"/>
          <p:nvPr/>
        </p:nvSpPr>
        <p:spPr>
          <a:xfrm>
            <a:off x="347478" y="4306281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63" name="CuadroTexto 3162">
            <a:extLst>
              <a:ext uri="{FF2B5EF4-FFF2-40B4-BE49-F238E27FC236}">
                <a16:creationId xmlns:a16="http://schemas.microsoft.com/office/drawing/2014/main" id="{90D8AA34-5218-36D0-5E16-B34B1A506F85}"/>
              </a:ext>
            </a:extLst>
          </p:cNvPr>
          <p:cNvSpPr txBox="1"/>
          <p:nvPr/>
        </p:nvSpPr>
        <p:spPr>
          <a:xfrm>
            <a:off x="354108" y="2042406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64" name="Flecha: hacia arriba 3163">
            <a:extLst>
              <a:ext uri="{FF2B5EF4-FFF2-40B4-BE49-F238E27FC236}">
                <a16:creationId xmlns:a16="http://schemas.microsoft.com/office/drawing/2014/main" id="{269545DC-B906-44BA-436F-C810CD434F9D}"/>
              </a:ext>
            </a:extLst>
          </p:cNvPr>
          <p:cNvSpPr/>
          <p:nvPr/>
        </p:nvSpPr>
        <p:spPr>
          <a:xfrm>
            <a:off x="506509" y="2304016"/>
            <a:ext cx="108849" cy="2062951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65" name="CuadroTexto 3164">
            <a:extLst>
              <a:ext uri="{FF2B5EF4-FFF2-40B4-BE49-F238E27FC236}">
                <a16:creationId xmlns:a16="http://schemas.microsoft.com/office/drawing/2014/main" id="{C5A53CFC-272F-BFCD-80DC-F4B59EF51823}"/>
              </a:ext>
            </a:extLst>
          </p:cNvPr>
          <p:cNvSpPr txBox="1"/>
          <p:nvPr/>
        </p:nvSpPr>
        <p:spPr>
          <a:xfrm>
            <a:off x="614234" y="4526674"/>
            <a:ext cx="600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</a:p>
        </p:txBody>
      </p:sp>
      <p:sp>
        <p:nvSpPr>
          <p:cNvPr id="3166" name="CuadroTexto 3165">
            <a:extLst>
              <a:ext uri="{FF2B5EF4-FFF2-40B4-BE49-F238E27FC236}">
                <a16:creationId xmlns:a16="http://schemas.microsoft.com/office/drawing/2014/main" id="{0214E0FD-72FC-F861-443B-92BC7C9CD8F6}"/>
              </a:ext>
            </a:extLst>
          </p:cNvPr>
          <p:cNvSpPr txBox="1"/>
          <p:nvPr/>
        </p:nvSpPr>
        <p:spPr>
          <a:xfrm>
            <a:off x="667574" y="3709683"/>
            <a:ext cx="600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FMN</a:t>
            </a:r>
          </a:p>
        </p:txBody>
      </p:sp>
      <p:sp>
        <p:nvSpPr>
          <p:cNvPr id="3167" name="CuadroTexto 3166">
            <a:extLst>
              <a:ext uri="{FF2B5EF4-FFF2-40B4-BE49-F238E27FC236}">
                <a16:creationId xmlns:a16="http://schemas.microsoft.com/office/drawing/2014/main" id="{943468A7-3850-8A36-A76A-BCDF9FAAB156}"/>
              </a:ext>
            </a:extLst>
          </p:cNvPr>
          <p:cNvSpPr txBox="1"/>
          <p:nvPr/>
        </p:nvSpPr>
        <p:spPr>
          <a:xfrm>
            <a:off x="735745" y="3258221"/>
            <a:ext cx="4675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FeS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68" name="CuadroTexto 3167">
            <a:extLst>
              <a:ext uri="{FF2B5EF4-FFF2-40B4-BE49-F238E27FC236}">
                <a16:creationId xmlns:a16="http://schemas.microsoft.com/office/drawing/2014/main" id="{B4B8881B-976D-CFF7-A593-4A31829F7213}"/>
              </a:ext>
            </a:extLst>
          </p:cNvPr>
          <p:cNvSpPr txBox="1"/>
          <p:nvPr/>
        </p:nvSpPr>
        <p:spPr>
          <a:xfrm>
            <a:off x="984516" y="4365352"/>
            <a:ext cx="600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170" name="Conector: curvado 3169">
            <a:extLst>
              <a:ext uri="{FF2B5EF4-FFF2-40B4-BE49-F238E27FC236}">
                <a16:creationId xmlns:a16="http://schemas.microsoft.com/office/drawing/2014/main" id="{9FF514C8-D78B-8454-3336-4D7184E5B4DC}"/>
              </a:ext>
            </a:extLst>
          </p:cNvPr>
          <p:cNvCxnSpPr>
            <a:cxnSpLocks/>
            <a:stCxn id="3165" idx="0"/>
            <a:endCxn id="3168" idx="0"/>
          </p:cNvCxnSpPr>
          <p:nvPr/>
        </p:nvCxnSpPr>
        <p:spPr>
          <a:xfrm rot="5400000" flipH="1" flipV="1">
            <a:off x="1019182" y="4260872"/>
            <a:ext cx="161322" cy="370282"/>
          </a:xfrm>
          <a:prstGeom prst="curvedConnector3">
            <a:avLst>
              <a:gd name="adj1" fmla="val 3807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80" name="CuadroTexto 3179">
            <a:extLst>
              <a:ext uri="{FF2B5EF4-FFF2-40B4-BE49-F238E27FC236}">
                <a16:creationId xmlns:a16="http://schemas.microsoft.com/office/drawing/2014/main" id="{FAD478C9-C94C-6D4D-976D-C51A3085AC02}"/>
              </a:ext>
            </a:extLst>
          </p:cNvPr>
          <p:cNvSpPr txBox="1"/>
          <p:nvPr/>
        </p:nvSpPr>
        <p:spPr>
          <a:xfrm>
            <a:off x="1504023" y="2933868"/>
            <a:ext cx="410455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2Q</a:t>
            </a:r>
          </a:p>
        </p:txBody>
      </p:sp>
      <p:sp>
        <p:nvSpPr>
          <p:cNvPr id="3181" name="CuadroTexto 3180">
            <a:extLst>
              <a:ext uri="{FF2B5EF4-FFF2-40B4-BE49-F238E27FC236}">
                <a16:creationId xmlns:a16="http://schemas.microsoft.com/office/drawing/2014/main" id="{7AC79106-2142-BE7E-C8EA-291E34CF301B}"/>
              </a:ext>
            </a:extLst>
          </p:cNvPr>
          <p:cNvSpPr txBox="1"/>
          <p:nvPr/>
        </p:nvSpPr>
        <p:spPr>
          <a:xfrm>
            <a:off x="2485729" y="3209786"/>
            <a:ext cx="569241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 QH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3183" name="Conector recto de flecha 3182">
            <a:extLst>
              <a:ext uri="{FF2B5EF4-FFF2-40B4-BE49-F238E27FC236}">
                <a16:creationId xmlns:a16="http://schemas.microsoft.com/office/drawing/2014/main" id="{2E01FCC7-E700-3293-BFC0-C34A1E24CD1A}"/>
              </a:ext>
            </a:extLst>
          </p:cNvPr>
          <p:cNvCxnSpPr>
            <a:cxnSpLocks/>
            <a:stCxn id="3166" idx="0"/>
            <a:endCxn id="3167" idx="2"/>
          </p:cNvCxnSpPr>
          <p:nvPr/>
        </p:nvCxnSpPr>
        <p:spPr>
          <a:xfrm flipV="1">
            <a:off x="968042" y="3519831"/>
            <a:ext cx="1499" cy="189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91" name="Conector: curvado 3190">
            <a:extLst>
              <a:ext uri="{FF2B5EF4-FFF2-40B4-BE49-F238E27FC236}">
                <a16:creationId xmlns:a16="http://schemas.microsoft.com/office/drawing/2014/main" id="{DB930B86-7A4D-D6B4-767A-15E7095522C8}"/>
              </a:ext>
            </a:extLst>
          </p:cNvPr>
          <p:cNvCxnSpPr>
            <a:cxnSpLocks/>
            <a:stCxn id="3180" idx="2"/>
          </p:cNvCxnSpPr>
          <p:nvPr/>
        </p:nvCxnSpPr>
        <p:spPr>
          <a:xfrm rot="16200000" flipH="1">
            <a:off x="1874514" y="2999436"/>
            <a:ext cx="162838" cy="49336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96" name="Conector: angular 3195">
            <a:extLst>
              <a:ext uri="{FF2B5EF4-FFF2-40B4-BE49-F238E27FC236}">
                <a16:creationId xmlns:a16="http://schemas.microsoft.com/office/drawing/2014/main" id="{0C68BAE5-F071-B7EC-94F5-7078E475A41A}"/>
              </a:ext>
            </a:extLst>
          </p:cNvPr>
          <p:cNvCxnSpPr>
            <a:cxnSpLocks/>
            <a:stCxn id="3167" idx="3"/>
            <a:endCxn id="3181" idx="1"/>
          </p:cNvCxnSpPr>
          <p:nvPr/>
        </p:nvCxnSpPr>
        <p:spPr>
          <a:xfrm flipV="1">
            <a:off x="1203336" y="3325202"/>
            <a:ext cx="1282393" cy="6382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01" name="CuadroTexto 3200">
            <a:extLst>
              <a:ext uri="{FF2B5EF4-FFF2-40B4-BE49-F238E27FC236}">
                <a16:creationId xmlns:a16="http://schemas.microsoft.com/office/drawing/2014/main" id="{4C21AD92-9F8F-3BAE-70D4-4886376D6A99}"/>
              </a:ext>
            </a:extLst>
          </p:cNvPr>
          <p:cNvSpPr txBox="1"/>
          <p:nvPr/>
        </p:nvSpPr>
        <p:spPr>
          <a:xfrm>
            <a:off x="1373450" y="4526674"/>
            <a:ext cx="8137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Succinato</a:t>
            </a:r>
          </a:p>
        </p:txBody>
      </p:sp>
      <p:sp>
        <p:nvSpPr>
          <p:cNvPr id="3202" name="CuadroTexto 3201">
            <a:extLst>
              <a:ext uri="{FF2B5EF4-FFF2-40B4-BE49-F238E27FC236}">
                <a16:creationId xmlns:a16="http://schemas.microsoft.com/office/drawing/2014/main" id="{72D863CA-1545-B35B-5372-F4B53FB5BBD8}"/>
              </a:ext>
            </a:extLst>
          </p:cNvPr>
          <p:cNvSpPr txBox="1"/>
          <p:nvPr/>
        </p:nvSpPr>
        <p:spPr>
          <a:xfrm>
            <a:off x="2265639" y="4523470"/>
            <a:ext cx="8137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Fumarato</a:t>
            </a:r>
          </a:p>
        </p:txBody>
      </p:sp>
      <p:sp>
        <p:nvSpPr>
          <p:cNvPr id="3203" name="CuadroTexto 3202">
            <a:extLst>
              <a:ext uri="{FF2B5EF4-FFF2-40B4-BE49-F238E27FC236}">
                <a16:creationId xmlns:a16="http://schemas.microsoft.com/office/drawing/2014/main" id="{8E6952C4-CCD4-6CC3-EDEB-83D90D4A1325}"/>
              </a:ext>
            </a:extLst>
          </p:cNvPr>
          <p:cNvSpPr txBox="1"/>
          <p:nvPr/>
        </p:nvSpPr>
        <p:spPr>
          <a:xfrm>
            <a:off x="1706195" y="3971634"/>
            <a:ext cx="475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</a:p>
        </p:txBody>
      </p:sp>
      <p:sp>
        <p:nvSpPr>
          <p:cNvPr id="3204" name="CuadroTexto 3203">
            <a:extLst>
              <a:ext uri="{FF2B5EF4-FFF2-40B4-BE49-F238E27FC236}">
                <a16:creationId xmlns:a16="http://schemas.microsoft.com/office/drawing/2014/main" id="{2CCB7D40-1FB5-583A-BCAA-9F44457E787C}"/>
              </a:ext>
            </a:extLst>
          </p:cNvPr>
          <p:cNvSpPr txBox="1"/>
          <p:nvPr/>
        </p:nvSpPr>
        <p:spPr>
          <a:xfrm>
            <a:off x="2093837" y="3710024"/>
            <a:ext cx="6287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05" name="CuadroTexto 3204">
            <a:extLst>
              <a:ext uri="{FF2B5EF4-FFF2-40B4-BE49-F238E27FC236}">
                <a16:creationId xmlns:a16="http://schemas.microsoft.com/office/drawing/2014/main" id="{B649E4DC-0125-01A1-7DCE-22CA383836EC}"/>
              </a:ext>
            </a:extLst>
          </p:cNvPr>
          <p:cNvSpPr txBox="1"/>
          <p:nvPr/>
        </p:nvSpPr>
        <p:spPr>
          <a:xfrm>
            <a:off x="1953450" y="3489227"/>
            <a:ext cx="4675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FeS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06" name="Conector: curvado 3205">
            <a:extLst>
              <a:ext uri="{FF2B5EF4-FFF2-40B4-BE49-F238E27FC236}">
                <a16:creationId xmlns:a16="http://schemas.microsoft.com/office/drawing/2014/main" id="{89812603-406D-82C7-8CFF-71BD0C2A2522}"/>
              </a:ext>
            </a:extLst>
          </p:cNvPr>
          <p:cNvCxnSpPr>
            <a:cxnSpLocks/>
            <a:stCxn id="3201" idx="0"/>
            <a:endCxn id="3202" idx="0"/>
          </p:cNvCxnSpPr>
          <p:nvPr/>
        </p:nvCxnSpPr>
        <p:spPr>
          <a:xfrm rot="5400000" flipH="1" flipV="1">
            <a:off x="2224840" y="4078978"/>
            <a:ext cx="3204" cy="892189"/>
          </a:xfrm>
          <a:prstGeom prst="curvedConnector3">
            <a:avLst>
              <a:gd name="adj1" fmla="val 1227968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10" name="Conector: curvado 3209">
            <a:extLst>
              <a:ext uri="{FF2B5EF4-FFF2-40B4-BE49-F238E27FC236}">
                <a16:creationId xmlns:a16="http://schemas.microsoft.com/office/drawing/2014/main" id="{8F66B49D-C38A-2047-7F32-7EBFB1C9AFD8}"/>
              </a:ext>
            </a:extLst>
          </p:cNvPr>
          <p:cNvCxnSpPr>
            <a:cxnSpLocks/>
            <a:endCxn id="3204" idx="2"/>
          </p:cNvCxnSpPr>
          <p:nvPr/>
        </p:nvCxnSpPr>
        <p:spPr>
          <a:xfrm flipV="1">
            <a:off x="2189665" y="3971634"/>
            <a:ext cx="218526" cy="16561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16" name="Conector: curvado 3215">
            <a:extLst>
              <a:ext uri="{FF2B5EF4-FFF2-40B4-BE49-F238E27FC236}">
                <a16:creationId xmlns:a16="http://schemas.microsoft.com/office/drawing/2014/main" id="{92B3D2DE-44BA-1459-A77F-05A383F59EFF}"/>
              </a:ext>
            </a:extLst>
          </p:cNvPr>
          <p:cNvCxnSpPr>
            <a:cxnSpLocks/>
            <a:stCxn id="3204" idx="1"/>
            <a:endCxn id="3205" idx="1"/>
          </p:cNvCxnSpPr>
          <p:nvPr/>
        </p:nvCxnSpPr>
        <p:spPr>
          <a:xfrm rot="10800000">
            <a:off x="1953451" y="3620033"/>
            <a:ext cx="140387" cy="220797"/>
          </a:xfrm>
          <a:prstGeom prst="curvedConnector3">
            <a:avLst>
              <a:gd name="adj1" fmla="val 19237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22" name="Conector: angular 3221">
            <a:extLst>
              <a:ext uri="{FF2B5EF4-FFF2-40B4-BE49-F238E27FC236}">
                <a16:creationId xmlns:a16="http://schemas.microsoft.com/office/drawing/2014/main" id="{ECCCAB32-A040-88F4-94E4-540AF4B15051}"/>
              </a:ext>
            </a:extLst>
          </p:cNvPr>
          <p:cNvCxnSpPr>
            <a:cxnSpLocks/>
            <a:stCxn id="3205" idx="0"/>
            <a:endCxn id="3181" idx="1"/>
          </p:cNvCxnSpPr>
          <p:nvPr/>
        </p:nvCxnSpPr>
        <p:spPr>
          <a:xfrm rot="5400000" flipH="1" flipV="1">
            <a:off x="2254475" y="3257974"/>
            <a:ext cx="164025" cy="29848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33" name="CuadroTexto 3232">
            <a:extLst>
              <a:ext uri="{FF2B5EF4-FFF2-40B4-BE49-F238E27FC236}">
                <a16:creationId xmlns:a16="http://schemas.microsoft.com/office/drawing/2014/main" id="{1AF6A4FC-9565-6858-B1E7-4BD628BDAF80}"/>
              </a:ext>
            </a:extLst>
          </p:cNvPr>
          <p:cNvSpPr txBox="1"/>
          <p:nvPr/>
        </p:nvSpPr>
        <p:spPr>
          <a:xfrm>
            <a:off x="2892168" y="3449446"/>
            <a:ext cx="476770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QH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34" name="CuadroTexto 3233">
            <a:extLst>
              <a:ext uri="{FF2B5EF4-FFF2-40B4-BE49-F238E27FC236}">
                <a16:creationId xmlns:a16="http://schemas.microsoft.com/office/drawing/2014/main" id="{07C1CF88-90B7-210D-1366-033BDE93D351}"/>
              </a:ext>
            </a:extLst>
          </p:cNvPr>
          <p:cNvSpPr txBox="1"/>
          <p:nvPr/>
        </p:nvSpPr>
        <p:spPr>
          <a:xfrm>
            <a:off x="3014350" y="3730431"/>
            <a:ext cx="271030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  <p:sp>
        <p:nvSpPr>
          <p:cNvPr id="3239" name="CuadroTexto 3238">
            <a:extLst>
              <a:ext uri="{FF2B5EF4-FFF2-40B4-BE49-F238E27FC236}">
                <a16:creationId xmlns:a16="http://schemas.microsoft.com/office/drawing/2014/main" id="{EADB87AF-362D-1228-CA27-83130C1F5527}"/>
              </a:ext>
            </a:extLst>
          </p:cNvPr>
          <p:cNvSpPr txBox="1"/>
          <p:nvPr/>
        </p:nvSpPr>
        <p:spPr>
          <a:xfrm>
            <a:off x="2888204" y="2933868"/>
            <a:ext cx="428793" cy="2308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2Q</a:t>
            </a:r>
          </a:p>
        </p:txBody>
      </p:sp>
      <p:sp>
        <p:nvSpPr>
          <p:cNvPr id="3243" name="CuadroTexto 3242">
            <a:extLst>
              <a:ext uri="{FF2B5EF4-FFF2-40B4-BE49-F238E27FC236}">
                <a16:creationId xmlns:a16="http://schemas.microsoft.com/office/drawing/2014/main" id="{C5BFD01F-08DC-61D1-3C7F-0A585574B783}"/>
              </a:ext>
            </a:extLst>
          </p:cNvPr>
          <p:cNvSpPr txBox="1"/>
          <p:nvPr/>
        </p:nvSpPr>
        <p:spPr>
          <a:xfrm>
            <a:off x="3643417" y="4437086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244" name="Conector: curvado 3243">
            <a:extLst>
              <a:ext uri="{FF2B5EF4-FFF2-40B4-BE49-F238E27FC236}">
                <a16:creationId xmlns:a16="http://schemas.microsoft.com/office/drawing/2014/main" id="{8A2E1D41-7F01-410D-EA5A-66E380FD64D6}"/>
              </a:ext>
            </a:extLst>
          </p:cNvPr>
          <p:cNvCxnSpPr>
            <a:cxnSpLocks/>
            <a:stCxn id="3243" idx="0"/>
          </p:cNvCxnSpPr>
          <p:nvPr/>
        </p:nvCxnSpPr>
        <p:spPr>
          <a:xfrm rot="16200000" flipV="1">
            <a:off x="3188802" y="3753870"/>
            <a:ext cx="872224" cy="49420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47" name="Conector: curvado 3246">
            <a:extLst>
              <a:ext uri="{FF2B5EF4-FFF2-40B4-BE49-F238E27FC236}">
                <a16:creationId xmlns:a16="http://schemas.microsoft.com/office/drawing/2014/main" id="{A088A996-E438-9211-CFB1-99F763C3C639}"/>
              </a:ext>
            </a:extLst>
          </p:cNvPr>
          <p:cNvCxnSpPr>
            <a:cxnSpLocks/>
          </p:cNvCxnSpPr>
          <p:nvPr/>
        </p:nvCxnSpPr>
        <p:spPr>
          <a:xfrm flipV="1">
            <a:off x="3294252" y="3600736"/>
            <a:ext cx="228730" cy="24511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50" name="Conector: curvado 3249">
            <a:extLst>
              <a:ext uri="{FF2B5EF4-FFF2-40B4-BE49-F238E27FC236}">
                <a16:creationId xmlns:a16="http://schemas.microsoft.com/office/drawing/2014/main" id="{D91E80A8-621B-BFF2-D0B8-59FFAAF77F0D}"/>
              </a:ext>
            </a:extLst>
          </p:cNvPr>
          <p:cNvCxnSpPr>
            <a:cxnSpLocks/>
            <a:stCxn id="3233" idx="3"/>
            <a:endCxn id="3239" idx="3"/>
          </p:cNvCxnSpPr>
          <p:nvPr/>
        </p:nvCxnSpPr>
        <p:spPr>
          <a:xfrm flipH="1" flipV="1">
            <a:off x="3316997" y="3049284"/>
            <a:ext cx="51941" cy="515578"/>
          </a:xfrm>
          <a:prstGeom prst="curvedConnector3">
            <a:avLst>
              <a:gd name="adj1" fmla="val -81613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54" name="Flecha: hacia arriba 3253">
            <a:extLst>
              <a:ext uri="{FF2B5EF4-FFF2-40B4-BE49-F238E27FC236}">
                <a16:creationId xmlns:a16="http://schemas.microsoft.com/office/drawing/2014/main" id="{1117DA9D-F163-C510-A6D2-1A6C0EB323A7}"/>
              </a:ext>
            </a:extLst>
          </p:cNvPr>
          <p:cNvSpPr/>
          <p:nvPr/>
        </p:nvSpPr>
        <p:spPr>
          <a:xfrm>
            <a:off x="3704554" y="2304016"/>
            <a:ext cx="108849" cy="889977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55" name="CuadroTexto 3254">
            <a:extLst>
              <a:ext uri="{FF2B5EF4-FFF2-40B4-BE49-F238E27FC236}">
                <a16:creationId xmlns:a16="http://schemas.microsoft.com/office/drawing/2014/main" id="{7BF3C0DA-E090-3DC6-2D70-7260B52B666B}"/>
              </a:ext>
            </a:extLst>
          </p:cNvPr>
          <p:cNvSpPr txBox="1"/>
          <p:nvPr/>
        </p:nvSpPr>
        <p:spPr>
          <a:xfrm>
            <a:off x="3554510" y="2042406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57" name="CuadroTexto 3256">
            <a:extLst>
              <a:ext uri="{FF2B5EF4-FFF2-40B4-BE49-F238E27FC236}">
                <a16:creationId xmlns:a16="http://schemas.microsoft.com/office/drawing/2014/main" id="{993D8756-418B-233A-12F3-41589F4372A9}"/>
              </a:ext>
            </a:extLst>
          </p:cNvPr>
          <p:cNvSpPr txBox="1"/>
          <p:nvPr/>
        </p:nvSpPr>
        <p:spPr>
          <a:xfrm>
            <a:off x="4189225" y="2933868"/>
            <a:ext cx="793222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2Cyt </a:t>
            </a:r>
            <a:r>
              <a:rPr lang="es-ES" sz="9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(ox)</a:t>
            </a:r>
          </a:p>
        </p:txBody>
      </p:sp>
      <p:sp>
        <p:nvSpPr>
          <p:cNvPr id="3258" name="CuadroTexto 3257">
            <a:extLst>
              <a:ext uri="{FF2B5EF4-FFF2-40B4-BE49-F238E27FC236}">
                <a16:creationId xmlns:a16="http://schemas.microsoft.com/office/drawing/2014/main" id="{C15CD962-CD3E-F06F-2C62-FE9F4665F8DB}"/>
              </a:ext>
            </a:extLst>
          </p:cNvPr>
          <p:cNvSpPr txBox="1"/>
          <p:nvPr/>
        </p:nvSpPr>
        <p:spPr>
          <a:xfrm>
            <a:off x="6374679" y="2042406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59" name="CuadroTexto 3258">
            <a:extLst>
              <a:ext uri="{FF2B5EF4-FFF2-40B4-BE49-F238E27FC236}">
                <a16:creationId xmlns:a16="http://schemas.microsoft.com/office/drawing/2014/main" id="{76D65186-BECD-82BA-5810-C4E09F5E1EBD}"/>
              </a:ext>
            </a:extLst>
          </p:cNvPr>
          <p:cNvSpPr txBox="1"/>
          <p:nvPr/>
        </p:nvSpPr>
        <p:spPr>
          <a:xfrm>
            <a:off x="6372885" y="4356435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60" name="Flecha: hacia arriba 3259">
            <a:extLst>
              <a:ext uri="{FF2B5EF4-FFF2-40B4-BE49-F238E27FC236}">
                <a16:creationId xmlns:a16="http://schemas.microsoft.com/office/drawing/2014/main" id="{142EB056-D05D-60CE-ADDE-45DBB31045FA}"/>
              </a:ext>
            </a:extLst>
          </p:cNvPr>
          <p:cNvSpPr/>
          <p:nvPr/>
        </p:nvSpPr>
        <p:spPr>
          <a:xfrm rot="10800000">
            <a:off x="6532167" y="2300812"/>
            <a:ext cx="108849" cy="2108980"/>
          </a:xfrm>
          <a:prstGeom prst="upArrow">
            <a:avLst/>
          </a:prstGeom>
          <a:gradFill>
            <a:gsLst>
              <a:gs pos="0">
                <a:srgbClr val="FF0000"/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61" name="CuadroTexto 3260">
            <a:extLst>
              <a:ext uri="{FF2B5EF4-FFF2-40B4-BE49-F238E27FC236}">
                <a16:creationId xmlns:a16="http://schemas.microsoft.com/office/drawing/2014/main" id="{4AFC302E-4C74-2B2E-965D-8C11C35DA68D}"/>
              </a:ext>
            </a:extLst>
          </p:cNvPr>
          <p:cNvSpPr txBox="1"/>
          <p:nvPr/>
        </p:nvSpPr>
        <p:spPr>
          <a:xfrm>
            <a:off x="4938214" y="4418361"/>
            <a:ext cx="370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62" name="CuadroTexto 3261">
            <a:extLst>
              <a:ext uri="{FF2B5EF4-FFF2-40B4-BE49-F238E27FC236}">
                <a16:creationId xmlns:a16="http://schemas.microsoft.com/office/drawing/2014/main" id="{BD6AE353-1D10-86D9-5131-833C28A6E877}"/>
              </a:ext>
            </a:extLst>
          </p:cNvPr>
          <p:cNvSpPr txBox="1"/>
          <p:nvPr/>
        </p:nvSpPr>
        <p:spPr>
          <a:xfrm>
            <a:off x="5715249" y="4437086"/>
            <a:ext cx="45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3263" name="Conector: curvado 3262">
            <a:extLst>
              <a:ext uri="{FF2B5EF4-FFF2-40B4-BE49-F238E27FC236}">
                <a16:creationId xmlns:a16="http://schemas.microsoft.com/office/drawing/2014/main" id="{E565561E-04AA-E98C-DC14-CFF8659B46CA}"/>
              </a:ext>
            </a:extLst>
          </p:cNvPr>
          <p:cNvCxnSpPr>
            <a:cxnSpLocks/>
            <a:stCxn id="3261" idx="0"/>
          </p:cNvCxnSpPr>
          <p:nvPr/>
        </p:nvCxnSpPr>
        <p:spPr>
          <a:xfrm rot="16200000" flipH="1">
            <a:off x="5576493" y="3965152"/>
            <a:ext cx="11487" cy="917904"/>
          </a:xfrm>
          <a:prstGeom prst="curvedConnector3">
            <a:avLst>
              <a:gd name="adj1" fmla="val -668789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67" name="CuadroTexto 3266">
            <a:extLst>
              <a:ext uri="{FF2B5EF4-FFF2-40B4-BE49-F238E27FC236}">
                <a16:creationId xmlns:a16="http://schemas.microsoft.com/office/drawing/2014/main" id="{15D63D28-8C08-C26A-6BA3-6A1F1E2161E0}"/>
              </a:ext>
            </a:extLst>
          </p:cNvPr>
          <p:cNvSpPr txBox="1"/>
          <p:nvPr/>
        </p:nvSpPr>
        <p:spPr>
          <a:xfrm>
            <a:off x="5475669" y="3428095"/>
            <a:ext cx="6187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-Cu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268" name="CuadroTexto 3267">
            <a:extLst>
              <a:ext uri="{FF2B5EF4-FFF2-40B4-BE49-F238E27FC236}">
                <a16:creationId xmlns:a16="http://schemas.microsoft.com/office/drawing/2014/main" id="{07AE67B1-54D1-7734-62E1-BAADDD4F6FEC}"/>
              </a:ext>
            </a:extLst>
          </p:cNvPr>
          <p:cNvSpPr txBox="1"/>
          <p:nvPr/>
        </p:nvSpPr>
        <p:spPr>
          <a:xfrm>
            <a:off x="5289414" y="4307421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8H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69" name="CuadroTexto 3268">
            <a:extLst>
              <a:ext uri="{FF2B5EF4-FFF2-40B4-BE49-F238E27FC236}">
                <a16:creationId xmlns:a16="http://schemas.microsoft.com/office/drawing/2014/main" id="{4F85F311-186C-19A9-AE6E-F31632DEB417}"/>
              </a:ext>
            </a:extLst>
          </p:cNvPr>
          <p:cNvSpPr txBox="1"/>
          <p:nvPr/>
        </p:nvSpPr>
        <p:spPr>
          <a:xfrm>
            <a:off x="5286362" y="2046237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70" name="Flecha: hacia arriba 3269">
            <a:extLst>
              <a:ext uri="{FF2B5EF4-FFF2-40B4-BE49-F238E27FC236}">
                <a16:creationId xmlns:a16="http://schemas.microsoft.com/office/drawing/2014/main" id="{8B045775-46E1-1376-E7DB-FD0253E2E71E}"/>
              </a:ext>
            </a:extLst>
          </p:cNvPr>
          <p:cNvSpPr/>
          <p:nvPr/>
        </p:nvSpPr>
        <p:spPr>
          <a:xfrm>
            <a:off x="5436582" y="2307846"/>
            <a:ext cx="108849" cy="2028975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73" name="CuadroTexto 3272">
            <a:extLst>
              <a:ext uri="{FF2B5EF4-FFF2-40B4-BE49-F238E27FC236}">
                <a16:creationId xmlns:a16="http://schemas.microsoft.com/office/drawing/2014/main" id="{256476B6-25D4-9EDF-E0F4-4C2F6ACB92D9}"/>
              </a:ext>
            </a:extLst>
          </p:cNvPr>
          <p:cNvSpPr txBox="1"/>
          <p:nvPr/>
        </p:nvSpPr>
        <p:spPr>
          <a:xfrm>
            <a:off x="6228906" y="4821712"/>
            <a:ext cx="8137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 + 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3274" name="CuadroTexto 3273">
            <a:extLst>
              <a:ext uri="{FF2B5EF4-FFF2-40B4-BE49-F238E27FC236}">
                <a16:creationId xmlns:a16="http://schemas.microsoft.com/office/drawing/2014/main" id="{49233922-7DCF-398F-DEE1-4F97EF2AD18F}"/>
              </a:ext>
            </a:extLst>
          </p:cNvPr>
          <p:cNvSpPr txBox="1"/>
          <p:nvPr/>
        </p:nvSpPr>
        <p:spPr>
          <a:xfrm>
            <a:off x="7079494" y="4888616"/>
            <a:ext cx="457723" cy="261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75" name="Conector: curvado 3274">
            <a:extLst>
              <a:ext uri="{FF2B5EF4-FFF2-40B4-BE49-F238E27FC236}">
                <a16:creationId xmlns:a16="http://schemas.microsoft.com/office/drawing/2014/main" id="{D628338B-62D6-D0EC-4F48-DB258092A96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35178" y="4579499"/>
            <a:ext cx="95973" cy="655354"/>
          </a:xfrm>
          <a:prstGeom prst="curvedConnector3">
            <a:avLst>
              <a:gd name="adj1" fmla="val -23819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86" name="CuadroTexto 3285">
            <a:extLst>
              <a:ext uri="{FF2B5EF4-FFF2-40B4-BE49-F238E27FC236}">
                <a16:creationId xmlns:a16="http://schemas.microsoft.com/office/drawing/2014/main" id="{EF4E68BE-E8AE-7482-4492-6AAFF3C43401}"/>
              </a:ext>
            </a:extLst>
          </p:cNvPr>
          <p:cNvSpPr txBox="1"/>
          <p:nvPr/>
        </p:nvSpPr>
        <p:spPr>
          <a:xfrm>
            <a:off x="4262881" y="3198912"/>
            <a:ext cx="793222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4Cyt </a:t>
            </a:r>
            <a:r>
              <a:rPr lang="es-ES" sz="9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(ox)</a:t>
            </a:r>
          </a:p>
        </p:txBody>
      </p:sp>
      <p:sp>
        <p:nvSpPr>
          <p:cNvPr id="3287" name="CuadroTexto 3286">
            <a:extLst>
              <a:ext uri="{FF2B5EF4-FFF2-40B4-BE49-F238E27FC236}">
                <a16:creationId xmlns:a16="http://schemas.microsoft.com/office/drawing/2014/main" id="{774B837B-FEF2-4FF8-A94F-08D91BBB2EE8}"/>
              </a:ext>
            </a:extLst>
          </p:cNvPr>
          <p:cNvSpPr txBox="1"/>
          <p:nvPr/>
        </p:nvSpPr>
        <p:spPr>
          <a:xfrm>
            <a:off x="4189225" y="3461986"/>
            <a:ext cx="793222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2Cyt </a:t>
            </a:r>
            <a:r>
              <a:rPr lang="es-ES" sz="9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(red)</a:t>
            </a:r>
          </a:p>
        </p:txBody>
      </p:sp>
      <p:cxnSp>
        <p:nvCxnSpPr>
          <p:cNvPr id="3288" name="Conector: curvado 3287">
            <a:extLst>
              <a:ext uri="{FF2B5EF4-FFF2-40B4-BE49-F238E27FC236}">
                <a16:creationId xmlns:a16="http://schemas.microsoft.com/office/drawing/2014/main" id="{E32D7758-A725-81B1-DBDE-4DFA32357674}"/>
              </a:ext>
            </a:extLst>
          </p:cNvPr>
          <p:cNvCxnSpPr>
            <a:cxnSpLocks/>
            <a:stCxn id="3257" idx="1"/>
            <a:endCxn id="3287" idx="1"/>
          </p:cNvCxnSpPr>
          <p:nvPr/>
        </p:nvCxnSpPr>
        <p:spPr>
          <a:xfrm rot="10800000" flipV="1">
            <a:off x="4189225" y="3049284"/>
            <a:ext cx="12700" cy="528118"/>
          </a:xfrm>
          <a:prstGeom prst="curvedConnector3">
            <a:avLst>
              <a:gd name="adj1" fmla="val 320759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02" name="CuadroTexto 3301">
            <a:extLst>
              <a:ext uri="{FF2B5EF4-FFF2-40B4-BE49-F238E27FC236}">
                <a16:creationId xmlns:a16="http://schemas.microsoft.com/office/drawing/2014/main" id="{9A41B573-003C-8CF5-8D36-57626E7BC643}"/>
              </a:ext>
            </a:extLst>
          </p:cNvPr>
          <p:cNvSpPr txBox="1"/>
          <p:nvPr/>
        </p:nvSpPr>
        <p:spPr>
          <a:xfrm>
            <a:off x="4195245" y="4008379"/>
            <a:ext cx="793222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2Cyt </a:t>
            </a:r>
            <a:r>
              <a:rPr lang="es-ES" sz="9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(red)</a:t>
            </a:r>
          </a:p>
        </p:txBody>
      </p:sp>
      <p:sp>
        <p:nvSpPr>
          <p:cNvPr id="3303" name="CuadroTexto 3302">
            <a:extLst>
              <a:ext uri="{FF2B5EF4-FFF2-40B4-BE49-F238E27FC236}">
                <a16:creationId xmlns:a16="http://schemas.microsoft.com/office/drawing/2014/main" id="{87602724-A534-326B-077F-8A69C3C9BC9D}"/>
              </a:ext>
            </a:extLst>
          </p:cNvPr>
          <p:cNvSpPr txBox="1"/>
          <p:nvPr/>
        </p:nvSpPr>
        <p:spPr>
          <a:xfrm>
            <a:off x="4267870" y="3732070"/>
            <a:ext cx="793222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4Cyt </a:t>
            </a:r>
            <a:r>
              <a:rPr lang="es-ES" sz="9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(red)</a:t>
            </a:r>
          </a:p>
        </p:txBody>
      </p:sp>
      <p:cxnSp>
        <p:nvCxnSpPr>
          <p:cNvPr id="3315" name="Conector: curvado 3314">
            <a:extLst>
              <a:ext uri="{FF2B5EF4-FFF2-40B4-BE49-F238E27FC236}">
                <a16:creationId xmlns:a16="http://schemas.microsoft.com/office/drawing/2014/main" id="{FA8ABADE-DC8B-DD78-6C61-4CC732D74E08}"/>
              </a:ext>
            </a:extLst>
          </p:cNvPr>
          <p:cNvCxnSpPr>
            <a:cxnSpLocks/>
            <a:endCxn id="3303" idx="2"/>
          </p:cNvCxnSpPr>
          <p:nvPr/>
        </p:nvCxnSpPr>
        <p:spPr>
          <a:xfrm flipV="1">
            <a:off x="4270413" y="3962902"/>
            <a:ext cx="394068" cy="4547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18" name="Conector: curvado 3317">
            <a:extLst>
              <a:ext uri="{FF2B5EF4-FFF2-40B4-BE49-F238E27FC236}">
                <a16:creationId xmlns:a16="http://schemas.microsoft.com/office/drawing/2014/main" id="{ED54601D-8404-E01D-B4B8-35D36C1C64D1}"/>
              </a:ext>
            </a:extLst>
          </p:cNvPr>
          <p:cNvCxnSpPr>
            <a:cxnSpLocks/>
            <a:endCxn id="3303" idx="0"/>
          </p:cNvCxnSpPr>
          <p:nvPr/>
        </p:nvCxnSpPr>
        <p:spPr>
          <a:xfrm>
            <a:off x="4262881" y="3689705"/>
            <a:ext cx="401600" cy="4236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21" name="Conector: curvado 3320">
            <a:extLst>
              <a:ext uri="{FF2B5EF4-FFF2-40B4-BE49-F238E27FC236}">
                <a16:creationId xmlns:a16="http://schemas.microsoft.com/office/drawing/2014/main" id="{97D3360C-B39B-363F-1A28-15F58A54B6BE}"/>
              </a:ext>
            </a:extLst>
          </p:cNvPr>
          <p:cNvCxnSpPr>
            <a:cxnSpLocks/>
          </p:cNvCxnSpPr>
          <p:nvPr/>
        </p:nvCxnSpPr>
        <p:spPr>
          <a:xfrm flipH="1" flipV="1">
            <a:off x="4949570" y="3314328"/>
            <a:ext cx="4989" cy="533158"/>
          </a:xfrm>
          <a:prstGeom prst="curvedConnector3">
            <a:avLst>
              <a:gd name="adj1" fmla="val -107365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30" name="Flecha: hacia arriba 3329">
            <a:extLst>
              <a:ext uri="{FF2B5EF4-FFF2-40B4-BE49-F238E27FC236}">
                <a16:creationId xmlns:a16="http://schemas.microsoft.com/office/drawing/2014/main" id="{1D9A86F0-9731-FFE5-281A-236ACFAC4454}"/>
              </a:ext>
            </a:extLst>
          </p:cNvPr>
          <p:cNvSpPr/>
          <p:nvPr/>
        </p:nvSpPr>
        <p:spPr>
          <a:xfrm>
            <a:off x="24846" y="2004242"/>
            <a:ext cx="301886" cy="2656370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20000"/>
                  <a:lumOff val="80000"/>
                  <a:alpha val="7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32" name="CuadroTexto 3331">
            <a:extLst>
              <a:ext uri="{FF2B5EF4-FFF2-40B4-BE49-F238E27FC236}">
                <a16:creationId xmlns:a16="http://schemas.microsoft.com/office/drawing/2014/main" id="{FEDE2570-2B57-3360-CF80-519EDBA9145B}"/>
              </a:ext>
            </a:extLst>
          </p:cNvPr>
          <p:cNvSpPr txBox="1"/>
          <p:nvPr/>
        </p:nvSpPr>
        <p:spPr>
          <a:xfrm rot="16200000">
            <a:off x="-869333" y="3457629"/>
            <a:ext cx="2062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Gradiente de potencial</a:t>
            </a:r>
          </a:p>
        </p:txBody>
      </p:sp>
      <p:sp>
        <p:nvSpPr>
          <p:cNvPr id="3333" name="Rectángulo: esquinas redondeadas 3332">
            <a:extLst>
              <a:ext uri="{FF2B5EF4-FFF2-40B4-BE49-F238E27FC236}">
                <a16:creationId xmlns:a16="http://schemas.microsoft.com/office/drawing/2014/main" id="{7E8EACE2-77C5-B234-0FB9-BEDF6DA722D6}"/>
              </a:ext>
            </a:extLst>
          </p:cNvPr>
          <p:cNvSpPr/>
          <p:nvPr/>
        </p:nvSpPr>
        <p:spPr>
          <a:xfrm>
            <a:off x="2013715" y="2787417"/>
            <a:ext cx="540249" cy="29935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</a:p>
        </p:txBody>
      </p:sp>
      <p:cxnSp>
        <p:nvCxnSpPr>
          <p:cNvPr id="3334" name="Conector: angular 3333">
            <a:extLst>
              <a:ext uri="{FF2B5EF4-FFF2-40B4-BE49-F238E27FC236}">
                <a16:creationId xmlns:a16="http://schemas.microsoft.com/office/drawing/2014/main" id="{F627FF1E-F60B-ABE3-C3D4-3D82E4E01622}"/>
              </a:ext>
            </a:extLst>
          </p:cNvPr>
          <p:cNvCxnSpPr>
            <a:cxnSpLocks/>
            <a:stCxn id="3333" idx="2"/>
            <a:endCxn id="3181" idx="1"/>
          </p:cNvCxnSpPr>
          <p:nvPr/>
        </p:nvCxnSpPr>
        <p:spPr>
          <a:xfrm rot="16200000" flipH="1">
            <a:off x="2265569" y="3105042"/>
            <a:ext cx="238430" cy="20188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37" name="CuadroTexto 3336">
            <a:extLst>
              <a:ext uri="{FF2B5EF4-FFF2-40B4-BE49-F238E27FC236}">
                <a16:creationId xmlns:a16="http://schemas.microsoft.com/office/drawing/2014/main" id="{BA80715B-3B9D-991C-B423-32B18D5F065C}"/>
              </a:ext>
            </a:extLst>
          </p:cNvPr>
          <p:cNvSpPr txBox="1"/>
          <p:nvPr/>
        </p:nvSpPr>
        <p:spPr>
          <a:xfrm>
            <a:off x="1073098" y="2208061"/>
            <a:ext cx="1311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Glicerol 3-P deshidrogenasa</a:t>
            </a:r>
          </a:p>
        </p:txBody>
      </p:sp>
      <p:sp>
        <p:nvSpPr>
          <p:cNvPr id="3338" name="CuadroTexto 3337">
            <a:extLst>
              <a:ext uri="{FF2B5EF4-FFF2-40B4-BE49-F238E27FC236}">
                <a16:creationId xmlns:a16="http://schemas.microsoft.com/office/drawing/2014/main" id="{FFEF26A3-F863-F75B-8BC3-B113D51777EC}"/>
              </a:ext>
            </a:extLst>
          </p:cNvPr>
          <p:cNvSpPr txBox="1"/>
          <p:nvPr/>
        </p:nvSpPr>
        <p:spPr>
          <a:xfrm>
            <a:off x="2159178" y="1896613"/>
            <a:ext cx="9660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 3-P (citosólico)</a:t>
            </a:r>
          </a:p>
        </p:txBody>
      </p:sp>
      <p:cxnSp>
        <p:nvCxnSpPr>
          <p:cNvPr id="3339" name="Conector: curvado 3338">
            <a:extLst>
              <a:ext uri="{FF2B5EF4-FFF2-40B4-BE49-F238E27FC236}">
                <a16:creationId xmlns:a16="http://schemas.microsoft.com/office/drawing/2014/main" id="{221D58B2-C565-8070-BF47-59F85C1D278B}"/>
              </a:ext>
            </a:extLst>
          </p:cNvPr>
          <p:cNvCxnSpPr>
            <a:cxnSpLocks/>
            <a:stCxn id="3338" idx="2"/>
            <a:endCxn id="3333" idx="0"/>
          </p:cNvCxnSpPr>
          <p:nvPr/>
        </p:nvCxnSpPr>
        <p:spPr>
          <a:xfrm rot="5400000">
            <a:off x="2233075" y="2378266"/>
            <a:ext cx="459917" cy="35838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46" name="CuadroTexto 3345">
            <a:extLst>
              <a:ext uri="{FF2B5EF4-FFF2-40B4-BE49-F238E27FC236}">
                <a16:creationId xmlns:a16="http://schemas.microsoft.com/office/drawing/2014/main" id="{85B84EAE-4682-F774-C2AD-8B1EA1830B0F}"/>
              </a:ext>
            </a:extLst>
          </p:cNvPr>
          <p:cNvSpPr txBox="1"/>
          <p:nvPr/>
        </p:nvSpPr>
        <p:spPr>
          <a:xfrm>
            <a:off x="3054970" y="5478401"/>
            <a:ext cx="1311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ETF-Q oxidorreductasa</a:t>
            </a:r>
          </a:p>
        </p:txBody>
      </p:sp>
      <p:sp>
        <p:nvSpPr>
          <p:cNvPr id="3347" name="CuadroTexto 3346">
            <a:extLst>
              <a:ext uri="{FF2B5EF4-FFF2-40B4-BE49-F238E27FC236}">
                <a16:creationId xmlns:a16="http://schemas.microsoft.com/office/drawing/2014/main" id="{48DD4ED6-1DB1-632D-E703-F63AF9374182}"/>
              </a:ext>
            </a:extLst>
          </p:cNvPr>
          <p:cNvSpPr txBox="1"/>
          <p:nvPr/>
        </p:nvSpPr>
        <p:spPr>
          <a:xfrm>
            <a:off x="2892406" y="4934426"/>
            <a:ext cx="491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FeS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, FAD</a:t>
            </a:r>
          </a:p>
        </p:txBody>
      </p:sp>
      <p:sp>
        <p:nvSpPr>
          <p:cNvPr id="3348" name="CuadroTexto 3347">
            <a:extLst>
              <a:ext uri="{FF2B5EF4-FFF2-40B4-BE49-F238E27FC236}">
                <a16:creationId xmlns:a16="http://schemas.microsoft.com/office/drawing/2014/main" id="{80FF6D85-DB00-DF54-BE09-0D2CF913BCF8}"/>
              </a:ext>
            </a:extLst>
          </p:cNvPr>
          <p:cNvSpPr txBox="1"/>
          <p:nvPr/>
        </p:nvSpPr>
        <p:spPr>
          <a:xfrm>
            <a:off x="1914478" y="5867932"/>
            <a:ext cx="487017" cy="2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ETF</a:t>
            </a:r>
          </a:p>
        </p:txBody>
      </p:sp>
      <p:sp>
        <p:nvSpPr>
          <p:cNvPr id="3349" name="CuadroTexto 3348">
            <a:extLst>
              <a:ext uri="{FF2B5EF4-FFF2-40B4-BE49-F238E27FC236}">
                <a16:creationId xmlns:a16="http://schemas.microsoft.com/office/drawing/2014/main" id="{86D0ED42-D689-8A79-EDF3-782C3110FF56}"/>
              </a:ext>
            </a:extLst>
          </p:cNvPr>
          <p:cNvSpPr txBox="1"/>
          <p:nvPr/>
        </p:nvSpPr>
        <p:spPr>
          <a:xfrm>
            <a:off x="-28944" y="6570156"/>
            <a:ext cx="12965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Acil-CoA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</a:p>
        </p:txBody>
      </p:sp>
      <p:sp>
        <p:nvSpPr>
          <p:cNvPr id="3350" name="CuadroTexto 3349">
            <a:extLst>
              <a:ext uri="{FF2B5EF4-FFF2-40B4-BE49-F238E27FC236}">
                <a16:creationId xmlns:a16="http://schemas.microsoft.com/office/drawing/2014/main" id="{336B8FE2-CC94-EE60-437B-0A522BE51E9A}"/>
              </a:ext>
            </a:extLst>
          </p:cNvPr>
          <p:cNvSpPr txBox="1"/>
          <p:nvPr/>
        </p:nvSpPr>
        <p:spPr>
          <a:xfrm>
            <a:off x="500274" y="6345638"/>
            <a:ext cx="1525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-graso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1" name="CuadroTexto 3350">
            <a:extLst>
              <a:ext uri="{FF2B5EF4-FFF2-40B4-BE49-F238E27FC236}">
                <a16:creationId xmlns:a16="http://schemas.microsoft.com/office/drawing/2014/main" id="{B1953C00-31B8-EAAD-1649-EB03AF96C353}"/>
              </a:ext>
            </a:extLst>
          </p:cNvPr>
          <p:cNvSpPr txBox="1"/>
          <p:nvPr/>
        </p:nvSpPr>
        <p:spPr>
          <a:xfrm>
            <a:off x="505628" y="6950389"/>
            <a:ext cx="1525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Enoil-CoA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2" name="CuadroTexto 3351">
            <a:extLst>
              <a:ext uri="{FF2B5EF4-FFF2-40B4-BE49-F238E27FC236}">
                <a16:creationId xmlns:a16="http://schemas.microsoft.com/office/drawing/2014/main" id="{4F8498AF-3C4A-E3FA-C3A4-C71656C081CA}"/>
              </a:ext>
            </a:extLst>
          </p:cNvPr>
          <p:cNvSpPr txBox="1"/>
          <p:nvPr/>
        </p:nvSpPr>
        <p:spPr>
          <a:xfrm>
            <a:off x="1905491" y="6218895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</a:p>
        </p:txBody>
      </p:sp>
      <p:cxnSp>
        <p:nvCxnSpPr>
          <p:cNvPr id="3354" name="Conector recto de flecha 3353">
            <a:extLst>
              <a:ext uri="{FF2B5EF4-FFF2-40B4-BE49-F238E27FC236}">
                <a16:creationId xmlns:a16="http://schemas.microsoft.com/office/drawing/2014/main" id="{587A759E-E545-2F9E-74AD-BB89F934B9AF}"/>
              </a:ext>
            </a:extLst>
          </p:cNvPr>
          <p:cNvCxnSpPr>
            <a:stCxn id="3350" idx="2"/>
            <a:endCxn id="3351" idx="0"/>
          </p:cNvCxnSpPr>
          <p:nvPr/>
        </p:nvCxnSpPr>
        <p:spPr>
          <a:xfrm>
            <a:off x="1263155" y="6607248"/>
            <a:ext cx="5354" cy="343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56" name="Conector: curvado 3355">
            <a:extLst>
              <a:ext uri="{FF2B5EF4-FFF2-40B4-BE49-F238E27FC236}">
                <a16:creationId xmlns:a16="http://schemas.microsoft.com/office/drawing/2014/main" id="{14D4E0A0-C300-A6C0-6BE4-C38709CE68EF}"/>
              </a:ext>
            </a:extLst>
          </p:cNvPr>
          <p:cNvCxnSpPr>
            <a:cxnSpLocks/>
            <a:stCxn id="3350" idx="2"/>
            <a:endCxn id="3352" idx="2"/>
          </p:cNvCxnSpPr>
          <p:nvPr/>
        </p:nvCxnSpPr>
        <p:spPr>
          <a:xfrm rot="5400000" flipH="1" flipV="1">
            <a:off x="1643751" y="6099908"/>
            <a:ext cx="126743" cy="887937"/>
          </a:xfrm>
          <a:prstGeom prst="curvedConnector3">
            <a:avLst>
              <a:gd name="adj1" fmla="val -18036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59" name="CuadroTexto 3358">
            <a:extLst>
              <a:ext uri="{FF2B5EF4-FFF2-40B4-BE49-F238E27FC236}">
                <a16:creationId xmlns:a16="http://schemas.microsoft.com/office/drawing/2014/main" id="{4C1A9391-03F0-5FD6-C236-0E36D53D373B}"/>
              </a:ext>
            </a:extLst>
          </p:cNvPr>
          <p:cNvSpPr txBox="1"/>
          <p:nvPr/>
        </p:nvSpPr>
        <p:spPr>
          <a:xfrm>
            <a:off x="2476943" y="5693844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</a:p>
        </p:txBody>
      </p:sp>
      <p:cxnSp>
        <p:nvCxnSpPr>
          <p:cNvPr id="3360" name="Conector: curvado 3359">
            <a:extLst>
              <a:ext uri="{FF2B5EF4-FFF2-40B4-BE49-F238E27FC236}">
                <a16:creationId xmlns:a16="http://schemas.microsoft.com/office/drawing/2014/main" id="{E3CFBB09-EDB8-9E5E-627A-EFDB3EE25CB4}"/>
              </a:ext>
            </a:extLst>
          </p:cNvPr>
          <p:cNvCxnSpPr>
            <a:cxnSpLocks/>
            <a:stCxn id="3352" idx="0"/>
            <a:endCxn id="3359" idx="2"/>
          </p:cNvCxnSpPr>
          <p:nvPr/>
        </p:nvCxnSpPr>
        <p:spPr>
          <a:xfrm rot="5400000" flipH="1" flipV="1">
            <a:off x="2305098" y="5801449"/>
            <a:ext cx="263441" cy="5714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63" name="Conector: curvado 3362">
            <a:extLst>
              <a:ext uri="{FF2B5EF4-FFF2-40B4-BE49-F238E27FC236}">
                <a16:creationId xmlns:a16="http://schemas.microsoft.com/office/drawing/2014/main" id="{60347758-68D5-3FF0-15B1-A8F81DE40F2D}"/>
              </a:ext>
            </a:extLst>
          </p:cNvPr>
          <p:cNvCxnSpPr>
            <a:cxnSpLocks/>
            <a:stCxn id="3359" idx="3"/>
            <a:endCxn id="3347" idx="2"/>
          </p:cNvCxnSpPr>
          <p:nvPr/>
        </p:nvCxnSpPr>
        <p:spPr>
          <a:xfrm flipV="1">
            <a:off x="2968145" y="5365313"/>
            <a:ext cx="169862" cy="45933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66" name="Conector: angular 3365">
            <a:extLst>
              <a:ext uri="{FF2B5EF4-FFF2-40B4-BE49-F238E27FC236}">
                <a16:creationId xmlns:a16="http://schemas.microsoft.com/office/drawing/2014/main" id="{D16493A0-2CE9-1390-82AF-35493271ACBB}"/>
              </a:ext>
            </a:extLst>
          </p:cNvPr>
          <p:cNvCxnSpPr>
            <a:cxnSpLocks/>
            <a:stCxn id="3347" idx="0"/>
            <a:endCxn id="3181" idx="2"/>
          </p:cNvCxnSpPr>
          <p:nvPr/>
        </p:nvCxnSpPr>
        <p:spPr>
          <a:xfrm rot="16200000" flipV="1">
            <a:off x="2207275" y="4003693"/>
            <a:ext cx="1493808" cy="367657"/>
          </a:xfrm>
          <a:prstGeom prst="bentConnector3">
            <a:avLst>
              <a:gd name="adj1" fmla="val 5059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75" name="Abrir corchete 3374">
            <a:extLst>
              <a:ext uri="{FF2B5EF4-FFF2-40B4-BE49-F238E27FC236}">
                <a16:creationId xmlns:a16="http://schemas.microsoft.com/office/drawing/2014/main" id="{D082150A-EFDB-6A59-7FD9-99E7D7C467FF}"/>
              </a:ext>
            </a:extLst>
          </p:cNvPr>
          <p:cNvSpPr/>
          <p:nvPr/>
        </p:nvSpPr>
        <p:spPr>
          <a:xfrm rot="5400000">
            <a:off x="3261016" y="-1329293"/>
            <a:ext cx="76971" cy="5858807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76" name="Abrir corchete 3375">
            <a:extLst>
              <a:ext uri="{FF2B5EF4-FFF2-40B4-BE49-F238E27FC236}">
                <a16:creationId xmlns:a16="http://schemas.microsoft.com/office/drawing/2014/main" id="{C4B8D4B7-7FBF-6286-4710-1DD02FD7B076}"/>
              </a:ext>
            </a:extLst>
          </p:cNvPr>
          <p:cNvSpPr/>
          <p:nvPr/>
        </p:nvSpPr>
        <p:spPr>
          <a:xfrm rot="5400000">
            <a:off x="3939966" y="-410594"/>
            <a:ext cx="100666" cy="4440246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77" name="CuadroTexto 3376">
            <a:extLst>
              <a:ext uri="{FF2B5EF4-FFF2-40B4-BE49-F238E27FC236}">
                <a16:creationId xmlns:a16="http://schemas.microsoft.com/office/drawing/2014/main" id="{2EDA6263-6500-4155-C722-BCF8FB8B95C6}"/>
              </a:ext>
            </a:extLst>
          </p:cNvPr>
          <p:cNvSpPr txBox="1"/>
          <p:nvPr/>
        </p:nvSpPr>
        <p:spPr>
          <a:xfrm>
            <a:off x="3590968" y="1540733"/>
            <a:ext cx="826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P/O = 1.5</a:t>
            </a:r>
          </a:p>
        </p:txBody>
      </p:sp>
      <p:sp>
        <p:nvSpPr>
          <p:cNvPr id="3378" name="CuadroTexto 3377">
            <a:extLst>
              <a:ext uri="{FF2B5EF4-FFF2-40B4-BE49-F238E27FC236}">
                <a16:creationId xmlns:a16="http://schemas.microsoft.com/office/drawing/2014/main" id="{3B8B2C15-87B3-065F-67F2-F97F8F96BFBE}"/>
              </a:ext>
            </a:extLst>
          </p:cNvPr>
          <p:cNvSpPr txBox="1"/>
          <p:nvPr/>
        </p:nvSpPr>
        <p:spPr>
          <a:xfrm>
            <a:off x="2929827" y="1331236"/>
            <a:ext cx="826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P/O = 2.5</a:t>
            </a:r>
          </a:p>
        </p:txBody>
      </p:sp>
      <p:sp>
        <p:nvSpPr>
          <p:cNvPr id="3379" name="CuadroTexto 3378">
            <a:extLst>
              <a:ext uri="{FF2B5EF4-FFF2-40B4-BE49-F238E27FC236}">
                <a16:creationId xmlns:a16="http://schemas.microsoft.com/office/drawing/2014/main" id="{A353BE29-2221-44B8-0B8E-033565E2EA4B}"/>
              </a:ext>
            </a:extLst>
          </p:cNvPr>
          <p:cNvSpPr txBox="1"/>
          <p:nvPr/>
        </p:nvSpPr>
        <p:spPr>
          <a:xfrm>
            <a:off x="4487272" y="2244714"/>
            <a:ext cx="679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CN, CO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81" name="Conector recto de flecha 3380">
            <a:extLst>
              <a:ext uri="{FF2B5EF4-FFF2-40B4-BE49-F238E27FC236}">
                <a16:creationId xmlns:a16="http://schemas.microsoft.com/office/drawing/2014/main" id="{52E12B19-E705-DE03-273D-6A40FBC97908}"/>
              </a:ext>
            </a:extLst>
          </p:cNvPr>
          <p:cNvCxnSpPr>
            <a:cxnSpLocks/>
            <a:stCxn id="3379" idx="2"/>
          </p:cNvCxnSpPr>
          <p:nvPr/>
        </p:nvCxnSpPr>
        <p:spPr>
          <a:xfrm>
            <a:off x="4826912" y="2506324"/>
            <a:ext cx="831882" cy="783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82" name="Grupo 3381">
            <a:extLst>
              <a:ext uri="{FF2B5EF4-FFF2-40B4-BE49-F238E27FC236}">
                <a16:creationId xmlns:a16="http://schemas.microsoft.com/office/drawing/2014/main" id="{473E6788-40CF-E412-72A7-3ABE0552F3CE}"/>
              </a:ext>
            </a:extLst>
          </p:cNvPr>
          <p:cNvGrpSpPr/>
          <p:nvPr/>
        </p:nvGrpSpPr>
        <p:grpSpPr>
          <a:xfrm>
            <a:off x="5056103" y="2585849"/>
            <a:ext cx="128136" cy="128136"/>
            <a:chOff x="908127" y="1162591"/>
            <a:chExt cx="128136" cy="128136"/>
          </a:xfrm>
        </p:grpSpPr>
        <p:sp>
          <p:nvSpPr>
            <p:cNvPr id="3383" name="Elipse 3382">
              <a:extLst>
                <a:ext uri="{FF2B5EF4-FFF2-40B4-BE49-F238E27FC236}">
                  <a16:creationId xmlns:a16="http://schemas.microsoft.com/office/drawing/2014/main" id="{0CD86282-C459-CF73-8114-29434EB88C79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84" name="Cruz 3383">
              <a:extLst>
                <a:ext uri="{FF2B5EF4-FFF2-40B4-BE49-F238E27FC236}">
                  <a16:creationId xmlns:a16="http://schemas.microsoft.com/office/drawing/2014/main" id="{1CCF5B2B-5643-9B1E-B271-7A770DB7B5BE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388" name="CuadroTexto 3387">
            <a:extLst>
              <a:ext uri="{FF2B5EF4-FFF2-40B4-BE49-F238E27FC236}">
                <a16:creationId xmlns:a16="http://schemas.microsoft.com/office/drawing/2014/main" id="{610E8479-FE56-57FB-2210-5E185C7A706C}"/>
              </a:ext>
            </a:extLst>
          </p:cNvPr>
          <p:cNvSpPr txBox="1"/>
          <p:nvPr/>
        </p:nvSpPr>
        <p:spPr>
          <a:xfrm>
            <a:off x="5726687" y="1860084"/>
            <a:ext cx="1021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DNP, UCP1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9" name="Flecha: hacia arriba 3388">
            <a:extLst>
              <a:ext uri="{FF2B5EF4-FFF2-40B4-BE49-F238E27FC236}">
                <a16:creationId xmlns:a16="http://schemas.microsoft.com/office/drawing/2014/main" id="{7B0CC1D7-38A7-05A5-A746-D016022D68E9}"/>
              </a:ext>
            </a:extLst>
          </p:cNvPr>
          <p:cNvSpPr/>
          <p:nvPr/>
        </p:nvSpPr>
        <p:spPr>
          <a:xfrm rot="10800000">
            <a:off x="6178268" y="2300812"/>
            <a:ext cx="108849" cy="2108980"/>
          </a:xfrm>
          <a:prstGeom prst="upArrow">
            <a:avLst/>
          </a:prstGeom>
          <a:gradFill>
            <a:gsLst>
              <a:gs pos="0">
                <a:srgbClr val="FF0000"/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90" name="CuadroTexto 3389">
            <a:extLst>
              <a:ext uri="{FF2B5EF4-FFF2-40B4-BE49-F238E27FC236}">
                <a16:creationId xmlns:a16="http://schemas.microsoft.com/office/drawing/2014/main" id="{BF31866F-2064-7A9B-6A59-2FA2AFC4D24A}"/>
              </a:ext>
            </a:extLst>
          </p:cNvPr>
          <p:cNvSpPr txBox="1"/>
          <p:nvPr/>
        </p:nvSpPr>
        <p:spPr>
          <a:xfrm>
            <a:off x="6022015" y="4392665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391" name="CuadroTexto 3390">
            <a:extLst>
              <a:ext uri="{FF2B5EF4-FFF2-40B4-BE49-F238E27FC236}">
                <a16:creationId xmlns:a16="http://schemas.microsoft.com/office/drawing/2014/main" id="{1B4FA959-E577-C20D-691A-BAB0D3828CCE}"/>
              </a:ext>
            </a:extLst>
          </p:cNvPr>
          <p:cNvSpPr txBox="1"/>
          <p:nvPr/>
        </p:nvSpPr>
        <p:spPr>
          <a:xfrm>
            <a:off x="6041189" y="2042405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396" name="CuadroTexto 3395">
            <a:extLst>
              <a:ext uri="{FF2B5EF4-FFF2-40B4-BE49-F238E27FC236}">
                <a16:creationId xmlns:a16="http://schemas.microsoft.com/office/drawing/2014/main" id="{BD47F4CB-E41C-7E1E-6480-CB5509F5103D}"/>
              </a:ext>
            </a:extLst>
          </p:cNvPr>
          <p:cNvSpPr txBox="1"/>
          <p:nvPr/>
        </p:nvSpPr>
        <p:spPr>
          <a:xfrm>
            <a:off x="760203" y="1786123"/>
            <a:ext cx="794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Rotenona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97" name="Conector recto de flecha 3396">
            <a:extLst>
              <a:ext uri="{FF2B5EF4-FFF2-40B4-BE49-F238E27FC236}">
                <a16:creationId xmlns:a16="http://schemas.microsoft.com/office/drawing/2014/main" id="{5070E46C-F007-CB73-DB49-31B84B8788CA}"/>
              </a:ext>
            </a:extLst>
          </p:cNvPr>
          <p:cNvCxnSpPr>
            <a:cxnSpLocks/>
            <a:stCxn id="3396" idx="2"/>
          </p:cNvCxnSpPr>
          <p:nvPr/>
        </p:nvCxnSpPr>
        <p:spPr>
          <a:xfrm flipH="1">
            <a:off x="964704" y="2047733"/>
            <a:ext cx="192915" cy="11462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00" name="Grupo 3399">
            <a:extLst>
              <a:ext uri="{FF2B5EF4-FFF2-40B4-BE49-F238E27FC236}">
                <a16:creationId xmlns:a16="http://schemas.microsoft.com/office/drawing/2014/main" id="{26A86949-0334-CD1C-8CE8-577EC34F5BF2}"/>
              </a:ext>
            </a:extLst>
          </p:cNvPr>
          <p:cNvGrpSpPr/>
          <p:nvPr/>
        </p:nvGrpSpPr>
        <p:grpSpPr>
          <a:xfrm>
            <a:off x="902695" y="2321216"/>
            <a:ext cx="128136" cy="128136"/>
            <a:chOff x="908127" y="1162591"/>
            <a:chExt cx="128136" cy="128136"/>
          </a:xfrm>
        </p:grpSpPr>
        <p:sp>
          <p:nvSpPr>
            <p:cNvPr id="3401" name="Elipse 3400">
              <a:extLst>
                <a:ext uri="{FF2B5EF4-FFF2-40B4-BE49-F238E27FC236}">
                  <a16:creationId xmlns:a16="http://schemas.microsoft.com/office/drawing/2014/main" id="{B98A7C9D-CF40-D559-721B-645B8E12817E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02" name="Cruz 3401">
              <a:extLst>
                <a:ext uri="{FF2B5EF4-FFF2-40B4-BE49-F238E27FC236}">
                  <a16:creationId xmlns:a16="http://schemas.microsoft.com/office/drawing/2014/main" id="{83B3EFD7-DAC7-AE67-C72A-DF7CA82C44B3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403" name="CuadroTexto 3402">
            <a:extLst>
              <a:ext uri="{FF2B5EF4-FFF2-40B4-BE49-F238E27FC236}">
                <a16:creationId xmlns:a16="http://schemas.microsoft.com/office/drawing/2014/main" id="{3EACC009-B969-4EFA-2D65-28AE0A43312A}"/>
              </a:ext>
            </a:extLst>
          </p:cNvPr>
          <p:cNvSpPr txBox="1"/>
          <p:nvPr/>
        </p:nvSpPr>
        <p:spPr>
          <a:xfrm>
            <a:off x="3872017" y="1832387"/>
            <a:ext cx="9610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Antimicina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04" name="Conector recto de flecha 3403">
            <a:extLst>
              <a:ext uri="{FF2B5EF4-FFF2-40B4-BE49-F238E27FC236}">
                <a16:creationId xmlns:a16="http://schemas.microsoft.com/office/drawing/2014/main" id="{C0A5B12A-74D3-B8D0-96CE-941DDFC14D90}"/>
              </a:ext>
            </a:extLst>
          </p:cNvPr>
          <p:cNvCxnSpPr>
            <a:cxnSpLocks/>
            <a:stCxn id="3403" idx="2"/>
          </p:cNvCxnSpPr>
          <p:nvPr/>
        </p:nvCxnSpPr>
        <p:spPr>
          <a:xfrm flipH="1">
            <a:off x="3903855" y="2093997"/>
            <a:ext cx="448679" cy="9384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07" name="Grupo 3406">
            <a:extLst>
              <a:ext uri="{FF2B5EF4-FFF2-40B4-BE49-F238E27FC236}">
                <a16:creationId xmlns:a16="http://schemas.microsoft.com/office/drawing/2014/main" id="{84775E54-B54F-E900-7D4E-4AC0123FEA2E}"/>
              </a:ext>
            </a:extLst>
          </p:cNvPr>
          <p:cNvGrpSpPr/>
          <p:nvPr/>
        </p:nvGrpSpPr>
        <p:grpSpPr>
          <a:xfrm>
            <a:off x="4064893" y="2259339"/>
            <a:ext cx="128136" cy="128136"/>
            <a:chOff x="908127" y="1162591"/>
            <a:chExt cx="128136" cy="128136"/>
          </a:xfrm>
        </p:grpSpPr>
        <p:sp>
          <p:nvSpPr>
            <p:cNvPr id="3408" name="Elipse 3407">
              <a:extLst>
                <a:ext uri="{FF2B5EF4-FFF2-40B4-BE49-F238E27FC236}">
                  <a16:creationId xmlns:a16="http://schemas.microsoft.com/office/drawing/2014/main" id="{16E5ED29-6D11-BF5D-B3D4-F1B4C6A2B823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09" name="Cruz 3408">
              <a:extLst>
                <a:ext uri="{FF2B5EF4-FFF2-40B4-BE49-F238E27FC236}">
                  <a16:creationId xmlns:a16="http://schemas.microsoft.com/office/drawing/2014/main" id="{95B3D123-F890-CD37-5D81-50C852CDE0BE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3420" name="Imagen 3419" descr="Forma&#10;&#10;El contenido generado por IA puede ser incorrecto.">
            <a:extLst>
              <a:ext uri="{FF2B5EF4-FFF2-40B4-BE49-F238E27FC236}">
                <a16:creationId xmlns:a16="http://schemas.microsoft.com/office/drawing/2014/main" id="{DA0EDF7F-5581-5962-2E46-7A211B58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0" t="21994" r="9713" b="23144"/>
          <a:stretch>
            <a:fillRect/>
          </a:stretch>
        </p:blipFill>
        <p:spPr>
          <a:xfrm>
            <a:off x="3025374" y="6362444"/>
            <a:ext cx="1830205" cy="1747204"/>
          </a:xfrm>
          <a:prstGeom prst="rect">
            <a:avLst/>
          </a:prstGeom>
        </p:spPr>
      </p:pic>
      <p:sp>
        <p:nvSpPr>
          <p:cNvPr id="3423" name="CuadroTexto 3422">
            <a:extLst>
              <a:ext uri="{FF2B5EF4-FFF2-40B4-BE49-F238E27FC236}">
                <a16:creationId xmlns:a16="http://schemas.microsoft.com/office/drawing/2014/main" id="{337F3ABF-3D20-B584-CE05-FB68AD1BB257}"/>
              </a:ext>
            </a:extLst>
          </p:cNvPr>
          <p:cNvSpPr txBox="1"/>
          <p:nvPr/>
        </p:nvSpPr>
        <p:spPr>
          <a:xfrm>
            <a:off x="3178172" y="6182426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4" name="CuadroTexto 3423">
            <a:extLst>
              <a:ext uri="{FF2B5EF4-FFF2-40B4-BE49-F238E27FC236}">
                <a16:creationId xmlns:a16="http://schemas.microsoft.com/office/drawing/2014/main" id="{37A4312B-2816-7D3D-976A-7727B0EB3E9C}"/>
              </a:ext>
            </a:extLst>
          </p:cNvPr>
          <p:cNvSpPr txBox="1"/>
          <p:nvPr/>
        </p:nvSpPr>
        <p:spPr>
          <a:xfrm>
            <a:off x="3149865" y="7889561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5" name="CuadroTexto 3424">
            <a:extLst>
              <a:ext uri="{FF2B5EF4-FFF2-40B4-BE49-F238E27FC236}">
                <a16:creationId xmlns:a16="http://schemas.microsoft.com/office/drawing/2014/main" id="{0EA3A8EE-BBA3-4621-B9CE-885B81674FDD}"/>
              </a:ext>
            </a:extLst>
          </p:cNvPr>
          <p:cNvSpPr txBox="1"/>
          <p:nvPr/>
        </p:nvSpPr>
        <p:spPr>
          <a:xfrm>
            <a:off x="4789668" y="7088185"/>
            <a:ext cx="224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6" name="CuadroTexto 3425">
            <a:extLst>
              <a:ext uri="{FF2B5EF4-FFF2-40B4-BE49-F238E27FC236}">
                <a16:creationId xmlns:a16="http://schemas.microsoft.com/office/drawing/2014/main" id="{8F2FDF90-1A7E-4A02-05A2-54F0B0703FD7}"/>
              </a:ext>
            </a:extLst>
          </p:cNvPr>
          <p:cNvSpPr txBox="1"/>
          <p:nvPr/>
        </p:nvSpPr>
        <p:spPr>
          <a:xfrm>
            <a:off x="2746496" y="7116062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8" name="CuadroTexto 3427">
            <a:extLst>
              <a:ext uri="{FF2B5EF4-FFF2-40B4-BE49-F238E27FC236}">
                <a16:creationId xmlns:a16="http://schemas.microsoft.com/office/drawing/2014/main" id="{0AAC7D7F-CC8E-E8AD-2713-35118256CA15}"/>
              </a:ext>
            </a:extLst>
          </p:cNvPr>
          <p:cNvSpPr txBox="1"/>
          <p:nvPr/>
        </p:nvSpPr>
        <p:spPr>
          <a:xfrm>
            <a:off x="4186090" y="6222375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50" name="Imagen 3449" descr="Forma&#10;&#10;El contenido generado por IA puede ser incorrecto.">
            <a:extLst>
              <a:ext uri="{FF2B5EF4-FFF2-40B4-BE49-F238E27FC236}">
                <a16:creationId xmlns:a16="http://schemas.microsoft.com/office/drawing/2014/main" id="{E62B1CCB-550C-8D6F-F86E-1BE3F9B1B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0" t="21994" r="9713" b="23144"/>
          <a:stretch>
            <a:fillRect/>
          </a:stretch>
        </p:blipFill>
        <p:spPr>
          <a:xfrm>
            <a:off x="1646210" y="8079342"/>
            <a:ext cx="1830205" cy="1747204"/>
          </a:xfrm>
          <a:prstGeom prst="rect">
            <a:avLst/>
          </a:prstGeom>
        </p:spPr>
      </p:pic>
      <p:sp>
        <p:nvSpPr>
          <p:cNvPr id="3451" name="CuadroTexto 3450">
            <a:extLst>
              <a:ext uri="{FF2B5EF4-FFF2-40B4-BE49-F238E27FC236}">
                <a16:creationId xmlns:a16="http://schemas.microsoft.com/office/drawing/2014/main" id="{6FC358FF-8C09-9EC7-9579-CE3761F0B96C}"/>
              </a:ext>
            </a:extLst>
          </p:cNvPr>
          <p:cNvSpPr txBox="1"/>
          <p:nvPr/>
        </p:nvSpPr>
        <p:spPr>
          <a:xfrm>
            <a:off x="1799008" y="7899324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2" name="CuadroTexto 3451">
            <a:extLst>
              <a:ext uri="{FF2B5EF4-FFF2-40B4-BE49-F238E27FC236}">
                <a16:creationId xmlns:a16="http://schemas.microsoft.com/office/drawing/2014/main" id="{2EE06C59-A71E-6B5C-BE1E-966EF4B73B6C}"/>
              </a:ext>
            </a:extLst>
          </p:cNvPr>
          <p:cNvSpPr txBox="1"/>
          <p:nvPr/>
        </p:nvSpPr>
        <p:spPr>
          <a:xfrm>
            <a:off x="1843599" y="9631949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3" name="CuadroTexto 3452">
            <a:extLst>
              <a:ext uri="{FF2B5EF4-FFF2-40B4-BE49-F238E27FC236}">
                <a16:creationId xmlns:a16="http://schemas.microsoft.com/office/drawing/2014/main" id="{58DCB06A-2690-8262-42E4-99E785492487}"/>
              </a:ext>
            </a:extLst>
          </p:cNvPr>
          <p:cNvSpPr txBox="1"/>
          <p:nvPr/>
        </p:nvSpPr>
        <p:spPr>
          <a:xfrm>
            <a:off x="3434909" y="8821147"/>
            <a:ext cx="1845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4" name="CuadroTexto 3453">
            <a:extLst>
              <a:ext uri="{FF2B5EF4-FFF2-40B4-BE49-F238E27FC236}">
                <a16:creationId xmlns:a16="http://schemas.microsoft.com/office/drawing/2014/main" id="{14CF6558-9AC0-DB40-051D-D0F12A5C2549}"/>
              </a:ext>
            </a:extLst>
          </p:cNvPr>
          <p:cNvSpPr txBox="1"/>
          <p:nvPr/>
        </p:nvSpPr>
        <p:spPr>
          <a:xfrm>
            <a:off x="1506722" y="8821312"/>
            <a:ext cx="212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5" name="CuadroTexto 3454">
            <a:extLst>
              <a:ext uri="{FF2B5EF4-FFF2-40B4-BE49-F238E27FC236}">
                <a16:creationId xmlns:a16="http://schemas.microsoft.com/office/drawing/2014/main" id="{8B26C93D-D22D-C0D0-5208-54979B21453E}"/>
              </a:ext>
            </a:extLst>
          </p:cNvPr>
          <p:cNvSpPr txBox="1"/>
          <p:nvPr/>
        </p:nvSpPr>
        <p:spPr>
          <a:xfrm>
            <a:off x="2794950" y="9651184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6" name="CuadroTexto 3455">
            <a:extLst>
              <a:ext uri="{FF2B5EF4-FFF2-40B4-BE49-F238E27FC236}">
                <a16:creationId xmlns:a16="http://schemas.microsoft.com/office/drawing/2014/main" id="{F0D4D775-1261-55F8-6A48-DB5BBAF781ED}"/>
              </a:ext>
            </a:extLst>
          </p:cNvPr>
          <p:cNvSpPr txBox="1"/>
          <p:nvPr/>
        </p:nvSpPr>
        <p:spPr>
          <a:xfrm>
            <a:off x="2806926" y="7939273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64" name="Conector recto de flecha 3463">
            <a:extLst>
              <a:ext uri="{FF2B5EF4-FFF2-40B4-BE49-F238E27FC236}">
                <a16:creationId xmlns:a16="http://schemas.microsoft.com/office/drawing/2014/main" id="{99E26493-6B9D-2DE9-A69E-ACC7D7A5D7CB}"/>
              </a:ext>
            </a:extLst>
          </p:cNvPr>
          <p:cNvCxnSpPr>
            <a:cxnSpLocks/>
            <a:stCxn id="3426" idx="2"/>
            <a:endCxn id="3450" idx="0"/>
          </p:cNvCxnSpPr>
          <p:nvPr/>
        </p:nvCxnSpPr>
        <p:spPr>
          <a:xfrm flipH="1">
            <a:off x="2561313" y="7377672"/>
            <a:ext cx="430784" cy="701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76" name="Imagen 3475" descr="Forma&#10;&#10;El contenido generado por IA puede ser incorrecto.">
            <a:extLst>
              <a:ext uri="{FF2B5EF4-FFF2-40B4-BE49-F238E27FC236}">
                <a16:creationId xmlns:a16="http://schemas.microsoft.com/office/drawing/2014/main" id="{7E24DBF8-31EE-F65D-3176-4E7ABA2AF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0" t="21994" r="9713" b="23144"/>
          <a:stretch>
            <a:fillRect/>
          </a:stretch>
        </p:blipFill>
        <p:spPr>
          <a:xfrm>
            <a:off x="4337246" y="8059973"/>
            <a:ext cx="1830205" cy="1747204"/>
          </a:xfrm>
          <a:prstGeom prst="rect">
            <a:avLst/>
          </a:prstGeom>
        </p:spPr>
      </p:pic>
      <p:sp>
        <p:nvSpPr>
          <p:cNvPr id="3477" name="CuadroTexto 3476">
            <a:extLst>
              <a:ext uri="{FF2B5EF4-FFF2-40B4-BE49-F238E27FC236}">
                <a16:creationId xmlns:a16="http://schemas.microsoft.com/office/drawing/2014/main" id="{52D77BFC-161E-5A30-A9E4-84D1A969A497}"/>
              </a:ext>
            </a:extLst>
          </p:cNvPr>
          <p:cNvSpPr txBox="1"/>
          <p:nvPr/>
        </p:nvSpPr>
        <p:spPr>
          <a:xfrm>
            <a:off x="4490044" y="7879955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78" name="CuadroTexto 3477">
            <a:extLst>
              <a:ext uri="{FF2B5EF4-FFF2-40B4-BE49-F238E27FC236}">
                <a16:creationId xmlns:a16="http://schemas.microsoft.com/office/drawing/2014/main" id="{6C68B02E-81E0-7555-53AC-EECCE420F73E}"/>
              </a:ext>
            </a:extLst>
          </p:cNvPr>
          <p:cNvSpPr txBox="1"/>
          <p:nvPr/>
        </p:nvSpPr>
        <p:spPr>
          <a:xfrm>
            <a:off x="4534635" y="9612580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79" name="CuadroTexto 3478">
            <a:extLst>
              <a:ext uri="{FF2B5EF4-FFF2-40B4-BE49-F238E27FC236}">
                <a16:creationId xmlns:a16="http://schemas.microsoft.com/office/drawing/2014/main" id="{401B5027-CC20-DB97-7BE1-194EF459C456}"/>
              </a:ext>
            </a:extLst>
          </p:cNvPr>
          <p:cNvSpPr txBox="1"/>
          <p:nvPr/>
        </p:nvSpPr>
        <p:spPr>
          <a:xfrm>
            <a:off x="6089548" y="8801778"/>
            <a:ext cx="224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0" name="CuadroTexto 3479">
            <a:extLst>
              <a:ext uri="{FF2B5EF4-FFF2-40B4-BE49-F238E27FC236}">
                <a16:creationId xmlns:a16="http://schemas.microsoft.com/office/drawing/2014/main" id="{ED44CFFE-E325-6869-8859-16BF4D79CCE2}"/>
              </a:ext>
            </a:extLst>
          </p:cNvPr>
          <p:cNvSpPr txBox="1"/>
          <p:nvPr/>
        </p:nvSpPr>
        <p:spPr>
          <a:xfrm>
            <a:off x="4193273" y="8818209"/>
            <a:ext cx="208515" cy="268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" name="CuadroTexto 3480">
            <a:extLst>
              <a:ext uri="{FF2B5EF4-FFF2-40B4-BE49-F238E27FC236}">
                <a16:creationId xmlns:a16="http://schemas.microsoft.com/office/drawing/2014/main" id="{D85EF48E-5D88-24C7-5B28-A07BC960ADF3}"/>
              </a:ext>
            </a:extLst>
          </p:cNvPr>
          <p:cNvSpPr txBox="1"/>
          <p:nvPr/>
        </p:nvSpPr>
        <p:spPr>
          <a:xfrm>
            <a:off x="5485986" y="9631815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" name="CuadroTexto 3481">
            <a:extLst>
              <a:ext uri="{FF2B5EF4-FFF2-40B4-BE49-F238E27FC236}">
                <a16:creationId xmlns:a16="http://schemas.microsoft.com/office/drawing/2014/main" id="{764400D8-5829-1FA2-FB3A-F1BDDBABEF99}"/>
              </a:ext>
            </a:extLst>
          </p:cNvPr>
          <p:cNvSpPr txBox="1"/>
          <p:nvPr/>
        </p:nvSpPr>
        <p:spPr>
          <a:xfrm>
            <a:off x="5497962" y="7919904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83" name="Conector recto de flecha 3482">
            <a:extLst>
              <a:ext uri="{FF2B5EF4-FFF2-40B4-BE49-F238E27FC236}">
                <a16:creationId xmlns:a16="http://schemas.microsoft.com/office/drawing/2014/main" id="{400653AA-11AB-33C2-43D8-A122E2AEBB3C}"/>
              </a:ext>
            </a:extLst>
          </p:cNvPr>
          <p:cNvCxnSpPr>
            <a:cxnSpLocks/>
            <a:stCxn id="3453" idx="3"/>
            <a:endCxn id="3480" idx="1"/>
          </p:cNvCxnSpPr>
          <p:nvPr/>
        </p:nvCxnSpPr>
        <p:spPr>
          <a:xfrm>
            <a:off x="3619422" y="8951952"/>
            <a:ext cx="573851" cy="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86" name="CuadroTexto 3485">
            <a:extLst>
              <a:ext uri="{FF2B5EF4-FFF2-40B4-BE49-F238E27FC236}">
                <a16:creationId xmlns:a16="http://schemas.microsoft.com/office/drawing/2014/main" id="{42E84491-122F-006D-0F4A-6E61ADFE0A6E}"/>
              </a:ext>
            </a:extLst>
          </p:cNvPr>
          <p:cNvSpPr txBox="1"/>
          <p:nvPr/>
        </p:nvSpPr>
        <p:spPr>
          <a:xfrm>
            <a:off x="2226680" y="7211999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3487" name="CuadroTexto 3486">
            <a:extLst>
              <a:ext uri="{FF2B5EF4-FFF2-40B4-BE49-F238E27FC236}">
                <a16:creationId xmlns:a16="http://schemas.microsoft.com/office/drawing/2014/main" id="{356EFFAF-52AC-FD33-F35D-64226763D5DC}"/>
              </a:ext>
            </a:extLst>
          </p:cNvPr>
          <p:cNvSpPr txBox="1"/>
          <p:nvPr/>
        </p:nvSpPr>
        <p:spPr>
          <a:xfrm>
            <a:off x="2023644" y="7540765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3488" name="Conector: curvado 3487">
            <a:extLst>
              <a:ext uri="{FF2B5EF4-FFF2-40B4-BE49-F238E27FC236}">
                <a16:creationId xmlns:a16="http://schemas.microsoft.com/office/drawing/2014/main" id="{2AB0104E-E33A-2D7E-A013-E5B64DA4F9A7}"/>
              </a:ext>
            </a:extLst>
          </p:cNvPr>
          <p:cNvCxnSpPr>
            <a:cxnSpLocks/>
            <a:stCxn id="3486" idx="3"/>
            <a:endCxn id="3487" idx="3"/>
          </p:cNvCxnSpPr>
          <p:nvPr/>
        </p:nvCxnSpPr>
        <p:spPr>
          <a:xfrm flipH="1">
            <a:off x="2567313" y="7342804"/>
            <a:ext cx="203036" cy="328766"/>
          </a:xfrm>
          <a:prstGeom prst="curvedConnector3">
            <a:avLst>
              <a:gd name="adj1" fmla="val -661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92" name="CuadroTexto 3491">
            <a:extLst>
              <a:ext uri="{FF2B5EF4-FFF2-40B4-BE49-F238E27FC236}">
                <a16:creationId xmlns:a16="http://schemas.microsoft.com/office/drawing/2014/main" id="{79AA8C31-5065-770A-3A39-A0E161CABEB1}"/>
              </a:ext>
            </a:extLst>
          </p:cNvPr>
          <p:cNvSpPr txBox="1"/>
          <p:nvPr/>
        </p:nvSpPr>
        <p:spPr>
          <a:xfrm>
            <a:off x="3293472" y="9415716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3493" name="CuadroTexto 3492">
            <a:extLst>
              <a:ext uri="{FF2B5EF4-FFF2-40B4-BE49-F238E27FC236}">
                <a16:creationId xmlns:a16="http://schemas.microsoft.com/office/drawing/2014/main" id="{6B1BB59D-2897-F7B8-E673-73878E358867}"/>
              </a:ext>
            </a:extLst>
          </p:cNvPr>
          <p:cNvSpPr txBox="1"/>
          <p:nvPr/>
        </p:nvSpPr>
        <p:spPr>
          <a:xfrm>
            <a:off x="3903066" y="9407342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3494" name="Conector: curvado 3493">
            <a:extLst>
              <a:ext uri="{FF2B5EF4-FFF2-40B4-BE49-F238E27FC236}">
                <a16:creationId xmlns:a16="http://schemas.microsoft.com/office/drawing/2014/main" id="{B21F7B9C-3851-BB49-8AA3-502189230FF1}"/>
              </a:ext>
            </a:extLst>
          </p:cNvPr>
          <p:cNvCxnSpPr>
            <a:cxnSpLocks/>
            <a:stCxn id="3492" idx="0"/>
            <a:endCxn id="3493" idx="0"/>
          </p:cNvCxnSpPr>
          <p:nvPr/>
        </p:nvCxnSpPr>
        <p:spPr>
          <a:xfrm rot="5400000" flipH="1" flipV="1">
            <a:off x="3865917" y="9106732"/>
            <a:ext cx="8374" cy="609594"/>
          </a:xfrm>
          <a:prstGeom prst="curvedConnector3">
            <a:avLst>
              <a:gd name="adj1" fmla="val 546975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95" name="CuadroTexto 3494">
            <a:extLst>
              <a:ext uri="{FF2B5EF4-FFF2-40B4-BE49-F238E27FC236}">
                <a16:creationId xmlns:a16="http://schemas.microsoft.com/office/drawing/2014/main" id="{22762996-11FC-B390-040E-ADFEF1FD2299}"/>
              </a:ext>
            </a:extLst>
          </p:cNvPr>
          <p:cNvSpPr txBox="1"/>
          <p:nvPr/>
        </p:nvSpPr>
        <p:spPr>
          <a:xfrm>
            <a:off x="3131447" y="7012745"/>
            <a:ext cx="491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ADP+P</a:t>
            </a:r>
            <a:r>
              <a:rPr lang="es-ES" sz="1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96" name="CuadroTexto 3495">
            <a:extLst>
              <a:ext uri="{FF2B5EF4-FFF2-40B4-BE49-F238E27FC236}">
                <a16:creationId xmlns:a16="http://schemas.microsoft.com/office/drawing/2014/main" id="{B2A019C8-0887-3310-EB73-2A423AA74C8A}"/>
              </a:ext>
            </a:extLst>
          </p:cNvPr>
          <p:cNvSpPr txBox="1"/>
          <p:nvPr/>
        </p:nvSpPr>
        <p:spPr>
          <a:xfrm>
            <a:off x="3984365" y="6569996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497" name="CuadroTexto 3496">
            <a:extLst>
              <a:ext uri="{FF2B5EF4-FFF2-40B4-BE49-F238E27FC236}">
                <a16:creationId xmlns:a16="http://schemas.microsoft.com/office/drawing/2014/main" id="{01796C9F-C851-9CA7-7C5D-4FF15EBB59F1}"/>
              </a:ext>
            </a:extLst>
          </p:cNvPr>
          <p:cNvSpPr txBox="1"/>
          <p:nvPr/>
        </p:nvSpPr>
        <p:spPr>
          <a:xfrm>
            <a:off x="3698022" y="8234084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501" name="CuadroTexto 3500">
            <a:extLst>
              <a:ext uri="{FF2B5EF4-FFF2-40B4-BE49-F238E27FC236}">
                <a16:creationId xmlns:a16="http://schemas.microsoft.com/office/drawing/2014/main" id="{A40D1CFE-A135-6D30-E2FE-83CE028C21D2}"/>
              </a:ext>
            </a:extLst>
          </p:cNvPr>
          <p:cNvSpPr txBox="1"/>
          <p:nvPr/>
        </p:nvSpPr>
        <p:spPr>
          <a:xfrm>
            <a:off x="2562939" y="9186862"/>
            <a:ext cx="491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ADP+P</a:t>
            </a:r>
            <a:r>
              <a:rPr lang="es-ES" sz="1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02" name="CuadroTexto 3501">
            <a:extLst>
              <a:ext uri="{FF2B5EF4-FFF2-40B4-BE49-F238E27FC236}">
                <a16:creationId xmlns:a16="http://schemas.microsoft.com/office/drawing/2014/main" id="{C81C093F-98BA-9EAC-871F-42A905902FAB}"/>
              </a:ext>
            </a:extLst>
          </p:cNvPr>
          <p:cNvSpPr txBox="1"/>
          <p:nvPr/>
        </p:nvSpPr>
        <p:spPr>
          <a:xfrm>
            <a:off x="1762468" y="8815058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503" name="CuadroTexto 3502">
            <a:extLst>
              <a:ext uri="{FF2B5EF4-FFF2-40B4-BE49-F238E27FC236}">
                <a16:creationId xmlns:a16="http://schemas.microsoft.com/office/drawing/2014/main" id="{5FF74653-DF13-D3C5-01A0-9588C86F1ABF}"/>
              </a:ext>
            </a:extLst>
          </p:cNvPr>
          <p:cNvSpPr txBox="1"/>
          <p:nvPr/>
        </p:nvSpPr>
        <p:spPr>
          <a:xfrm>
            <a:off x="3429048" y="8410240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510" name="CuadroTexto 3509">
            <a:extLst>
              <a:ext uri="{FF2B5EF4-FFF2-40B4-BE49-F238E27FC236}">
                <a16:creationId xmlns:a16="http://schemas.microsoft.com/office/drawing/2014/main" id="{DFF7AA0E-6D7F-D161-0EE7-0EDE29F2E70D}"/>
              </a:ext>
            </a:extLst>
          </p:cNvPr>
          <p:cNvSpPr txBox="1"/>
          <p:nvPr/>
        </p:nvSpPr>
        <p:spPr>
          <a:xfrm>
            <a:off x="5271744" y="8227793"/>
            <a:ext cx="491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ADP+P</a:t>
            </a:r>
            <a:r>
              <a:rPr lang="es-ES" sz="1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11" name="CuadroTexto 3510">
            <a:extLst>
              <a:ext uri="{FF2B5EF4-FFF2-40B4-BE49-F238E27FC236}">
                <a16:creationId xmlns:a16="http://schemas.microsoft.com/office/drawing/2014/main" id="{95D1E609-0801-C8F2-302B-FE6F1692E720}"/>
              </a:ext>
            </a:extLst>
          </p:cNvPr>
          <p:cNvSpPr txBox="1"/>
          <p:nvPr/>
        </p:nvSpPr>
        <p:spPr>
          <a:xfrm>
            <a:off x="5271744" y="9316703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512" name="CuadroTexto 3511">
            <a:extLst>
              <a:ext uri="{FF2B5EF4-FFF2-40B4-BE49-F238E27FC236}">
                <a16:creationId xmlns:a16="http://schemas.microsoft.com/office/drawing/2014/main" id="{736E3883-96EA-68CC-D55E-E8A72600B097}"/>
              </a:ext>
            </a:extLst>
          </p:cNvPr>
          <p:cNvSpPr txBox="1"/>
          <p:nvPr/>
        </p:nvSpPr>
        <p:spPr>
          <a:xfrm>
            <a:off x="3902264" y="8386862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427" name="CuadroTexto 3426">
            <a:extLst>
              <a:ext uri="{FF2B5EF4-FFF2-40B4-BE49-F238E27FC236}">
                <a16:creationId xmlns:a16="http://schemas.microsoft.com/office/drawing/2014/main" id="{E8B4975B-7A1A-F5C6-B941-838B02715E35}"/>
              </a:ext>
            </a:extLst>
          </p:cNvPr>
          <p:cNvSpPr txBox="1"/>
          <p:nvPr/>
        </p:nvSpPr>
        <p:spPr>
          <a:xfrm>
            <a:off x="4218080" y="7927650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29" name="Conector recto de flecha 3528">
            <a:extLst>
              <a:ext uri="{FF2B5EF4-FFF2-40B4-BE49-F238E27FC236}">
                <a16:creationId xmlns:a16="http://schemas.microsoft.com/office/drawing/2014/main" id="{9E2AB645-EB89-5E62-3400-364EE1B8251F}"/>
              </a:ext>
            </a:extLst>
          </p:cNvPr>
          <p:cNvCxnSpPr>
            <a:cxnSpLocks/>
            <a:endCxn id="3497" idx="0"/>
          </p:cNvCxnSpPr>
          <p:nvPr/>
        </p:nvCxnSpPr>
        <p:spPr>
          <a:xfrm flipH="1">
            <a:off x="3943623" y="7688344"/>
            <a:ext cx="258302" cy="54574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0" name="Conector recto de flecha 3529">
            <a:extLst>
              <a:ext uri="{FF2B5EF4-FFF2-40B4-BE49-F238E27FC236}">
                <a16:creationId xmlns:a16="http://schemas.microsoft.com/office/drawing/2014/main" id="{553BE8F1-A794-CB34-556F-5B19BF089528}"/>
              </a:ext>
            </a:extLst>
          </p:cNvPr>
          <p:cNvCxnSpPr>
            <a:cxnSpLocks/>
            <a:endCxn id="3503" idx="2"/>
          </p:cNvCxnSpPr>
          <p:nvPr/>
        </p:nvCxnSpPr>
        <p:spPr>
          <a:xfrm flipV="1">
            <a:off x="3079435" y="8671850"/>
            <a:ext cx="595214" cy="21369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3" name="Conector recto de flecha 3532">
            <a:extLst>
              <a:ext uri="{FF2B5EF4-FFF2-40B4-BE49-F238E27FC236}">
                <a16:creationId xmlns:a16="http://schemas.microsoft.com/office/drawing/2014/main" id="{6D652C5D-F091-599A-6B3A-F03C2E4ABAE4}"/>
              </a:ext>
            </a:extLst>
          </p:cNvPr>
          <p:cNvCxnSpPr>
            <a:cxnSpLocks/>
            <a:endCxn id="3512" idx="2"/>
          </p:cNvCxnSpPr>
          <p:nvPr/>
        </p:nvCxnSpPr>
        <p:spPr>
          <a:xfrm flipH="1" flipV="1">
            <a:off x="4147865" y="8648472"/>
            <a:ext cx="584391" cy="24650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7" name="Conector recto de flecha 3536">
            <a:extLst>
              <a:ext uri="{FF2B5EF4-FFF2-40B4-BE49-F238E27FC236}">
                <a16:creationId xmlns:a16="http://schemas.microsoft.com/office/drawing/2014/main" id="{EB6A9951-B309-6FE1-B6EF-975A32960904}"/>
              </a:ext>
            </a:extLst>
          </p:cNvPr>
          <p:cNvCxnSpPr>
            <a:cxnSpLocks/>
            <a:stCxn id="3476" idx="0"/>
            <a:endCxn id="3425" idx="2"/>
          </p:cNvCxnSpPr>
          <p:nvPr/>
        </p:nvCxnSpPr>
        <p:spPr>
          <a:xfrm flipH="1" flipV="1">
            <a:off x="4901956" y="7349795"/>
            <a:ext cx="350393" cy="71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40" name="CuadroTexto 3539">
            <a:extLst>
              <a:ext uri="{FF2B5EF4-FFF2-40B4-BE49-F238E27FC236}">
                <a16:creationId xmlns:a16="http://schemas.microsoft.com/office/drawing/2014/main" id="{51D07643-E244-5BDF-8CCC-E6C9CF91FDC8}"/>
              </a:ext>
            </a:extLst>
          </p:cNvPr>
          <p:cNvSpPr txBox="1"/>
          <p:nvPr/>
        </p:nvSpPr>
        <p:spPr>
          <a:xfrm>
            <a:off x="5164747" y="7325520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541" name="CuadroTexto 3540">
            <a:extLst>
              <a:ext uri="{FF2B5EF4-FFF2-40B4-BE49-F238E27FC236}">
                <a16:creationId xmlns:a16="http://schemas.microsoft.com/office/drawing/2014/main" id="{8ECFB1B1-F192-43B5-AA5E-D1A8F533F87B}"/>
              </a:ext>
            </a:extLst>
          </p:cNvPr>
          <p:cNvSpPr txBox="1"/>
          <p:nvPr/>
        </p:nvSpPr>
        <p:spPr>
          <a:xfrm>
            <a:off x="5286362" y="7637776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cxnSp>
        <p:nvCxnSpPr>
          <p:cNvPr id="3542" name="Conector: curvado 3541">
            <a:extLst>
              <a:ext uri="{FF2B5EF4-FFF2-40B4-BE49-F238E27FC236}">
                <a16:creationId xmlns:a16="http://schemas.microsoft.com/office/drawing/2014/main" id="{2B118E07-24B0-A654-4660-F8EAAC84C60E}"/>
              </a:ext>
            </a:extLst>
          </p:cNvPr>
          <p:cNvCxnSpPr>
            <a:cxnSpLocks/>
            <a:stCxn id="3541" idx="1"/>
            <a:endCxn id="3540" idx="1"/>
          </p:cNvCxnSpPr>
          <p:nvPr/>
        </p:nvCxnSpPr>
        <p:spPr>
          <a:xfrm rot="10800000">
            <a:off x="5164748" y="7456325"/>
            <a:ext cx="121615" cy="312256"/>
          </a:xfrm>
          <a:prstGeom prst="curvedConnector3">
            <a:avLst>
              <a:gd name="adj1" fmla="val 20270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47" name="Flecha: doblada 3546">
            <a:extLst>
              <a:ext uri="{FF2B5EF4-FFF2-40B4-BE49-F238E27FC236}">
                <a16:creationId xmlns:a16="http://schemas.microsoft.com/office/drawing/2014/main" id="{90FF21B0-04E1-FC68-134A-2FE1828DB4F0}"/>
              </a:ext>
            </a:extLst>
          </p:cNvPr>
          <p:cNvSpPr/>
          <p:nvPr/>
        </p:nvSpPr>
        <p:spPr>
          <a:xfrm rot="10800000">
            <a:off x="6094436" y="5447324"/>
            <a:ext cx="985058" cy="2790334"/>
          </a:xfrm>
          <a:prstGeom prst="bentArrow">
            <a:avLst>
              <a:gd name="adj1" fmla="val 14473"/>
              <a:gd name="adj2" fmla="val 25000"/>
              <a:gd name="adj3" fmla="val 25000"/>
              <a:gd name="adj4" fmla="val 4375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565" name="CuadroTexto 3564">
            <a:extLst>
              <a:ext uri="{FF2B5EF4-FFF2-40B4-BE49-F238E27FC236}">
                <a16:creationId xmlns:a16="http://schemas.microsoft.com/office/drawing/2014/main" id="{8F9168A7-8408-C00E-073E-ACD374102828}"/>
              </a:ext>
            </a:extLst>
          </p:cNvPr>
          <p:cNvSpPr txBox="1"/>
          <p:nvPr/>
        </p:nvSpPr>
        <p:spPr>
          <a:xfrm>
            <a:off x="5723283" y="5591513"/>
            <a:ext cx="1021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sz="11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3566" name="Conector: curvado 3565">
            <a:extLst>
              <a:ext uri="{FF2B5EF4-FFF2-40B4-BE49-F238E27FC236}">
                <a16:creationId xmlns:a16="http://schemas.microsoft.com/office/drawing/2014/main" id="{BE43C881-0A09-B23D-517A-80B7E112116D}"/>
              </a:ext>
            </a:extLst>
          </p:cNvPr>
          <p:cNvCxnSpPr>
            <a:cxnSpLocks/>
            <a:stCxn id="3274" idx="2"/>
            <a:endCxn id="3273" idx="2"/>
          </p:cNvCxnSpPr>
          <p:nvPr/>
        </p:nvCxnSpPr>
        <p:spPr>
          <a:xfrm rot="5400000" flipH="1">
            <a:off x="6938806" y="4780320"/>
            <a:ext cx="66548" cy="672552"/>
          </a:xfrm>
          <a:prstGeom prst="curvedConnector3">
            <a:avLst>
              <a:gd name="adj1" fmla="val -3098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70" name="Conector recto de flecha 3569">
            <a:extLst>
              <a:ext uri="{FF2B5EF4-FFF2-40B4-BE49-F238E27FC236}">
                <a16:creationId xmlns:a16="http://schemas.microsoft.com/office/drawing/2014/main" id="{46455087-780A-C515-C69D-F8AFFAE193DF}"/>
              </a:ext>
            </a:extLst>
          </p:cNvPr>
          <p:cNvCxnSpPr>
            <a:cxnSpLocks/>
            <a:stCxn id="3565" idx="0"/>
          </p:cNvCxnSpPr>
          <p:nvPr/>
        </p:nvCxnSpPr>
        <p:spPr>
          <a:xfrm flipV="1">
            <a:off x="6234213" y="5149870"/>
            <a:ext cx="379060" cy="4416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73" name="Grupo 3572">
            <a:extLst>
              <a:ext uri="{FF2B5EF4-FFF2-40B4-BE49-F238E27FC236}">
                <a16:creationId xmlns:a16="http://schemas.microsoft.com/office/drawing/2014/main" id="{34DFAECC-A849-C856-FEED-A6877B2E8554}"/>
              </a:ext>
            </a:extLst>
          </p:cNvPr>
          <p:cNvGrpSpPr/>
          <p:nvPr/>
        </p:nvGrpSpPr>
        <p:grpSpPr>
          <a:xfrm>
            <a:off x="6244749" y="5240674"/>
            <a:ext cx="128136" cy="128136"/>
            <a:chOff x="908127" y="1162591"/>
            <a:chExt cx="128136" cy="128136"/>
          </a:xfrm>
        </p:grpSpPr>
        <p:sp>
          <p:nvSpPr>
            <p:cNvPr id="3574" name="Elipse 3573">
              <a:extLst>
                <a:ext uri="{FF2B5EF4-FFF2-40B4-BE49-F238E27FC236}">
                  <a16:creationId xmlns:a16="http://schemas.microsoft.com/office/drawing/2014/main" id="{D4333AE7-1A59-55F5-04FE-6F64BECDA7D4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75" name="Cruz 3574">
              <a:extLst>
                <a:ext uri="{FF2B5EF4-FFF2-40B4-BE49-F238E27FC236}">
                  <a16:creationId xmlns:a16="http://schemas.microsoft.com/office/drawing/2014/main" id="{E0A86451-6E2C-E68E-6848-C7ABEA891036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576" name="CuadroTexto 3575">
            <a:extLst>
              <a:ext uri="{FF2B5EF4-FFF2-40B4-BE49-F238E27FC236}">
                <a16:creationId xmlns:a16="http://schemas.microsoft.com/office/drawing/2014/main" id="{0EBE0FC7-F55D-2A92-9095-708760BA261E}"/>
              </a:ext>
            </a:extLst>
          </p:cNvPr>
          <p:cNvSpPr txBox="1"/>
          <p:nvPr/>
        </p:nvSpPr>
        <p:spPr>
          <a:xfrm>
            <a:off x="2" y="27065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3577" name="CuadroTexto 3576">
            <a:extLst>
              <a:ext uri="{FF2B5EF4-FFF2-40B4-BE49-F238E27FC236}">
                <a16:creationId xmlns:a16="http://schemas.microsoft.com/office/drawing/2014/main" id="{E66DFC99-EE07-D85F-147C-4D4EC1094290}"/>
              </a:ext>
            </a:extLst>
          </p:cNvPr>
          <p:cNvSpPr txBox="1"/>
          <p:nvPr/>
        </p:nvSpPr>
        <p:spPr>
          <a:xfrm>
            <a:off x="4475" y="902774"/>
            <a:ext cx="1927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Espacio intermembrana</a:t>
            </a:r>
          </a:p>
        </p:txBody>
      </p:sp>
      <p:sp>
        <p:nvSpPr>
          <p:cNvPr id="3578" name="CuadroTexto 3577">
            <a:extLst>
              <a:ext uri="{FF2B5EF4-FFF2-40B4-BE49-F238E27FC236}">
                <a16:creationId xmlns:a16="http://schemas.microsoft.com/office/drawing/2014/main" id="{449D5977-59FC-BDB6-F070-14546F33DE98}"/>
              </a:ext>
            </a:extLst>
          </p:cNvPr>
          <p:cNvSpPr txBox="1"/>
          <p:nvPr/>
        </p:nvSpPr>
        <p:spPr>
          <a:xfrm>
            <a:off x="6223" y="7508579"/>
            <a:ext cx="1596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Matriz mitocondrial</a:t>
            </a:r>
          </a:p>
        </p:txBody>
      </p:sp>
    </p:spTree>
    <p:extLst>
      <p:ext uri="{BB962C8B-B14F-4D97-AF65-F5344CB8AC3E}">
        <p14:creationId xmlns:p14="http://schemas.microsoft.com/office/powerpoint/2010/main" val="2280174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200</Words>
  <Application>Microsoft Office PowerPoint</Application>
  <PresentationFormat>Personalizado</PresentationFormat>
  <Paragraphs>94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35</cp:revision>
  <dcterms:created xsi:type="dcterms:W3CDTF">2025-10-09T08:39:27Z</dcterms:created>
  <dcterms:modified xsi:type="dcterms:W3CDTF">2026-09-02T09:01:13Z</dcterms:modified>
</cp:coreProperties>
</file>