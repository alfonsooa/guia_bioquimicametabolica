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3" d="100"/>
          <a:sy n="83" d="100"/>
        </p:scale>
        <p:origin x="1090" y="-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Rectángulo 2115">
            <a:extLst>
              <a:ext uri="{FF2B5EF4-FFF2-40B4-BE49-F238E27FC236}">
                <a16:creationId xmlns:a16="http://schemas.microsoft.com/office/drawing/2014/main" id="{70B2698A-9B96-9354-CBA8-B637BE0F7E31}"/>
              </a:ext>
            </a:extLst>
          </p:cNvPr>
          <p:cNvSpPr/>
          <p:nvPr/>
        </p:nvSpPr>
        <p:spPr>
          <a:xfrm>
            <a:off x="73371" y="8658517"/>
            <a:ext cx="7406823" cy="5866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C0CBFA-54FF-01E4-75AB-FFCDA2F14A1E}"/>
              </a:ext>
            </a:extLst>
          </p:cNvPr>
          <p:cNvSpPr txBox="1"/>
          <p:nvPr/>
        </p:nvSpPr>
        <p:spPr>
          <a:xfrm>
            <a:off x="4110383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3" name="Group 1385">
            <a:extLst>
              <a:ext uri="{FF2B5EF4-FFF2-40B4-BE49-F238E27FC236}">
                <a16:creationId xmlns:a16="http://schemas.microsoft.com/office/drawing/2014/main" id="{5B1781F0-023E-DF93-99AA-A96C91FB54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DABC2DCA-3F4E-572B-1385-C5EF112F3F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032DD016-C909-2CB5-D906-08BC15D22C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B1664D09-2DF5-BCE9-B5DD-D393B9E828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4E676AFB-48D1-A494-52EA-74EA62B005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938D8A46-8FC0-04A5-D545-AACE70C66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6B6A1426-A07F-C4F1-5BE3-72CBCA6FF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CEE90393-0EBE-E1B6-9E66-B6F9ECA242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315ACA10-D873-9A10-C132-BCC2BA91F3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932C9066-743C-56F8-13B5-8C6CA2CD93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CA328C78-5C02-02DF-825D-EA6AB161E0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BA3102C5-B947-69F5-0B84-FFAF5E5C19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88E2E176-0345-F5FD-7360-40BB79E76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09376529-55AB-8D4E-65D6-D15C184A0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116306C6-ABC6-D4A7-4EBC-CAF508805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DB3B16C7-671D-9FCA-A4D7-A3CC1A982C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C3979ED1-38A8-D133-22C3-B652523EF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3FB690FE-ACF5-FE1C-D9B2-E6F13AA575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CB850361-DD6A-8990-FBF0-8A5F4B1572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5D8C94A1-AA45-322B-7F8D-F6196DFBA9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D06C299C-CB25-8114-1BAE-2D93F0A6F4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83179177-1863-265F-3761-19D2521FE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A9DAF4A5-8CC0-17BC-3851-5BF91CF91E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377FB5EC-4215-964C-0A83-326FF2711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4D3DE2FE-3690-8507-D498-66FB0FB66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ECF0EAE6-D285-788E-A74D-220E1A606A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A2EDA5FC-7BEF-4B4D-BAE0-0AD965DF00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60F0D677-5AE5-AB84-E557-7FFD94C3D0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734D7418-FACB-111C-0CDE-974DB4A2B2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0A787109-F406-C408-9335-98F27A0D85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839A23DE-8CBC-E168-D15D-56DEA4E48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2130512C-55C3-98AF-EDE4-E1C6443948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B3BB39E9-D13A-7976-627F-23C58DB0F7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682798C2-71B6-8374-7D3F-B09C95146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07D0C24A-04A9-09A1-B948-27D40A24A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305007E3-5E82-DBED-078D-B39856D836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EEF6CBF5-6143-8897-769B-199690B036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F428799A-F4FB-7331-D234-6FE7112918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8A80FCCB-2610-1B0F-FF68-80CE747483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9E99C7F6-8AFA-DF33-ABE5-B11AE86A0D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588A5557-956D-7F35-1B00-3EB9691BE0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5D3371F6-7691-6969-AB16-6AAD93CAD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6C22CB1D-48DF-EEBB-FB2F-8C51CFB085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8AFBE3DC-E6F7-E5A4-CDA8-8F43E7C2EB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6AE02CA1-1BD3-8C20-B014-4980BB912F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6B472BE9-040E-F037-F1FB-7E6B57E1B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D5FF63C4-9912-B366-2A03-6BC0727D6C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BE8D06FE-E98F-B132-983E-0148EB3938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25A31AA4-41F9-498D-8DE9-B0557E7143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A89C9BF5-B097-54E2-EFE9-D73E554446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1E25A593-C240-3193-BA64-3935D3E3A0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491F1425-2386-B5DA-5544-9CE05E5CAE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1C73149A-D5EA-AEAE-E751-949D5828D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59F71A53-1E79-C7B0-6580-0BDD037F82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7F2B7536-1D84-A807-742F-08432948DF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EBEE8761-9699-DB80-6B7B-7EB7510E8C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7A33DC11-D60B-25E9-AB05-4E55ED441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A6CFF167-0513-1E0E-6797-7B373BF031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042E40A9-A48B-7AFB-15F5-01E4DBF7A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E0BC7A35-FAAD-62D3-B754-B6E89D32F5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91B6483A-A9F9-F3CA-9294-953311AB08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818D6E4D-F52E-37A4-934B-F74DEE315D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B57A7F7E-03D5-3A34-7BCE-B40EEBD4AD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90DB759E-B480-9377-9446-1A8AF5A6A4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89020024-FF1E-A32A-C218-0B706398F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48886F65-E8D7-19BA-BB11-F0191DC6F0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0266F8A1-292A-B2BF-EA13-5A3F2B93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6EE95288-58B0-6C24-77D3-8933BC31C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523FFBBC-2811-1FC8-09DB-E28F8D968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431B8E95-968E-5862-4EB6-2B771ABA4A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3D5C4F29-3BE5-80D3-B548-4BB713F2C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9A2AFF8B-C71C-1CA7-C995-2831E12FD2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B86A74E0-545B-87E3-994B-DC1F79FFC8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876F5FDC-249F-4B4D-F359-1A2DBAAF3E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A22BA814-684C-BBAE-DAD1-52C3FBC39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B5C39C65-C4D9-E509-BA0A-A2F0243AE8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DC5BB7E3-18E2-DFB8-7D5E-A36330C9BE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E27C59A9-F857-93F3-3596-BA09F4197E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C3369F3B-4C41-90E7-AFF4-117EB75780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7DC14F4D-895C-007E-CCB2-13A801CB2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6D06BD44-7272-B33B-6BA7-4384DB253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B62C0C45-ED29-0368-C9C6-08A5B4FB46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D314E465-4DD7-63BB-4B3A-0D3AFC3B6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ECED8286-1DE9-52C4-457E-20D25C6337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E3C3C871-EC87-4FBA-3FB7-76F26A1A89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5860BA8E-C12F-40EC-7A0A-F9A09EC7F0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1886C419-1154-DDA6-07ED-C8E99BB7C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03F399D8-7278-BBC6-48D7-93DC59331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9807FE06-191B-819C-D870-A6B51F287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6C98F021-96B0-59AC-57DD-ACC47F1E6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4969BAB0-286F-E002-30CA-2D7E461595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B204B9E0-C182-3390-E828-C0B0471C9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D06B9618-47D2-B0F2-2C4E-0FA06D152A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908F39F5-3921-9FAF-1D73-F3C20F701C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9DD18A2E-017B-D5CA-9773-3BFCDC4051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A1BEE8F7-46EB-8758-CE94-0A61E7E1C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B3BEFD75-95C0-9022-62EA-B2BEC80D13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D93CECCE-7655-35E6-6C1B-1C68F27129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916ECB38-7F6F-E181-867F-7AB49EE1DF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788CBC83-6280-FF6E-F896-76CDE6DB4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90CECF13-AD38-9ED5-DC0F-74A96CB946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AAB9E234-3C9B-2D0D-58D4-DC96EF6865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21D94478-AEE8-FC2F-B393-7211EC6E2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D0AEED52-0F59-8A2B-2D40-74A59E65EB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6BAFF6AA-9CDA-DEA3-BB6A-AFC071FE9E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F17CB7D8-3398-4E2C-C1AB-56269896DD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EC67F0AE-D217-6D8E-3C22-769088FB5E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C2914652-C1CE-869A-3626-264BD51EF1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E8DA880A-88B0-6E0E-14CE-92A61C88B2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F33288D0-50CC-814A-4ED5-B2870090BE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A6D11011-2E1A-D20B-4D2B-5A920CC77C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17A98B7F-2A0C-000C-7FC6-E8389BB62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C9EB5C01-DA10-390B-F3D9-3C2835E374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0480FBE2-4923-7327-BE17-CF6D569D81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FC674A86-C34E-B276-3E5B-FA76F890B8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724EDE52-1FF5-97D5-78D0-9FBD9A36C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393031FB-B616-7173-6A33-4493601FAB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AB1AAE44-6B9B-2395-6421-ECA8D5A8FD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27A2CCA2-A093-BB12-358E-3835BCC04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41DBDE30-97B8-E20A-DAF4-34930F1EB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FD232832-A985-1234-595E-4A836A6A53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8B1FDB92-9764-ED9F-1494-F90DB6CFF1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AE35E299-687D-7E44-70E0-202D87966D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5011B91C-D21A-4B31-B541-0A3722F9E6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E7F1B894-E255-26F3-94C4-03D811DF2F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D64EAA85-29F1-F929-BAC7-A29FA86D4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F3C73F66-C5C3-B454-0B9B-C10DA00BD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AD586707-5A6E-C183-DE59-D1FFE62BCA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396D1B70-46D9-6988-7877-B15126E95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BC26BBAE-E942-B86A-7E5A-E77EA01238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0B3CA4E6-F04F-2DBB-1717-E09E44234C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262A6AED-EA63-8914-B504-A860D41A58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6DB94C55-0F15-8235-2890-86DD5DE8ED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AA0695EB-1735-B58F-1BC8-EDC5423036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8CF54E35-7CC6-A5E6-2200-03E296B8CC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B6724895-E5AF-DCA4-F76B-8DA3741EB6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44088B3E-CB48-6C4C-96C0-D88A0497C8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B2B18BAD-73DD-20AA-B3B5-CD5753332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CFA49E87-0C55-B61F-96CC-7EA731856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08B28E6D-058E-626B-FA1C-5700151AC6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A6C40D92-F081-7F58-5AB5-27A0A4B212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F2039368-613E-A5EB-9129-AA30A9F25A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F7BAA6D4-6495-C4C4-20D8-24FAD2B73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60A6F4A2-C9A9-1B2A-C0A9-8360857E1B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500EB101-9315-B998-C8D6-7D0B45DEE9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55F45020-53A9-133C-1AC9-0F51EC2F9A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BF8913CD-9196-7850-650C-CA23960197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9CEBCC12-5531-13D9-AF97-7CB1821E7E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5F2E1FB2-BC26-24AD-89DB-6A048405F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6C608E60-1554-014E-69B1-A7DF85F07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F72D0BD4-31A5-8F73-6C65-D719596610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EE328C94-BF86-9357-B2B8-B818E6651E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FAC5DE00-E7E8-10E5-EBA3-D520A1EC90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424A608D-8BDD-47B2-AC4C-E63AE9BB7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80CDB710-2139-CE0A-9022-63CC3B88F1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07BBA373-12D0-AA74-E8F2-453AD7D517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8AE11783-6365-5419-0623-A2356011C7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CD065DEF-E4FA-7FB0-D35D-F493969FB4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B4E00744-62D6-2A46-A086-2261DE832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6AFDD8AE-D09C-999D-08DC-61FA6CA215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51DDE56C-3F3B-AFDF-E118-D3F94708C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5816EA3F-AFD2-B37A-049D-EEABE8872F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A296CB88-0FA4-52FE-2DA4-C1A854665D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0FE3C452-9153-2884-6520-85E3F5BB37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D57A6D6F-F862-EC33-A631-68C007C78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215839A5-0F6D-9D03-FA23-19DEAAC566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A70339E9-4165-DB10-4C87-E8C0276BB6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71C18702-4FC6-06BF-8886-EC04B4600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EB3761B0-25BF-DFBD-4AEC-75569F0AEC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7D9E2716-0723-5DAB-36F4-C49851D43F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E5D602D1-27F0-AAFA-2785-52FC3588F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810D00A1-6029-BB7B-C275-38461D0A40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9352C337-2F5C-361B-ABC2-5C10FEE651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D3AE018E-1335-2A77-ECB3-6E35C65B7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37D67846-D718-813B-8E77-D108FF9EE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F7012448-5FAD-3529-8F46-A30ACAD4E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114B9587-4F82-1C36-D05F-58A5C64F19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900B9F9B-7058-DA8B-3B7B-A56EAF391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3BD26BC8-EDF5-B424-3698-376B5AE4F1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2BE5B97F-8929-3A0A-70F4-F73DB970D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F8CE9203-53D2-CE48-13EC-B5907F282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C2A965E7-D0EC-2E83-6276-286086220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B2C20311-48DD-C19A-5AA8-DC53871E58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22983064-8508-6735-BE9C-E0B03CAEF2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CA00A68E-9A98-391C-D622-C3386D6193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1B93F2F1-6F54-5203-8456-BD25FE13ED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3CB205AA-2538-2171-3633-5791C07CE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A85E8526-6D89-DB87-DEFD-EFAB03A6A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BA316F60-8B37-7F46-FCDF-D33D89E528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D65535D1-DA07-D31C-A36C-C228F44CBC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9658A99D-89FE-4DE4-F9C9-F36AF86AE5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205CC66A-1778-AF0F-8A7B-E03CD566E0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72584482-C9CA-E7A1-A44D-4D6FD95077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14470597-B793-7F8F-87F7-9198BCAF2F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EB2BFA37-79AC-231E-C1FE-0D1D8C6783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BEF99CAC-A601-465F-EE91-F09B389BD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EC69C590-06CB-3E0D-7F56-EEE99DDD98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2583B825-9BDC-AB29-0C22-DD7818999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384D4612-725C-45E6-083D-027FFA9AC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EAF029D5-E9E8-E9F7-F5D8-1771CF368D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A5062B19-6E68-1965-8A05-C27BF3B93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2038EDC2-23FD-D396-7027-9BD7EC9CFD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B876429E-4199-DB01-8A47-EDD263CA9E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B6B7EAFB-E355-CCB0-A494-7C74DD26A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A7191680-B821-3330-5652-AD35A8430C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781BFDDE-5185-4CDA-2F1A-3987D8B6A1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F7CA5344-0C15-8FB1-9511-2D559D0A4A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162F5131-FF40-C040-9F73-A3C101157F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A122598D-05C0-8AC0-9B54-D800D407EE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77E03A57-DD2E-53F9-AD21-997A6A51EB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E1CAB9CB-7F9D-52FE-C02C-2666DC1AF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B1340E80-B9E9-3B4F-3CFC-BB2894F767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BB0B7D20-544F-4720-63E9-5C5647D57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02B5FF92-5DAA-7B58-2626-8A1DD270CF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BEDE6719-E0CE-E941-0B10-6DFCB91E1A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556DE0B8-EBE4-455F-355A-52776D9647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7B92AF0C-7985-E70A-2F21-81CF454B28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6EDD3C73-D983-8275-76AD-1CF6AFFD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B0AF47AE-51C2-C614-3A23-92F3BFDDF3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8123B5A4-A571-F330-2076-6C4077270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6A9B938B-0E1F-2651-5EFD-B5AC02314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6B46150B-DDE0-0127-8904-C077216A7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F483564A-FC97-2F7E-7CA5-A0461DB649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79941E0F-5F6A-5DC0-419E-8FE228AE97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A2DC7E61-DA36-BCDB-E4E7-C4CFE7691B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16257096-79F7-7D0E-3F97-871685BC15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6FC532BD-16CF-EBB2-F52B-5AC42C7D6E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A3A7C97F-CC51-9AC4-3388-31E1397EE9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A96FF59B-9D41-CCB8-DFDB-527F886CB6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C3438A84-562D-A47A-959E-C5EE9541A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B24EB797-FE59-7BDB-2BD8-9568380D99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BB7354E0-BC97-036A-EE1F-8A73001C0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C1C65849-2667-6429-44FF-8CC5CCFCEB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0D62625A-237A-5BB7-F8A7-03ECB6F53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542E85BB-C79C-3CD2-2108-2AECC29F2C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C7D1AC36-CC5A-9BBC-E923-2612960E28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C0FB8277-44FA-E67C-281C-EEC40ADE51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606FCDA8-BF6C-D83E-5F8B-9807C0BDCC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31E2609C-510E-EC7F-8A02-C1BDD75C02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DFAF4721-10A1-A6A1-CBBB-01B9DED5C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A7F19ED8-CDC6-4675-18C9-4B60482DC1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C703C284-FC34-9286-5C33-D4955BEF3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A8030E1C-A56F-F4B8-C997-32B293622B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A47922E2-C7B7-2356-EE55-6B8BFE6136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8D8C3027-3A57-5325-C15A-07D1D4CA5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76D93C59-A0D7-0549-20DD-FCC21BA326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4F88943C-D1C8-F802-E722-87927A8498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B72F7D36-F261-A89B-2620-08333CD646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6A1AE33B-DED8-C7E1-3331-042363CA3F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3BB3B564-B4B2-8385-2625-77A4E064FE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7EA2B140-CC3D-D3D3-5F4E-B1F26B41FE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8A7DA146-4BF7-E161-47B8-84B1CD8C8C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99896B4E-0A91-F8A5-B6D1-901B717FE8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C7C847D2-535C-8A45-082E-B8F6EC2EC7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F7C80A0C-7BCF-8DE7-2A6B-8FBF7106BE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C18F8725-AF1E-EC87-09A5-8E2567187F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EC9895D2-A3D5-69B9-EC93-15146FB2C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CDADD286-E539-B167-A4B0-28FED6DAF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36B8EB73-02B4-6C9E-5224-6D0998FD3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4FB5A012-49CF-78B9-F574-EE9F67557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4A4E0C7A-1E76-1504-FE35-31D6E69106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F041CE5C-E30E-7E03-9F29-D5A92D2E84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2C693047-7409-6F8B-4601-190D36283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5EDE3204-D2D0-E48B-EA67-0B04C2DA37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B3115C0B-7A58-E227-9A87-6DC9FC684E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56F9F35A-1C1A-290F-78F7-76C8DB37B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DD0DF687-EA79-565C-4070-9B2F46F71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EA03B587-F57E-84AC-424E-347B0E5DEA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80AABEDC-71DA-DAA9-8C20-320E6FB1F6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04B4278C-2F16-5E24-00B7-D4C15FE7D4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1015CAB4-179A-861E-D42B-FF5969E0C2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410A113D-F040-B646-FCA8-5CE8C0BEE6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520A3A32-EFF6-B1F0-A8C2-6BBFC2F0E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69C12A90-644E-5601-A274-A4774422F4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E04D98A3-8066-6C11-1DD7-8A3C8CA36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CFE52DAB-C1F0-046C-EF7B-3555BDD816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5BA0E213-5206-D6EE-B391-2237FDBCA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1DA365CF-A694-6AAB-66C4-55D719DDE8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364D426E-3ADF-8396-26B4-F91F24DCC8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0FA2C8FD-D3FF-3F08-FBD4-889B49312A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6F29F4DB-D0C1-69D8-E4B9-842F11B2A5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16B10259-7C4E-738B-5D6C-F065C32056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C29966B7-66C0-CD81-7B75-4C5CB458D9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D9E80472-91B2-CDCE-3DD5-1E4012D94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1C1265E1-E019-D21D-E645-2DDB432561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739D45EA-3058-3CE0-F2F6-A9FA994600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C7AB1E15-F69B-2676-1AFB-E1BBD885C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B6C9FFC5-3271-3C3B-B925-C45DAA927D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AC1371A5-B0F0-0BD1-F108-2E1783DC69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E465421D-4B05-3928-A13C-2B3041274B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E30D9FB4-351F-104C-7A65-0F231A0135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50F95D07-6642-B2D9-1AAA-184CA8C13A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2EDDFD61-6BC9-18CB-784D-457C9A41A9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5005471D-8DFC-7B77-F92A-A53DCCDBBC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9944A89C-7E6E-F6CD-B1C6-1422FBA87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63A9BF1D-064E-C792-10DC-20380114E0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9F9BEF56-DC8D-B4B8-1136-8DB892AE76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90D7FEB0-F2CB-C6B6-2705-84CFB696C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C47DB23A-E37E-71DD-064A-0A6A30C2A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01A63670-BE7F-7339-739B-D2DB688B52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4099F1F2-F958-ADD9-F71D-0E86288A5B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4EA24AA1-777C-E259-4E74-F63BC4FE68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742AC08A-0B42-B55D-EA6C-48816AFBDB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BFC34A33-D9B3-57F6-E2A8-EDB8084520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B83E06AF-5714-FA60-2E70-26220A066B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C3C5971B-E507-EFBA-76AF-2707061518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DF41B412-CE36-60B9-F0E6-916F85990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282A428D-17DA-664C-A323-25EE8CB8E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F1F23379-D36B-CF70-305E-AFB5C67C2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F4B1D51A-574B-0B49-C175-48695CE021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B7C049E6-89B7-EE4B-5D1F-0256B67BDE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5C7F5267-9469-B48F-19DA-1B4D7E4830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F6DDE960-52AD-465C-D48A-6FB370896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9C38C43-DEBE-14D8-5438-71F69E6850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234F520E-89B3-7FA3-25EA-7FFBA161A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207ED32C-684F-1CD0-842D-5DFA5C42A5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82F7BE3E-2A65-2421-1472-F090F57CA7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7AAFE4B6-B408-A539-6D8A-7D313653F8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584C6A71-728A-1743-D77E-52892CB56D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D8F325E5-D564-EB80-D4F3-529CD30A50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0DA82888-15BA-CA77-E5D0-EC6126E645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B326DDAB-DAA5-A4AF-6CEA-B59CDDCA9E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119FADB7-AEAA-A411-6119-F46FF9CE73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3F49637D-7BD8-9D84-57FE-8FA0152037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2C9B9C9A-ECFC-B75D-DA15-16B443D8A7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74EBCFBA-6BA5-61BA-950F-6C410C65AF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27C36684-066B-0925-9E79-ABF9BF35D0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F39F7FC5-6496-92D3-6871-B11D07C297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B3EB98DB-3299-A3A9-4B69-9B96100CF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22C028B6-0A13-6140-406C-9C4D3C5040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534DB9A7-93BD-B0DE-E39A-A71F476AF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291D706B-2CAE-03F7-E24D-7EFDEE552B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9E0B9708-C019-39C6-8A07-D219A17BC9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9F240F5D-B1EE-0244-73B9-8DD319CDDD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8F714F46-72C6-6CDF-1700-6D0A03D734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07D08D9B-F733-BA95-7995-747205A5F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D8E729E3-2401-1941-0EB5-6EF5CDCAB4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10EAB019-DD18-C070-DB75-1DE22E1362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26614154-320E-F3DE-19BE-CEA899051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D5D52EFF-31D5-A39B-6ADE-DCE1630502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F2EDE0A8-B567-49E2-DF7C-F708A58A30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6290F797-1DB4-A9B0-19B7-1C58840E32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B13E8212-2F34-C0E9-DEC5-C05A360408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75E0ADC3-F30C-0356-4124-D4ACDD8BD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2B49433A-1D39-41F7-8FFD-13373DA3D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E7C4B648-BC10-5037-A77B-5FBA51EBB5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36925DD9-E3F9-4050-C6DE-902783487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64A529EC-CAE8-DE31-25C9-DCCF1C2304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F9B792D4-743B-CC58-FF1A-A25EABD1CB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D9718869-E95B-1EF9-4801-0C2308EFBA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E812354B-8BA7-BD91-1AFC-06E627F79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163730D-16CC-2C5F-FDFD-BD642A2D5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BC3937B2-0299-6E3E-36BF-1CBC2D9740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762236D7-8D8D-135F-ABFD-44656C888D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EFB7F190-71B7-660A-E320-AA87507954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C2DB25F8-5004-AA53-74DC-7635330CDB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F85911B9-4707-2298-A89C-287783FBB6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B2BE36BD-96BB-820B-F0E7-9FF023757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19B47371-97E4-27F5-1066-45030E13C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298579AF-3D56-1EC7-9A20-F317E9DE3C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0C28CFCC-58A2-2459-7A1D-93F76F924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DDA9372D-B918-60A4-DA71-171C375E8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CB9B7916-7E37-35CD-678F-F4A0FD5A17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AFDF4D06-96EC-4BFD-D896-3696BBA65C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80E58718-3945-9891-774A-7D325D20A4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B8E9E89F-6378-C63D-3CA6-EB776ED433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A253BFAD-1F07-3D9E-B2FC-EA05C350A1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F015FC64-3BFE-BDAC-CE59-C4649B084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B205DC8F-B635-DDC7-D27D-62010CE0B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5E190D66-2F1D-9E09-77B0-3EF7138FEC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E4FCD2FE-B42F-5FF9-7A35-07EC7540F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F5AF644D-C77A-9D2C-3E15-7B1963336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29E1B0D4-18E9-37F2-2236-1B2A34DAB5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E23DA85A-671C-1668-8753-9162D34586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C5F0F309-B9D0-28E8-3548-4B7DA9AD01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98963174-0476-1252-421B-C349B41C48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29C9BBAC-349D-19B7-C497-0E03191C0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AE9074DA-D0D1-C943-051D-D882658DF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98426D2E-579A-1CDB-6E48-436814836C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1E4C4BD6-3115-2B12-56AF-3CC07D817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F875763B-B544-CC48-9985-E1BDB26C3A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E7BDA33E-A565-7236-8E53-8BF077090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579C8212-92EC-367C-C734-3FB2B0292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EC034273-7CC1-E526-647A-F21124DDD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85F3441F-5C73-3F6A-C97A-E0C8443501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4B802DD9-439B-4A54-1FAA-BFDB03F0FD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BD050BA9-6071-21FE-DC27-AD83984BA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20E93009-9838-D1BD-B449-F91F006A30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FB6C0FAF-AC5C-F255-0400-40B809114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2F02401D-1705-6295-4349-1956C9A06C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C2E1085F-46FB-07F7-541C-16F079B42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2A6F56C1-8D25-D4C8-1B29-880B81292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4153A595-6B98-1497-903E-EAC4873764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3FBBE88F-7E76-C44D-628A-EAF6756C09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4883C65D-56D9-63FA-43B2-40B145BE67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10DC75C8-D760-5D14-8EFA-A1A919065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A8CBF3BC-7572-CC91-BE9A-17F0B80EAB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A27F3DB5-DDF7-1589-8776-09BFCAD5CC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08A55AAD-E2E1-66A1-F067-43996C4BBB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F3421287-1EA9-B102-6D53-56FA608A5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F8338E4D-C571-2C60-456D-6AC9B7AE6D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F6FA1ECB-9A88-51A3-2B64-4C0BF6A1B8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F8554CF9-8988-504B-F477-15B3BECF4C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682E4BE3-7B1D-252C-3EFC-058960D263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9C7A315E-39D5-5FC3-87DE-23C83FD0F3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85908905-16AA-9263-B2AD-B52791D2E6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F62FE90B-FB88-9D7D-D3DB-21F38CF28F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E8E3D96E-BD61-4177-938D-6D89F4C37B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7B32B841-9239-9B25-A1C4-ACAA9F02D0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2E05FA13-BD76-D725-5F90-306F27D8B0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FA3B1AA3-D488-AD43-8249-36F85AD60B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D4C0C55A-4A1D-C25F-59B1-B4933BF31F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14DE2872-A98A-24BE-AE32-EF28DC201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95CAC415-847C-EA6B-FEB8-F2050899A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333E5889-50E8-5F08-D7C9-C27425F18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356191C3-7711-2148-BCC8-C41E86B7F9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FB2552A6-3AD9-6EE6-D5A8-8F19B5EC5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2AFB24B5-9962-66DA-A327-51E469832E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9DF0D08C-B83F-0EDD-88D2-B277747AC9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231260B1-61E5-286A-98B8-E69830052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8B069E15-3A71-5DE7-1FB3-3076AA7C69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BCAF1E5F-AD50-BD26-73E0-650783AC2C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778FD855-398B-F270-FDCA-08FE655807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3BB51769-4DFE-2F9E-A178-A3504D984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B95E7CC3-91EB-4B77-A69D-1ED5208628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BBE9636C-C108-A9F2-0410-5421B4FACC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2E9E2DA7-7079-A69F-8476-8AF0AA05DE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758C7DB3-7597-E25A-A8D3-0C53C196F5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508FFF9F-7271-E094-7009-E23078B4BE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AF27A5E4-9066-1CE9-1631-E3A96A15B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1C379ED9-2FA1-07F0-A9AE-87F8BB0AB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E6E41BE3-ED52-A62E-A13B-DD574C134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5B2D56CE-7087-925C-4E13-7157BFD62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918DAAE8-CD16-FA54-ECC9-24BD7E9F5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B2FEEFB1-7E60-24AA-9DC1-147B548577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873F6CFA-B8BE-2AC7-1462-9CEB9AAF22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C7E18A1C-2924-B691-BE12-BE703ED3CD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F4CD8227-F721-0D58-8395-72C76DAC16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11D098C1-8B43-5241-02D4-6D17E81A21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3EDD0806-C8AE-CC85-9E19-B496B51D2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8C6C1B5B-047C-A082-1414-A6995AB37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7A2F576C-177E-8E6C-3714-2C651BD212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F42B7094-A51E-3F98-9B49-0084E35F6A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A74600EF-BF05-6A2A-3E78-D211899F1F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4B77D196-1382-B8A1-01E4-C5488385CE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54AFC0C4-D55B-3921-80D8-31E425519B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89E784F1-FC55-830B-7A28-690FA021F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3A1E1684-10F3-C72F-1856-0776733C9E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703C4079-A4E6-EF10-F105-1D39592A5E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0234BDB3-8581-3F04-BF28-D262A8D4C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641C451E-03DE-DE1E-0640-2BDBCAA622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8C689C7B-C68C-0649-9AF3-B75542A17A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6F180BC5-5C7C-FA62-5465-D137D5D66B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49642FC6-450C-F048-185F-515DA0F34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A028C0CE-C140-9DA2-4CFF-01D05A4759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8C115396-D5BA-BE77-3F51-44C20BD28D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2825D03A-F7C1-A53F-8730-54FB7B900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AA6C78E6-797E-501A-93E5-98D1BACA1E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EBB40436-BD35-708D-41B4-3D88C08E14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B6DAF0CA-A6C4-6A63-9BFF-50E711082A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0AFA5C49-14D7-588D-00B8-11B5A902A0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7326FEA7-C752-22F8-3DDA-D5D6BE9BC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3596048B-3093-181B-2FEB-474628B5C1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8A766DC8-B5EA-D255-0CF6-AC5FE449A7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649A18EA-A80E-2986-88EB-0B572A9D8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43F68E51-48B4-E5D2-51E2-CCE35F528C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0539D8DA-40A2-2D3A-CBFD-33D8E961A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6DE942D5-12CE-FE65-419F-E6809365A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DA9A2149-2BCD-1B2A-9B0B-06B12B8490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4E58182E-0948-E4CA-01DD-7DF1DABC9B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989B6D21-BEFD-3582-0959-D5C61F1A00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68379680-C0DA-62EE-A5E6-1424C77D7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C2F4EEFC-1D25-F34D-3BB5-9BA1F8C001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A666A525-F141-91F7-0492-EF969AA3F4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1CE7D0D0-E353-D5B5-4784-A9288971B0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805F7680-394F-ECB9-9DC9-C009102725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3C902E69-BB42-1B57-02B5-D2A8768EE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8CC844DF-4D20-0771-75A0-C46232F4BB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7B46AF5F-A6D0-DCE8-6194-19744BDF47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9E210F4B-544B-E12C-B54D-32A20F7403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1CDA8D7E-8072-E877-A0CB-F6D8BB31E7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CA279B7D-D4F9-2660-1644-A516A0D542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B6548876-ADF8-0497-EB19-1792623F8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E7E97955-DD58-3FB1-444D-E92F1498D2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9F3259E5-17E0-33CC-498E-63D5E66FE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8A5723CE-D8C9-F7E7-BF95-EB2AB08B2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24140FF3-0E2D-7741-C46F-1FB6727C7C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1C340485-4247-A7D3-2642-C196C75F8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BDCE66BB-FAAC-C8C9-7D10-A941575D19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729BEC31-4C64-6F67-9F54-3F5E959504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995E14E7-2661-EDC9-ED5E-549DB346D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CF04C51F-C632-C9CC-ED87-EE038A90A5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A792F5F6-2499-08FE-DFFE-58D4A37E8D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2DD69724-36BE-1517-1EB5-93AA371865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80A9B1D6-2837-0A7A-C50A-3FFECBD491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302B3CC4-8401-2D4F-EF50-0A4BB96655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444D8DB2-A699-55A8-F787-A2C4AC3755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D160669-44DF-CC92-7724-5166DC219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ADF0CEAE-C75B-8DDA-F6B5-91DF277A73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2D4F03B7-BC8A-0102-6E3F-D67BDA8776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B8FCEAA1-A8B0-9A89-A109-9DA3859278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107FAD9D-2644-6353-1768-746AB11D8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486820B3-B4D5-860E-9A6D-1AE96D0764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31C1B7D5-5720-A9A5-DFBF-D2417406A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4B8ABE74-8D6F-03D9-E5CB-1E633CA1E9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7BE75A8B-9F4E-D3A1-DFFF-0CC8139C8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665A7051-5E8F-BB9A-1641-94732C888B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141304F5-0411-0530-942E-FCF2B600DB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AA138E90-58FA-71F6-CD66-329BE3F31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63D4C401-49AE-1413-EBEE-1E637326C3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4FA535AB-1A41-211E-2442-C7D8A61CF5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2DF10ECA-2C07-2432-51F6-6F6F187263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2D60D154-C80F-2CD7-11D7-717AC40F7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8F340BE5-EE05-8E28-9CC4-ED739850B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12B7E577-E999-CC49-777C-50F2D4EF7E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31C30E92-D6A4-B78F-E76F-54C8E0E453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DA786E26-4E85-6F6A-69B5-5E37E42F7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F12C27BB-5D53-F0D1-964F-3C4152B91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1F665F66-271F-E0C5-FE59-0B7EFCF8E3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1D2362FF-C0C6-0B5C-711A-6A3143E23A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78015479-5003-3E18-55C0-4091EED7F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9D6CCBB8-9386-BEB8-5746-CF65693CD4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33C0138E-5E1E-9D17-4F42-440622DBF6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2B4D2B2C-2CDF-26AE-B0E9-010C4AB43D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18F814F7-E8C8-BDEA-933E-904F6EA654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FEB02085-3023-A87A-65D4-35BC905F37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07122C15-B0A0-2A75-CA81-6D8F1FBFC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738FBA42-93C3-E193-C842-934CC7871F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1D0FCD76-78C7-16FE-80EF-F0EBC087D7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6860EB9E-76FA-27CD-9D05-F12D05920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678F065D-EFEA-B5CC-D7ED-A4E233EF1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D22C487A-5DF3-E38A-2CF9-D6AD5F858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5B5F9C20-F1D9-A3DB-F4C2-64115DD105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229B65F5-E0ED-5E24-B424-A6295F384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EBB4F425-7A3B-0B67-24A3-0210E898D6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C7C629D1-8209-75E0-70AB-94C118B280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5B0CBECD-1CDF-AB63-C4B1-9591AE9B38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32F4597A-0921-FED9-0ED8-562E25C423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F033CB34-9CC1-EC69-4135-CC40B2D19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F8CACB1E-7A09-2405-B456-1A6733F2C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C15DF141-95CC-EC85-07B5-4D1358C9D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DD0A5C70-39D1-E058-3E99-6FE84C4F62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B5538061-B391-D4E7-8D3B-B59C5661AE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A93D5231-C7F7-4F39-84AB-C14E3BE551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7072C99C-6075-7738-211C-A0ED751BBA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58CA3ED4-F1F3-6F0C-34DB-F30A9D895A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34AD918A-608A-2F3B-4CBC-AB849F3621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F68676D9-CA7F-4DFA-7E92-E8BF56844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9737809A-EE40-4D29-2A11-A8BF283AF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FEE9723B-7449-3C88-5EB7-084A7AB618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4AA9EFFE-736A-5970-9F5C-915ACE1A7E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AF0F831D-66CA-8548-1F19-09B2ACDCD4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7973FD78-EDD6-927A-75A4-6F7837818A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06D116BE-365B-6939-06C3-07E872F534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1E6358C2-1DB2-15FA-8A37-33BB648B9E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126C467D-9C60-DF38-C1BD-AB10A21D2D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71B4D33D-D491-9D3D-E270-D585937913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B77AF27D-0FBA-3E5B-0FB1-88B4C17A79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5535053E-30C8-E632-99BE-A3D6532984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8F9D78D5-B7E2-9325-4634-DB92E9BD24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BD7BC89C-F62C-8373-C9C0-6B4499D0E0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D0CA80E7-0062-D235-3956-CF8E307DC9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A012DFD2-BD36-162D-C303-A314A5B18B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85C42448-7F5F-FF31-94A0-65DA31CAA2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596FFAEA-32D3-0D13-773D-01FA13BBE3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9CE9C84C-22AC-C977-B51E-179C5E2362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3270862D-5A0C-C6EB-A762-24C883DDE0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81C9E0C4-E085-7B96-10A4-746CF76E2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2A92AB85-CF94-8F82-F7E2-A96B380A3F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6B6CA485-0683-F38F-441B-20389EF7C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DE3CB2A7-8C69-468E-E5C3-7002391149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62C2C7B5-613A-33D3-3CEA-5D6D5EB6BE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7AD97B6E-1B32-64A0-8811-ADB5637AEF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E4B62B36-79C4-E15C-F71B-B7A609E129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DDAD4A57-F835-D3D4-15DC-99EC16353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300B00D5-3E09-7B77-E506-73DADD407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1F354A6B-6691-A285-57C5-A8CE02F135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D364AB67-D3F7-783C-06B9-4345B80B70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FD072BE3-D954-11A3-CDB6-9C98DF25B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5804A7CB-1B18-12CD-6253-0730B639CD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1D6416A0-3932-90A7-1436-C6A682D3B0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ED87BFB4-902F-0F7C-70BF-62942C4743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48108AAE-85A5-C078-6C4D-CBAAFA4320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D80AFA49-6257-0E95-8F49-915738F06D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FD3E21B9-604C-ADD9-6EE0-6351797813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87263EEB-6E55-929F-F436-704DE57FC6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09F1BD65-6D2F-EB1D-9945-962DDB244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160C0B35-AFE1-8790-683F-54BFB1B47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23EEDE4C-DBF6-26E8-C0E8-DB834E920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C7BA59E7-92FB-FD44-68C9-D56F78DA6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894B3642-9EEC-DDB1-308B-33EED1A039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8F113F09-EC81-70D0-983B-BCF9920775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28FC08C8-DB17-C545-5072-3890922DC9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ADF57340-9A55-0529-82B9-1ED7D40232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BC55D886-875D-F335-E314-CF8F4532F0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58F5C2D2-0CA4-C901-C0BE-08ECC55FFF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BEBBACBB-9099-CDAC-BB7A-8E0B4844A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A280F6D4-E1DC-AE2E-24FF-0FE937444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A666455E-5918-6130-889D-949A6BD355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AD4C1438-D6BB-2614-7C03-C27F5AF493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86F16FCA-B2E2-D0E8-A67D-9B245B2DFC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E39E4D7D-431F-48A4-16DA-39BB19DF5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9513E174-D469-5F0C-81D2-8BBAB68E02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0483E057-162E-A5C5-7DB8-449B453954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86934CF6-95CF-BA81-EC97-89F339367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19CB60BA-3CA4-9C17-4049-18C5CD6E3E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C52952B5-8D56-89B0-E2AE-D629CFF827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F5DD3AB9-E228-A68A-0F48-B120DA5D44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CA76150-5393-3975-0B92-7CFD3A76B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7D9A5244-FD91-D827-EC87-491C62748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D68AC25A-D0A2-B6CF-D40B-4A39DD18B3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5C3C908B-4F5E-9E6B-9EAD-A03A64889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C6E6AD35-7209-3582-D0DE-706113B725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B44C53BF-42B2-E263-3A69-E4A93F5AAC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0FB80734-9244-EA0C-119B-0D40DE7AAD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E63BD498-A661-6057-9CC3-1D63C8E418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1B84E1EB-58DD-00F3-6BA1-2C656780B6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839B913A-6A3D-5E46-E002-379E762728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8583EB6D-DE40-8BA0-EC72-0820F9519D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6AD0A9F2-16D3-40CA-27E7-EA66B22524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21909A6B-35AF-5EE6-3301-F41EAE4002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92562D7E-2206-95BD-C948-54292941B5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D1E82DF0-DDC2-AAF5-E08E-DC876D4CB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B986CE0E-E501-1B84-2F0C-DDA0A35510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8CB29F03-44B4-A7B8-0E61-087CD5CEEA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10E3B63E-5B02-ACF0-BAA7-DCF7CC383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ED4FA85F-EF6E-F0D5-8FF5-7ECF6CA8EB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17B60FCE-CA19-5BEA-30DE-717C2DDB3D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29A03FF0-05C4-7CD3-FB89-467F33FC51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9C06E9D3-432E-1B43-C3E9-40E50952FB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59E3FAC2-353A-8BB1-EE65-57FD4DFD51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A119CFE7-982E-B6DD-F808-B3527E50D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75431CD2-A229-B4BA-EA60-0288DB8805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10CCED64-EFD6-9ADC-4AA3-5536B1092B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77734EE9-2C1F-039C-2BC1-65866C54F3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A558CF36-B703-D15A-FFCB-DA335166C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8B12BAFB-BC03-9C8F-3FC0-B98B02EBF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C28781B4-BF70-96B3-89CE-AAA2750C33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9606214A-D619-DB19-130E-6FA282056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44F7A78E-0CBE-CD22-4718-FC4D00F3A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EFDF1122-6FF5-2614-8685-E135E90295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B3E2357A-F40B-A32D-FB98-63EA3D6346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DA2EEDFC-785E-B72D-16B6-A904B5E8B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83553866-B83B-C147-AF71-F23DA2C3D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1E72CB67-D8A4-7ADC-E612-C02A3E282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7FF47418-973D-A0B5-3596-1581F3D6C7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5611884D-2798-F8DF-1615-07CA004D5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9144C196-9AFE-BB0E-6CEE-FEC2AB22FF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92257499-88BC-3380-61E3-2EA19A1BE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AD084C4E-69EF-EC64-7FB6-AEEDDE64BF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1B17A815-9B91-2CB1-D2EB-8866EBB81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1ECAF7F2-67CE-395C-AA8F-054EBFDB18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6E5FFA01-DC2F-6FD2-95B7-DB20BA883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AF7B3761-18D6-A667-0942-F2DD8164EC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50E0903E-43D0-0CDE-0A9D-C9DB97692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7F7219C8-9834-9B57-F3ED-14358173E2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489C8CE9-6736-16EC-1C6E-7F6783D2B0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47E27FDD-1367-1A7B-34C1-806681243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B40731D8-81E8-422B-34A7-D625CB758A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E0520E98-62B0-D092-AEB3-8D7891087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5175F539-6166-0B2F-9585-9654318D06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D2FEAE64-BA46-CC76-246C-C5801B6238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79186A29-DF8D-7A1A-8CF8-574D54496C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CB7103A0-B11D-AC35-F347-0957E583E1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DC02C2A0-F80D-11D7-E50E-904AFE893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00FC0871-BEC0-59B1-3DB3-D190CA53A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F87D2D40-FABB-4835-5183-46D542594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91063A2A-19F5-3421-D810-7740F80BCF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90292B7A-D36F-197E-B627-4ADA4E67CF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4A931129-44D2-7B61-8313-E24F15A1E6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B4E1785F-B298-A3F8-F2ED-EF06A574D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0B2EF5DC-09E9-38E0-1857-F7FD24B9E8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D32EF73F-0F9A-75A9-C096-CC326A0AB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F355DCED-AD6F-65B9-86A1-F91081ED44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E1957CE2-E139-E501-AF85-2E1DB9638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700" name="Group 1385">
            <a:extLst>
              <a:ext uri="{FF2B5EF4-FFF2-40B4-BE49-F238E27FC236}">
                <a16:creationId xmlns:a16="http://schemas.microsoft.com/office/drawing/2014/main" id="{3BCAD9DF-1F61-AA49-9076-4983FD124C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701" name="Group 1386">
              <a:extLst>
                <a:ext uri="{FF2B5EF4-FFF2-40B4-BE49-F238E27FC236}">
                  <a16:creationId xmlns:a16="http://schemas.microsoft.com/office/drawing/2014/main" id="{2FAAFDA3-DF90-0F90-96B5-7020696257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919" name="Oval 1387">
                <a:extLst>
                  <a:ext uri="{FF2B5EF4-FFF2-40B4-BE49-F238E27FC236}">
                    <a16:creationId xmlns:a16="http://schemas.microsoft.com/office/drawing/2014/main" id="{409E1B44-E80E-5F6E-3866-4C80A82D48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0" name="Oval 1388">
                <a:extLst>
                  <a:ext uri="{FF2B5EF4-FFF2-40B4-BE49-F238E27FC236}">
                    <a16:creationId xmlns:a16="http://schemas.microsoft.com/office/drawing/2014/main" id="{BFA12406-E0D5-D4B1-E029-5506DBD37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1" name="Freeform 1389">
                <a:extLst>
                  <a:ext uri="{FF2B5EF4-FFF2-40B4-BE49-F238E27FC236}">
                    <a16:creationId xmlns:a16="http://schemas.microsoft.com/office/drawing/2014/main" id="{6BD47C75-2BCA-82F2-86A5-A22E0843DB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Freeform 1390">
                <a:extLst>
                  <a:ext uri="{FF2B5EF4-FFF2-40B4-BE49-F238E27FC236}">
                    <a16:creationId xmlns:a16="http://schemas.microsoft.com/office/drawing/2014/main" id="{585E4CB2-3894-FDC0-CB32-29191CC6F1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Freeform 1391">
                <a:extLst>
                  <a:ext uri="{FF2B5EF4-FFF2-40B4-BE49-F238E27FC236}">
                    <a16:creationId xmlns:a16="http://schemas.microsoft.com/office/drawing/2014/main" id="{DC318697-4B5E-0FE6-CBC8-3ED47E21C1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Oval 1392">
                <a:extLst>
                  <a:ext uri="{FF2B5EF4-FFF2-40B4-BE49-F238E27FC236}">
                    <a16:creationId xmlns:a16="http://schemas.microsoft.com/office/drawing/2014/main" id="{74A2C0E5-91E8-669F-7760-632C963C0B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393">
              <a:extLst>
                <a:ext uri="{FF2B5EF4-FFF2-40B4-BE49-F238E27FC236}">
                  <a16:creationId xmlns:a16="http://schemas.microsoft.com/office/drawing/2014/main" id="{3D84CDDF-7FEF-DA26-F814-C221212DF2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913" name="Oval 1394">
                <a:extLst>
                  <a:ext uri="{FF2B5EF4-FFF2-40B4-BE49-F238E27FC236}">
                    <a16:creationId xmlns:a16="http://schemas.microsoft.com/office/drawing/2014/main" id="{1F1B7A53-7E91-77F5-FB1A-7A0D3FF5B8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4" name="Oval 1395">
                <a:extLst>
                  <a:ext uri="{FF2B5EF4-FFF2-40B4-BE49-F238E27FC236}">
                    <a16:creationId xmlns:a16="http://schemas.microsoft.com/office/drawing/2014/main" id="{113FBE07-8BF1-5643-9F36-10ADDF47CB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5" name="Freeform 1396">
                <a:extLst>
                  <a:ext uri="{FF2B5EF4-FFF2-40B4-BE49-F238E27FC236}">
                    <a16:creationId xmlns:a16="http://schemas.microsoft.com/office/drawing/2014/main" id="{4BF984DE-8BAC-983F-0D0C-536CC24B18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" name="Freeform 1397">
                <a:extLst>
                  <a:ext uri="{FF2B5EF4-FFF2-40B4-BE49-F238E27FC236}">
                    <a16:creationId xmlns:a16="http://schemas.microsoft.com/office/drawing/2014/main" id="{DDA15E92-B310-1CB8-61FF-891AC567DD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" name="Freeform 1398">
                <a:extLst>
                  <a:ext uri="{FF2B5EF4-FFF2-40B4-BE49-F238E27FC236}">
                    <a16:creationId xmlns:a16="http://schemas.microsoft.com/office/drawing/2014/main" id="{845B504C-25C1-37A6-ED4D-C1B2178BD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Oval 1399">
                <a:extLst>
                  <a:ext uri="{FF2B5EF4-FFF2-40B4-BE49-F238E27FC236}">
                    <a16:creationId xmlns:a16="http://schemas.microsoft.com/office/drawing/2014/main" id="{D23A3B12-3D69-AE87-D3E9-FCF17BB677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400">
              <a:extLst>
                <a:ext uri="{FF2B5EF4-FFF2-40B4-BE49-F238E27FC236}">
                  <a16:creationId xmlns:a16="http://schemas.microsoft.com/office/drawing/2014/main" id="{B30BC8C3-49A0-4735-F5BA-DA20616177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907" name="Oval 1401">
                <a:extLst>
                  <a:ext uri="{FF2B5EF4-FFF2-40B4-BE49-F238E27FC236}">
                    <a16:creationId xmlns:a16="http://schemas.microsoft.com/office/drawing/2014/main" id="{B8A4C222-2C46-0278-06E7-B179C59CBD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8" name="Oval 1402">
                <a:extLst>
                  <a:ext uri="{FF2B5EF4-FFF2-40B4-BE49-F238E27FC236}">
                    <a16:creationId xmlns:a16="http://schemas.microsoft.com/office/drawing/2014/main" id="{C21D468F-86C4-F118-8115-B218A38291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9" name="Freeform 1403">
                <a:extLst>
                  <a:ext uri="{FF2B5EF4-FFF2-40B4-BE49-F238E27FC236}">
                    <a16:creationId xmlns:a16="http://schemas.microsoft.com/office/drawing/2014/main" id="{948889AA-F0ED-F473-B458-EA845EC2AD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" name="Freeform 1404">
                <a:extLst>
                  <a:ext uri="{FF2B5EF4-FFF2-40B4-BE49-F238E27FC236}">
                    <a16:creationId xmlns:a16="http://schemas.microsoft.com/office/drawing/2014/main" id="{84D965F1-7CA9-2692-AEA7-B4CDF600CC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" name="Freeform 1405">
                <a:extLst>
                  <a:ext uri="{FF2B5EF4-FFF2-40B4-BE49-F238E27FC236}">
                    <a16:creationId xmlns:a16="http://schemas.microsoft.com/office/drawing/2014/main" id="{23400F57-5450-2663-F0F2-8B306816A5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Oval 1406">
                <a:extLst>
                  <a:ext uri="{FF2B5EF4-FFF2-40B4-BE49-F238E27FC236}">
                    <a16:creationId xmlns:a16="http://schemas.microsoft.com/office/drawing/2014/main" id="{4E2F626B-7744-010F-E9E8-17DDC3CC2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407">
              <a:extLst>
                <a:ext uri="{FF2B5EF4-FFF2-40B4-BE49-F238E27FC236}">
                  <a16:creationId xmlns:a16="http://schemas.microsoft.com/office/drawing/2014/main" id="{88DF02B4-4342-CA58-8B46-FF1B0352E5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901" name="Oval 1408">
                <a:extLst>
                  <a:ext uri="{FF2B5EF4-FFF2-40B4-BE49-F238E27FC236}">
                    <a16:creationId xmlns:a16="http://schemas.microsoft.com/office/drawing/2014/main" id="{0A827119-5CCF-B9ED-24AA-84A3C0618E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2" name="Oval 1409">
                <a:extLst>
                  <a:ext uri="{FF2B5EF4-FFF2-40B4-BE49-F238E27FC236}">
                    <a16:creationId xmlns:a16="http://schemas.microsoft.com/office/drawing/2014/main" id="{8076A13D-A7DD-596B-19C9-2309B9C75E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3" name="Freeform 1410">
                <a:extLst>
                  <a:ext uri="{FF2B5EF4-FFF2-40B4-BE49-F238E27FC236}">
                    <a16:creationId xmlns:a16="http://schemas.microsoft.com/office/drawing/2014/main" id="{8782D0A2-7858-097D-85B6-5D549475DF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Freeform 1411">
                <a:extLst>
                  <a:ext uri="{FF2B5EF4-FFF2-40B4-BE49-F238E27FC236}">
                    <a16:creationId xmlns:a16="http://schemas.microsoft.com/office/drawing/2014/main" id="{F283FEFB-73A9-BAF2-28B7-BF21687B2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" name="Freeform 1412">
                <a:extLst>
                  <a:ext uri="{FF2B5EF4-FFF2-40B4-BE49-F238E27FC236}">
                    <a16:creationId xmlns:a16="http://schemas.microsoft.com/office/drawing/2014/main" id="{444507C6-B6CA-C42B-8891-C6ED2C543C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" name="Oval 1413">
                <a:extLst>
                  <a:ext uri="{FF2B5EF4-FFF2-40B4-BE49-F238E27FC236}">
                    <a16:creationId xmlns:a16="http://schemas.microsoft.com/office/drawing/2014/main" id="{F67DF30F-F3C8-9B71-50E6-EAD5D4E43C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414">
              <a:extLst>
                <a:ext uri="{FF2B5EF4-FFF2-40B4-BE49-F238E27FC236}">
                  <a16:creationId xmlns:a16="http://schemas.microsoft.com/office/drawing/2014/main" id="{BB22D246-598C-0E10-F2AE-EAFF054472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95" name="Oval 1415">
                <a:extLst>
                  <a:ext uri="{FF2B5EF4-FFF2-40B4-BE49-F238E27FC236}">
                    <a16:creationId xmlns:a16="http://schemas.microsoft.com/office/drawing/2014/main" id="{45B9A0E3-4EAA-A90B-D8CA-4539EEA56F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6" name="Oval 1416">
                <a:extLst>
                  <a:ext uri="{FF2B5EF4-FFF2-40B4-BE49-F238E27FC236}">
                    <a16:creationId xmlns:a16="http://schemas.microsoft.com/office/drawing/2014/main" id="{BAFF9C72-8AF8-B946-EDFB-3EC5D65568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7" name="Freeform 1417">
                <a:extLst>
                  <a:ext uri="{FF2B5EF4-FFF2-40B4-BE49-F238E27FC236}">
                    <a16:creationId xmlns:a16="http://schemas.microsoft.com/office/drawing/2014/main" id="{520C2F5D-2AA7-5DB1-3106-1AFB6608E1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Freeform 1418">
                <a:extLst>
                  <a:ext uri="{FF2B5EF4-FFF2-40B4-BE49-F238E27FC236}">
                    <a16:creationId xmlns:a16="http://schemas.microsoft.com/office/drawing/2014/main" id="{958C6992-CCEF-23CF-0AEB-36852B746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" name="Freeform 1419">
                <a:extLst>
                  <a:ext uri="{FF2B5EF4-FFF2-40B4-BE49-F238E27FC236}">
                    <a16:creationId xmlns:a16="http://schemas.microsoft.com/office/drawing/2014/main" id="{7E1E3A22-A86A-99EC-8F28-C8314083D6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Oval 1420">
                <a:extLst>
                  <a:ext uri="{FF2B5EF4-FFF2-40B4-BE49-F238E27FC236}">
                    <a16:creationId xmlns:a16="http://schemas.microsoft.com/office/drawing/2014/main" id="{FED1A7C0-4F2B-7DA2-8DFD-30909A109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421">
              <a:extLst>
                <a:ext uri="{FF2B5EF4-FFF2-40B4-BE49-F238E27FC236}">
                  <a16:creationId xmlns:a16="http://schemas.microsoft.com/office/drawing/2014/main" id="{EC3925DC-6033-7B42-0E35-08825C9AB3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89" name="Oval 1422">
                <a:extLst>
                  <a:ext uri="{FF2B5EF4-FFF2-40B4-BE49-F238E27FC236}">
                    <a16:creationId xmlns:a16="http://schemas.microsoft.com/office/drawing/2014/main" id="{34A3446B-17C1-F9EC-E0CE-E5E7E4562A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0" name="Oval 1423">
                <a:extLst>
                  <a:ext uri="{FF2B5EF4-FFF2-40B4-BE49-F238E27FC236}">
                    <a16:creationId xmlns:a16="http://schemas.microsoft.com/office/drawing/2014/main" id="{E3588543-B955-40FD-86A9-71B99E2AFD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1" name="Freeform 1424">
                <a:extLst>
                  <a:ext uri="{FF2B5EF4-FFF2-40B4-BE49-F238E27FC236}">
                    <a16:creationId xmlns:a16="http://schemas.microsoft.com/office/drawing/2014/main" id="{614A9A25-040F-4A49-4079-FEBD02A642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Freeform 1425">
                <a:extLst>
                  <a:ext uri="{FF2B5EF4-FFF2-40B4-BE49-F238E27FC236}">
                    <a16:creationId xmlns:a16="http://schemas.microsoft.com/office/drawing/2014/main" id="{FE0636B2-EAA0-5AAF-0577-B1E900A336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" name="Freeform 1426">
                <a:extLst>
                  <a:ext uri="{FF2B5EF4-FFF2-40B4-BE49-F238E27FC236}">
                    <a16:creationId xmlns:a16="http://schemas.microsoft.com/office/drawing/2014/main" id="{F3BBC0B1-4D66-6B83-064B-8CAD684F4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Oval 1427">
                <a:extLst>
                  <a:ext uri="{FF2B5EF4-FFF2-40B4-BE49-F238E27FC236}">
                    <a16:creationId xmlns:a16="http://schemas.microsoft.com/office/drawing/2014/main" id="{37CD2929-CF38-70D6-76FC-67B00F0A3E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428">
              <a:extLst>
                <a:ext uri="{FF2B5EF4-FFF2-40B4-BE49-F238E27FC236}">
                  <a16:creationId xmlns:a16="http://schemas.microsoft.com/office/drawing/2014/main" id="{69303488-1E4B-D592-D7B7-3BD0A71DB3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83" name="Oval 1429">
                <a:extLst>
                  <a:ext uri="{FF2B5EF4-FFF2-40B4-BE49-F238E27FC236}">
                    <a16:creationId xmlns:a16="http://schemas.microsoft.com/office/drawing/2014/main" id="{ACA0A8CA-8C1F-3F29-E0A6-721E2C298B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4" name="Oval 1430">
                <a:extLst>
                  <a:ext uri="{FF2B5EF4-FFF2-40B4-BE49-F238E27FC236}">
                    <a16:creationId xmlns:a16="http://schemas.microsoft.com/office/drawing/2014/main" id="{5A00E0F5-21F4-071E-D652-4D5C4506E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" name="Freeform 1431">
                <a:extLst>
                  <a:ext uri="{FF2B5EF4-FFF2-40B4-BE49-F238E27FC236}">
                    <a16:creationId xmlns:a16="http://schemas.microsoft.com/office/drawing/2014/main" id="{32BEC02C-BADD-BF37-5C54-05E8A8F53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Freeform 1432">
                <a:extLst>
                  <a:ext uri="{FF2B5EF4-FFF2-40B4-BE49-F238E27FC236}">
                    <a16:creationId xmlns:a16="http://schemas.microsoft.com/office/drawing/2014/main" id="{E23C0BC4-F613-8FDB-5C86-D2EBBBDB3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" name="Freeform 1433">
                <a:extLst>
                  <a:ext uri="{FF2B5EF4-FFF2-40B4-BE49-F238E27FC236}">
                    <a16:creationId xmlns:a16="http://schemas.microsoft.com/office/drawing/2014/main" id="{EF261BF5-A245-21C3-BFE7-7A41EF2AE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Oval 1434">
                <a:extLst>
                  <a:ext uri="{FF2B5EF4-FFF2-40B4-BE49-F238E27FC236}">
                    <a16:creationId xmlns:a16="http://schemas.microsoft.com/office/drawing/2014/main" id="{86DFDCC7-90F9-4A16-C7A6-33967FA2E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435">
              <a:extLst>
                <a:ext uri="{FF2B5EF4-FFF2-40B4-BE49-F238E27FC236}">
                  <a16:creationId xmlns:a16="http://schemas.microsoft.com/office/drawing/2014/main" id="{46E9D726-72A6-808E-13F2-083E03483D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77" name="Oval 1436">
                <a:extLst>
                  <a:ext uri="{FF2B5EF4-FFF2-40B4-BE49-F238E27FC236}">
                    <a16:creationId xmlns:a16="http://schemas.microsoft.com/office/drawing/2014/main" id="{635F180E-9AA8-3EA1-253A-DF91AA4601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8" name="Oval 1437">
                <a:extLst>
                  <a:ext uri="{FF2B5EF4-FFF2-40B4-BE49-F238E27FC236}">
                    <a16:creationId xmlns:a16="http://schemas.microsoft.com/office/drawing/2014/main" id="{ED8BE324-E69B-1C5F-066D-EF43C3A569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9" name="Freeform 1438">
                <a:extLst>
                  <a:ext uri="{FF2B5EF4-FFF2-40B4-BE49-F238E27FC236}">
                    <a16:creationId xmlns:a16="http://schemas.microsoft.com/office/drawing/2014/main" id="{19BB6603-D8ED-00E0-B231-D168C0BFA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Freeform 1439">
                <a:extLst>
                  <a:ext uri="{FF2B5EF4-FFF2-40B4-BE49-F238E27FC236}">
                    <a16:creationId xmlns:a16="http://schemas.microsoft.com/office/drawing/2014/main" id="{9FCB8C43-DA4B-A618-2D62-DBFB21DA2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" name="Freeform 1440">
                <a:extLst>
                  <a:ext uri="{FF2B5EF4-FFF2-40B4-BE49-F238E27FC236}">
                    <a16:creationId xmlns:a16="http://schemas.microsoft.com/office/drawing/2014/main" id="{988A7F05-28BF-56D7-90D0-0CD2B58CB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Oval 1441">
                <a:extLst>
                  <a:ext uri="{FF2B5EF4-FFF2-40B4-BE49-F238E27FC236}">
                    <a16:creationId xmlns:a16="http://schemas.microsoft.com/office/drawing/2014/main" id="{5A5136C1-4E65-9017-7A43-4361D9F9F7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442">
              <a:extLst>
                <a:ext uri="{FF2B5EF4-FFF2-40B4-BE49-F238E27FC236}">
                  <a16:creationId xmlns:a16="http://schemas.microsoft.com/office/drawing/2014/main" id="{4C3723B3-A670-2B13-CCE0-2EB9C7EDD5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71" name="Oval 1443">
                <a:extLst>
                  <a:ext uri="{FF2B5EF4-FFF2-40B4-BE49-F238E27FC236}">
                    <a16:creationId xmlns:a16="http://schemas.microsoft.com/office/drawing/2014/main" id="{904AD1A5-9A8F-976B-B329-D91905EE9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2" name="Oval 1444">
                <a:extLst>
                  <a:ext uri="{FF2B5EF4-FFF2-40B4-BE49-F238E27FC236}">
                    <a16:creationId xmlns:a16="http://schemas.microsoft.com/office/drawing/2014/main" id="{FFBE7222-CFEB-AB81-3454-C78EB13A66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3" name="Freeform 1445">
                <a:extLst>
                  <a:ext uri="{FF2B5EF4-FFF2-40B4-BE49-F238E27FC236}">
                    <a16:creationId xmlns:a16="http://schemas.microsoft.com/office/drawing/2014/main" id="{FDE7E348-3707-A000-05BC-9D6BCDEB51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Freeform 1446">
                <a:extLst>
                  <a:ext uri="{FF2B5EF4-FFF2-40B4-BE49-F238E27FC236}">
                    <a16:creationId xmlns:a16="http://schemas.microsoft.com/office/drawing/2014/main" id="{ED790E70-55EF-FDF1-FE9D-907BB5133E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" name="Freeform 1447">
                <a:extLst>
                  <a:ext uri="{FF2B5EF4-FFF2-40B4-BE49-F238E27FC236}">
                    <a16:creationId xmlns:a16="http://schemas.microsoft.com/office/drawing/2014/main" id="{6AC7AA84-FCC9-6E12-E5E2-A01E349F91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Oval 1448">
                <a:extLst>
                  <a:ext uri="{FF2B5EF4-FFF2-40B4-BE49-F238E27FC236}">
                    <a16:creationId xmlns:a16="http://schemas.microsoft.com/office/drawing/2014/main" id="{104AF9E5-3EA2-9B90-BAFC-0A288D417E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449">
              <a:extLst>
                <a:ext uri="{FF2B5EF4-FFF2-40B4-BE49-F238E27FC236}">
                  <a16:creationId xmlns:a16="http://schemas.microsoft.com/office/drawing/2014/main" id="{91DFE615-D1B4-1802-8DAD-6A60D1D2B0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65" name="Oval 1450">
                <a:extLst>
                  <a:ext uri="{FF2B5EF4-FFF2-40B4-BE49-F238E27FC236}">
                    <a16:creationId xmlns:a16="http://schemas.microsoft.com/office/drawing/2014/main" id="{06ACEC44-E595-0D88-83BE-F9F993AFD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6" name="Oval 1451">
                <a:extLst>
                  <a:ext uri="{FF2B5EF4-FFF2-40B4-BE49-F238E27FC236}">
                    <a16:creationId xmlns:a16="http://schemas.microsoft.com/office/drawing/2014/main" id="{BA762C2E-0389-62AC-7F9B-AE56E26AB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7" name="Freeform 1452">
                <a:extLst>
                  <a:ext uri="{FF2B5EF4-FFF2-40B4-BE49-F238E27FC236}">
                    <a16:creationId xmlns:a16="http://schemas.microsoft.com/office/drawing/2014/main" id="{896501E6-17AB-FA6A-4FE1-10D2071CC9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Freeform 1453">
                <a:extLst>
                  <a:ext uri="{FF2B5EF4-FFF2-40B4-BE49-F238E27FC236}">
                    <a16:creationId xmlns:a16="http://schemas.microsoft.com/office/drawing/2014/main" id="{4892FB72-FC90-8C43-F43F-2538FE4913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" name="Freeform 1454">
                <a:extLst>
                  <a:ext uri="{FF2B5EF4-FFF2-40B4-BE49-F238E27FC236}">
                    <a16:creationId xmlns:a16="http://schemas.microsoft.com/office/drawing/2014/main" id="{CC1EB06B-7EBB-4196-AB4A-9F66AA92AA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Oval 1455">
                <a:extLst>
                  <a:ext uri="{FF2B5EF4-FFF2-40B4-BE49-F238E27FC236}">
                    <a16:creationId xmlns:a16="http://schemas.microsoft.com/office/drawing/2014/main" id="{3AC2DECB-7055-A26C-1F88-6AE063BB66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1" name="Group 1456">
              <a:extLst>
                <a:ext uri="{FF2B5EF4-FFF2-40B4-BE49-F238E27FC236}">
                  <a16:creationId xmlns:a16="http://schemas.microsoft.com/office/drawing/2014/main" id="{99BD41CB-07AC-C308-6D4A-F2A188BFA7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59" name="Oval 1457">
                <a:extLst>
                  <a:ext uri="{FF2B5EF4-FFF2-40B4-BE49-F238E27FC236}">
                    <a16:creationId xmlns:a16="http://schemas.microsoft.com/office/drawing/2014/main" id="{B689E008-A47C-89A7-BE42-8C6325B429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0" name="Oval 1458">
                <a:extLst>
                  <a:ext uri="{FF2B5EF4-FFF2-40B4-BE49-F238E27FC236}">
                    <a16:creationId xmlns:a16="http://schemas.microsoft.com/office/drawing/2014/main" id="{B1D7C6F4-82E2-0462-EC7B-AAEA3B2023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1" name="Freeform 1459">
                <a:extLst>
                  <a:ext uri="{FF2B5EF4-FFF2-40B4-BE49-F238E27FC236}">
                    <a16:creationId xmlns:a16="http://schemas.microsoft.com/office/drawing/2014/main" id="{F5311877-87BD-A13F-FAFA-93D48EF55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Freeform 1460">
                <a:extLst>
                  <a:ext uri="{FF2B5EF4-FFF2-40B4-BE49-F238E27FC236}">
                    <a16:creationId xmlns:a16="http://schemas.microsoft.com/office/drawing/2014/main" id="{A02157A1-83FD-6992-E8C9-B931C19D6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" name="Freeform 1461">
                <a:extLst>
                  <a:ext uri="{FF2B5EF4-FFF2-40B4-BE49-F238E27FC236}">
                    <a16:creationId xmlns:a16="http://schemas.microsoft.com/office/drawing/2014/main" id="{5E4B4226-0292-D9E7-F01A-25ED964219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Oval 1462">
                <a:extLst>
                  <a:ext uri="{FF2B5EF4-FFF2-40B4-BE49-F238E27FC236}">
                    <a16:creationId xmlns:a16="http://schemas.microsoft.com/office/drawing/2014/main" id="{E7DE48F0-CF52-102C-1916-BD197FC5E9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2" name="Group 1463">
              <a:extLst>
                <a:ext uri="{FF2B5EF4-FFF2-40B4-BE49-F238E27FC236}">
                  <a16:creationId xmlns:a16="http://schemas.microsoft.com/office/drawing/2014/main" id="{EB02E7D1-1FC8-A313-2284-90F34BDC8E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53" name="Oval 1464">
                <a:extLst>
                  <a:ext uri="{FF2B5EF4-FFF2-40B4-BE49-F238E27FC236}">
                    <a16:creationId xmlns:a16="http://schemas.microsoft.com/office/drawing/2014/main" id="{9174F5DC-822A-9AC2-E190-B1B39B4BA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4" name="Oval 1465">
                <a:extLst>
                  <a:ext uri="{FF2B5EF4-FFF2-40B4-BE49-F238E27FC236}">
                    <a16:creationId xmlns:a16="http://schemas.microsoft.com/office/drawing/2014/main" id="{C2C3B3D3-35F6-F136-2FFA-9B18B10F2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5" name="Freeform 1466">
                <a:extLst>
                  <a:ext uri="{FF2B5EF4-FFF2-40B4-BE49-F238E27FC236}">
                    <a16:creationId xmlns:a16="http://schemas.microsoft.com/office/drawing/2014/main" id="{AB3934A0-47F0-53D0-AF28-37FFFB4E2B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 1467">
                <a:extLst>
                  <a:ext uri="{FF2B5EF4-FFF2-40B4-BE49-F238E27FC236}">
                    <a16:creationId xmlns:a16="http://schemas.microsoft.com/office/drawing/2014/main" id="{A45940E3-1C27-AA3E-4222-22F16DD58F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Freeform 1468">
                <a:extLst>
                  <a:ext uri="{FF2B5EF4-FFF2-40B4-BE49-F238E27FC236}">
                    <a16:creationId xmlns:a16="http://schemas.microsoft.com/office/drawing/2014/main" id="{C782F89F-0A58-DE69-EA0F-2A225564B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Oval 1469">
                <a:extLst>
                  <a:ext uri="{FF2B5EF4-FFF2-40B4-BE49-F238E27FC236}">
                    <a16:creationId xmlns:a16="http://schemas.microsoft.com/office/drawing/2014/main" id="{772D6C3B-9F6D-861A-60B1-6F148F980E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3" name="Group 1470">
              <a:extLst>
                <a:ext uri="{FF2B5EF4-FFF2-40B4-BE49-F238E27FC236}">
                  <a16:creationId xmlns:a16="http://schemas.microsoft.com/office/drawing/2014/main" id="{169EF488-8D78-08FC-F618-6900F5E8F5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47" name="Oval 1471">
                <a:extLst>
                  <a:ext uri="{FF2B5EF4-FFF2-40B4-BE49-F238E27FC236}">
                    <a16:creationId xmlns:a16="http://schemas.microsoft.com/office/drawing/2014/main" id="{C9B8396B-803A-E634-20E4-93682B60DC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8" name="Oval 1472">
                <a:extLst>
                  <a:ext uri="{FF2B5EF4-FFF2-40B4-BE49-F238E27FC236}">
                    <a16:creationId xmlns:a16="http://schemas.microsoft.com/office/drawing/2014/main" id="{3D455C2D-06A9-1AE7-8BB0-A555815549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9" name="Freeform 1473">
                <a:extLst>
                  <a:ext uri="{FF2B5EF4-FFF2-40B4-BE49-F238E27FC236}">
                    <a16:creationId xmlns:a16="http://schemas.microsoft.com/office/drawing/2014/main" id="{46FFA02F-7DA4-ABD2-0E76-27B48BB94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 1474">
                <a:extLst>
                  <a:ext uri="{FF2B5EF4-FFF2-40B4-BE49-F238E27FC236}">
                    <a16:creationId xmlns:a16="http://schemas.microsoft.com/office/drawing/2014/main" id="{86DB1958-1BBB-F4FC-2AA2-316DBFF51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Freeform 1475">
                <a:extLst>
                  <a:ext uri="{FF2B5EF4-FFF2-40B4-BE49-F238E27FC236}">
                    <a16:creationId xmlns:a16="http://schemas.microsoft.com/office/drawing/2014/main" id="{F358CEF2-08FA-8267-329B-DD9A437096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Oval 1476">
                <a:extLst>
                  <a:ext uri="{FF2B5EF4-FFF2-40B4-BE49-F238E27FC236}">
                    <a16:creationId xmlns:a16="http://schemas.microsoft.com/office/drawing/2014/main" id="{EDD53F45-55A6-17A0-F37C-61BE628ED1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4" name="Group 1477">
              <a:extLst>
                <a:ext uri="{FF2B5EF4-FFF2-40B4-BE49-F238E27FC236}">
                  <a16:creationId xmlns:a16="http://schemas.microsoft.com/office/drawing/2014/main" id="{CB8CE226-BE44-A23A-1E33-339438ACC4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41" name="Oval 1478">
                <a:extLst>
                  <a:ext uri="{FF2B5EF4-FFF2-40B4-BE49-F238E27FC236}">
                    <a16:creationId xmlns:a16="http://schemas.microsoft.com/office/drawing/2014/main" id="{60A340A5-8A43-FAEE-0FDE-01E130B780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2" name="Oval 1479">
                <a:extLst>
                  <a:ext uri="{FF2B5EF4-FFF2-40B4-BE49-F238E27FC236}">
                    <a16:creationId xmlns:a16="http://schemas.microsoft.com/office/drawing/2014/main" id="{52FF03CE-E328-142F-CA4B-041A2EB90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3" name="Freeform 1480">
                <a:extLst>
                  <a:ext uri="{FF2B5EF4-FFF2-40B4-BE49-F238E27FC236}">
                    <a16:creationId xmlns:a16="http://schemas.microsoft.com/office/drawing/2014/main" id="{3BAF85DD-9B1F-E834-6EC0-9C66FE78CE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 1481">
                <a:extLst>
                  <a:ext uri="{FF2B5EF4-FFF2-40B4-BE49-F238E27FC236}">
                    <a16:creationId xmlns:a16="http://schemas.microsoft.com/office/drawing/2014/main" id="{CCA2C2D8-1D16-9DA7-B271-007294A5B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Freeform 1482">
                <a:extLst>
                  <a:ext uri="{FF2B5EF4-FFF2-40B4-BE49-F238E27FC236}">
                    <a16:creationId xmlns:a16="http://schemas.microsoft.com/office/drawing/2014/main" id="{D788CEAB-D67E-A928-71D5-24F9BDF095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Oval 1483">
                <a:extLst>
                  <a:ext uri="{FF2B5EF4-FFF2-40B4-BE49-F238E27FC236}">
                    <a16:creationId xmlns:a16="http://schemas.microsoft.com/office/drawing/2014/main" id="{B5C432D9-9ED7-F6A7-D18F-27E058113A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5" name="Group 1484">
              <a:extLst>
                <a:ext uri="{FF2B5EF4-FFF2-40B4-BE49-F238E27FC236}">
                  <a16:creationId xmlns:a16="http://schemas.microsoft.com/office/drawing/2014/main" id="{0105187F-E61D-9A54-46A2-B6410DCEF6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35" name="Oval 1485">
                <a:extLst>
                  <a:ext uri="{FF2B5EF4-FFF2-40B4-BE49-F238E27FC236}">
                    <a16:creationId xmlns:a16="http://schemas.microsoft.com/office/drawing/2014/main" id="{82438AB9-ADDA-943A-E8B5-408DABAF42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6" name="Oval 1486">
                <a:extLst>
                  <a:ext uri="{FF2B5EF4-FFF2-40B4-BE49-F238E27FC236}">
                    <a16:creationId xmlns:a16="http://schemas.microsoft.com/office/drawing/2014/main" id="{CEEFBA90-7C54-4F37-38CA-B6A89679D9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7" name="Freeform 1487">
                <a:extLst>
                  <a:ext uri="{FF2B5EF4-FFF2-40B4-BE49-F238E27FC236}">
                    <a16:creationId xmlns:a16="http://schemas.microsoft.com/office/drawing/2014/main" id="{23624CDA-C0CB-D861-3023-4F52C5F9DD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Freeform 1488">
                <a:extLst>
                  <a:ext uri="{FF2B5EF4-FFF2-40B4-BE49-F238E27FC236}">
                    <a16:creationId xmlns:a16="http://schemas.microsoft.com/office/drawing/2014/main" id="{A7BB4849-F6E8-B086-374C-28B8FE07A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" name="Freeform 1489">
                <a:extLst>
                  <a:ext uri="{FF2B5EF4-FFF2-40B4-BE49-F238E27FC236}">
                    <a16:creationId xmlns:a16="http://schemas.microsoft.com/office/drawing/2014/main" id="{408D8093-802F-A332-07B6-8B617D33A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Oval 1490">
                <a:extLst>
                  <a:ext uri="{FF2B5EF4-FFF2-40B4-BE49-F238E27FC236}">
                    <a16:creationId xmlns:a16="http://schemas.microsoft.com/office/drawing/2014/main" id="{87238793-2119-6623-5D88-88D494C4A0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6" name="Group 1491">
              <a:extLst>
                <a:ext uri="{FF2B5EF4-FFF2-40B4-BE49-F238E27FC236}">
                  <a16:creationId xmlns:a16="http://schemas.microsoft.com/office/drawing/2014/main" id="{4D6DCA87-ECD9-E989-4483-D3ABF18C5B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29" name="Oval 1492">
                <a:extLst>
                  <a:ext uri="{FF2B5EF4-FFF2-40B4-BE49-F238E27FC236}">
                    <a16:creationId xmlns:a16="http://schemas.microsoft.com/office/drawing/2014/main" id="{916F59BF-B054-7E04-9889-9A3407E24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0" name="Oval 1493">
                <a:extLst>
                  <a:ext uri="{FF2B5EF4-FFF2-40B4-BE49-F238E27FC236}">
                    <a16:creationId xmlns:a16="http://schemas.microsoft.com/office/drawing/2014/main" id="{F9041D53-96EB-79FA-A4FC-BA4908651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1" name="Freeform 1494">
                <a:extLst>
                  <a:ext uri="{FF2B5EF4-FFF2-40B4-BE49-F238E27FC236}">
                    <a16:creationId xmlns:a16="http://schemas.microsoft.com/office/drawing/2014/main" id="{7FD5BEE8-9B60-C782-9ABD-73D4CDFD1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 1495">
                <a:extLst>
                  <a:ext uri="{FF2B5EF4-FFF2-40B4-BE49-F238E27FC236}">
                    <a16:creationId xmlns:a16="http://schemas.microsoft.com/office/drawing/2014/main" id="{33FB2193-71AE-CE63-C784-63AC18DE14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Freeform 1496">
                <a:extLst>
                  <a:ext uri="{FF2B5EF4-FFF2-40B4-BE49-F238E27FC236}">
                    <a16:creationId xmlns:a16="http://schemas.microsoft.com/office/drawing/2014/main" id="{BE7F5805-5FC2-54BE-07AA-53608D3298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Oval 1497">
                <a:extLst>
                  <a:ext uri="{FF2B5EF4-FFF2-40B4-BE49-F238E27FC236}">
                    <a16:creationId xmlns:a16="http://schemas.microsoft.com/office/drawing/2014/main" id="{FB0C9C0B-8A54-6815-F64C-2F631546C9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7" name="Group 1498">
              <a:extLst>
                <a:ext uri="{FF2B5EF4-FFF2-40B4-BE49-F238E27FC236}">
                  <a16:creationId xmlns:a16="http://schemas.microsoft.com/office/drawing/2014/main" id="{BC4F32AC-750E-63AF-DF62-99155718B2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23" name="Oval 1499">
                <a:extLst>
                  <a:ext uri="{FF2B5EF4-FFF2-40B4-BE49-F238E27FC236}">
                    <a16:creationId xmlns:a16="http://schemas.microsoft.com/office/drawing/2014/main" id="{88A02994-CEE1-45E3-5570-5C76207D6E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4" name="Oval 1500">
                <a:extLst>
                  <a:ext uri="{FF2B5EF4-FFF2-40B4-BE49-F238E27FC236}">
                    <a16:creationId xmlns:a16="http://schemas.microsoft.com/office/drawing/2014/main" id="{8FBF3F3D-9C61-7B76-43C5-7CEA070A76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5" name="Freeform 1501">
                <a:extLst>
                  <a:ext uri="{FF2B5EF4-FFF2-40B4-BE49-F238E27FC236}">
                    <a16:creationId xmlns:a16="http://schemas.microsoft.com/office/drawing/2014/main" id="{6395E05B-5B1D-2CDE-02A9-E1EF7E506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 1502">
                <a:extLst>
                  <a:ext uri="{FF2B5EF4-FFF2-40B4-BE49-F238E27FC236}">
                    <a16:creationId xmlns:a16="http://schemas.microsoft.com/office/drawing/2014/main" id="{AFD27CC0-9403-EE0A-476D-557ED03401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Freeform 1503">
                <a:extLst>
                  <a:ext uri="{FF2B5EF4-FFF2-40B4-BE49-F238E27FC236}">
                    <a16:creationId xmlns:a16="http://schemas.microsoft.com/office/drawing/2014/main" id="{2D77BF3B-D881-5386-4523-5A8696087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Oval 1504">
                <a:extLst>
                  <a:ext uri="{FF2B5EF4-FFF2-40B4-BE49-F238E27FC236}">
                    <a16:creationId xmlns:a16="http://schemas.microsoft.com/office/drawing/2014/main" id="{3DA844B2-F7A2-6040-1854-EAF9D910C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8" name="Group 1505">
              <a:extLst>
                <a:ext uri="{FF2B5EF4-FFF2-40B4-BE49-F238E27FC236}">
                  <a16:creationId xmlns:a16="http://schemas.microsoft.com/office/drawing/2014/main" id="{C5BDEC28-529E-8D92-BE3B-0240A52810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817" name="Oval 1506">
                <a:extLst>
                  <a:ext uri="{FF2B5EF4-FFF2-40B4-BE49-F238E27FC236}">
                    <a16:creationId xmlns:a16="http://schemas.microsoft.com/office/drawing/2014/main" id="{8AA6C1B2-F869-EB4B-88AD-49C49BE9F3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8" name="Oval 1507">
                <a:extLst>
                  <a:ext uri="{FF2B5EF4-FFF2-40B4-BE49-F238E27FC236}">
                    <a16:creationId xmlns:a16="http://schemas.microsoft.com/office/drawing/2014/main" id="{09D8A1C8-80FD-56CB-FA07-AE6CACC7ED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9" name="Freeform 1508">
                <a:extLst>
                  <a:ext uri="{FF2B5EF4-FFF2-40B4-BE49-F238E27FC236}">
                    <a16:creationId xmlns:a16="http://schemas.microsoft.com/office/drawing/2014/main" id="{F7C8AC0E-4F83-6497-4835-DF83328572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 1509">
                <a:extLst>
                  <a:ext uri="{FF2B5EF4-FFF2-40B4-BE49-F238E27FC236}">
                    <a16:creationId xmlns:a16="http://schemas.microsoft.com/office/drawing/2014/main" id="{F563B51B-0C67-F6A9-8B2F-92BD8AB1D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eform 1510">
                <a:extLst>
                  <a:ext uri="{FF2B5EF4-FFF2-40B4-BE49-F238E27FC236}">
                    <a16:creationId xmlns:a16="http://schemas.microsoft.com/office/drawing/2014/main" id="{B06B9832-AB87-B7B1-4F63-A224574565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Oval 1511">
                <a:extLst>
                  <a:ext uri="{FF2B5EF4-FFF2-40B4-BE49-F238E27FC236}">
                    <a16:creationId xmlns:a16="http://schemas.microsoft.com/office/drawing/2014/main" id="{8D1469D5-1955-C992-9BAA-A4508A1EB3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9" name="Group 1512">
              <a:extLst>
                <a:ext uri="{FF2B5EF4-FFF2-40B4-BE49-F238E27FC236}">
                  <a16:creationId xmlns:a16="http://schemas.microsoft.com/office/drawing/2014/main" id="{948DB8B2-917A-53A8-46BC-F49D47E75D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811" name="Oval 1513">
                <a:extLst>
                  <a:ext uri="{FF2B5EF4-FFF2-40B4-BE49-F238E27FC236}">
                    <a16:creationId xmlns:a16="http://schemas.microsoft.com/office/drawing/2014/main" id="{3EF9FB9B-4E33-249D-1B25-ED241937E9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2" name="Oval 1514">
                <a:extLst>
                  <a:ext uri="{FF2B5EF4-FFF2-40B4-BE49-F238E27FC236}">
                    <a16:creationId xmlns:a16="http://schemas.microsoft.com/office/drawing/2014/main" id="{6B1C62B2-2FDA-8D2B-D627-CB794B29A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3" name="Freeform 1515">
                <a:extLst>
                  <a:ext uri="{FF2B5EF4-FFF2-40B4-BE49-F238E27FC236}">
                    <a16:creationId xmlns:a16="http://schemas.microsoft.com/office/drawing/2014/main" id="{4B7357B7-B7AD-386A-DB7C-5593C2080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 1516">
                <a:extLst>
                  <a:ext uri="{FF2B5EF4-FFF2-40B4-BE49-F238E27FC236}">
                    <a16:creationId xmlns:a16="http://schemas.microsoft.com/office/drawing/2014/main" id="{5E9F137E-0D12-E55A-438C-29FCAB0C7A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eform 1517">
                <a:extLst>
                  <a:ext uri="{FF2B5EF4-FFF2-40B4-BE49-F238E27FC236}">
                    <a16:creationId xmlns:a16="http://schemas.microsoft.com/office/drawing/2014/main" id="{97AB37D4-4944-FE35-4796-FDB15506F6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Oval 1518">
                <a:extLst>
                  <a:ext uri="{FF2B5EF4-FFF2-40B4-BE49-F238E27FC236}">
                    <a16:creationId xmlns:a16="http://schemas.microsoft.com/office/drawing/2014/main" id="{CC807D8B-86F5-7071-315C-ECED423AC3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0" name="Group 1519">
              <a:extLst>
                <a:ext uri="{FF2B5EF4-FFF2-40B4-BE49-F238E27FC236}">
                  <a16:creationId xmlns:a16="http://schemas.microsoft.com/office/drawing/2014/main" id="{339429D1-5C20-5342-2094-1F20654F28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805" name="Oval 1520">
                <a:extLst>
                  <a:ext uri="{FF2B5EF4-FFF2-40B4-BE49-F238E27FC236}">
                    <a16:creationId xmlns:a16="http://schemas.microsoft.com/office/drawing/2014/main" id="{90E3D5B9-9504-1DCF-2474-038F7D41BC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6" name="Oval 1521">
                <a:extLst>
                  <a:ext uri="{FF2B5EF4-FFF2-40B4-BE49-F238E27FC236}">
                    <a16:creationId xmlns:a16="http://schemas.microsoft.com/office/drawing/2014/main" id="{55C09C1D-9C6A-C4D0-0EF1-DCB4F9DC7C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7" name="Freeform 1522">
                <a:extLst>
                  <a:ext uri="{FF2B5EF4-FFF2-40B4-BE49-F238E27FC236}">
                    <a16:creationId xmlns:a16="http://schemas.microsoft.com/office/drawing/2014/main" id="{A4A0BD53-E38E-D6F4-73CB-25C704C599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 1523">
                <a:extLst>
                  <a:ext uri="{FF2B5EF4-FFF2-40B4-BE49-F238E27FC236}">
                    <a16:creationId xmlns:a16="http://schemas.microsoft.com/office/drawing/2014/main" id="{0BCB3D25-F198-D433-19ED-9FA96D2B43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eform 1524">
                <a:extLst>
                  <a:ext uri="{FF2B5EF4-FFF2-40B4-BE49-F238E27FC236}">
                    <a16:creationId xmlns:a16="http://schemas.microsoft.com/office/drawing/2014/main" id="{4E3774E1-7486-6722-A148-583991289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Oval 1525">
                <a:extLst>
                  <a:ext uri="{FF2B5EF4-FFF2-40B4-BE49-F238E27FC236}">
                    <a16:creationId xmlns:a16="http://schemas.microsoft.com/office/drawing/2014/main" id="{96623975-A09B-69A7-34DA-677D0C2A73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1" name="Group 1526">
              <a:extLst>
                <a:ext uri="{FF2B5EF4-FFF2-40B4-BE49-F238E27FC236}">
                  <a16:creationId xmlns:a16="http://schemas.microsoft.com/office/drawing/2014/main" id="{FDEAA458-D88F-E040-B4FD-AC13A4F039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99" name="Oval 1527">
                <a:extLst>
                  <a:ext uri="{FF2B5EF4-FFF2-40B4-BE49-F238E27FC236}">
                    <a16:creationId xmlns:a16="http://schemas.microsoft.com/office/drawing/2014/main" id="{6FB7E00E-79F6-68CE-CDCB-D594F9E354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0" name="Oval 1528">
                <a:extLst>
                  <a:ext uri="{FF2B5EF4-FFF2-40B4-BE49-F238E27FC236}">
                    <a16:creationId xmlns:a16="http://schemas.microsoft.com/office/drawing/2014/main" id="{1DC7250F-05E6-87AF-C194-F5F69482FB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1" name="Freeform 1529">
                <a:extLst>
                  <a:ext uri="{FF2B5EF4-FFF2-40B4-BE49-F238E27FC236}">
                    <a16:creationId xmlns:a16="http://schemas.microsoft.com/office/drawing/2014/main" id="{3D4D48C4-6D1A-8E1F-48BC-12AAAE5343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 1530">
                <a:extLst>
                  <a:ext uri="{FF2B5EF4-FFF2-40B4-BE49-F238E27FC236}">
                    <a16:creationId xmlns:a16="http://schemas.microsoft.com/office/drawing/2014/main" id="{0C4E167C-60BE-551C-72F1-43E859C13F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Freeform 1531">
                <a:extLst>
                  <a:ext uri="{FF2B5EF4-FFF2-40B4-BE49-F238E27FC236}">
                    <a16:creationId xmlns:a16="http://schemas.microsoft.com/office/drawing/2014/main" id="{F26A0AEA-FE6C-725F-8635-94F007411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Oval 1532">
                <a:extLst>
                  <a:ext uri="{FF2B5EF4-FFF2-40B4-BE49-F238E27FC236}">
                    <a16:creationId xmlns:a16="http://schemas.microsoft.com/office/drawing/2014/main" id="{B74C7666-CD15-7FEF-E481-4E9DB5EA57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2" name="Group 1533">
              <a:extLst>
                <a:ext uri="{FF2B5EF4-FFF2-40B4-BE49-F238E27FC236}">
                  <a16:creationId xmlns:a16="http://schemas.microsoft.com/office/drawing/2014/main" id="{500BDF21-96A9-DFC2-A7B9-F20F19E353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93" name="Oval 1534">
                <a:extLst>
                  <a:ext uri="{FF2B5EF4-FFF2-40B4-BE49-F238E27FC236}">
                    <a16:creationId xmlns:a16="http://schemas.microsoft.com/office/drawing/2014/main" id="{2190040E-4694-A8B7-36B4-49936F471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4" name="Oval 1535">
                <a:extLst>
                  <a:ext uri="{FF2B5EF4-FFF2-40B4-BE49-F238E27FC236}">
                    <a16:creationId xmlns:a16="http://schemas.microsoft.com/office/drawing/2014/main" id="{2311715B-ADC8-9FB6-21C1-BC3411EA18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5" name="Freeform 1536">
                <a:extLst>
                  <a:ext uri="{FF2B5EF4-FFF2-40B4-BE49-F238E27FC236}">
                    <a16:creationId xmlns:a16="http://schemas.microsoft.com/office/drawing/2014/main" id="{51015A4F-C786-981C-C4E5-45F07D2DF7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Freeform 1537">
                <a:extLst>
                  <a:ext uri="{FF2B5EF4-FFF2-40B4-BE49-F238E27FC236}">
                    <a16:creationId xmlns:a16="http://schemas.microsoft.com/office/drawing/2014/main" id="{97ABA0B4-17AE-D70F-A748-B4440072A7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Freeform 1538">
                <a:extLst>
                  <a:ext uri="{FF2B5EF4-FFF2-40B4-BE49-F238E27FC236}">
                    <a16:creationId xmlns:a16="http://schemas.microsoft.com/office/drawing/2014/main" id="{1ED7CB41-186A-1B35-17C2-423C7118EE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Oval 1539">
                <a:extLst>
                  <a:ext uri="{FF2B5EF4-FFF2-40B4-BE49-F238E27FC236}">
                    <a16:creationId xmlns:a16="http://schemas.microsoft.com/office/drawing/2014/main" id="{66683B14-D7CC-1D8A-3D2E-C02B75C6C5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3" name="Group 1540">
              <a:extLst>
                <a:ext uri="{FF2B5EF4-FFF2-40B4-BE49-F238E27FC236}">
                  <a16:creationId xmlns:a16="http://schemas.microsoft.com/office/drawing/2014/main" id="{AE96FE4B-173E-27F5-0277-41CAF134A5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87" name="Oval 1541">
                <a:extLst>
                  <a:ext uri="{FF2B5EF4-FFF2-40B4-BE49-F238E27FC236}">
                    <a16:creationId xmlns:a16="http://schemas.microsoft.com/office/drawing/2014/main" id="{CB61B993-E4F0-78F6-D022-2B78A7035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8" name="Oval 1542">
                <a:extLst>
                  <a:ext uri="{FF2B5EF4-FFF2-40B4-BE49-F238E27FC236}">
                    <a16:creationId xmlns:a16="http://schemas.microsoft.com/office/drawing/2014/main" id="{C70E0285-DDA0-71D4-D69D-F804A7C91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9" name="Freeform 1543">
                <a:extLst>
                  <a:ext uri="{FF2B5EF4-FFF2-40B4-BE49-F238E27FC236}">
                    <a16:creationId xmlns:a16="http://schemas.microsoft.com/office/drawing/2014/main" id="{C3AB0544-64BF-910E-4888-8909C497B2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 1544">
                <a:extLst>
                  <a:ext uri="{FF2B5EF4-FFF2-40B4-BE49-F238E27FC236}">
                    <a16:creationId xmlns:a16="http://schemas.microsoft.com/office/drawing/2014/main" id="{46EE73E7-5579-7E07-0731-FD9306362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Freeform 1545">
                <a:extLst>
                  <a:ext uri="{FF2B5EF4-FFF2-40B4-BE49-F238E27FC236}">
                    <a16:creationId xmlns:a16="http://schemas.microsoft.com/office/drawing/2014/main" id="{E227FDC1-B8B0-B331-0520-9B78DF9D90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Oval 1546">
                <a:extLst>
                  <a:ext uri="{FF2B5EF4-FFF2-40B4-BE49-F238E27FC236}">
                    <a16:creationId xmlns:a16="http://schemas.microsoft.com/office/drawing/2014/main" id="{098C853F-7A82-D899-2E2A-5A201134B0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4" name="Group 1547">
              <a:extLst>
                <a:ext uri="{FF2B5EF4-FFF2-40B4-BE49-F238E27FC236}">
                  <a16:creationId xmlns:a16="http://schemas.microsoft.com/office/drawing/2014/main" id="{CF71948F-8C1F-A78A-1B1B-1D454D9CEA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81" name="Oval 1548">
                <a:extLst>
                  <a:ext uri="{FF2B5EF4-FFF2-40B4-BE49-F238E27FC236}">
                    <a16:creationId xmlns:a16="http://schemas.microsoft.com/office/drawing/2014/main" id="{B9B44786-8919-EC95-4462-9CC330F6F3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2" name="Oval 1549">
                <a:extLst>
                  <a:ext uri="{FF2B5EF4-FFF2-40B4-BE49-F238E27FC236}">
                    <a16:creationId xmlns:a16="http://schemas.microsoft.com/office/drawing/2014/main" id="{95206C2A-CB01-C895-E0A2-E3E5D4D08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3" name="Freeform 1550">
                <a:extLst>
                  <a:ext uri="{FF2B5EF4-FFF2-40B4-BE49-F238E27FC236}">
                    <a16:creationId xmlns:a16="http://schemas.microsoft.com/office/drawing/2014/main" id="{DB59989E-1530-A90E-1DF9-E5DFD738E3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 1551">
                <a:extLst>
                  <a:ext uri="{FF2B5EF4-FFF2-40B4-BE49-F238E27FC236}">
                    <a16:creationId xmlns:a16="http://schemas.microsoft.com/office/drawing/2014/main" id="{1B0299D8-CF89-98CB-9135-80F52495E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eform 1552">
                <a:extLst>
                  <a:ext uri="{FF2B5EF4-FFF2-40B4-BE49-F238E27FC236}">
                    <a16:creationId xmlns:a16="http://schemas.microsoft.com/office/drawing/2014/main" id="{111C57A9-B67A-D8FF-5B66-CC33A70808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Oval 1553">
                <a:extLst>
                  <a:ext uri="{FF2B5EF4-FFF2-40B4-BE49-F238E27FC236}">
                    <a16:creationId xmlns:a16="http://schemas.microsoft.com/office/drawing/2014/main" id="{0EA8F94F-259C-9BC0-5FB5-0AB3195C1A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5" name="Group 1554">
              <a:extLst>
                <a:ext uri="{FF2B5EF4-FFF2-40B4-BE49-F238E27FC236}">
                  <a16:creationId xmlns:a16="http://schemas.microsoft.com/office/drawing/2014/main" id="{9C97BAF9-FC1F-F6BA-D41B-1C39295362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75" name="Oval 1555">
                <a:extLst>
                  <a:ext uri="{FF2B5EF4-FFF2-40B4-BE49-F238E27FC236}">
                    <a16:creationId xmlns:a16="http://schemas.microsoft.com/office/drawing/2014/main" id="{65918EF0-B52B-1EE9-E985-C20CA332AE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6" name="Oval 1556">
                <a:extLst>
                  <a:ext uri="{FF2B5EF4-FFF2-40B4-BE49-F238E27FC236}">
                    <a16:creationId xmlns:a16="http://schemas.microsoft.com/office/drawing/2014/main" id="{C64F6C9E-6E62-DD40-91C9-4C5813500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7" name="Freeform 1557">
                <a:extLst>
                  <a:ext uri="{FF2B5EF4-FFF2-40B4-BE49-F238E27FC236}">
                    <a16:creationId xmlns:a16="http://schemas.microsoft.com/office/drawing/2014/main" id="{32475066-5FB8-FC96-AE5C-13237E1208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 1558">
                <a:extLst>
                  <a:ext uri="{FF2B5EF4-FFF2-40B4-BE49-F238E27FC236}">
                    <a16:creationId xmlns:a16="http://schemas.microsoft.com/office/drawing/2014/main" id="{1054EFF3-313F-7348-B59B-6E062E5BAB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eform 1559">
                <a:extLst>
                  <a:ext uri="{FF2B5EF4-FFF2-40B4-BE49-F238E27FC236}">
                    <a16:creationId xmlns:a16="http://schemas.microsoft.com/office/drawing/2014/main" id="{22DE5AB3-7141-AFD3-959E-873A3FAC6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Oval 1560">
                <a:extLst>
                  <a:ext uri="{FF2B5EF4-FFF2-40B4-BE49-F238E27FC236}">
                    <a16:creationId xmlns:a16="http://schemas.microsoft.com/office/drawing/2014/main" id="{897E32B7-4D11-CF45-AC2C-AB92C6749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6" name="Group 1561">
              <a:extLst>
                <a:ext uri="{FF2B5EF4-FFF2-40B4-BE49-F238E27FC236}">
                  <a16:creationId xmlns:a16="http://schemas.microsoft.com/office/drawing/2014/main" id="{308572D1-230B-92AA-4587-B374AF268B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69" name="Oval 1562">
                <a:extLst>
                  <a:ext uri="{FF2B5EF4-FFF2-40B4-BE49-F238E27FC236}">
                    <a16:creationId xmlns:a16="http://schemas.microsoft.com/office/drawing/2014/main" id="{C9A8A508-6453-E1E6-E271-CE4F51FF1D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0" name="Oval 1563">
                <a:extLst>
                  <a:ext uri="{FF2B5EF4-FFF2-40B4-BE49-F238E27FC236}">
                    <a16:creationId xmlns:a16="http://schemas.microsoft.com/office/drawing/2014/main" id="{6DEEFF57-87AB-9E76-BE86-0428E4BC2A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1" name="Freeform 1564">
                <a:extLst>
                  <a:ext uri="{FF2B5EF4-FFF2-40B4-BE49-F238E27FC236}">
                    <a16:creationId xmlns:a16="http://schemas.microsoft.com/office/drawing/2014/main" id="{5FCECF2A-21EC-BE95-3146-F4DD4B1551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 1565">
                <a:extLst>
                  <a:ext uri="{FF2B5EF4-FFF2-40B4-BE49-F238E27FC236}">
                    <a16:creationId xmlns:a16="http://schemas.microsoft.com/office/drawing/2014/main" id="{485288A4-C3BA-0D8D-E103-45DA57BD6A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eform 1566">
                <a:extLst>
                  <a:ext uri="{FF2B5EF4-FFF2-40B4-BE49-F238E27FC236}">
                    <a16:creationId xmlns:a16="http://schemas.microsoft.com/office/drawing/2014/main" id="{52183163-828F-E53B-8B48-9D41E4D8B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Oval 1567">
                <a:extLst>
                  <a:ext uri="{FF2B5EF4-FFF2-40B4-BE49-F238E27FC236}">
                    <a16:creationId xmlns:a16="http://schemas.microsoft.com/office/drawing/2014/main" id="{A8735C03-BF11-D873-E33F-75B3D9C15C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7" name="Group 1568">
              <a:extLst>
                <a:ext uri="{FF2B5EF4-FFF2-40B4-BE49-F238E27FC236}">
                  <a16:creationId xmlns:a16="http://schemas.microsoft.com/office/drawing/2014/main" id="{703F41B5-5662-8ED5-1F9A-F76BEA35DE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63" name="Oval 1569">
                <a:extLst>
                  <a:ext uri="{FF2B5EF4-FFF2-40B4-BE49-F238E27FC236}">
                    <a16:creationId xmlns:a16="http://schemas.microsoft.com/office/drawing/2014/main" id="{7D26CD61-DF59-2E02-05B7-FDBDBD30A1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" name="Oval 1570">
                <a:extLst>
                  <a:ext uri="{FF2B5EF4-FFF2-40B4-BE49-F238E27FC236}">
                    <a16:creationId xmlns:a16="http://schemas.microsoft.com/office/drawing/2014/main" id="{063BFED7-86D4-F888-419A-CF17AC901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" name="Freeform 1571">
                <a:extLst>
                  <a:ext uri="{FF2B5EF4-FFF2-40B4-BE49-F238E27FC236}">
                    <a16:creationId xmlns:a16="http://schemas.microsoft.com/office/drawing/2014/main" id="{3A89558B-3444-84A3-9000-41E60126EB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 1572">
                <a:extLst>
                  <a:ext uri="{FF2B5EF4-FFF2-40B4-BE49-F238E27FC236}">
                    <a16:creationId xmlns:a16="http://schemas.microsoft.com/office/drawing/2014/main" id="{BC93D941-9B6F-F5DE-2B87-76F06B7952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eform 1573">
                <a:extLst>
                  <a:ext uri="{FF2B5EF4-FFF2-40B4-BE49-F238E27FC236}">
                    <a16:creationId xmlns:a16="http://schemas.microsoft.com/office/drawing/2014/main" id="{297C395A-C765-5675-7389-42DCE34FB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Oval 1574">
                <a:extLst>
                  <a:ext uri="{FF2B5EF4-FFF2-40B4-BE49-F238E27FC236}">
                    <a16:creationId xmlns:a16="http://schemas.microsoft.com/office/drawing/2014/main" id="{91652EAD-7135-CD44-E3A9-EA5079F79A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8" name="Group 1575">
              <a:extLst>
                <a:ext uri="{FF2B5EF4-FFF2-40B4-BE49-F238E27FC236}">
                  <a16:creationId xmlns:a16="http://schemas.microsoft.com/office/drawing/2014/main" id="{9ACCC86B-41A1-6348-DDAB-CB7C6D1F30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57" name="Oval 1576">
                <a:extLst>
                  <a:ext uri="{FF2B5EF4-FFF2-40B4-BE49-F238E27FC236}">
                    <a16:creationId xmlns:a16="http://schemas.microsoft.com/office/drawing/2014/main" id="{05348336-53B8-5309-2904-FFE160A87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" name="Oval 1577">
                <a:extLst>
                  <a:ext uri="{FF2B5EF4-FFF2-40B4-BE49-F238E27FC236}">
                    <a16:creationId xmlns:a16="http://schemas.microsoft.com/office/drawing/2014/main" id="{7C004CA8-5BFB-BFC2-7AAC-601AA787D5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" name="Freeform 1578">
                <a:extLst>
                  <a:ext uri="{FF2B5EF4-FFF2-40B4-BE49-F238E27FC236}">
                    <a16:creationId xmlns:a16="http://schemas.microsoft.com/office/drawing/2014/main" id="{E9F81444-22B5-7819-CDB3-EFC18D227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 1579">
                <a:extLst>
                  <a:ext uri="{FF2B5EF4-FFF2-40B4-BE49-F238E27FC236}">
                    <a16:creationId xmlns:a16="http://schemas.microsoft.com/office/drawing/2014/main" id="{208A60A1-1430-4A9A-3D0A-98D2E1AF57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Freeform 1580">
                <a:extLst>
                  <a:ext uri="{FF2B5EF4-FFF2-40B4-BE49-F238E27FC236}">
                    <a16:creationId xmlns:a16="http://schemas.microsoft.com/office/drawing/2014/main" id="{15AC36B6-91AE-8336-0629-E9DC0F421B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Oval 1581">
                <a:extLst>
                  <a:ext uri="{FF2B5EF4-FFF2-40B4-BE49-F238E27FC236}">
                    <a16:creationId xmlns:a16="http://schemas.microsoft.com/office/drawing/2014/main" id="{2E5B22CD-AD7F-FF8B-9322-99EA593C1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9" name="Group 1582">
              <a:extLst>
                <a:ext uri="{FF2B5EF4-FFF2-40B4-BE49-F238E27FC236}">
                  <a16:creationId xmlns:a16="http://schemas.microsoft.com/office/drawing/2014/main" id="{A50BD111-C9E3-6847-96DA-1619FF6543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51" name="Oval 1583">
                <a:extLst>
                  <a:ext uri="{FF2B5EF4-FFF2-40B4-BE49-F238E27FC236}">
                    <a16:creationId xmlns:a16="http://schemas.microsoft.com/office/drawing/2014/main" id="{2136A205-F558-61EC-1A61-23B05B4C67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" name="Oval 1584">
                <a:extLst>
                  <a:ext uri="{FF2B5EF4-FFF2-40B4-BE49-F238E27FC236}">
                    <a16:creationId xmlns:a16="http://schemas.microsoft.com/office/drawing/2014/main" id="{4C4407CF-64DC-E376-0FB9-C860F3346F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" name="Freeform 1585">
                <a:extLst>
                  <a:ext uri="{FF2B5EF4-FFF2-40B4-BE49-F238E27FC236}">
                    <a16:creationId xmlns:a16="http://schemas.microsoft.com/office/drawing/2014/main" id="{E9E328C1-3A1A-375A-1E32-D9CF70FEDB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 1586">
                <a:extLst>
                  <a:ext uri="{FF2B5EF4-FFF2-40B4-BE49-F238E27FC236}">
                    <a16:creationId xmlns:a16="http://schemas.microsoft.com/office/drawing/2014/main" id="{FE0CC4CF-E9CE-DE00-E626-DE1D4E2BB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Freeform 1587">
                <a:extLst>
                  <a:ext uri="{FF2B5EF4-FFF2-40B4-BE49-F238E27FC236}">
                    <a16:creationId xmlns:a16="http://schemas.microsoft.com/office/drawing/2014/main" id="{C6C83465-DDE3-7388-2BE9-3747D2DF3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Oval 1588">
                <a:extLst>
                  <a:ext uri="{FF2B5EF4-FFF2-40B4-BE49-F238E27FC236}">
                    <a16:creationId xmlns:a16="http://schemas.microsoft.com/office/drawing/2014/main" id="{873472FE-DD0C-1FFE-2A70-F0E80D9AE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0" name="Group 1589">
              <a:extLst>
                <a:ext uri="{FF2B5EF4-FFF2-40B4-BE49-F238E27FC236}">
                  <a16:creationId xmlns:a16="http://schemas.microsoft.com/office/drawing/2014/main" id="{CB6CCDB9-5128-D0D3-C1DF-86CDBA88D1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45" name="Oval 1590">
                <a:extLst>
                  <a:ext uri="{FF2B5EF4-FFF2-40B4-BE49-F238E27FC236}">
                    <a16:creationId xmlns:a16="http://schemas.microsoft.com/office/drawing/2014/main" id="{A5C65E18-60E8-CCA8-0862-1CCE57B7DD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6" name="Oval 1591">
                <a:extLst>
                  <a:ext uri="{FF2B5EF4-FFF2-40B4-BE49-F238E27FC236}">
                    <a16:creationId xmlns:a16="http://schemas.microsoft.com/office/drawing/2014/main" id="{FD13C15A-143A-4B8F-8A0C-4C38ADFA2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7" name="Freeform 1592">
                <a:extLst>
                  <a:ext uri="{FF2B5EF4-FFF2-40B4-BE49-F238E27FC236}">
                    <a16:creationId xmlns:a16="http://schemas.microsoft.com/office/drawing/2014/main" id="{9022E11F-C959-98B6-FE77-89481292C4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 1593">
                <a:extLst>
                  <a:ext uri="{FF2B5EF4-FFF2-40B4-BE49-F238E27FC236}">
                    <a16:creationId xmlns:a16="http://schemas.microsoft.com/office/drawing/2014/main" id="{2B6431BB-DB25-E4FC-5DFA-0CB66F87A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Freeform 1594">
                <a:extLst>
                  <a:ext uri="{FF2B5EF4-FFF2-40B4-BE49-F238E27FC236}">
                    <a16:creationId xmlns:a16="http://schemas.microsoft.com/office/drawing/2014/main" id="{CAF1C9A4-BB4E-3400-B89D-41902B30A6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Oval 1595">
                <a:extLst>
                  <a:ext uri="{FF2B5EF4-FFF2-40B4-BE49-F238E27FC236}">
                    <a16:creationId xmlns:a16="http://schemas.microsoft.com/office/drawing/2014/main" id="{6304A457-C7B1-FD37-CA5B-C92ED356CF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1" name="Group 1596">
              <a:extLst>
                <a:ext uri="{FF2B5EF4-FFF2-40B4-BE49-F238E27FC236}">
                  <a16:creationId xmlns:a16="http://schemas.microsoft.com/office/drawing/2014/main" id="{7DE997CE-F14C-552A-E71F-733AA24DA6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39" name="Oval 1597">
                <a:extLst>
                  <a:ext uri="{FF2B5EF4-FFF2-40B4-BE49-F238E27FC236}">
                    <a16:creationId xmlns:a16="http://schemas.microsoft.com/office/drawing/2014/main" id="{2A517F55-2EF6-64D5-0841-CEB0AD11C6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0" name="Oval 1598">
                <a:extLst>
                  <a:ext uri="{FF2B5EF4-FFF2-40B4-BE49-F238E27FC236}">
                    <a16:creationId xmlns:a16="http://schemas.microsoft.com/office/drawing/2014/main" id="{F2922D0E-0808-74A7-E93E-2B3F8CC0B9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1" name="Freeform 1599">
                <a:extLst>
                  <a:ext uri="{FF2B5EF4-FFF2-40B4-BE49-F238E27FC236}">
                    <a16:creationId xmlns:a16="http://schemas.microsoft.com/office/drawing/2014/main" id="{EEE8C7C5-99C8-E082-7133-940C9F47B3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 1600">
                <a:extLst>
                  <a:ext uri="{FF2B5EF4-FFF2-40B4-BE49-F238E27FC236}">
                    <a16:creationId xmlns:a16="http://schemas.microsoft.com/office/drawing/2014/main" id="{962B8BA8-1A59-2CCD-29B2-E3D1746488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eform 1601">
                <a:extLst>
                  <a:ext uri="{FF2B5EF4-FFF2-40B4-BE49-F238E27FC236}">
                    <a16:creationId xmlns:a16="http://schemas.microsoft.com/office/drawing/2014/main" id="{8A2544C9-9295-64FA-EA02-4DF680261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Oval 1602">
                <a:extLst>
                  <a:ext uri="{FF2B5EF4-FFF2-40B4-BE49-F238E27FC236}">
                    <a16:creationId xmlns:a16="http://schemas.microsoft.com/office/drawing/2014/main" id="{EBF08D56-F62B-7D50-A314-BEAD8681ED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2" name="Group 1603">
              <a:extLst>
                <a:ext uri="{FF2B5EF4-FFF2-40B4-BE49-F238E27FC236}">
                  <a16:creationId xmlns:a16="http://schemas.microsoft.com/office/drawing/2014/main" id="{B283109C-E483-5541-B394-9190E42CF5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33" name="Oval 1604">
                <a:extLst>
                  <a:ext uri="{FF2B5EF4-FFF2-40B4-BE49-F238E27FC236}">
                    <a16:creationId xmlns:a16="http://schemas.microsoft.com/office/drawing/2014/main" id="{13A9CAF7-FCCC-60E1-976C-4EB1BB202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4" name="Oval 1605">
                <a:extLst>
                  <a:ext uri="{FF2B5EF4-FFF2-40B4-BE49-F238E27FC236}">
                    <a16:creationId xmlns:a16="http://schemas.microsoft.com/office/drawing/2014/main" id="{1C6583AE-3787-2285-628D-1DF25A560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5" name="Freeform 1606">
                <a:extLst>
                  <a:ext uri="{FF2B5EF4-FFF2-40B4-BE49-F238E27FC236}">
                    <a16:creationId xmlns:a16="http://schemas.microsoft.com/office/drawing/2014/main" id="{FA61D2BA-9E20-3780-86BC-6618768FA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eform 1607">
                <a:extLst>
                  <a:ext uri="{FF2B5EF4-FFF2-40B4-BE49-F238E27FC236}">
                    <a16:creationId xmlns:a16="http://schemas.microsoft.com/office/drawing/2014/main" id="{FF269CC4-DFEA-C336-69D7-012251470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eform 1608">
                <a:extLst>
                  <a:ext uri="{FF2B5EF4-FFF2-40B4-BE49-F238E27FC236}">
                    <a16:creationId xmlns:a16="http://schemas.microsoft.com/office/drawing/2014/main" id="{92E1559A-47FD-366F-D65F-046743B28E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Oval 1609">
                <a:extLst>
                  <a:ext uri="{FF2B5EF4-FFF2-40B4-BE49-F238E27FC236}">
                    <a16:creationId xmlns:a16="http://schemas.microsoft.com/office/drawing/2014/main" id="{BBFCC674-F165-D767-1175-99DAB160F9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25" name="Group 1385">
            <a:extLst>
              <a:ext uri="{FF2B5EF4-FFF2-40B4-BE49-F238E27FC236}">
                <a16:creationId xmlns:a16="http://schemas.microsoft.com/office/drawing/2014/main" id="{3E63FE91-32C1-C3F5-D3CF-E20A37DDAC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26" name="Group 1386">
              <a:extLst>
                <a:ext uri="{FF2B5EF4-FFF2-40B4-BE49-F238E27FC236}">
                  <a16:creationId xmlns:a16="http://schemas.microsoft.com/office/drawing/2014/main" id="{9F4818AF-E58A-526B-2C87-38C10A8778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44" name="Oval 1387">
                <a:extLst>
                  <a:ext uri="{FF2B5EF4-FFF2-40B4-BE49-F238E27FC236}">
                    <a16:creationId xmlns:a16="http://schemas.microsoft.com/office/drawing/2014/main" id="{3D9ADE22-6807-A1C8-6C89-607EDADE9D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5" name="Oval 1388">
                <a:extLst>
                  <a:ext uri="{FF2B5EF4-FFF2-40B4-BE49-F238E27FC236}">
                    <a16:creationId xmlns:a16="http://schemas.microsoft.com/office/drawing/2014/main" id="{28B23541-2B0D-9E71-C0DC-1873E0A80B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6" name="Freeform 1389">
                <a:extLst>
                  <a:ext uri="{FF2B5EF4-FFF2-40B4-BE49-F238E27FC236}">
                    <a16:creationId xmlns:a16="http://schemas.microsoft.com/office/drawing/2014/main" id="{06075ED4-B96C-1BD5-2B4C-83FBB4F87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Freeform 1390">
                <a:extLst>
                  <a:ext uri="{FF2B5EF4-FFF2-40B4-BE49-F238E27FC236}">
                    <a16:creationId xmlns:a16="http://schemas.microsoft.com/office/drawing/2014/main" id="{3C6ADE64-94A7-ACB8-3A20-3D725CFEE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" name="Freeform 1391">
                <a:extLst>
                  <a:ext uri="{FF2B5EF4-FFF2-40B4-BE49-F238E27FC236}">
                    <a16:creationId xmlns:a16="http://schemas.microsoft.com/office/drawing/2014/main" id="{8E31746A-F585-BB74-2D7B-EE4F441F7E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Oval 1392">
                <a:extLst>
                  <a:ext uri="{FF2B5EF4-FFF2-40B4-BE49-F238E27FC236}">
                    <a16:creationId xmlns:a16="http://schemas.microsoft.com/office/drawing/2014/main" id="{85999345-01D2-F6C6-0B84-498B25352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393">
              <a:extLst>
                <a:ext uri="{FF2B5EF4-FFF2-40B4-BE49-F238E27FC236}">
                  <a16:creationId xmlns:a16="http://schemas.microsoft.com/office/drawing/2014/main" id="{C0B879FB-F910-890D-D296-E7CC86F494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38" name="Oval 1394">
                <a:extLst>
                  <a:ext uri="{FF2B5EF4-FFF2-40B4-BE49-F238E27FC236}">
                    <a16:creationId xmlns:a16="http://schemas.microsoft.com/office/drawing/2014/main" id="{E37D4796-3757-9CCD-AB85-E1DC70F37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9" name="Oval 1395">
                <a:extLst>
                  <a:ext uri="{FF2B5EF4-FFF2-40B4-BE49-F238E27FC236}">
                    <a16:creationId xmlns:a16="http://schemas.microsoft.com/office/drawing/2014/main" id="{39C21AF1-48F3-3572-136C-2ED7C4B570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0" name="Freeform 1396">
                <a:extLst>
                  <a:ext uri="{FF2B5EF4-FFF2-40B4-BE49-F238E27FC236}">
                    <a16:creationId xmlns:a16="http://schemas.microsoft.com/office/drawing/2014/main" id="{7F523CEB-3259-5389-F0AA-6E6D2A291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Freeform 1397">
                <a:extLst>
                  <a:ext uri="{FF2B5EF4-FFF2-40B4-BE49-F238E27FC236}">
                    <a16:creationId xmlns:a16="http://schemas.microsoft.com/office/drawing/2014/main" id="{59EE87B7-F545-D38E-9647-AFCCD7C777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" name="Freeform 1398">
                <a:extLst>
                  <a:ext uri="{FF2B5EF4-FFF2-40B4-BE49-F238E27FC236}">
                    <a16:creationId xmlns:a16="http://schemas.microsoft.com/office/drawing/2014/main" id="{9C60B084-21BF-627F-37C9-B472212F84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Oval 1399">
                <a:extLst>
                  <a:ext uri="{FF2B5EF4-FFF2-40B4-BE49-F238E27FC236}">
                    <a16:creationId xmlns:a16="http://schemas.microsoft.com/office/drawing/2014/main" id="{015A50AB-D1C5-BBF2-DF3C-1DE0C4353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400">
              <a:extLst>
                <a:ext uri="{FF2B5EF4-FFF2-40B4-BE49-F238E27FC236}">
                  <a16:creationId xmlns:a16="http://schemas.microsoft.com/office/drawing/2014/main" id="{77A2DD65-7FCE-62B7-7A88-55D9F2B6B6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32" name="Oval 1401">
                <a:extLst>
                  <a:ext uri="{FF2B5EF4-FFF2-40B4-BE49-F238E27FC236}">
                    <a16:creationId xmlns:a16="http://schemas.microsoft.com/office/drawing/2014/main" id="{A6B02F3D-152A-1E92-8A7E-072BA370CF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3" name="Oval 1402">
                <a:extLst>
                  <a:ext uri="{FF2B5EF4-FFF2-40B4-BE49-F238E27FC236}">
                    <a16:creationId xmlns:a16="http://schemas.microsoft.com/office/drawing/2014/main" id="{F8E7ED36-CD06-465C-1347-7A2C49803A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4" name="Freeform 1403">
                <a:extLst>
                  <a:ext uri="{FF2B5EF4-FFF2-40B4-BE49-F238E27FC236}">
                    <a16:creationId xmlns:a16="http://schemas.microsoft.com/office/drawing/2014/main" id="{7EC8CA28-ACF1-76DA-BE22-4A4376B49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Freeform 1404">
                <a:extLst>
                  <a:ext uri="{FF2B5EF4-FFF2-40B4-BE49-F238E27FC236}">
                    <a16:creationId xmlns:a16="http://schemas.microsoft.com/office/drawing/2014/main" id="{9D5B2231-13DC-7358-8041-2DABC3616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" name="Freeform 1405">
                <a:extLst>
                  <a:ext uri="{FF2B5EF4-FFF2-40B4-BE49-F238E27FC236}">
                    <a16:creationId xmlns:a16="http://schemas.microsoft.com/office/drawing/2014/main" id="{42912C64-0979-0C9F-A585-344894964B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Oval 1406">
                <a:extLst>
                  <a:ext uri="{FF2B5EF4-FFF2-40B4-BE49-F238E27FC236}">
                    <a16:creationId xmlns:a16="http://schemas.microsoft.com/office/drawing/2014/main" id="{0849646B-6393-8A77-C8F3-D0ED1EEACD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407">
              <a:extLst>
                <a:ext uri="{FF2B5EF4-FFF2-40B4-BE49-F238E27FC236}">
                  <a16:creationId xmlns:a16="http://schemas.microsoft.com/office/drawing/2014/main" id="{0094BAB7-6A87-E7D7-1F80-3C85137A44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26" name="Oval 1408">
                <a:extLst>
                  <a:ext uri="{FF2B5EF4-FFF2-40B4-BE49-F238E27FC236}">
                    <a16:creationId xmlns:a16="http://schemas.microsoft.com/office/drawing/2014/main" id="{0997C3C7-149D-A1A4-AEC5-592A89679D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7" name="Oval 1409">
                <a:extLst>
                  <a:ext uri="{FF2B5EF4-FFF2-40B4-BE49-F238E27FC236}">
                    <a16:creationId xmlns:a16="http://schemas.microsoft.com/office/drawing/2014/main" id="{DBBC6D1D-6192-CF9C-CCB4-AF774D40FB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8" name="Freeform 1410">
                <a:extLst>
                  <a:ext uri="{FF2B5EF4-FFF2-40B4-BE49-F238E27FC236}">
                    <a16:creationId xmlns:a16="http://schemas.microsoft.com/office/drawing/2014/main" id="{A55316F4-0C19-D711-7ED9-EC4D63F912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Freeform 1411">
                <a:extLst>
                  <a:ext uri="{FF2B5EF4-FFF2-40B4-BE49-F238E27FC236}">
                    <a16:creationId xmlns:a16="http://schemas.microsoft.com/office/drawing/2014/main" id="{3FE7ABFB-4582-61EA-1553-ADD0C3AFA0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" name="Freeform 1412">
                <a:extLst>
                  <a:ext uri="{FF2B5EF4-FFF2-40B4-BE49-F238E27FC236}">
                    <a16:creationId xmlns:a16="http://schemas.microsoft.com/office/drawing/2014/main" id="{2890AB5F-DD5D-5E4B-D6D7-050BCDEE7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Oval 1413">
                <a:extLst>
                  <a:ext uri="{FF2B5EF4-FFF2-40B4-BE49-F238E27FC236}">
                    <a16:creationId xmlns:a16="http://schemas.microsoft.com/office/drawing/2014/main" id="{4765AE1C-EDD2-615D-F1FE-093FC78406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414">
              <a:extLst>
                <a:ext uri="{FF2B5EF4-FFF2-40B4-BE49-F238E27FC236}">
                  <a16:creationId xmlns:a16="http://schemas.microsoft.com/office/drawing/2014/main" id="{96DEAE7A-71D2-7DCF-286D-1BE4565BC4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20" name="Oval 1415">
                <a:extLst>
                  <a:ext uri="{FF2B5EF4-FFF2-40B4-BE49-F238E27FC236}">
                    <a16:creationId xmlns:a16="http://schemas.microsoft.com/office/drawing/2014/main" id="{0409C3BB-FAD2-33DD-D0BF-9DF7EEC0B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1" name="Oval 1416">
                <a:extLst>
                  <a:ext uri="{FF2B5EF4-FFF2-40B4-BE49-F238E27FC236}">
                    <a16:creationId xmlns:a16="http://schemas.microsoft.com/office/drawing/2014/main" id="{69EF386D-5998-020C-8F94-83216E9EF4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2" name="Freeform 1417">
                <a:extLst>
                  <a:ext uri="{FF2B5EF4-FFF2-40B4-BE49-F238E27FC236}">
                    <a16:creationId xmlns:a16="http://schemas.microsoft.com/office/drawing/2014/main" id="{301EAA97-D349-CB11-74B6-9B5D940995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Freeform 1418">
                <a:extLst>
                  <a:ext uri="{FF2B5EF4-FFF2-40B4-BE49-F238E27FC236}">
                    <a16:creationId xmlns:a16="http://schemas.microsoft.com/office/drawing/2014/main" id="{A50625C7-4AA0-2410-E58A-DBFE886165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4" name="Freeform 1419">
                <a:extLst>
                  <a:ext uri="{FF2B5EF4-FFF2-40B4-BE49-F238E27FC236}">
                    <a16:creationId xmlns:a16="http://schemas.microsoft.com/office/drawing/2014/main" id="{E9802F6D-103B-F0D8-FA1E-67CC832A03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Oval 1420">
                <a:extLst>
                  <a:ext uri="{FF2B5EF4-FFF2-40B4-BE49-F238E27FC236}">
                    <a16:creationId xmlns:a16="http://schemas.microsoft.com/office/drawing/2014/main" id="{B4131867-03B2-DF7B-A058-3E408FB086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421">
              <a:extLst>
                <a:ext uri="{FF2B5EF4-FFF2-40B4-BE49-F238E27FC236}">
                  <a16:creationId xmlns:a16="http://schemas.microsoft.com/office/drawing/2014/main" id="{A6E67B8C-4714-C016-738C-2218DF38B5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14" name="Oval 1422">
                <a:extLst>
                  <a:ext uri="{FF2B5EF4-FFF2-40B4-BE49-F238E27FC236}">
                    <a16:creationId xmlns:a16="http://schemas.microsoft.com/office/drawing/2014/main" id="{6640D3FB-4C54-FB8C-B30F-5275D327F7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5" name="Oval 1423">
                <a:extLst>
                  <a:ext uri="{FF2B5EF4-FFF2-40B4-BE49-F238E27FC236}">
                    <a16:creationId xmlns:a16="http://schemas.microsoft.com/office/drawing/2014/main" id="{022DF7B4-6895-4BC6-88EC-132B324BA2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6" name="Freeform 1424">
                <a:extLst>
                  <a:ext uri="{FF2B5EF4-FFF2-40B4-BE49-F238E27FC236}">
                    <a16:creationId xmlns:a16="http://schemas.microsoft.com/office/drawing/2014/main" id="{D94E0438-36D4-C929-76A5-F288E074BF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Freeform 1425">
                <a:extLst>
                  <a:ext uri="{FF2B5EF4-FFF2-40B4-BE49-F238E27FC236}">
                    <a16:creationId xmlns:a16="http://schemas.microsoft.com/office/drawing/2014/main" id="{C52EEDAE-F454-CB77-B629-439785C25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8" name="Freeform 1426">
                <a:extLst>
                  <a:ext uri="{FF2B5EF4-FFF2-40B4-BE49-F238E27FC236}">
                    <a16:creationId xmlns:a16="http://schemas.microsoft.com/office/drawing/2014/main" id="{890148EB-98D9-0467-CC84-3F44F5BA88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Oval 1427">
                <a:extLst>
                  <a:ext uri="{FF2B5EF4-FFF2-40B4-BE49-F238E27FC236}">
                    <a16:creationId xmlns:a16="http://schemas.microsoft.com/office/drawing/2014/main" id="{775AB8AB-8A48-2599-1026-FE224B52C3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428">
              <a:extLst>
                <a:ext uri="{FF2B5EF4-FFF2-40B4-BE49-F238E27FC236}">
                  <a16:creationId xmlns:a16="http://schemas.microsoft.com/office/drawing/2014/main" id="{BFC49C2D-B690-F63B-D74F-D49D1316FD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08" name="Oval 1429">
                <a:extLst>
                  <a:ext uri="{FF2B5EF4-FFF2-40B4-BE49-F238E27FC236}">
                    <a16:creationId xmlns:a16="http://schemas.microsoft.com/office/drawing/2014/main" id="{B183295F-5150-0AF5-B80C-30FF7DE482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9" name="Oval 1430">
                <a:extLst>
                  <a:ext uri="{FF2B5EF4-FFF2-40B4-BE49-F238E27FC236}">
                    <a16:creationId xmlns:a16="http://schemas.microsoft.com/office/drawing/2014/main" id="{EC84DA92-41F8-F11B-7EA2-FF12D8578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0" name="Freeform 1431">
                <a:extLst>
                  <a:ext uri="{FF2B5EF4-FFF2-40B4-BE49-F238E27FC236}">
                    <a16:creationId xmlns:a16="http://schemas.microsoft.com/office/drawing/2014/main" id="{097195F4-E900-5E56-9F26-F5A1D8757E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Freeform 1432">
                <a:extLst>
                  <a:ext uri="{FF2B5EF4-FFF2-40B4-BE49-F238E27FC236}">
                    <a16:creationId xmlns:a16="http://schemas.microsoft.com/office/drawing/2014/main" id="{591B7EB7-6B88-43C4-93AF-8C2FD6B614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2" name="Freeform 1433">
                <a:extLst>
                  <a:ext uri="{FF2B5EF4-FFF2-40B4-BE49-F238E27FC236}">
                    <a16:creationId xmlns:a16="http://schemas.microsoft.com/office/drawing/2014/main" id="{A5635A4A-2670-E815-A86D-003B458D26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Oval 1434">
                <a:extLst>
                  <a:ext uri="{FF2B5EF4-FFF2-40B4-BE49-F238E27FC236}">
                    <a16:creationId xmlns:a16="http://schemas.microsoft.com/office/drawing/2014/main" id="{21D35374-9196-74FF-9365-BEF2F42AFD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435">
              <a:extLst>
                <a:ext uri="{FF2B5EF4-FFF2-40B4-BE49-F238E27FC236}">
                  <a16:creationId xmlns:a16="http://schemas.microsoft.com/office/drawing/2014/main" id="{1E9D5BCB-B372-E112-89BB-DF95CD0C4D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02" name="Oval 1436">
                <a:extLst>
                  <a:ext uri="{FF2B5EF4-FFF2-40B4-BE49-F238E27FC236}">
                    <a16:creationId xmlns:a16="http://schemas.microsoft.com/office/drawing/2014/main" id="{29A6993A-53A2-6349-F664-A1152F4C60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3" name="Oval 1437">
                <a:extLst>
                  <a:ext uri="{FF2B5EF4-FFF2-40B4-BE49-F238E27FC236}">
                    <a16:creationId xmlns:a16="http://schemas.microsoft.com/office/drawing/2014/main" id="{104872C3-5271-5A0D-93C6-3BC8FA52A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4" name="Freeform 1438">
                <a:extLst>
                  <a:ext uri="{FF2B5EF4-FFF2-40B4-BE49-F238E27FC236}">
                    <a16:creationId xmlns:a16="http://schemas.microsoft.com/office/drawing/2014/main" id="{9B5AE252-694A-8F27-91AA-569C67AEE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Freeform 1439">
                <a:extLst>
                  <a:ext uri="{FF2B5EF4-FFF2-40B4-BE49-F238E27FC236}">
                    <a16:creationId xmlns:a16="http://schemas.microsoft.com/office/drawing/2014/main" id="{3D2DD04A-0C4B-843E-20DC-4E0957E70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" name="Freeform 1440">
                <a:extLst>
                  <a:ext uri="{FF2B5EF4-FFF2-40B4-BE49-F238E27FC236}">
                    <a16:creationId xmlns:a16="http://schemas.microsoft.com/office/drawing/2014/main" id="{FC1A9113-BFCB-0795-C753-6159E1ABBE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Oval 1441">
                <a:extLst>
                  <a:ext uri="{FF2B5EF4-FFF2-40B4-BE49-F238E27FC236}">
                    <a16:creationId xmlns:a16="http://schemas.microsoft.com/office/drawing/2014/main" id="{41CD02C4-EBBA-1282-1F81-D78D0B7C5B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442">
              <a:extLst>
                <a:ext uri="{FF2B5EF4-FFF2-40B4-BE49-F238E27FC236}">
                  <a16:creationId xmlns:a16="http://schemas.microsoft.com/office/drawing/2014/main" id="{0467D99D-F673-C7B6-C526-6DD224C45B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96" name="Oval 1443">
                <a:extLst>
                  <a:ext uri="{FF2B5EF4-FFF2-40B4-BE49-F238E27FC236}">
                    <a16:creationId xmlns:a16="http://schemas.microsoft.com/office/drawing/2014/main" id="{E72E907B-A3ED-9845-1EB5-D74021D8F1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7" name="Oval 1444">
                <a:extLst>
                  <a:ext uri="{FF2B5EF4-FFF2-40B4-BE49-F238E27FC236}">
                    <a16:creationId xmlns:a16="http://schemas.microsoft.com/office/drawing/2014/main" id="{008F8442-8464-4F40-3CAB-79C08DEB46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8" name="Freeform 1445">
                <a:extLst>
                  <a:ext uri="{FF2B5EF4-FFF2-40B4-BE49-F238E27FC236}">
                    <a16:creationId xmlns:a16="http://schemas.microsoft.com/office/drawing/2014/main" id="{40717BD3-AB11-7A1E-6ABD-5A1417276A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Freeform 1446">
                <a:extLst>
                  <a:ext uri="{FF2B5EF4-FFF2-40B4-BE49-F238E27FC236}">
                    <a16:creationId xmlns:a16="http://schemas.microsoft.com/office/drawing/2014/main" id="{0FC939E3-08FD-3AE5-26C9-94ACD0F220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0" name="Freeform 1447">
                <a:extLst>
                  <a:ext uri="{FF2B5EF4-FFF2-40B4-BE49-F238E27FC236}">
                    <a16:creationId xmlns:a16="http://schemas.microsoft.com/office/drawing/2014/main" id="{20A18781-8A00-E73D-A04A-46F5CEA063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Oval 1448">
                <a:extLst>
                  <a:ext uri="{FF2B5EF4-FFF2-40B4-BE49-F238E27FC236}">
                    <a16:creationId xmlns:a16="http://schemas.microsoft.com/office/drawing/2014/main" id="{F441B8D5-A712-DDA4-B79D-29EFA6EC5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449">
              <a:extLst>
                <a:ext uri="{FF2B5EF4-FFF2-40B4-BE49-F238E27FC236}">
                  <a16:creationId xmlns:a16="http://schemas.microsoft.com/office/drawing/2014/main" id="{B85978F0-CFA1-04CD-A19C-B8B4C92BFA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90" name="Oval 1450">
                <a:extLst>
                  <a:ext uri="{FF2B5EF4-FFF2-40B4-BE49-F238E27FC236}">
                    <a16:creationId xmlns:a16="http://schemas.microsoft.com/office/drawing/2014/main" id="{42F41396-C050-00D3-BC58-1AC71886B9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1" name="Oval 1451">
                <a:extLst>
                  <a:ext uri="{FF2B5EF4-FFF2-40B4-BE49-F238E27FC236}">
                    <a16:creationId xmlns:a16="http://schemas.microsoft.com/office/drawing/2014/main" id="{E5F39F30-314E-0627-84E6-FF3C7835B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2" name="Freeform 1452">
                <a:extLst>
                  <a:ext uri="{FF2B5EF4-FFF2-40B4-BE49-F238E27FC236}">
                    <a16:creationId xmlns:a16="http://schemas.microsoft.com/office/drawing/2014/main" id="{6E51B3F1-DA9E-BEC9-D3BA-8B57C0FC7D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453">
                <a:extLst>
                  <a:ext uri="{FF2B5EF4-FFF2-40B4-BE49-F238E27FC236}">
                    <a16:creationId xmlns:a16="http://schemas.microsoft.com/office/drawing/2014/main" id="{99639FD5-66A1-E6B3-C33A-F7776227C4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Freeform 1454">
                <a:extLst>
                  <a:ext uri="{FF2B5EF4-FFF2-40B4-BE49-F238E27FC236}">
                    <a16:creationId xmlns:a16="http://schemas.microsoft.com/office/drawing/2014/main" id="{B92E5C6B-6D6D-A8FC-B9F7-F9C7BAB1E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Oval 1455">
                <a:extLst>
                  <a:ext uri="{FF2B5EF4-FFF2-40B4-BE49-F238E27FC236}">
                    <a16:creationId xmlns:a16="http://schemas.microsoft.com/office/drawing/2014/main" id="{4B86E60D-A689-A1AB-0B85-1B018CA834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6" name="Group 1456">
              <a:extLst>
                <a:ext uri="{FF2B5EF4-FFF2-40B4-BE49-F238E27FC236}">
                  <a16:creationId xmlns:a16="http://schemas.microsoft.com/office/drawing/2014/main" id="{30E1C6F4-54A4-1E7A-212E-842EFBC3AF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84" name="Oval 1457">
                <a:extLst>
                  <a:ext uri="{FF2B5EF4-FFF2-40B4-BE49-F238E27FC236}">
                    <a16:creationId xmlns:a16="http://schemas.microsoft.com/office/drawing/2014/main" id="{49555EBB-849D-1616-FDF3-3981CE3A1E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5" name="Oval 1458">
                <a:extLst>
                  <a:ext uri="{FF2B5EF4-FFF2-40B4-BE49-F238E27FC236}">
                    <a16:creationId xmlns:a16="http://schemas.microsoft.com/office/drawing/2014/main" id="{CAE8E825-90B3-B649-FB7E-3E2F25830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6" name="Freeform 1459">
                <a:extLst>
                  <a:ext uri="{FF2B5EF4-FFF2-40B4-BE49-F238E27FC236}">
                    <a16:creationId xmlns:a16="http://schemas.microsoft.com/office/drawing/2014/main" id="{43DB91C1-E5E5-8CAF-EC50-CC1C19B190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460">
                <a:extLst>
                  <a:ext uri="{FF2B5EF4-FFF2-40B4-BE49-F238E27FC236}">
                    <a16:creationId xmlns:a16="http://schemas.microsoft.com/office/drawing/2014/main" id="{DCBA0E4D-003F-0C96-5863-9882FD53D3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 1461">
                <a:extLst>
                  <a:ext uri="{FF2B5EF4-FFF2-40B4-BE49-F238E27FC236}">
                    <a16:creationId xmlns:a16="http://schemas.microsoft.com/office/drawing/2014/main" id="{CB6DD221-6EB9-0186-FD8E-EBDCCD4FFA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Oval 1462">
                <a:extLst>
                  <a:ext uri="{FF2B5EF4-FFF2-40B4-BE49-F238E27FC236}">
                    <a16:creationId xmlns:a16="http://schemas.microsoft.com/office/drawing/2014/main" id="{554B3076-4AB4-8530-0E34-2FF5CBA06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7" name="Group 1463">
              <a:extLst>
                <a:ext uri="{FF2B5EF4-FFF2-40B4-BE49-F238E27FC236}">
                  <a16:creationId xmlns:a16="http://schemas.microsoft.com/office/drawing/2014/main" id="{EEC86242-2884-7ED3-CEF4-E1716A031A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78" name="Oval 1464">
                <a:extLst>
                  <a:ext uri="{FF2B5EF4-FFF2-40B4-BE49-F238E27FC236}">
                    <a16:creationId xmlns:a16="http://schemas.microsoft.com/office/drawing/2014/main" id="{0FFCB5BC-77E6-9B8E-EE64-944F4BA5B7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9" name="Oval 1465">
                <a:extLst>
                  <a:ext uri="{FF2B5EF4-FFF2-40B4-BE49-F238E27FC236}">
                    <a16:creationId xmlns:a16="http://schemas.microsoft.com/office/drawing/2014/main" id="{1C634359-FDAA-57E1-9A50-8DAF44C08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0" name="Freeform 1466">
                <a:extLst>
                  <a:ext uri="{FF2B5EF4-FFF2-40B4-BE49-F238E27FC236}">
                    <a16:creationId xmlns:a16="http://schemas.microsoft.com/office/drawing/2014/main" id="{8F7BD26A-6E28-5185-74B9-D673E0F22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467">
                <a:extLst>
                  <a:ext uri="{FF2B5EF4-FFF2-40B4-BE49-F238E27FC236}">
                    <a16:creationId xmlns:a16="http://schemas.microsoft.com/office/drawing/2014/main" id="{638E9498-2041-AF13-3FBC-CFFFA585C7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 1468">
                <a:extLst>
                  <a:ext uri="{FF2B5EF4-FFF2-40B4-BE49-F238E27FC236}">
                    <a16:creationId xmlns:a16="http://schemas.microsoft.com/office/drawing/2014/main" id="{CF684833-80F3-A236-C0B6-E3F158496D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Oval 1469">
                <a:extLst>
                  <a:ext uri="{FF2B5EF4-FFF2-40B4-BE49-F238E27FC236}">
                    <a16:creationId xmlns:a16="http://schemas.microsoft.com/office/drawing/2014/main" id="{8DCD438C-A753-2B25-6EDF-E50E407111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8" name="Group 1470">
              <a:extLst>
                <a:ext uri="{FF2B5EF4-FFF2-40B4-BE49-F238E27FC236}">
                  <a16:creationId xmlns:a16="http://schemas.microsoft.com/office/drawing/2014/main" id="{D04A3D28-304F-1ABC-DF9B-F8ACFE624F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72" name="Oval 1471">
                <a:extLst>
                  <a:ext uri="{FF2B5EF4-FFF2-40B4-BE49-F238E27FC236}">
                    <a16:creationId xmlns:a16="http://schemas.microsoft.com/office/drawing/2014/main" id="{B3202EB6-FF29-D8D3-E2FD-C17D53B78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3" name="Oval 1472">
                <a:extLst>
                  <a:ext uri="{FF2B5EF4-FFF2-40B4-BE49-F238E27FC236}">
                    <a16:creationId xmlns:a16="http://schemas.microsoft.com/office/drawing/2014/main" id="{E597537C-DD58-9197-7924-CB2B30361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4" name="Freeform 1473">
                <a:extLst>
                  <a:ext uri="{FF2B5EF4-FFF2-40B4-BE49-F238E27FC236}">
                    <a16:creationId xmlns:a16="http://schemas.microsoft.com/office/drawing/2014/main" id="{F765BD9F-5684-B77B-A7E9-F8098BA2E9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1474">
                <a:extLst>
                  <a:ext uri="{FF2B5EF4-FFF2-40B4-BE49-F238E27FC236}">
                    <a16:creationId xmlns:a16="http://schemas.microsoft.com/office/drawing/2014/main" id="{9065D8CD-F364-1AD2-0480-44B08CD89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 1475">
                <a:extLst>
                  <a:ext uri="{FF2B5EF4-FFF2-40B4-BE49-F238E27FC236}">
                    <a16:creationId xmlns:a16="http://schemas.microsoft.com/office/drawing/2014/main" id="{C7EFE338-9D9A-9925-C491-FA35893EF1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Oval 1476">
                <a:extLst>
                  <a:ext uri="{FF2B5EF4-FFF2-40B4-BE49-F238E27FC236}">
                    <a16:creationId xmlns:a16="http://schemas.microsoft.com/office/drawing/2014/main" id="{0F553CC0-88A3-0965-DF90-B890AE5EF4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9" name="Group 1477">
              <a:extLst>
                <a:ext uri="{FF2B5EF4-FFF2-40B4-BE49-F238E27FC236}">
                  <a16:creationId xmlns:a16="http://schemas.microsoft.com/office/drawing/2014/main" id="{8E579FF3-753A-DBFF-A331-CF7A4F7313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66" name="Oval 1478">
                <a:extLst>
                  <a:ext uri="{FF2B5EF4-FFF2-40B4-BE49-F238E27FC236}">
                    <a16:creationId xmlns:a16="http://schemas.microsoft.com/office/drawing/2014/main" id="{B9661DD3-1971-266A-21BC-FB09D87ADF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7" name="Oval 1479">
                <a:extLst>
                  <a:ext uri="{FF2B5EF4-FFF2-40B4-BE49-F238E27FC236}">
                    <a16:creationId xmlns:a16="http://schemas.microsoft.com/office/drawing/2014/main" id="{48F33900-2D6A-17E3-7C99-95BF1B276C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8" name="Freeform 1480">
                <a:extLst>
                  <a:ext uri="{FF2B5EF4-FFF2-40B4-BE49-F238E27FC236}">
                    <a16:creationId xmlns:a16="http://schemas.microsoft.com/office/drawing/2014/main" id="{4D301EF7-5DDF-4C90-A95B-753684ECB5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1481">
                <a:extLst>
                  <a:ext uri="{FF2B5EF4-FFF2-40B4-BE49-F238E27FC236}">
                    <a16:creationId xmlns:a16="http://schemas.microsoft.com/office/drawing/2014/main" id="{378E1D5C-8B61-B000-1A07-62EC99A02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Freeform 1482">
                <a:extLst>
                  <a:ext uri="{FF2B5EF4-FFF2-40B4-BE49-F238E27FC236}">
                    <a16:creationId xmlns:a16="http://schemas.microsoft.com/office/drawing/2014/main" id="{46963174-8029-15F6-3291-4007A97520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Oval 1483">
                <a:extLst>
                  <a:ext uri="{FF2B5EF4-FFF2-40B4-BE49-F238E27FC236}">
                    <a16:creationId xmlns:a16="http://schemas.microsoft.com/office/drawing/2014/main" id="{2BCEAC48-BA21-195D-9184-A6590E9C88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0" name="Group 1484">
              <a:extLst>
                <a:ext uri="{FF2B5EF4-FFF2-40B4-BE49-F238E27FC236}">
                  <a16:creationId xmlns:a16="http://schemas.microsoft.com/office/drawing/2014/main" id="{439936F9-239E-6B87-330B-F2D097D62A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60" name="Oval 1485">
                <a:extLst>
                  <a:ext uri="{FF2B5EF4-FFF2-40B4-BE49-F238E27FC236}">
                    <a16:creationId xmlns:a16="http://schemas.microsoft.com/office/drawing/2014/main" id="{F7CBBD95-7488-BC3D-1374-2D069952D2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1" name="Oval 1486">
                <a:extLst>
                  <a:ext uri="{FF2B5EF4-FFF2-40B4-BE49-F238E27FC236}">
                    <a16:creationId xmlns:a16="http://schemas.microsoft.com/office/drawing/2014/main" id="{2002CF63-DD36-DB1B-D4A3-32BABBE71E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2" name="Freeform 1487">
                <a:extLst>
                  <a:ext uri="{FF2B5EF4-FFF2-40B4-BE49-F238E27FC236}">
                    <a16:creationId xmlns:a16="http://schemas.microsoft.com/office/drawing/2014/main" id="{EF7622DB-8598-367C-1BDC-12F4D466A1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Freeform 1488">
                <a:extLst>
                  <a:ext uri="{FF2B5EF4-FFF2-40B4-BE49-F238E27FC236}">
                    <a16:creationId xmlns:a16="http://schemas.microsoft.com/office/drawing/2014/main" id="{E8168399-5F1F-BB18-7A82-41221C02F8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 1489">
                <a:extLst>
                  <a:ext uri="{FF2B5EF4-FFF2-40B4-BE49-F238E27FC236}">
                    <a16:creationId xmlns:a16="http://schemas.microsoft.com/office/drawing/2014/main" id="{D1809FE1-7726-4149-C171-F9F40056A7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Oval 1490">
                <a:extLst>
                  <a:ext uri="{FF2B5EF4-FFF2-40B4-BE49-F238E27FC236}">
                    <a16:creationId xmlns:a16="http://schemas.microsoft.com/office/drawing/2014/main" id="{CC47169C-FB8F-4F2B-0A52-248F96ECB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1" name="Group 1491">
              <a:extLst>
                <a:ext uri="{FF2B5EF4-FFF2-40B4-BE49-F238E27FC236}">
                  <a16:creationId xmlns:a16="http://schemas.microsoft.com/office/drawing/2014/main" id="{1CE58E1B-B6E1-BAB4-3A6D-258ECA4769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54" name="Oval 1492">
                <a:extLst>
                  <a:ext uri="{FF2B5EF4-FFF2-40B4-BE49-F238E27FC236}">
                    <a16:creationId xmlns:a16="http://schemas.microsoft.com/office/drawing/2014/main" id="{ABBD90B6-3F04-168A-4CBC-17B7F5D89F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5" name="Oval 1493">
                <a:extLst>
                  <a:ext uri="{FF2B5EF4-FFF2-40B4-BE49-F238E27FC236}">
                    <a16:creationId xmlns:a16="http://schemas.microsoft.com/office/drawing/2014/main" id="{842C9B5B-FC83-C1C0-2EDF-5F4FCD1FC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6" name="Freeform 1494">
                <a:extLst>
                  <a:ext uri="{FF2B5EF4-FFF2-40B4-BE49-F238E27FC236}">
                    <a16:creationId xmlns:a16="http://schemas.microsoft.com/office/drawing/2014/main" id="{1DCBB75A-EAF2-0F54-A76F-3675BB9DD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495">
                <a:extLst>
                  <a:ext uri="{FF2B5EF4-FFF2-40B4-BE49-F238E27FC236}">
                    <a16:creationId xmlns:a16="http://schemas.microsoft.com/office/drawing/2014/main" id="{701CE3E3-4CCB-110E-E32B-8B3660B850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Freeform 1496">
                <a:extLst>
                  <a:ext uri="{FF2B5EF4-FFF2-40B4-BE49-F238E27FC236}">
                    <a16:creationId xmlns:a16="http://schemas.microsoft.com/office/drawing/2014/main" id="{1E523BC4-1262-2455-56D1-AA51F69F29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Oval 1497">
                <a:extLst>
                  <a:ext uri="{FF2B5EF4-FFF2-40B4-BE49-F238E27FC236}">
                    <a16:creationId xmlns:a16="http://schemas.microsoft.com/office/drawing/2014/main" id="{9E497C62-7B72-1384-A554-77568AD65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2" name="Group 1498">
              <a:extLst>
                <a:ext uri="{FF2B5EF4-FFF2-40B4-BE49-F238E27FC236}">
                  <a16:creationId xmlns:a16="http://schemas.microsoft.com/office/drawing/2014/main" id="{6F5D4519-9BF7-BA53-B646-CFE69B650A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48" name="Oval 1499">
                <a:extLst>
                  <a:ext uri="{FF2B5EF4-FFF2-40B4-BE49-F238E27FC236}">
                    <a16:creationId xmlns:a16="http://schemas.microsoft.com/office/drawing/2014/main" id="{AEE9B0D1-F51B-4490-EDFF-A9ADFE7A67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9" name="Oval 1500">
                <a:extLst>
                  <a:ext uri="{FF2B5EF4-FFF2-40B4-BE49-F238E27FC236}">
                    <a16:creationId xmlns:a16="http://schemas.microsoft.com/office/drawing/2014/main" id="{8CC9D08A-9EDA-F7D6-8A07-2D4AC2740E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0" name="Freeform 1501">
                <a:extLst>
                  <a:ext uri="{FF2B5EF4-FFF2-40B4-BE49-F238E27FC236}">
                    <a16:creationId xmlns:a16="http://schemas.microsoft.com/office/drawing/2014/main" id="{39980CB3-7637-02A7-B36E-5AB8DCC5B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Freeform 1502">
                <a:extLst>
                  <a:ext uri="{FF2B5EF4-FFF2-40B4-BE49-F238E27FC236}">
                    <a16:creationId xmlns:a16="http://schemas.microsoft.com/office/drawing/2014/main" id="{36F024AA-EFDF-1EBE-9A48-3A6C7361D2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Freeform 1503">
                <a:extLst>
                  <a:ext uri="{FF2B5EF4-FFF2-40B4-BE49-F238E27FC236}">
                    <a16:creationId xmlns:a16="http://schemas.microsoft.com/office/drawing/2014/main" id="{BC0B52BB-2EA7-7B51-2ED8-BDA6AA0AA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Oval 1504">
                <a:extLst>
                  <a:ext uri="{FF2B5EF4-FFF2-40B4-BE49-F238E27FC236}">
                    <a16:creationId xmlns:a16="http://schemas.microsoft.com/office/drawing/2014/main" id="{150026C4-B947-769E-3B61-E860FBD8E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3" name="Group 1505">
              <a:extLst>
                <a:ext uri="{FF2B5EF4-FFF2-40B4-BE49-F238E27FC236}">
                  <a16:creationId xmlns:a16="http://schemas.microsoft.com/office/drawing/2014/main" id="{0E916003-1CAF-CE06-0B68-519A7C84D2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42" name="Oval 1506">
                <a:extLst>
                  <a:ext uri="{FF2B5EF4-FFF2-40B4-BE49-F238E27FC236}">
                    <a16:creationId xmlns:a16="http://schemas.microsoft.com/office/drawing/2014/main" id="{4FA0DBD2-BEFF-4ACA-7D95-AB4C95FFF9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3" name="Oval 1507">
                <a:extLst>
                  <a:ext uri="{FF2B5EF4-FFF2-40B4-BE49-F238E27FC236}">
                    <a16:creationId xmlns:a16="http://schemas.microsoft.com/office/drawing/2014/main" id="{F07874AE-486E-15B7-D72B-E22693906A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4" name="Freeform 1508">
                <a:extLst>
                  <a:ext uri="{FF2B5EF4-FFF2-40B4-BE49-F238E27FC236}">
                    <a16:creationId xmlns:a16="http://schemas.microsoft.com/office/drawing/2014/main" id="{C62CAD80-B14F-03D3-B0A7-647C169901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1509">
                <a:extLst>
                  <a:ext uri="{FF2B5EF4-FFF2-40B4-BE49-F238E27FC236}">
                    <a16:creationId xmlns:a16="http://schemas.microsoft.com/office/drawing/2014/main" id="{DCE6843F-D066-AF08-6569-BF661042B2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Freeform 1510">
                <a:extLst>
                  <a:ext uri="{FF2B5EF4-FFF2-40B4-BE49-F238E27FC236}">
                    <a16:creationId xmlns:a16="http://schemas.microsoft.com/office/drawing/2014/main" id="{11292092-B3F9-A8B3-DB17-32893D04D9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Oval 1511">
                <a:extLst>
                  <a:ext uri="{FF2B5EF4-FFF2-40B4-BE49-F238E27FC236}">
                    <a16:creationId xmlns:a16="http://schemas.microsoft.com/office/drawing/2014/main" id="{0C00890C-752C-3FCC-F2DA-12112557D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4" name="Group 1512">
              <a:extLst>
                <a:ext uri="{FF2B5EF4-FFF2-40B4-BE49-F238E27FC236}">
                  <a16:creationId xmlns:a16="http://schemas.microsoft.com/office/drawing/2014/main" id="{FFC641A0-3706-CA92-B0C9-877F3A4E2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36" name="Oval 1513">
                <a:extLst>
                  <a:ext uri="{FF2B5EF4-FFF2-40B4-BE49-F238E27FC236}">
                    <a16:creationId xmlns:a16="http://schemas.microsoft.com/office/drawing/2014/main" id="{6BD579D7-78BA-1A58-C77E-155B2A6289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7" name="Oval 1514">
                <a:extLst>
                  <a:ext uri="{FF2B5EF4-FFF2-40B4-BE49-F238E27FC236}">
                    <a16:creationId xmlns:a16="http://schemas.microsoft.com/office/drawing/2014/main" id="{92087E84-1A7E-EE0A-9F19-A19D1CD35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8" name="Freeform 1515">
                <a:extLst>
                  <a:ext uri="{FF2B5EF4-FFF2-40B4-BE49-F238E27FC236}">
                    <a16:creationId xmlns:a16="http://schemas.microsoft.com/office/drawing/2014/main" id="{2A7FAABF-C601-9A5D-9385-CCE019139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Freeform 1516">
                <a:extLst>
                  <a:ext uri="{FF2B5EF4-FFF2-40B4-BE49-F238E27FC236}">
                    <a16:creationId xmlns:a16="http://schemas.microsoft.com/office/drawing/2014/main" id="{311B2311-A6E8-DB6F-8F1F-AD74447CD0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Freeform 1517">
                <a:extLst>
                  <a:ext uri="{FF2B5EF4-FFF2-40B4-BE49-F238E27FC236}">
                    <a16:creationId xmlns:a16="http://schemas.microsoft.com/office/drawing/2014/main" id="{8196BA7B-D257-A788-F95E-D255902105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Oval 1518">
                <a:extLst>
                  <a:ext uri="{FF2B5EF4-FFF2-40B4-BE49-F238E27FC236}">
                    <a16:creationId xmlns:a16="http://schemas.microsoft.com/office/drawing/2014/main" id="{18A719CF-FF0E-C6A1-7408-2D39876E40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5" name="Group 1519">
              <a:extLst>
                <a:ext uri="{FF2B5EF4-FFF2-40B4-BE49-F238E27FC236}">
                  <a16:creationId xmlns:a16="http://schemas.microsoft.com/office/drawing/2014/main" id="{6954409B-A7D4-4EEC-C1E1-D761AFE832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30" name="Oval 1520">
                <a:extLst>
                  <a:ext uri="{FF2B5EF4-FFF2-40B4-BE49-F238E27FC236}">
                    <a16:creationId xmlns:a16="http://schemas.microsoft.com/office/drawing/2014/main" id="{63BCE339-3957-94CE-472E-C8ED30567D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1" name="Oval 1521">
                <a:extLst>
                  <a:ext uri="{FF2B5EF4-FFF2-40B4-BE49-F238E27FC236}">
                    <a16:creationId xmlns:a16="http://schemas.microsoft.com/office/drawing/2014/main" id="{E31A2954-A578-3CCB-3ABD-BB9F52ACB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2" name="Freeform 1522">
                <a:extLst>
                  <a:ext uri="{FF2B5EF4-FFF2-40B4-BE49-F238E27FC236}">
                    <a16:creationId xmlns:a16="http://schemas.microsoft.com/office/drawing/2014/main" id="{37B29B53-B631-9B33-0815-0733BE85FE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Freeform 1523">
                <a:extLst>
                  <a:ext uri="{FF2B5EF4-FFF2-40B4-BE49-F238E27FC236}">
                    <a16:creationId xmlns:a16="http://schemas.microsoft.com/office/drawing/2014/main" id="{77F31ECC-6D3A-602F-701D-DB1306905D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Freeform 1524">
                <a:extLst>
                  <a:ext uri="{FF2B5EF4-FFF2-40B4-BE49-F238E27FC236}">
                    <a16:creationId xmlns:a16="http://schemas.microsoft.com/office/drawing/2014/main" id="{43767667-8557-3065-916A-0915C356FB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Oval 1525">
                <a:extLst>
                  <a:ext uri="{FF2B5EF4-FFF2-40B4-BE49-F238E27FC236}">
                    <a16:creationId xmlns:a16="http://schemas.microsoft.com/office/drawing/2014/main" id="{CC67EF62-C277-591B-43D8-646557702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6" name="Group 1526">
              <a:extLst>
                <a:ext uri="{FF2B5EF4-FFF2-40B4-BE49-F238E27FC236}">
                  <a16:creationId xmlns:a16="http://schemas.microsoft.com/office/drawing/2014/main" id="{C5A160B4-DEC4-FB95-B4B3-7943F601C4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4" name="Oval 1527">
                <a:extLst>
                  <a:ext uri="{FF2B5EF4-FFF2-40B4-BE49-F238E27FC236}">
                    <a16:creationId xmlns:a16="http://schemas.microsoft.com/office/drawing/2014/main" id="{67589EAC-159A-5272-B7CE-50B69FF5D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5" name="Oval 1528">
                <a:extLst>
                  <a:ext uri="{FF2B5EF4-FFF2-40B4-BE49-F238E27FC236}">
                    <a16:creationId xmlns:a16="http://schemas.microsoft.com/office/drawing/2014/main" id="{658385FC-F13A-761E-6A99-60891B34C8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6" name="Freeform 1529">
                <a:extLst>
                  <a:ext uri="{FF2B5EF4-FFF2-40B4-BE49-F238E27FC236}">
                    <a16:creationId xmlns:a16="http://schemas.microsoft.com/office/drawing/2014/main" id="{F65598E5-04B2-2B7F-E95E-76E92FF3FC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Freeform 1530">
                <a:extLst>
                  <a:ext uri="{FF2B5EF4-FFF2-40B4-BE49-F238E27FC236}">
                    <a16:creationId xmlns:a16="http://schemas.microsoft.com/office/drawing/2014/main" id="{DD81F8B4-DFA5-0187-48DD-20C074A5FD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Freeform 1531">
                <a:extLst>
                  <a:ext uri="{FF2B5EF4-FFF2-40B4-BE49-F238E27FC236}">
                    <a16:creationId xmlns:a16="http://schemas.microsoft.com/office/drawing/2014/main" id="{ABBDF460-25F3-F3D0-B568-E86DC668A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Oval 1532">
                <a:extLst>
                  <a:ext uri="{FF2B5EF4-FFF2-40B4-BE49-F238E27FC236}">
                    <a16:creationId xmlns:a16="http://schemas.microsoft.com/office/drawing/2014/main" id="{D21DEC8F-3F9E-CD61-EB39-F086ED3572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7" name="Group 1533">
              <a:extLst>
                <a:ext uri="{FF2B5EF4-FFF2-40B4-BE49-F238E27FC236}">
                  <a16:creationId xmlns:a16="http://schemas.microsoft.com/office/drawing/2014/main" id="{63A15849-A047-F496-901D-C6A414A4F3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18" name="Oval 1534">
                <a:extLst>
                  <a:ext uri="{FF2B5EF4-FFF2-40B4-BE49-F238E27FC236}">
                    <a16:creationId xmlns:a16="http://schemas.microsoft.com/office/drawing/2014/main" id="{608012C1-9854-7C75-9BBC-B1448610CA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9" name="Oval 1535">
                <a:extLst>
                  <a:ext uri="{FF2B5EF4-FFF2-40B4-BE49-F238E27FC236}">
                    <a16:creationId xmlns:a16="http://schemas.microsoft.com/office/drawing/2014/main" id="{87EDFF21-0BEA-8BB5-B7F2-AB784A228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0" name="Freeform 1536">
                <a:extLst>
                  <a:ext uri="{FF2B5EF4-FFF2-40B4-BE49-F238E27FC236}">
                    <a16:creationId xmlns:a16="http://schemas.microsoft.com/office/drawing/2014/main" id="{6B155425-5C2F-2D94-5E81-93446AD68E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Freeform 1537">
                <a:extLst>
                  <a:ext uri="{FF2B5EF4-FFF2-40B4-BE49-F238E27FC236}">
                    <a16:creationId xmlns:a16="http://schemas.microsoft.com/office/drawing/2014/main" id="{E30C97A9-C021-AB6D-9E03-96B48B7572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Freeform 1538">
                <a:extLst>
                  <a:ext uri="{FF2B5EF4-FFF2-40B4-BE49-F238E27FC236}">
                    <a16:creationId xmlns:a16="http://schemas.microsoft.com/office/drawing/2014/main" id="{1E29B6EC-8674-DE13-9B3B-B772D74521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Oval 1539">
                <a:extLst>
                  <a:ext uri="{FF2B5EF4-FFF2-40B4-BE49-F238E27FC236}">
                    <a16:creationId xmlns:a16="http://schemas.microsoft.com/office/drawing/2014/main" id="{16DEC5AD-4402-727F-4553-634483F2C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8" name="Group 1540">
              <a:extLst>
                <a:ext uri="{FF2B5EF4-FFF2-40B4-BE49-F238E27FC236}">
                  <a16:creationId xmlns:a16="http://schemas.microsoft.com/office/drawing/2014/main" id="{AD6A1AB6-38EA-19D9-4E14-8311FB7818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12" name="Oval 1541">
                <a:extLst>
                  <a:ext uri="{FF2B5EF4-FFF2-40B4-BE49-F238E27FC236}">
                    <a16:creationId xmlns:a16="http://schemas.microsoft.com/office/drawing/2014/main" id="{EEE5AF07-72FD-A213-BDE0-68C6447CA4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3" name="Oval 1542">
                <a:extLst>
                  <a:ext uri="{FF2B5EF4-FFF2-40B4-BE49-F238E27FC236}">
                    <a16:creationId xmlns:a16="http://schemas.microsoft.com/office/drawing/2014/main" id="{65CAA21D-7F4C-CB73-110C-6139FA117A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4" name="Freeform 1543">
                <a:extLst>
                  <a:ext uri="{FF2B5EF4-FFF2-40B4-BE49-F238E27FC236}">
                    <a16:creationId xmlns:a16="http://schemas.microsoft.com/office/drawing/2014/main" id="{C5CBDE87-05D3-C531-1173-66BB081CD1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Freeform 1544">
                <a:extLst>
                  <a:ext uri="{FF2B5EF4-FFF2-40B4-BE49-F238E27FC236}">
                    <a16:creationId xmlns:a16="http://schemas.microsoft.com/office/drawing/2014/main" id="{D67ED32D-76C1-C6DC-EE6A-5E9995B4A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Freeform 1545">
                <a:extLst>
                  <a:ext uri="{FF2B5EF4-FFF2-40B4-BE49-F238E27FC236}">
                    <a16:creationId xmlns:a16="http://schemas.microsoft.com/office/drawing/2014/main" id="{FBCEA4D8-EFB2-60CB-374D-F688150307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Oval 1546">
                <a:extLst>
                  <a:ext uri="{FF2B5EF4-FFF2-40B4-BE49-F238E27FC236}">
                    <a16:creationId xmlns:a16="http://schemas.microsoft.com/office/drawing/2014/main" id="{A299B448-465C-2DD0-CDAD-45902FE060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9" name="Group 1547">
              <a:extLst>
                <a:ext uri="{FF2B5EF4-FFF2-40B4-BE49-F238E27FC236}">
                  <a16:creationId xmlns:a16="http://schemas.microsoft.com/office/drawing/2014/main" id="{647C408F-4832-DE45-BD69-5AE0A9A533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06" name="Oval 1548">
                <a:extLst>
                  <a:ext uri="{FF2B5EF4-FFF2-40B4-BE49-F238E27FC236}">
                    <a16:creationId xmlns:a16="http://schemas.microsoft.com/office/drawing/2014/main" id="{BFDB4453-87F5-AA42-0D2E-20FCDB9890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7" name="Oval 1549">
                <a:extLst>
                  <a:ext uri="{FF2B5EF4-FFF2-40B4-BE49-F238E27FC236}">
                    <a16:creationId xmlns:a16="http://schemas.microsoft.com/office/drawing/2014/main" id="{CA6D7299-9A7D-207F-84F5-6A47B13F4A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8" name="Freeform 1550">
                <a:extLst>
                  <a:ext uri="{FF2B5EF4-FFF2-40B4-BE49-F238E27FC236}">
                    <a16:creationId xmlns:a16="http://schemas.microsoft.com/office/drawing/2014/main" id="{3727D681-CEBD-DC89-0F80-AE57AE9B5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Freeform 1551">
                <a:extLst>
                  <a:ext uri="{FF2B5EF4-FFF2-40B4-BE49-F238E27FC236}">
                    <a16:creationId xmlns:a16="http://schemas.microsoft.com/office/drawing/2014/main" id="{C54D9F03-D85A-7007-7D57-A15A924B77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Freeform 1552">
                <a:extLst>
                  <a:ext uri="{FF2B5EF4-FFF2-40B4-BE49-F238E27FC236}">
                    <a16:creationId xmlns:a16="http://schemas.microsoft.com/office/drawing/2014/main" id="{1DCABA46-03E0-FD73-B324-D67BF5304D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Oval 1553">
                <a:extLst>
                  <a:ext uri="{FF2B5EF4-FFF2-40B4-BE49-F238E27FC236}">
                    <a16:creationId xmlns:a16="http://schemas.microsoft.com/office/drawing/2014/main" id="{4450AAA7-A1BE-5FBA-B789-A543C9FEC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0" name="Group 1554">
              <a:extLst>
                <a:ext uri="{FF2B5EF4-FFF2-40B4-BE49-F238E27FC236}">
                  <a16:creationId xmlns:a16="http://schemas.microsoft.com/office/drawing/2014/main" id="{D6228D9B-6548-7DD5-33F0-9633E21F9C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00" name="Oval 1555">
                <a:extLst>
                  <a:ext uri="{FF2B5EF4-FFF2-40B4-BE49-F238E27FC236}">
                    <a16:creationId xmlns:a16="http://schemas.microsoft.com/office/drawing/2014/main" id="{B7E2C9AD-993F-AEC8-5492-4CBC52E52A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1" name="Oval 1556">
                <a:extLst>
                  <a:ext uri="{FF2B5EF4-FFF2-40B4-BE49-F238E27FC236}">
                    <a16:creationId xmlns:a16="http://schemas.microsoft.com/office/drawing/2014/main" id="{27836774-9B24-EC19-386D-ED96659046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2" name="Freeform 1557">
                <a:extLst>
                  <a:ext uri="{FF2B5EF4-FFF2-40B4-BE49-F238E27FC236}">
                    <a16:creationId xmlns:a16="http://schemas.microsoft.com/office/drawing/2014/main" id="{11633EFB-838A-16DC-4095-D147575E0A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Freeform 1558">
                <a:extLst>
                  <a:ext uri="{FF2B5EF4-FFF2-40B4-BE49-F238E27FC236}">
                    <a16:creationId xmlns:a16="http://schemas.microsoft.com/office/drawing/2014/main" id="{F26AD60D-74ED-1EDD-B9A3-49665BE57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Freeform 1559">
                <a:extLst>
                  <a:ext uri="{FF2B5EF4-FFF2-40B4-BE49-F238E27FC236}">
                    <a16:creationId xmlns:a16="http://schemas.microsoft.com/office/drawing/2014/main" id="{0DFF3FEE-AA28-F2A4-04E8-C4D838EA69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Oval 1560">
                <a:extLst>
                  <a:ext uri="{FF2B5EF4-FFF2-40B4-BE49-F238E27FC236}">
                    <a16:creationId xmlns:a16="http://schemas.microsoft.com/office/drawing/2014/main" id="{CDDC8526-0C65-3622-D0BD-4DE3BEAAFB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1" name="Group 1561">
              <a:extLst>
                <a:ext uri="{FF2B5EF4-FFF2-40B4-BE49-F238E27FC236}">
                  <a16:creationId xmlns:a16="http://schemas.microsoft.com/office/drawing/2014/main" id="{9081E384-F0CB-51CE-0E8E-7456470A53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94" name="Oval 1562">
                <a:extLst>
                  <a:ext uri="{FF2B5EF4-FFF2-40B4-BE49-F238E27FC236}">
                    <a16:creationId xmlns:a16="http://schemas.microsoft.com/office/drawing/2014/main" id="{5358F3C1-B1C8-4DC8-9D5D-2D65928F38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5" name="Oval 1563">
                <a:extLst>
                  <a:ext uri="{FF2B5EF4-FFF2-40B4-BE49-F238E27FC236}">
                    <a16:creationId xmlns:a16="http://schemas.microsoft.com/office/drawing/2014/main" id="{9CEBDC19-1C5E-F7AC-7607-FA8FC4719F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6" name="Freeform 1564">
                <a:extLst>
                  <a:ext uri="{FF2B5EF4-FFF2-40B4-BE49-F238E27FC236}">
                    <a16:creationId xmlns:a16="http://schemas.microsoft.com/office/drawing/2014/main" id="{4CD49EA7-DDA9-31E6-78C4-F72CE905A9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Freeform 1565">
                <a:extLst>
                  <a:ext uri="{FF2B5EF4-FFF2-40B4-BE49-F238E27FC236}">
                    <a16:creationId xmlns:a16="http://schemas.microsoft.com/office/drawing/2014/main" id="{ADB454E1-CB5F-9E9F-030B-1FC996556D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Freeform 1566">
                <a:extLst>
                  <a:ext uri="{FF2B5EF4-FFF2-40B4-BE49-F238E27FC236}">
                    <a16:creationId xmlns:a16="http://schemas.microsoft.com/office/drawing/2014/main" id="{51480858-0258-FEDE-15CD-4A4B196276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Oval 1567">
                <a:extLst>
                  <a:ext uri="{FF2B5EF4-FFF2-40B4-BE49-F238E27FC236}">
                    <a16:creationId xmlns:a16="http://schemas.microsoft.com/office/drawing/2014/main" id="{1DE56D29-C0E3-528A-250E-3EA0DCBB3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2" name="Group 1568">
              <a:extLst>
                <a:ext uri="{FF2B5EF4-FFF2-40B4-BE49-F238E27FC236}">
                  <a16:creationId xmlns:a16="http://schemas.microsoft.com/office/drawing/2014/main" id="{45CF8FA3-BB2F-A5FD-4497-2AF05C21FD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88" name="Oval 1569">
                <a:extLst>
                  <a:ext uri="{FF2B5EF4-FFF2-40B4-BE49-F238E27FC236}">
                    <a16:creationId xmlns:a16="http://schemas.microsoft.com/office/drawing/2014/main" id="{FEAEBA61-1C17-49BA-09ED-D006A9EA0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9" name="Oval 1570">
                <a:extLst>
                  <a:ext uri="{FF2B5EF4-FFF2-40B4-BE49-F238E27FC236}">
                    <a16:creationId xmlns:a16="http://schemas.microsoft.com/office/drawing/2014/main" id="{E30E7B1B-9693-D72C-7CC7-AFAC577EF0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0" name="Freeform 1571">
                <a:extLst>
                  <a:ext uri="{FF2B5EF4-FFF2-40B4-BE49-F238E27FC236}">
                    <a16:creationId xmlns:a16="http://schemas.microsoft.com/office/drawing/2014/main" id="{1DB04504-78F1-233C-0DDD-D0A477538D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Freeform 1572">
                <a:extLst>
                  <a:ext uri="{FF2B5EF4-FFF2-40B4-BE49-F238E27FC236}">
                    <a16:creationId xmlns:a16="http://schemas.microsoft.com/office/drawing/2014/main" id="{CB4414D5-DDBD-1B94-1D12-CCF083D1C7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Freeform 1573">
                <a:extLst>
                  <a:ext uri="{FF2B5EF4-FFF2-40B4-BE49-F238E27FC236}">
                    <a16:creationId xmlns:a16="http://schemas.microsoft.com/office/drawing/2014/main" id="{B7B92665-2A77-7867-4C70-E105CEB3B6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Oval 1574">
                <a:extLst>
                  <a:ext uri="{FF2B5EF4-FFF2-40B4-BE49-F238E27FC236}">
                    <a16:creationId xmlns:a16="http://schemas.microsoft.com/office/drawing/2014/main" id="{36879DB9-44B6-261E-A990-0255F37305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3" name="Group 1575">
              <a:extLst>
                <a:ext uri="{FF2B5EF4-FFF2-40B4-BE49-F238E27FC236}">
                  <a16:creationId xmlns:a16="http://schemas.microsoft.com/office/drawing/2014/main" id="{65F2DF83-0244-1DBD-97A7-57CB8D2C9C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82" name="Oval 1576">
                <a:extLst>
                  <a:ext uri="{FF2B5EF4-FFF2-40B4-BE49-F238E27FC236}">
                    <a16:creationId xmlns:a16="http://schemas.microsoft.com/office/drawing/2014/main" id="{74E43AF0-FE18-7F9B-9491-D55CA6248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3" name="Oval 1577">
                <a:extLst>
                  <a:ext uri="{FF2B5EF4-FFF2-40B4-BE49-F238E27FC236}">
                    <a16:creationId xmlns:a16="http://schemas.microsoft.com/office/drawing/2014/main" id="{64D65C6F-E40E-BDC0-D7AD-9F30EC6DA9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4" name="Freeform 1578">
                <a:extLst>
                  <a:ext uri="{FF2B5EF4-FFF2-40B4-BE49-F238E27FC236}">
                    <a16:creationId xmlns:a16="http://schemas.microsoft.com/office/drawing/2014/main" id="{17E1B58B-E5BF-0129-70A6-3490B4AFA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Freeform 1579">
                <a:extLst>
                  <a:ext uri="{FF2B5EF4-FFF2-40B4-BE49-F238E27FC236}">
                    <a16:creationId xmlns:a16="http://schemas.microsoft.com/office/drawing/2014/main" id="{E2321F85-8AF1-F4ED-33A7-91F15586E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Freeform 1580">
                <a:extLst>
                  <a:ext uri="{FF2B5EF4-FFF2-40B4-BE49-F238E27FC236}">
                    <a16:creationId xmlns:a16="http://schemas.microsoft.com/office/drawing/2014/main" id="{35B8EFC3-619C-6ADF-3426-D2DA0F19F2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Oval 1581">
                <a:extLst>
                  <a:ext uri="{FF2B5EF4-FFF2-40B4-BE49-F238E27FC236}">
                    <a16:creationId xmlns:a16="http://schemas.microsoft.com/office/drawing/2014/main" id="{0B2ACB6E-EA27-A327-F8D5-EAD9F8A2A5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4" name="Group 1582">
              <a:extLst>
                <a:ext uri="{FF2B5EF4-FFF2-40B4-BE49-F238E27FC236}">
                  <a16:creationId xmlns:a16="http://schemas.microsoft.com/office/drawing/2014/main" id="{0F96616E-9363-112F-61C3-950B74F749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76" name="Oval 1583">
                <a:extLst>
                  <a:ext uri="{FF2B5EF4-FFF2-40B4-BE49-F238E27FC236}">
                    <a16:creationId xmlns:a16="http://schemas.microsoft.com/office/drawing/2014/main" id="{584CD960-6E48-79A4-41C0-0BC43A8CCC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7" name="Oval 1584">
                <a:extLst>
                  <a:ext uri="{FF2B5EF4-FFF2-40B4-BE49-F238E27FC236}">
                    <a16:creationId xmlns:a16="http://schemas.microsoft.com/office/drawing/2014/main" id="{12168FA0-80B6-2E06-6ECF-1812ACA51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8" name="Freeform 1585">
                <a:extLst>
                  <a:ext uri="{FF2B5EF4-FFF2-40B4-BE49-F238E27FC236}">
                    <a16:creationId xmlns:a16="http://schemas.microsoft.com/office/drawing/2014/main" id="{8D4C06E9-CA94-5F7E-1AA9-C5CD5D9778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Freeform 1586">
                <a:extLst>
                  <a:ext uri="{FF2B5EF4-FFF2-40B4-BE49-F238E27FC236}">
                    <a16:creationId xmlns:a16="http://schemas.microsoft.com/office/drawing/2014/main" id="{E30878D9-FFCD-0CD2-615E-DC2E82E4AD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Freeform 1587">
                <a:extLst>
                  <a:ext uri="{FF2B5EF4-FFF2-40B4-BE49-F238E27FC236}">
                    <a16:creationId xmlns:a16="http://schemas.microsoft.com/office/drawing/2014/main" id="{D3BE1F37-89F1-207D-2958-1D8F24DA9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Oval 1588">
                <a:extLst>
                  <a:ext uri="{FF2B5EF4-FFF2-40B4-BE49-F238E27FC236}">
                    <a16:creationId xmlns:a16="http://schemas.microsoft.com/office/drawing/2014/main" id="{014459A4-3F5A-69C1-C40C-06D00228DB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5" name="Group 1589">
              <a:extLst>
                <a:ext uri="{FF2B5EF4-FFF2-40B4-BE49-F238E27FC236}">
                  <a16:creationId xmlns:a16="http://schemas.microsoft.com/office/drawing/2014/main" id="{C8572638-7EB4-0E4E-2F11-60ABC6BB44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70" name="Oval 1590">
                <a:extLst>
                  <a:ext uri="{FF2B5EF4-FFF2-40B4-BE49-F238E27FC236}">
                    <a16:creationId xmlns:a16="http://schemas.microsoft.com/office/drawing/2014/main" id="{7A1E2B74-7EAA-19FC-B9A7-5B0BDF8319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1" name="Oval 1591">
                <a:extLst>
                  <a:ext uri="{FF2B5EF4-FFF2-40B4-BE49-F238E27FC236}">
                    <a16:creationId xmlns:a16="http://schemas.microsoft.com/office/drawing/2014/main" id="{4E3B72AA-1A2E-FF3D-E965-ACAD95B40D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2" name="Freeform 1592">
                <a:extLst>
                  <a:ext uri="{FF2B5EF4-FFF2-40B4-BE49-F238E27FC236}">
                    <a16:creationId xmlns:a16="http://schemas.microsoft.com/office/drawing/2014/main" id="{63D3E9E0-4CD7-4A78-BDB8-20420147D8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Freeform 1593">
                <a:extLst>
                  <a:ext uri="{FF2B5EF4-FFF2-40B4-BE49-F238E27FC236}">
                    <a16:creationId xmlns:a16="http://schemas.microsoft.com/office/drawing/2014/main" id="{27701B62-C6B5-8773-C8E9-FA06DD1205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Freeform 1594">
                <a:extLst>
                  <a:ext uri="{FF2B5EF4-FFF2-40B4-BE49-F238E27FC236}">
                    <a16:creationId xmlns:a16="http://schemas.microsoft.com/office/drawing/2014/main" id="{42ED8108-7BCB-BDAC-A372-CAD705ECC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Oval 1595">
                <a:extLst>
                  <a:ext uri="{FF2B5EF4-FFF2-40B4-BE49-F238E27FC236}">
                    <a16:creationId xmlns:a16="http://schemas.microsoft.com/office/drawing/2014/main" id="{9A841EF4-55DF-093E-366C-1CBED4348D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6" name="Group 1596">
              <a:extLst>
                <a:ext uri="{FF2B5EF4-FFF2-40B4-BE49-F238E27FC236}">
                  <a16:creationId xmlns:a16="http://schemas.microsoft.com/office/drawing/2014/main" id="{87EC2856-A92A-9F36-A1F7-8D4BD21B47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64" name="Oval 1597">
                <a:extLst>
                  <a:ext uri="{FF2B5EF4-FFF2-40B4-BE49-F238E27FC236}">
                    <a16:creationId xmlns:a16="http://schemas.microsoft.com/office/drawing/2014/main" id="{F65AD522-761A-27D4-EB34-F867421A1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5" name="Oval 1598">
                <a:extLst>
                  <a:ext uri="{FF2B5EF4-FFF2-40B4-BE49-F238E27FC236}">
                    <a16:creationId xmlns:a16="http://schemas.microsoft.com/office/drawing/2014/main" id="{51743947-619A-6156-2E96-5AB261AC9B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6" name="Freeform 1599">
                <a:extLst>
                  <a:ext uri="{FF2B5EF4-FFF2-40B4-BE49-F238E27FC236}">
                    <a16:creationId xmlns:a16="http://schemas.microsoft.com/office/drawing/2014/main" id="{BABCA115-BAC1-E42F-81E6-267C49E4DD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Freeform 1600">
                <a:extLst>
                  <a:ext uri="{FF2B5EF4-FFF2-40B4-BE49-F238E27FC236}">
                    <a16:creationId xmlns:a16="http://schemas.microsoft.com/office/drawing/2014/main" id="{02F4D097-40D4-5BCD-698C-985F7C7E0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Freeform 1601">
                <a:extLst>
                  <a:ext uri="{FF2B5EF4-FFF2-40B4-BE49-F238E27FC236}">
                    <a16:creationId xmlns:a16="http://schemas.microsoft.com/office/drawing/2014/main" id="{9AFF3DA1-65F2-6AF4-AFD6-4C12F1FDC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Oval 1602">
                <a:extLst>
                  <a:ext uri="{FF2B5EF4-FFF2-40B4-BE49-F238E27FC236}">
                    <a16:creationId xmlns:a16="http://schemas.microsoft.com/office/drawing/2014/main" id="{D09871D0-BCAB-6BDA-3C21-D15A82FE2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7" name="Group 1603">
              <a:extLst>
                <a:ext uri="{FF2B5EF4-FFF2-40B4-BE49-F238E27FC236}">
                  <a16:creationId xmlns:a16="http://schemas.microsoft.com/office/drawing/2014/main" id="{81E99A9D-CD9A-A1FC-0AF3-8D44DB2619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58" name="Oval 1604">
                <a:extLst>
                  <a:ext uri="{FF2B5EF4-FFF2-40B4-BE49-F238E27FC236}">
                    <a16:creationId xmlns:a16="http://schemas.microsoft.com/office/drawing/2014/main" id="{A9732345-393B-5F90-B888-BA6F4C530B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9" name="Oval 1605">
                <a:extLst>
                  <a:ext uri="{FF2B5EF4-FFF2-40B4-BE49-F238E27FC236}">
                    <a16:creationId xmlns:a16="http://schemas.microsoft.com/office/drawing/2014/main" id="{47118FE7-05A9-9060-FAEF-EDD573E1AA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0" name="Freeform 1606">
                <a:extLst>
                  <a:ext uri="{FF2B5EF4-FFF2-40B4-BE49-F238E27FC236}">
                    <a16:creationId xmlns:a16="http://schemas.microsoft.com/office/drawing/2014/main" id="{E097EC0D-7669-BA44-77B6-DD4811284F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Freeform 1607">
                <a:extLst>
                  <a:ext uri="{FF2B5EF4-FFF2-40B4-BE49-F238E27FC236}">
                    <a16:creationId xmlns:a16="http://schemas.microsoft.com/office/drawing/2014/main" id="{C77CF1B9-8EEE-D5B2-1493-1C09A9D8A9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" name="Freeform 1608">
                <a:extLst>
                  <a:ext uri="{FF2B5EF4-FFF2-40B4-BE49-F238E27FC236}">
                    <a16:creationId xmlns:a16="http://schemas.microsoft.com/office/drawing/2014/main" id="{AFA83DEE-3ACA-5ECE-BE0B-B4A33A1CE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Oval 1609">
                <a:extLst>
                  <a:ext uri="{FF2B5EF4-FFF2-40B4-BE49-F238E27FC236}">
                    <a16:creationId xmlns:a16="http://schemas.microsoft.com/office/drawing/2014/main" id="{B0E88F57-B1AE-A9CC-D7BC-C30F5AB2C5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50" name="Group 1385">
            <a:extLst>
              <a:ext uri="{FF2B5EF4-FFF2-40B4-BE49-F238E27FC236}">
                <a16:creationId xmlns:a16="http://schemas.microsoft.com/office/drawing/2014/main" id="{534988C0-F63C-7F57-02B2-DCB8C0B7D0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51" name="Group 1386">
              <a:extLst>
                <a:ext uri="{FF2B5EF4-FFF2-40B4-BE49-F238E27FC236}">
                  <a16:creationId xmlns:a16="http://schemas.microsoft.com/office/drawing/2014/main" id="{719F881E-4447-8643-5E95-82E9B75D65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69" name="Oval 1387">
                <a:extLst>
                  <a:ext uri="{FF2B5EF4-FFF2-40B4-BE49-F238E27FC236}">
                    <a16:creationId xmlns:a16="http://schemas.microsoft.com/office/drawing/2014/main" id="{62AE5A59-BE80-3F39-6F4D-1481A238DF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0" name="Oval 1388">
                <a:extLst>
                  <a:ext uri="{FF2B5EF4-FFF2-40B4-BE49-F238E27FC236}">
                    <a16:creationId xmlns:a16="http://schemas.microsoft.com/office/drawing/2014/main" id="{5EEC101C-0792-BD47-FB61-629AFEB51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1" name="Freeform 1389">
                <a:extLst>
                  <a:ext uri="{FF2B5EF4-FFF2-40B4-BE49-F238E27FC236}">
                    <a16:creationId xmlns:a16="http://schemas.microsoft.com/office/drawing/2014/main" id="{3F8774F8-B1AC-4C39-61C0-AA6053688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Freeform 1390">
                <a:extLst>
                  <a:ext uri="{FF2B5EF4-FFF2-40B4-BE49-F238E27FC236}">
                    <a16:creationId xmlns:a16="http://schemas.microsoft.com/office/drawing/2014/main" id="{C9C49F75-8E2D-0F3C-7E2F-EFCC08FF8A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3" name="Freeform 1391">
                <a:extLst>
                  <a:ext uri="{FF2B5EF4-FFF2-40B4-BE49-F238E27FC236}">
                    <a16:creationId xmlns:a16="http://schemas.microsoft.com/office/drawing/2014/main" id="{4051CE06-1356-E738-F345-01A74F9B4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Oval 1392">
                <a:extLst>
                  <a:ext uri="{FF2B5EF4-FFF2-40B4-BE49-F238E27FC236}">
                    <a16:creationId xmlns:a16="http://schemas.microsoft.com/office/drawing/2014/main" id="{1AE919FC-F1F1-27A6-A825-96F8A91229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393">
              <a:extLst>
                <a:ext uri="{FF2B5EF4-FFF2-40B4-BE49-F238E27FC236}">
                  <a16:creationId xmlns:a16="http://schemas.microsoft.com/office/drawing/2014/main" id="{C929B8B6-FD92-9D35-FB9C-10933913D2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63" name="Oval 1394">
                <a:extLst>
                  <a:ext uri="{FF2B5EF4-FFF2-40B4-BE49-F238E27FC236}">
                    <a16:creationId xmlns:a16="http://schemas.microsoft.com/office/drawing/2014/main" id="{966CD48A-4D29-AF6F-5A5E-547DCB472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4" name="Oval 1395">
                <a:extLst>
                  <a:ext uri="{FF2B5EF4-FFF2-40B4-BE49-F238E27FC236}">
                    <a16:creationId xmlns:a16="http://schemas.microsoft.com/office/drawing/2014/main" id="{7E45AB8C-5660-ECA6-9C13-AE816965EB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5" name="Freeform 1396">
                <a:extLst>
                  <a:ext uri="{FF2B5EF4-FFF2-40B4-BE49-F238E27FC236}">
                    <a16:creationId xmlns:a16="http://schemas.microsoft.com/office/drawing/2014/main" id="{D74A4162-B1C2-C0AA-1621-D4CA3C415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1397">
                <a:extLst>
                  <a:ext uri="{FF2B5EF4-FFF2-40B4-BE49-F238E27FC236}">
                    <a16:creationId xmlns:a16="http://schemas.microsoft.com/office/drawing/2014/main" id="{415412EA-9454-1354-67C9-30F8C49808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7" name="Freeform 1398">
                <a:extLst>
                  <a:ext uri="{FF2B5EF4-FFF2-40B4-BE49-F238E27FC236}">
                    <a16:creationId xmlns:a16="http://schemas.microsoft.com/office/drawing/2014/main" id="{D1F53A94-67FC-58B8-A4CB-EA88D4396C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Oval 1399">
                <a:extLst>
                  <a:ext uri="{FF2B5EF4-FFF2-40B4-BE49-F238E27FC236}">
                    <a16:creationId xmlns:a16="http://schemas.microsoft.com/office/drawing/2014/main" id="{D6C07F2E-E865-550B-A08F-15D817908A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400">
              <a:extLst>
                <a:ext uri="{FF2B5EF4-FFF2-40B4-BE49-F238E27FC236}">
                  <a16:creationId xmlns:a16="http://schemas.microsoft.com/office/drawing/2014/main" id="{10CC9328-55F6-6122-4275-B32FD9E7C4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57" name="Oval 1401">
                <a:extLst>
                  <a:ext uri="{FF2B5EF4-FFF2-40B4-BE49-F238E27FC236}">
                    <a16:creationId xmlns:a16="http://schemas.microsoft.com/office/drawing/2014/main" id="{E171F9C8-99B9-75CD-C3B4-0B292C4155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8" name="Oval 1402">
                <a:extLst>
                  <a:ext uri="{FF2B5EF4-FFF2-40B4-BE49-F238E27FC236}">
                    <a16:creationId xmlns:a16="http://schemas.microsoft.com/office/drawing/2014/main" id="{F4C24826-945E-7203-A4D0-B51992306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9" name="Freeform 1403">
                <a:extLst>
                  <a:ext uri="{FF2B5EF4-FFF2-40B4-BE49-F238E27FC236}">
                    <a16:creationId xmlns:a16="http://schemas.microsoft.com/office/drawing/2014/main" id="{992FF493-52DE-6D5B-87ED-DC331C6224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1404">
                <a:extLst>
                  <a:ext uri="{FF2B5EF4-FFF2-40B4-BE49-F238E27FC236}">
                    <a16:creationId xmlns:a16="http://schemas.microsoft.com/office/drawing/2014/main" id="{72600F97-1161-4B00-2D32-0F09CCA3EA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1405">
                <a:extLst>
                  <a:ext uri="{FF2B5EF4-FFF2-40B4-BE49-F238E27FC236}">
                    <a16:creationId xmlns:a16="http://schemas.microsoft.com/office/drawing/2014/main" id="{64BEB786-56FB-1CE2-8DA9-7C2D9C3D2C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Oval 1406">
                <a:extLst>
                  <a:ext uri="{FF2B5EF4-FFF2-40B4-BE49-F238E27FC236}">
                    <a16:creationId xmlns:a16="http://schemas.microsoft.com/office/drawing/2014/main" id="{EDE84213-E38A-0514-D895-B3B8FA0FC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407">
              <a:extLst>
                <a:ext uri="{FF2B5EF4-FFF2-40B4-BE49-F238E27FC236}">
                  <a16:creationId xmlns:a16="http://schemas.microsoft.com/office/drawing/2014/main" id="{BE34378E-25D2-9468-0EDD-D3DC171A3F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51" name="Oval 1408">
                <a:extLst>
                  <a:ext uri="{FF2B5EF4-FFF2-40B4-BE49-F238E27FC236}">
                    <a16:creationId xmlns:a16="http://schemas.microsoft.com/office/drawing/2014/main" id="{AAE1C6AE-469A-7559-4F56-3ADD22D5C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" name="Oval 1409">
                <a:extLst>
                  <a:ext uri="{FF2B5EF4-FFF2-40B4-BE49-F238E27FC236}">
                    <a16:creationId xmlns:a16="http://schemas.microsoft.com/office/drawing/2014/main" id="{D7B4B68B-CC48-781C-4F9B-19220810A5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" name="Freeform 1410">
                <a:extLst>
                  <a:ext uri="{FF2B5EF4-FFF2-40B4-BE49-F238E27FC236}">
                    <a16:creationId xmlns:a16="http://schemas.microsoft.com/office/drawing/2014/main" id="{338EB258-D337-4CDC-7D72-D151196DE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1411">
                <a:extLst>
                  <a:ext uri="{FF2B5EF4-FFF2-40B4-BE49-F238E27FC236}">
                    <a16:creationId xmlns:a16="http://schemas.microsoft.com/office/drawing/2014/main" id="{965B6866-11A4-C297-3374-87CB4ED79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1412">
                <a:extLst>
                  <a:ext uri="{FF2B5EF4-FFF2-40B4-BE49-F238E27FC236}">
                    <a16:creationId xmlns:a16="http://schemas.microsoft.com/office/drawing/2014/main" id="{B55AF93F-A1D8-E763-AA7E-F2C00F8AAC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Oval 1413">
                <a:extLst>
                  <a:ext uri="{FF2B5EF4-FFF2-40B4-BE49-F238E27FC236}">
                    <a16:creationId xmlns:a16="http://schemas.microsoft.com/office/drawing/2014/main" id="{0D3F8AD8-1199-7877-5A0B-4D41853331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414">
              <a:extLst>
                <a:ext uri="{FF2B5EF4-FFF2-40B4-BE49-F238E27FC236}">
                  <a16:creationId xmlns:a16="http://schemas.microsoft.com/office/drawing/2014/main" id="{27CF76E0-00C0-FDB6-A2DB-6A75A80D01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45" name="Oval 1415">
                <a:extLst>
                  <a:ext uri="{FF2B5EF4-FFF2-40B4-BE49-F238E27FC236}">
                    <a16:creationId xmlns:a16="http://schemas.microsoft.com/office/drawing/2014/main" id="{611DFD01-C3DD-E263-8250-9ED42B56DF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" name="Oval 1416">
                <a:extLst>
                  <a:ext uri="{FF2B5EF4-FFF2-40B4-BE49-F238E27FC236}">
                    <a16:creationId xmlns:a16="http://schemas.microsoft.com/office/drawing/2014/main" id="{6A75FB7C-31A3-7CCD-BFB8-34C164AD76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" name="Freeform 1417">
                <a:extLst>
                  <a:ext uri="{FF2B5EF4-FFF2-40B4-BE49-F238E27FC236}">
                    <a16:creationId xmlns:a16="http://schemas.microsoft.com/office/drawing/2014/main" id="{499D2B98-4D35-D96F-CCFD-DCA7247DA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Freeform 1418">
                <a:extLst>
                  <a:ext uri="{FF2B5EF4-FFF2-40B4-BE49-F238E27FC236}">
                    <a16:creationId xmlns:a16="http://schemas.microsoft.com/office/drawing/2014/main" id="{92F0A6A3-C999-BE1D-4BA6-9F7E21FC7A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1419">
                <a:extLst>
                  <a:ext uri="{FF2B5EF4-FFF2-40B4-BE49-F238E27FC236}">
                    <a16:creationId xmlns:a16="http://schemas.microsoft.com/office/drawing/2014/main" id="{62EC2ACE-882B-21E5-638D-753A27CD9F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Oval 1420">
                <a:extLst>
                  <a:ext uri="{FF2B5EF4-FFF2-40B4-BE49-F238E27FC236}">
                    <a16:creationId xmlns:a16="http://schemas.microsoft.com/office/drawing/2014/main" id="{4AA09BB8-5DF3-4E05-B099-29EF3CC06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421">
              <a:extLst>
                <a:ext uri="{FF2B5EF4-FFF2-40B4-BE49-F238E27FC236}">
                  <a16:creationId xmlns:a16="http://schemas.microsoft.com/office/drawing/2014/main" id="{D6862388-6BC6-E738-A1D1-CA982B2A6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39" name="Oval 1422">
                <a:extLst>
                  <a:ext uri="{FF2B5EF4-FFF2-40B4-BE49-F238E27FC236}">
                    <a16:creationId xmlns:a16="http://schemas.microsoft.com/office/drawing/2014/main" id="{A6C34C80-9DA5-1B75-9D1A-BF2565758A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" name="Oval 1423">
                <a:extLst>
                  <a:ext uri="{FF2B5EF4-FFF2-40B4-BE49-F238E27FC236}">
                    <a16:creationId xmlns:a16="http://schemas.microsoft.com/office/drawing/2014/main" id="{9DFAD8D5-744E-9981-7239-56CF697AD6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" name="Freeform 1424">
                <a:extLst>
                  <a:ext uri="{FF2B5EF4-FFF2-40B4-BE49-F238E27FC236}">
                    <a16:creationId xmlns:a16="http://schemas.microsoft.com/office/drawing/2014/main" id="{EBF5523A-0F94-53A2-75EC-5714A3ED8F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Freeform 1425">
                <a:extLst>
                  <a:ext uri="{FF2B5EF4-FFF2-40B4-BE49-F238E27FC236}">
                    <a16:creationId xmlns:a16="http://schemas.microsoft.com/office/drawing/2014/main" id="{F878190F-D185-3CD7-CA93-3239FCFC72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Freeform 1426">
                <a:extLst>
                  <a:ext uri="{FF2B5EF4-FFF2-40B4-BE49-F238E27FC236}">
                    <a16:creationId xmlns:a16="http://schemas.microsoft.com/office/drawing/2014/main" id="{5A7F7D59-BD46-30F0-3CBA-D6E0F731D6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Oval 1427">
                <a:extLst>
                  <a:ext uri="{FF2B5EF4-FFF2-40B4-BE49-F238E27FC236}">
                    <a16:creationId xmlns:a16="http://schemas.microsoft.com/office/drawing/2014/main" id="{8C73BCC0-FB28-63FA-BC3E-5D60797123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428">
              <a:extLst>
                <a:ext uri="{FF2B5EF4-FFF2-40B4-BE49-F238E27FC236}">
                  <a16:creationId xmlns:a16="http://schemas.microsoft.com/office/drawing/2014/main" id="{B87CA13F-8170-53A9-9F3B-ED880D4077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33" name="Oval 1429">
                <a:extLst>
                  <a:ext uri="{FF2B5EF4-FFF2-40B4-BE49-F238E27FC236}">
                    <a16:creationId xmlns:a16="http://schemas.microsoft.com/office/drawing/2014/main" id="{CF03CA4D-DA38-7B52-D876-FD5F5DE7AE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" name="Oval 1430">
                <a:extLst>
                  <a:ext uri="{FF2B5EF4-FFF2-40B4-BE49-F238E27FC236}">
                    <a16:creationId xmlns:a16="http://schemas.microsoft.com/office/drawing/2014/main" id="{C7B7D7C5-8011-E106-EA4A-5544D662DE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" name="Freeform 1431">
                <a:extLst>
                  <a:ext uri="{FF2B5EF4-FFF2-40B4-BE49-F238E27FC236}">
                    <a16:creationId xmlns:a16="http://schemas.microsoft.com/office/drawing/2014/main" id="{C15271D3-545B-8242-ED1C-A7ECC6877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1432">
                <a:extLst>
                  <a:ext uri="{FF2B5EF4-FFF2-40B4-BE49-F238E27FC236}">
                    <a16:creationId xmlns:a16="http://schemas.microsoft.com/office/drawing/2014/main" id="{3FBB1F50-76E0-4910-6BA4-3B3F84633A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1433">
                <a:extLst>
                  <a:ext uri="{FF2B5EF4-FFF2-40B4-BE49-F238E27FC236}">
                    <a16:creationId xmlns:a16="http://schemas.microsoft.com/office/drawing/2014/main" id="{F29691DA-B29A-3A14-2F3C-D31C73CA36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Oval 1434">
                <a:extLst>
                  <a:ext uri="{FF2B5EF4-FFF2-40B4-BE49-F238E27FC236}">
                    <a16:creationId xmlns:a16="http://schemas.microsoft.com/office/drawing/2014/main" id="{65942504-1FA2-C7AC-F956-E96778C66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435">
              <a:extLst>
                <a:ext uri="{FF2B5EF4-FFF2-40B4-BE49-F238E27FC236}">
                  <a16:creationId xmlns:a16="http://schemas.microsoft.com/office/drawing/2014/main" id="{E8E3E585-B533-B839-B301-4AFA4D39E4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27" name="Oval 1436">
                <a:extLst>
                  <a:ext uri="{FF2B5EF4-FFF2-40B4-BE49-F238E27FC236}">
                    <a16:creationId xmlns:a16="http://schemas.microsoft.com/office/drawing/2014/main" id="{D265B65D-396A-5ACA-3EBF-41400613B0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8" name="Oval 1437">
                <a:extLst>
                  <a:ext uri="{FF2B5EF4-FFF2-40B4-BE49-F238E27FC236}">
                    <a16:creationId xmlns:a16="http://schemas.microsoft.com/office/drawing/2014/main" id="{85BB3F79-A5E8-7806-2EA8-866EBED623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9" name="Freeform 1438">
                <a:extLst>
                  <a:ext uri="{FF2B5EF4-FFF2-40B4-BE49-F238E27FC236}">
                    <a16:creationId xmlns:a16="http://schemas.microsoft.com/office/drawing/2014/main" id="{7C385692-8531-31E7-DD35-3EDE66035C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1439">
                <a:extLst>
                  <a:ext uri="{FF2B5EF4-FFF2-40B4-BE49-F238E27FC236}">
                    <a16:creationId xmlns:a16="http://schemas.microsoft.com/office/drawing/2014/main" id="{DB513082-7589-81E4-6C23-6FEEAD05C2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1440">
                <a:extLst>
                  <a:ext uri="{FF2B5EF4-FFF2-40B4-BE49-F238E27FC236}">
                    <a16:creationId xmlns:a16="http://schemas.microsoft.com/office/drawing/2014/main" id="{37F2282C-3383-D907-3E48-F023FF4972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Oval 1441">
                <a:extLst>
                  <a:ext uri="{FF2B5EF4-FFF2-40B4-BE49-F238E27FC236}">
                    <a16:creationId xmlns:a16="http://schemas.microsoft.com/office/drawing/2014/main" id="{1EF6583A-5BC3-3D00-0544-6107E50B65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442">
              <a:extLst>
                <a:ext uri="{FF2B5EF4-FFF2-40B4-BE49-F238E27FC236}">
                  <a16:creationId xmlns:a16="http://schemas.microsoft.com/office/drawing/2014/main" id="{137D12BF-BD78-3135-66F5-25BE916556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321" name="Oval 1443">
                <a:extLst>
                  <a:ext uri="{FF2B5EF4-FFF2-40B4-BE49-F238E27FC236}">
                    <a16:creationId xmlns:a16="http://schemas.microsoft.com/office/drawing/2014/main" id="{0D999F78-A2B5-AB14-B6EE-7D0BCC1E7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2" name="Oval 1444">
                <a:extLst>
                  <a:ext uri="{FF2B5EF4-FFF2-40B4-BE49-F238E27FC236}">
                    <a16:creationId xmlns:a16="http://schemas.microsoft.com/office/drawing/2014/main" id="{A9F5D8DF-D155-DB7B-0B51-3BD692480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3" name="Freeform 1445">
                <a:extLst>
                  <a:ext uri="{FF2B5EF4-FFF2-40B4-BE49-F238E27FC236}">
                    <a16:creationId xmlns:a16="http://schemas.microsoft.com/office/drawing/2014/main" id="{D843B647-073C-FF07-4100-5F28507694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1446">
                <a:extLst>
                  <a:ext uri="{FF2B5EF4-FFF2-40B4-BE49-F238E27FC236}">
                    <a16:creationId xmlns:a16="http://schemas.microsoft.com/office/drawing/2014/main" id="{CEFE8029-86FE-0F6C-1D0A-B8AEF7B06D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1447">
                <a:extLst>
                  <a:ext uri="{FF2B5EF4-FFF2-40B4-BE49-F238E27FC236}">
                    <a16:creationId xmlns:a16="http://schemas.microsoft.com/office/drawing/2014/main" id="{998FF61E-A03F-9DA1-4CB8-6AD0AD21FC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Oval 1448">
                <a:extLst>
                  <a:ext uri="{FF2B5EF4-FFF2-40B4-BE49-F238E27FC236}">
                    <a16:creationId xmlns:a16="http://schemas.microsoft.com/office/drawing/2014/main" id="{B3C255D5-6373-AC8D-30A8-4DE491AE3E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449">
              <a:extLst>
                <a:ext uri="{FF2B5EF4-FFF2-40B4-BE49-F238E27FC236}">
                  <a16:creationId xmlns:a16="http://schemas.microsoft.com/office/drawing/2014/main" id="{D0657280-B63F-30C8-51F4-2A283DD8D4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315" name="Oval 1450">
                <a:extLst>
                  <a:ext uri="{FF2B5EF4-FFF2-40B4-BE49-F238E27FC236}">
                    <a16:creationId xmlns:a16="http://schemas.microsoft.com/office/drawing/2014/main" id="{CA1A5600-AE2E-87C5-D22B-200FD15C13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6" name="Oval 1451">
                <a:extLst>
                  <a:ext uri="{FF2B5EF4-FFF2-40B4-BE49-F238E27FC236}">
                    <a16:creationId xmlns:a16="http://schemas.microsoft.com/office/drawing/2014/main" id="{1337B485-DC84-ED33-3034-DEE30AF9C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7" name="Freeform 1452">
                <a:extLst>
                  <a:ext uri="{FF2B5EF4-FFF2-40B4-BE49-F238E27FC236}">
                    <a16:creationId xmlns:a16="http://schemas.microsoft.com/office/drawing/2014/main" id="{FC1A5775-3B71-31D4-E6BB-06AFE71D1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1453">
                <a:extLst>
                  <a:ext uri="{FF2B5EF4-FFF2-40B4-BE49-F238E27FC236}">
                    <a16:creationId xmlns:a16="http://schemas.microsoft.com/office/drawing/2014/main" id="{B2E35A39-E9F1-7A0E-658E-311DB98F87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1454">
                <a:extLst>
                  <a:ext uri="{FF2B5EF4-FFF2-40B4-BE49-F238E27FC236}">
                    <a16:creationId xmlns:a16="http://schemas.microsoft.com/office/drawing/2014/main" id="{91D99428-CFB7-F084-A691-1893B501F5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Oval 1455">
                <a:extLst>
                  <a:ext uri="{FF2B5EF4-FFF2-40B4-BE49-F238E27FC236}">
                    <a16:creationId xmlns:a16="http://schemas.microsoft.com/office/drawing/2014/main" id="{6A05130B-4BD5-1960-787E-731BA02756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1" name="Group 1456">
              <a:extLst>
                <a:ext uri="{FF2B5EF4-FFF2-40B4-BE49-F238E27FC236}">
                  <a16:creationId xmlns:a16="http://schemas.microsoft.com/office/drawing/2014/main" id="{1107C488-454F-C3F5-08FC-0AADED22E0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309" name="Oval 1457">
                <a:extLst>
                  <a:ext uri="{FF2B5EF4-FFF2-40B4-BE49-F238E27FC236}">
                    <a16:creationId xmlns:a16="http://schemas.microsoft.com/office/drawing/2014/main" id="{6E187E95-2514-5DD3-B98A-36FDC8E806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0" name="Oval 1458">
                <a:extLst>
                  <a:ext uri="{FF2B5EF4-FFF2-40B4-BE49-F238E27FC236}">
                    <a16:creationId xmlns:a16="http://schemas.microsoft.com/office/drawing/2014/main" id="{78B5C749-3D99-6126-D371-C4124D8481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1" name="Freeform 1459">
                <a:extLst>
                  <a:ext uri="{FF2B5EF4-FFF2-40B4-BE49-F238E27FC236}">
                    <a16:creationId xmlns:a16="http://schemas.microsoft.com/office/drawing/2014/main" id="{62A8F57E-AB9E-4C84-7867-13AB392A3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1460">
                <a:extLst>
                  <a:ext uri="{FF2B5EF4-FFF2-40B4-BE49-F238E27FC236}">
                    <a16:creationId xmlns:a16="http://schemas.microsoft.com/office/drawing/2014/main" id="{42886279-1A4C-4AF0-49F8-3B2E762FAB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1461">
                <a:extLst>
                  <a:ext uri="{FF2B5EF4-FFF2-40B4-BE49-F238E27FC236}">
                    <a16:creationId xmlns:a16="http://schemas.microsoft.com/office/drawing/2014/main" id="{198FF80F-8513-B9F6-A46E-EF1B649E4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Oval 1462">
                <a:extLst>
                  <a:ext uri="{FF2B5EF4-FFF2-40B4-BE49-F238E27FC236}">
                    <a16:creationId xmlns:a16="http://schemas.microsoft.com/office/drawing/2014/main" id="{6C3E2AFC-D8D4-E5D9-DE08-F73D6CD651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2" name="Group 1463">
              <a:extLst>
                <a:ext uri="{FF2B5EF4-FFF2-40B4-BE49-F238E27FC236}">
                  <a16:creationId xmlns:a16="http://schemas.microsoft.com/office/drawing/2014/main" id="{26444BF9-0CB5-A61D-40F5-FA3EA3F3D5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303" name="Oval 1464">
                <a:extLst>
                  <a:ext uri="{FF2B5EF4-FFF2-40B4-BE49-F238E27FC236}">
                    <a16:creationId xmlns:a16="http://schemas.microsoft.com/office/drawing/2014/main" id="{3B239979-E8CE-869D-E9B9-5B338899A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4" name="Oval 1465">
                <a:extLst>
                  <a:ext uri="{FF2B5EF4-FFF2-40B4-BE49-F238E27FC236}">
                    <a16:creationId xmlns:a16="http://schemas.microsoft.com/office/drawing/2014/main" id="{E8C0A845-F6FC-ADDA-9587-0CFE214298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5" name="Freeform 1466">
                <a:extLst>
                  <a:ext uri="{FF2B5EF4-FFF2-40B4-BE49-F238E27FC236}">
                    <a16:creationId xmlns:a16="http://schemas.microsoft.com/office/drawing/2014/main" id="{A2179AE0-06C5-91DB-EEF8-5BA0DADE4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1467">
                <a:extLst>
                  <a:ext uri="{FF2B5EF4-FFF2-40B4-BE49-F238E27FC236}">
                    <a16:creationId xmlns:a16="http://schemas.microsoft.com/office/drawing/2014/main" id="{0FC1B0A4-0D8B-D8B6-A17B-F0949D1E39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1468">
                <a:extLst>
                  <a:ext uri="{FF2B5EF4-FFF2-40B4-BE49-F238E27FC236}">
                    <a16:creationId xmlns:a16="http://schemas.microsoft.com/office/drawing/2014/main" id="{1A7BD0B6-3684-5354-A142-FAE59258FE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Oval 1469">
                <a:extLst>
                  <a:ext uri="{FF2B5EF4-FFF2-40B4-BE49-F238E27FC236}">
                    <a16:creationId xmlns:a16="http://schemas.microsoft.com/office/drawing/2014/main" id="{3C494893-8553-4FC2-A176-CBED2E419B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3" name="Group 1470">
              <a:extLst>
                <a:ext uri="{FF2B5EF4-FFF2-40B4-BE49-F238E27FC236}">
                  <a16:creationId xmlns:a16="http://schemas.microsoft.com/office/drawing/2014/main" id="{A79BD2E5-F829-604A-98D2-B269AD3EC5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97" name="Oval 1471">
                <a:extLst>
                  <a:ext uri="{FF2B5EF4-FFF2-40B4-BE49-F238E27FC236}">
                    <a16:creationId xmlns:a16="http://schemas.microsoft.com/office/drawing/2014/main" id="{8B74073D-A215-559C-D0DC-68839D3F40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8" name="Oval 1472">
                <a:extLst>
                  <a:ext uri="{FF2B5EF4-FFF2-40B4-BE49-F238E27FC236}">
                    <a16:creationId xmlns:a16="http://schemas.microsoft.com/office/drawing/2014/main" id="{413BA8FF-8B74-2FA7-C9A2-A9BF3D908E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9" name="Freeform 1473">
                <a:extLst>
                  <a:ext uri="{FF2B5EF4-FFF2-40B4-BE49-F238E27FC236}">
                    <a16:creationId xmlns:a16="http://schemas.microsoft.com/office/drawing/2014/main" id="{2E988FAF-861F-F0DF-CCBC-E70FF4392A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1474">
                <a:extLst>
                  <a:ext uri="{FF2B5EF4-FFF2-40B4-BE49-F238E27FC236}">
                    <a16:creationId xmlns:a16="http://schemas.microsoft.com/office/drawing/2014/main" id="{88409E4E-9F75-3219-E71B-733C9E1E4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1475">
                <a:extLst>
                  <a:ext uri="{FF2B5EF4-FFF2-40B4-BE49-F238E27FC236}">
                    <a16:creationId xmlns:a16="http://schemas.microsoft.com/office/drawing/2014/main" id="{39B13B07-109C-24AD-97D9-0BF780F41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Oval 1476">
                <a:extLst>
                  <a:ext uri="{FF2B5EF4-FFF2-40B4-BE49-F238E27FC236}">
                    <a16:creationId xmlns:a16="http://schemas.microsoft.com/office/drawing/2014/main" id="{94FE0AEB-450D-0F15-31B1-41B21FA47D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4" name="Group 1477">
              <a:extLst>
                <a:ext uri="{FF2B5EF4-FFF2-40B4-BE49-F238E27FC236}">
                  <a16:creationId xmlns:a16="http://schemas.microsoft.com/office/drawing/2014/main" id="{7C62793A-9DC5-BD78-0F46-C1EF7008C1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91" name="Oval 1478">
                <a:extLst>
                  <a:ext uri="{FF2B5EF4-FFF2-40B4-BE49-F238E27FC236}">
                    <a16:creationId xmlns:a16="http://schemas.microsoft.com/office/drawing/2014/main" id="{247FB7D9-B0FC-10B0-2D28-336028096C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2" name="Oval 1479">
                <a:extLst>
                  <a:ext uri="{FF2B5EF4-FFF2-40B4-BE49-F238E27FC236}">
                    <a16:creationId xmlns:a16="http://schemas.microsoft.com/office/drawing/2014/main" id="{E3DFBDFC-23E3-B11C-3F1F-A6B28C5A2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3" name="Freeform 1480">
                <a:extLst>
                  <a:ext uri="{FF2B5EF4-FFF2-40B4-BE49-F238E27FC236}">
                    <a16:creationId xmlns:a16="http://schemas.microsoft.com/office/drawing/2014/main" id="{999D5093-4301-CCDC-30EB-428A08A83D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1481">
                <a:extLst>
                  <a:ext uri="{FF2B5EF4-FFF2-40B4-BE49-F238E27FC236}">
                    <a16:creationId xmlns:a16="http://schemas.microsoft.com/office/drawing/2014/main" id="{371E2133-E3B9-2FDC-3267-5A07F687A5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1482">
                <a:extLst>
                  <a:ext uri="{FF2B5EF4-FFF2-40B4-BE49-F238E27FC236}">
                    <a16:creationId xmlns:a16="http://schemas.microsoft.com/office/drawing/2014/main" id="{F468140C-6F32-4FD9-64D2-E8A02286C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Oval 1483">
                <a:extLst>
                  <a:ext uri="{FF2B5EF4-FFF2-40B4-BE49-F238E27FC236}">
                    <a16:creationId xmlns:a16="http://schemas.microsoft.com/office/drawing/2014/main" id="{A35BC829-DBBE-57FA-457C-7C2213551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5" name="Group 1484">
              <a:extLst>
                <a:ext uri="{FF2B5EF4-FFF2-40B4-BE49-F238E27FC236}">
                  <a16:creationId xmlns:a16="http://schemas.microsoft.com/office/drawing/2014/main" id="{DC39AAC2-A2FD-2891-EB65-07A0CAFA07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85" name="Oval 1485">
                <a:extLst>
                  <a:ext uri="{FF2B5EF4-FFF2-40B4-BE49-F238E27FC236}">
                    <a16:creationId xmlns:a16="http://schemas.microsoft.com/office/drawing/2014/main" id="{750AF00E-3FC2-D078-5FBF-C817552DF8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6" name="Oval 1486">
                <a:extLst>
                  <a:ext uri="{FF2B5EF4-FFF2-40B4-BE49-F238E27FC236}">
                    <a16:creationId xmlns:a16="http://schemas.microsoft.com/office/drawing/2014/main" id="{C18152F9-F739-D5D2-2979-B4C9269DD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7" name="Freeform 1487">
                <a:extLst>
                  <a:ext uri="{FF2B5EF4-FFF2-40B4-BE49-F238E27FC236}">
                    <a16:creationId xmlns:a16="http://schemas.microsoft.com/office/drawing/2014/main" id="{D343A619-DDF8-DC37-2434-52D7FE697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488">
                <a:extLst>
                  <a:ext uri="{FF2B5EF4-FFF2-40B4-BE49-F238E27FC236}">
                    <a16:creationId xmlns:a16="http://schemas.microsoft.com/office/drawing/2014/main" id="{58A6C34B-00E6-3AF4-8F7B-F964FA4A9C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489">
                <a:extLst>
                  <a:ext uri="{FF2B5EF4-FFF2-40B4-BE49-F238E27FC236}">
                    <a16:creationId xmlns:a16="http://schemas.microsoft.com/office/drawing/2014/main" id="{B9453381-3025-5D22-C878-32A503987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Oval 1490">
                <a:extLst>
                  <a:ext uri="{FF2B5EF4-FFF2-40B4-BE49-F238E27FC236}">
                    <a16:creationId xmlns:a16="http://schemas.microsoft.com/office/drawing/2014/main" id="{BCA4BE35-321C-1D77-11A5-5BA018BCC8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6" name="Group 1491">
              <a:extLst>
                <a:ext uri="{FF2B5EF4-FFF2-40B4-BE49-F238E27FC236}">
                  <a16:creationId xmlns:a16="http://schemas.microsoft.com/office/drawing/2014/main" id="{87D14A8D-18D6-D7E1-238C-7227EB8BC8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79" name="Oval 1492">
                <a:extLst>
                  <a:ext uri="{FF2B5EF4-FFF2-40B4-BE49-F238E27FC236}">
                    <a16:creationId xmlns:a16="http://schemas.microsoft.com/office/drawing/2014/main" id="{C84FFD2B-71F0-85B2-280D-94FE44B5E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0" name="Oval 1493">
                <a:extLst>
                  <a:ext uri="{FF2B5EF4-FFF2-40B4-BE49-F238E27FC236}">
                    <a16:creationId xmlns:a16="http://schemas.microsoft.com/office/drawing/2014/main" id="{EF9F95E0-5642-F60C-620C-7F76102FE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1" name="Freeform 1494">
                <a:extLst>
                  <a:ext uri="{FF2B5EF4-FFF2-40B4-BE49-F238E27FC236}">
                    <a16:creationId xmlns:a16="http://schemas.microsoft.com/office/drawing/2014/main" id="{4ED12A1C-8B7E-9B92-4A9E-69A31225AD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1495">
                <a:extLst>
                  <a:ext uri="{FF2B5EF4-FFF2-40B4-BE49-F238E27FC236}">
                    <a16:creationId xmlns:a16="http://schemas.microsoft.com/office/drawing/2014/main" id="{92E273DB-89C9-F81E-9A2C-867C439576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496">
                <a:extLst>
                  <a:ext uri="{FF2B5EF4-FFF2-40B4-BE49-F238E27FC236}">
                    <a16:creationId xmlns:a16="http://schemas.microsoft.com/office/drawing/2014/main" id="{4D2BDDEB-218B-4C9C-1FAE-53E1633E12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Oval 1497">
                <a:extLst>
                  <a:ext uri="{FF2B5EF4-FFF2-40B4-BE49-F238E27FC236}">
                    <a16:creationId xmlns:a16="http://schemas.microsoft.com/office/drawing/2014/main" id="{BB49E998-B480-7177-2126-0C946E286D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7" name="Group 1498">
              <a:extLst>
                <a:ext uri="{FF2B5EF4-FFF2-40B4-BE49-F238E27FC236}">
                  <a16:creationId xmlns:a16="http://schemas.microsoft.com/office/drawing/2014/main" id="{DBEBD037-19B1-3924-2134-911B5D2603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73" name="Oval 1499">
                <a:extLst>
                  <a:ext uri="{FF2B5EF4-FFF2-40B4-BE49-F238E27FC236}">
                    <a16:creationId xmlns:a16="http://schemas.microsoft.com/office/drawing/2014/main" id="{E60C1A8D-FA0D-FD6D-967C-C2BC0F1A69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4" name="Oval 1500">
                <a:extLst>
                  <a:ext uri="{FF2B5EF4-FFF2-40B4-BE49-F238E27FC236}">
                    <a16:creationId xmlns:a16="http://schemas.microsoft.com/office/drawing/2014/main" id="{9A800B40-5B57-00B1-E2FE-61DA2AE63C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5" name="Freeform 1501">
                <a:extLst>
                  <a:ext uri="{FF2B5EF4-FFF2-40B4-BE49-F238E27FC236}">
                    <a16:creationId xmlns:a16="http://schemas.microsoft.com/office/drawing/2014/main" id="{E30DEEA7-2E99-D483-5E37-A9F86CF15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1502">
                <a:extLst>
                  <a:ext uri="{FF2B5EF4-FFF2-40B4-BE49-F238E27FC236}">
                    <a16:creationId xmlns:a16="http://schemas.microsoft.com/office/drawing/2014/main" id="{DCBA69B9-C599-863C-CC88-5FF7ADE0A9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Freeform 1503">
                <a:extLst>
                  <a:ext uri="{FF2B5EF4-FFF2-40B4-BE49-F238E27FC236}">
                    <a16:creationId xmlns:a16="http://schemas.microsoft.com/office/drawing/2014/main" id="{15740D49-53E7-19BB-6B7E-BCF2E3EEE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Oval 1504">
                <a:extLst>
                  <a:ext uri="{FF2B5EF4-FFF2-40B4-BE49-F238E27FC236}">
                    <a16:creationId xmlns:a16="http://schemas.microsoft.com/office/drawing/2014/main" id="{D5E96F4C-6FFA-C112-87F4-A808976ACA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8" name="Group 1505">
              <a:extLst>
                <a:ext uri="{FF2B5EF4-FFF2-40B4-BE49-F238E27FC236}">
                  <a16:creationId xmlns:a16="http://schemas.microsoft.com/office/drawing/2014/main" id="{AFB531F5-3B77-589B-7882-14A29BE07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67" name="Oval 1506">
                <a:extLst>
                  <a:ext uri="{FF2B5EF4-FFF2-40B4-BE49-F238E27FC236}">
                    <a16:creationId xmlns:a16="http://schemas.microsoft.com/office/drawing/2014/main" id="{D1E2B8F8-EE21-56BA-F7FF-284AECB9BE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8" name="Oval 1507">
                <a:extLst>
                  <a:ext uri="{FF2B5EF4-FFF2-40B4-BE49-F238E27FC236}">
                    <a16:creationId xmlns:a16="http://schemas.microsoft.com/office/drawing/2014/main" id="{3A6D0C30-1DA9-26CE-0B36-B8C1D009B4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9" name="Freeform 1508">
                <a:extLst>
                  <a:ext uri="{FF2B5EF4-FFF2-40B4-BE49-F238E27FC236}">
                    <a16:creationId xmlns:a16="http://schemas.microsoft.com/office/drawing/2014/main" id="{C9604A47-7F25-5650-5D7E-159FBE185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1509">
                <a:extLst>
                  <a:ext uri="{FF2B5EF4-FFF2-40B4-BE49-F238E27FC236}">
                    <a16:creationId xmlns:a16="http://schemas.microsoft.com/office/drawing/2014/main" id="{B085AC6E-AD9A-82B0-BC2E-FFC3FA74E3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Freeform 1510">
                <a:extLst>
                  <a:ext uri="{FF2B5EF4-FFF2-40B4-BE49-F238E27FC236}">
                    <a16:creationId xmlns:a16="http://schemas.microsoft.com/office/drawing/2014/main" id="{67A543B2-EEC2-FE7A-EF8F-387261E5C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Oval 1511">
                <a:extLst>
                  <a:ext uri="{FF2B5EF4-FFF2-40B4-BE49-F238E27FC236}">
                    <a16:creationId xmlns:a16="http://schemas.microsoft.com/office/drawing/2014/main" id="{3864B3B4-C8C3-0E51-FD73-252B176D22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9" name="Group 1512">
              <a:extLst>
                <a:ext uri="{FF2B5EF4-FFF2-40B4-BE49-F238E27FC236}">
                  <a16:creationId xmlns:a16="http://schemas.microsoft.com/office/drawing/2014/main" id="{E1E6A3BC-C4D5-D84F-5BD8-C112B26DB1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61" name="Oval 1513">
                <a:extLst>
                  <a:ext uri="{FF2B5EF4-FFF2-40B4-BE49-F238E27FC236}">
                    <a16:creationId xmlns:a16="http://schemas.microsoft.com/office/drawing/2014/main" id="{E500341F-56C7-B30F-9857-501D5F94BF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2" name="Oval 1514">
                <a:extLst>
                  <a:ext uri="{FF2B5EF4-FFF2-40B4-BE49-F238E27FC236}">
                    <a16:creationId xmlns:a16="http://schemas.microsoft.com/office/drawing/2014/main" id="{D0755F79-196D-8E21-E165-D606BFB6FD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3" name="Freeform 1515">
                <a:extLst>
                  <a:ext uri="{FF2B5EF4-FFF2-40B4-BE49-F238E27FC236}">
                    <a16:creationId xmlns:a16="http://schemas.microsoft.com/office/drawing/2014/main" id="{16094024-C0AD-D084-3725-0923457554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1516">
                <a:extLst>
                  <a:ext uri="{FF2B5EF4-FFF2-40B4-BE49-F238E27FC236}">
                    <a16:creationId xmlns:a16="http://schemas.microsoft.com/office/drawing/2014/main" id="{CAAD6FBD-C6E5-5F2A-5149-65C2EC9A57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Freeform 1517">
                <a:extLst>
                  <a:ext uri="{FF2B5EF4-FFF2-40B4-BE49-F238E27FC236}">
                    <a16:creationId xmlns:a16="http://schemas.microsoft.com/office/drawing/2014/main" id="{24DFBE9E-0EF0-2517-FD95-121D848A1B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Oval 1518">
                <a:extLst>
                  <a:ext uri="{FF2B5EF4-FFF2-40B4-BE49-F238E27FC236}">
                    <a16:creationId xmlns:a16="http://schemas.microsoft.com/office/drawing/2014/main" id="{DE89D032-0967-E5EB-33FC-CB120BF624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0" name="Group 1519">
              <a:extLst>
                <a:ext uri="{FF2B5EF4-FFF2-40B4-BE49-F238E27FC236}">
                  <a16:creationId xmlns:a16="http://schemas.microsoft.com/office/drawing/2014/main" id="{AE75EBC8-3205-6036-29FA-3A5F69E2C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55" name="Oval 1520">
                <a:extLst>
                  <a:ext uri="{FF2B5EF4-FFF2-40B4-BE49-F238E27FC236}">
                    <a16:creationId xmlns:a16="http://schemas.microsoft.com/office/drawing/2014/main" id="{BB5086C0-2FFB-4672-A8A3-61854E16C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6" name="Oval 1521">
                <a:extLst>
                  <a:ext uri="{FF2B5EF4-FFF2-40B4-BE49-F238E27FC236}">
                    <a16:creationId xmlns:a16="http://schemas.microsoft.com/office/drawing/2014/main" id="{29207014-8040-1711-06AA-005B8A6B5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7" name="Freeform 1522">
                <a:extLst>
                  <a:ext uri="{FF2B5EF4-FFF2-40B4-BE49-F238E27FC236}">
                    <a16:creationId xmlns:a16="http://schemas.microsoft.com/office/drawing/2014/main" id="{66504D8A-CF1C-EC66-0C1C-6A2772A126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1523">
                <a:extLst>
                  <a:ext uri="{FF2B5EF4-FFF2-40B4-BE49-F238E27FC236}">
                    <a16:creationId xmlns:a16="http://schemas.microsoft.com/office/drawing/2014/main" id="{F4E16B9F-3944-0C6E-5F3C-92DD13F4B1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Freeform 1524">
                <a:extLst>
                  <a:ext uri="{FF2B5EF4-FFF2-40B4-BE49-F238E27FC236}">
                    <a16:creationId xmlns:a16="http://schemas.microsoft.com/office/drawing/2014/main" id="{53370C30-A09F-17B1-08B6-4C3984B232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Oval 1525">
                <a:extLst>
                  <a:ext uri="{FF2B5EF4-FFF2-40B4-BE49-F238E27FC236}">
                    <a16:creationId xmlns:a16="http://schemas.microsoft.com/office/drawing/2014/main" id="{18E02DE5-95BA-44A4-BE2B-E72828ACA5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1" name="Group 1526">
              <a:extLst>
                <a:ext uri="{FF2B5EF4-FFF2-40B4-BE49-F238E27FC236}">
                  <a16:creationId xmlns:a16="http://schemas.microsoft.com/office/drawing/2014/main" id="{996B94DD-C69E-32EF-E0D6-A94A441678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49" name="Oval 1527">
                <a:extLst>
                  <a:ext uri="{FF2B5EF4-FFF2-40B4-BE49-F238E27FC236}">
                    <a16:creationId xmlns:a16="http://schemas.microsoft.com/office/drawing/2014/main" id="{C5B84C28-640A-196B-2807-CF2E8892D6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0" name="Oval 1528">
                <a:extLst>
                  <a:ext uri="{FF2B5EF4-FFF2-40B4-BE49-F238E27FC236}">
                    <a16:creationId xmlns:a16="http://schemas.microsoft.com/office/drawing/2014/main" id="{931BADB1-E527-955D-DAE8-64C1B0706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1" name="Freeform 1529">
                <a:extLst>
                  <a:ext uri="{FF2B5EF4-FFF2-40B4-BE49-F238E27FC236}">
                    <a16:creationId xmlns:a16="http://schemas.microsoft.com/office/drawing/2014/main" id="{DBCD8C2F-1DE5-58B3-E831-6D11D7620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1530">
                <a:extLst>
                  <a:ext uri="{FF2B5EF4-FFF2-40B4-BE49-F238E27FC236}">
                    <a16:creationId xmlns:a16="http://schemas.microsoft.com/office/drawing/2014/main" id="{A17E549D-3D75-D908-5B2F-1A488E632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Freeform 1531">
                <a:extLst>
                  <a:ext uri="{FF2B5EF4-FFF2-40B4-BE49-F238E27FC236}">
                    <a16:creationId xmlns:a16="http://schemas.microsoft.com/office/drawing/2014/main" id="{E84F781D-9003-365F-8977-B146B69CBC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Oval 1532">
                <a:extLst>
                  <a:ext uri="{FF2B5EF4-FFF2-40B4-BE49-F238E27FC236}">
                    <a16:creationId xmlns:a16="http://schemas.microsoft.com/office/drawing/2014/main" id="{6BDAAD91-2DDA-F370-06A0-802AC2B23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2" name="Group 1533">
              <a:extLst>
                <a:ext uri="{FF2B5EF4-FFF2-40B4-BE49-F238E27FC236}">
                  <a16:creationId xmlns:a16="http://schemas.microsoft.com/office/drawing/2014/main" id="{E31180B7-7EB8-92FB-E2D8-1489166F95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43" name="Oval 1534">
                <a:extLst>
                  <a:ext uri="{FF2B5EF4-FFF2-40B4-BE49-F238E27FC236}">
                    <a16:creationId xmlns:a16="http://schemas.microsoft.com/office/drawing/2014/main" id="{C82D255E-63A2-229B-0881-A7561C91DA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4" name="Oval 1535">
                <a:extLst>
                  <a:ext uri="{FF2B5EF4-FFF2-40B4-BE49-F238E27FC236}">
                    <a16:creationId xmlns:a16="http://schemas.microsoft.com/office/drawing/2014/main" id="{A4785C67-099E-C558-FC78-2A92848359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5" name="Freeform 1536">
                <a:extLst>
                  <a:ext uri="{FF2B5EF4-FFF2-40B4-BE49-F238E27FC236}">
                    <a16:creationId xmlns:a16="http://schemas.microsoft.com/office/drawing/2014/main" id="{D04DBB00-3EAD-D4B6-1FAA-150494950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1537">
                <a:extLst>
                  <a:ext uri="{FF2B5EF4-FFF2-40B4-BE49-F238E27FC236}">
                    <a16:creationId xmlns:a16="http://schemas.microsoft.com/office/drawing/2014/main" id="{EE77B005-1B66-31BF-332D-60CF7A8A9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Freeform 1538">
                <a:extLst>
                  <a:ext uri="{FF2B5EF4-FFF2-40B4-BE49-F238E27FC236}">
                    <a16:creationId xmlns:a16="http://schemas.microsoft.com/office/drawing/2014/main" id="{25F23EEB-0FB4-3123-09F1-B0A9A4F9B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Oval 1539">
                <a:extLst>
                  <a:ext uri="{FF2B5EF4-FFF2-40B4-BE49-F238E27FC236}">
                    <a16:creationId xmlns:a16="http://schemas.microsoft.com/office/drawing/2014/main" id="{C7E50AAE-3FC1-635E-EEF8-CD3D375E52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3" name="Group 1540">
              <a:extLst>
                <a:ext uri="{FF2B5EF4-FFF2-40B4-BE49-F238E27FC236}">
                  <a16:creationId xmlns:a16="http://schemas.microsoft.com/office/drawing/2014/main" id="{325B98FD-4F0A-FD7B-F5B6-9390C920E9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37" name="Oval 1541">
                <a:extLst>
                  <a:ext uri="{FF2B5EF4-FFF2-40B4-BE49-F238E27FC236}">
                    <a16:creationId xmlns:a16="http://schemas.microsoft.com/office/drawing/2014/main" id="{5FDBDE67-BF0C-0061-1530-D95690A8E0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8" name="Oval 1542">
                <a:extLst>
                  <a:ext uri="{FF2B5EF4-FFF2-40B4-BE49-F238E27FC236}">
                    <a16:creationId xmlns:a16="http://schemas.microsoft.com/office/drawing/2014/main" id="{87D734A9-E8FA-87EA-74B0-FC127E83E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9" name="Freeform 1543">
                <a:extLst>
                  <a:ext uri="{FF2B5EF4-FFF2-40B4-BE49-F238E27FC236}">
                    <a16:creationId xmlns:a16="http://schemas.microsoft.com/office/drawing/2014/main" id="{E7711357-8159-8316-4C94-E34118A610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1544">
                <a:extLst>
                  <a:ext uri="{FF2B5EF4-FFF2-40B4-BE49-F238E27FC236}">
                    <a16:creationId xmlns:a16="http://schemas.microsoft.com/office/drawing/2014/main" id="{5E991AA5-CE9A-10BE-7555-E760AB4114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Freeform 1545">
                <a:extLst>
                  <a:ext uri="{FF2B5EF4-FFF2-40B4-BE49-F238E27FC236}">
                    <a16:creationId xmlns:a16="http://schemas.microsoft.com/office/drawing/2014/main" id="{967FEB06-D294-310D-66DE-EB8DB9B5D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Oval 1546">
                <a:extLst>
                  <a:ext uri="{FF2B5EF4-FFF2-40B4-BE49-F238E27FC236}">
                    <a16:creationId xmlns:a16="http://schemas.microsoft.com/office/drawing/2014/main" id="{58317926-CC1B-6741-616D-2F5E145B8F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4" name="Group 1547">
              <a:extLst>
                <a:ext uri="{FF2B5EF4-FFF2-40B4-BE49-F238E27FC236}">
                  <a16:creationId xmlns:a16="http://schemas.microsoft.com/office/drawing/2014/main" id="{787BA5C1-FFC0-5CD8-CDD7-EACF4FFD06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31" name="Oval 1548">
                <a:extLst>
                  <a:ext uri="{FF2B5EF4-FFF2-40B4-BE49-F238E27FC236}">
                    <a16:creationId xmlns:a16="http://schemas.microsoft.com/office/drawing/2014/main" id="{F5071820-9D4F-9DE3-B50D-4A8362C6CF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2" name="Oval 1549">
                <a:extLst>
                  <a:ext uri="{FF2B5EF4-FFF2-40B4-BE49-F238E27FC236}">
                    <a16:creationId xmlns:a16="http://schemas.microsoft.com/office/drawing/2014/main" id="{E8AC56B0-584C-8113-D10E-515332DA27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3" name="Freeform 1550">
                <a:extLst>
                  <a:ext uri="{FF2B5EF4-FFF2-40B4-BE49-F238E27FC236}">
                    <a16:creationId xmlns:a16="http://schemas.microsoft.com/office/drawing/2014/main" id="{6F14EADE-DD44-86C0-E119-1D6290546C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1551">
                <a:extLst>
                  <a:ext uri="{FF2B5EF4-FFF2-40B4-BE49-F238E27FC236}">
                    <a16:creationId xmlns:a16="http://schemas.microsoft.com/office/drawing/2014/main" id="{27160C26-901E-6D0C-A53A-CF5498CC4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Freeform 1552">
                <a:extLst>
                  <a:ext uri="{FF2B5EF4-FFF2-40B4-BE49-F238E27FC236}">
                    <a16:creationId xmlns:a16="http://schemas.microsoft.com/office/drawing/2014/main" id="{C1376E9C-90C6-4C44-EB74-0B88B8BDED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Oval 1553">
                <a:extLst>
                  <a:ext uri="{FF2B5EF4-FFF2-40B4-BE49-F238E27FC236}">
                    <a16:creationId xmlns:a16="http://schemas.microsoft.com/office/drawing/2014/main" id="{EF5CFBC9-E42B-9B29-0EFD-21B1979B55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5" name="Group 1554">
              <a:extLst>
                <a:ext uri="{FF2B5EF4-FFF2-40B4-BE49-F238E27FC236}">
                  <a16:creationId xmlns:a16="http://schemas.microsoft.com/office/drawing/2014/main" id="{47D3403F-4687-1B79-19CD-B9EB3B784D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25" name="Oval 1555">
                <a:extLst>
                  <a:ext uri="{FF2B5EF4-FFF2-40B4-BE49-F238E27FC236}">
                    <a16:creationId xmlns:a16="http://schemas.microsoft.com/office/drawing/2014/main" id="{FB7A9E4C-64C9-6C8D-E114-B2B673F83E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6" name="Oval 1556">
                <a:extLst>
                  <a:ext uri="{FF2B5EF4-FFF2-40B4-BE49-F238E27FC236}">
                    <a16:creationId xmlns:a16="http://schemas.microsoft.com/office/drawing/2014/main" id="{0E723C2B-F3D9-7796-C4F3-B3E4B56782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7" name="Freeform 1557">
                <a:extLst>
                  <a:ext uri="{FF2B5EF4-FFF2-40B4-BE49-F238E27FC236}">
                    <a16:creationId xmlns:a16="http://schemas.microsoft.com/office/drawing/2014/main" id="{36BE1B04-312E-F70C-662D-B44702C00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1558">
                <a:extLst>
                  <a:ext uri="{FF2B5EF4-FFF2-40B4-BE49-F238E27FC236}">
                    <a16:creationId xmlns:a16="http://schemas.microsoft.com/office/drawing/2014/main" id="{55EF1C3E-2BA7-D416-2DAE-76B23256C4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Freeform 1559">
                <a:extLst>
                  <a:ext uri="{FF2B5EF4-FFF2-40B4-BE49-F238E27FC236}">
                    <a16:creationId xmlns:a16="http://schemas.microsoft.com/office/drawing/2014/main" id="{166A1BFE-F0C4-7AB2-AF8A-AAA0D5C473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Oval 1560">
                <a:extLst>
                  <a:ext uri="{FF2B5EF4-FFF2-40B4-BE49-F238E27FC236}">
                    <a16:creationId xmlns:a16="http://schemas.microsoft.com/office/drawing/2014/main" id="{21F6BC69-5180-AF12-4D94-2CCF0F4488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6" name="Group 1561">
              <a:extLst>
                <a:ext uri="{FF2B5EF4-FFF2-40B4-BE49-F238E27FC236}">
                  <a16:creationId xmlns:a16="http://schemas.microsoft.com/office/drawing/2014/main" id="{244B4D83-582B-1083-466D-A5682683A7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219" name="Oval 1562">
                <a:extLst>
                  <a:ext uri="{FF2B5EF4-FFF2-40B4-BE49-F238E27FC236}">
                    <a16:creationId xmlns:a16="http://schemas.microsoft.com/office/drawing/2014/main" id="{904C952C-F55E-267C-D62B-3224BF8F63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0" name="Oval 1563">
                <a:extLst>
                  <a:ext uri="{FF2B5EF4-FFF2-40B4-BE49-F238E27FC236}">
                    <a16:creationId xmlns:a16="http://schemas.microsoft.com/office/drawing/2014/main" id="{E68B6868-087C-2045-3634-E67FB229A5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1" name="Freeform 1564">
                <a:extLst>
                  <a:ext uri="{FF2B5EF4-FFF2-40B4-BE49-F238E27FC236}">
                    <a16:creationId xmlns:a16="http://schemas.microsoft.com/office/drawing/2014/main" id="{DAAA12A4-C80D-7BDA-C05E-D5B4B9D48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1565">
                <a:extLst>
                  <a:ext uri="{FF2B5EF4-FFF2-40B4-BE49-F238E27FC236}">
                    <a16:creationId xmlns:a16="http://schemas.microsoft.com/office/drawing/2014/main" id="{A2728C13-035F-1C89-D088-D878201981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Freeform 1566">
                <a:extLst>
                  <a:ext uri="{FF2B5EF4-FFF2-40B4-BE49-F238E27FC236}">
                    <a16:creationId xmlns:a16="http://schemas.microsoft.com/office/drawing/2014/main" id="{795C0CCA-4376-FCCA-E41B-45E55FD04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Oval 1567">
                <a:extLst>
                  <a:ext uri="{FF2B5EF4-FFF2-40B4-BE49-F238E27FC236}">
                    <a16:creationId xmlns:a16="http://schemas.microsoft.com/office/drawing/2014/main" id="{A5A10CE1-5DB2-4403-6791-2254263468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7" name="Group 1568">
              <a:extLst>
                <a:ext uri="{FF2B5EF4-FFF2-40B4-BE49-F238E27FC236}">
                  <a16:creationId xmlns:a16="http://schemas.microsoft.com/office/drawing/2014/main" id="{23C97EEB-C557-826A-E6AC-D96394B97E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213" name="Oval 1569">
                <a:extLst>
                  <a:ext uri="{FF2B5EF4-FFF2-40B4-BE49-F238E27FC236}">
                    <a16:creationId xmlns:a16="http://schemas.microsoft.com/office/drawing/2014/main" id="{03709CA6-ADC8-C152-4ED1-C934460A13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4" name="Oval 1570">
                <a:extLst>
                  <a:ext uri="{FF2B5EF4-FFF2-40B4-BE49-F238E27FC236}">
                    <a16:creationId xmlns:a16="http://schemas.microsoft.com/office/drawing/2014/main" id="{C0D96E67-AFAF-2F62-1B79-91028D513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5" name="Freeform 1571">
                <a:extLst>
                  <a:ext uri="{FF2B5EF4-FFF2-40B4-BE49-F238E27FC236}">
                    <a16:creationId xmlns:a16="http://schemas.microsoft.com/office/drawing/2014/main" id="{11822CCE-F3EE-8FBE-3FE8-F54D24A1EE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1572">
                <a:extLst>
                  <a:ext uri="{FF2B5EF4-FFF2-40B4-BE49-F238E27FC236}">
                    <a16:creationId xmlns:a16="http://schemas.microsoft.com/office/drawing/2014/main" id="{ADD1CC13-AED5-72DB-2F72-8B8B293DE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Freeform 1573">
                <a:extLst>
                  <a:ext uri="{FF2B5EF4-FFF2-40B4-BE49-F238E27FC236}">
                    <a16:creationId xmlns:a16="http://schemas.microsoft.com/office/drawing/2014/main" id="{ECB4AF22-B459-4827-412D-D4FA9DB75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Oval 1574">
                <a:extLst>
                  <a:ext uri="{FF2B5EF4-FFF2-40B4-BE49-F238E27FC236}">
                    <a16:creationId xmlns:a16="http://schemas.microsoft.com/office/drawing/2014/main" id="{4E15109B-381C-CAB3-462A-6DE6C63155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8" name="Group 1575">
              <a:extLst>
                <a:ext uri="{FF2B5EF4-FFF2-40B4-BE49-F238E27FC236}">
                  <a16:creationId xmlns:a16="http://schemas.microsoft.com/office/drawing/2014/main" id="{5C692F62-2F63-10B5-A638-CF1BAC8E01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207" name="Oval 1576">
                <a:extLst>
                  <a:ext uri="{FF2B5EF4-FFF2-40B4-BE49-F238E27FC236}">
                    <a16:creationId xmlns:a16="http://schemas.microsoft.com/office/drawing/2014/main" id="{E7F6188C-8436-8951-660F-72C53AF2C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8" name="Oval 1577">
                <a:extLst>
                  <a:ext uri="{FF2B5EF4-FFF2-40B4-BE49-F238E27FC236}">
                    <a16:creationId xmlns:a16="http://schemas.microsoft.com/office/drawing/2014/main" id="{732F4DBA-91EE-C570-D6F3-C5CD88678C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9" name="Freeform 1578">
                <a:extLst>
                  <a:ext uri="{FF2B5EF4-FFF2-40B4-BE49-F238E27FC236}">
                    <a16:creationId xmlns:a16="http://schemas.microsoft.com/office/drawing/2014/main" id="{AC28BB76-7C18-0A5A-00B5-601571EBA3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1579">
                <a:extLst>
                  <a:ext uri="{FF2B5EF4-FFF2-40B4-BE49-F238E27FC236}">
                    <a16:creationId xmlns:a16="http://schemas.microsoft.com/office/drawing/2014/main" id="{D630FF39-9FCF-7EE0-B9F1-71E465EE5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Freeform 1580">
                <a:extLst>
                  <a:ext uri="{FF2B5EF4-FFF2-40B4-BE49-F238E27FC236}">
                    <a16:creationId xmlns:a16="http://schemas.microsoft.com/office/drawing/2014/main" id="{01577825-2F73-1339-73FF-216A3B1906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Oval 1581">
                <a:extLst>
                  <a:ext uri="{FF2B5EF4-FFF2-40B4-BE49-F238E27FC236}">
                    <a16:creationId xmlns:a16="http://schemas.microsoft.com/office/drawing/2014/main" id="{08BEC140-338B-4E34-FD40-44552147BD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9" name="Group 1582">
              <a:extLst>
                <a:ext uri="{FF2B5EF4-FFF2-40B4-BE49-F238E27FC236}">
                  <a16:creationId xmlns:a16="http://schemas.microsoft.com/office/drawing/2014/main" id="{2B376ED9-3194-67FB-643F-43AFE38272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201" name="Oval 1583">
                <a:extLst>
                  <a:ext uri="{FF2B5EF4-FFF2-40B4-BE49-F238E27FC236}">
                    <a16:creationId xmlns:a16="http://schemas.microsoft.com/office/drawing/2014/main" id="{32617F26-5A87-FE99-BD88-922F70F25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2" name="Oval 1584">
                <a:extLst>
                  <a:ext uri="{FF2B5EF4-FFF2-40B4-BE49-F238E27FC236}">
                    <a16:creationId xmlns:a16="http://schemas.microsoft.com/office/drawing/2014/main" id="{BCAC66D6-B076-BE10-4C61-5EDBF5703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3" name="Freeform 1585">
                <a:extLst>
                  <a:ext uri="{FF2B5EF4-FFF2-40B4-BE49-F238E27FC236}">
                    <a16:creationId xmlns:a16="http://schemas.microsoft.com/office/drawing/2014/main" id="{8F0C6972-A74F-0F11-CA6D-312F040FB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1586">
                <a:extLst>
                  <a:ext uri="{FF2B5EF4-FFF2-40B4-BE49-F238E27FC236}">
                    <a16:creationId xmlns:a16="http://schemas.microsoft.com/office/drawing/2014/main" id="{04AFBECB-01A7-C10D-2754-9DE019927E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Freeform 1587">
                <a:extLst>
                  <a:ext uri="{FF2B5EF4-FFF2-40B4-BE49-F238E27FC236}">
                    <a16:creationId xmlns:a16="http://schemas.microsoft.com/office/drawing/2014/main" id="{016B3814-CB2E-A435-960A-3A244BCB34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Oval 1588">
                <a:extLst>
                  <a:ext uri="{FF2B5EF4-FFF2-40B4-BE49-F238E27FC236}">
                    <a16:creationId xmlns:a16="http://schemas.microsoft.com/office/drawing/2014/main" id="{D334EC59-00A9-75B1-319C-7E61A23AB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0" name="Group 1589">
              <a:extLst>
                <a:ext uri="{FF2B5EF4-FFF2-40B4-BE49-F238E27FC236}">
                  <a16:creationId xmlns:a16="http://schemas.microsoft.com/office/drawing/2014/main" id="{DC57E711-2455-296B-1B42-43B936966E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95" name="Oval 1590">
                <a:extLst>
                  <a:ext uri="{FF2B5EF4-FFF2-40B4-BE49-F238E27FC236}">
                    <a16:creationId xmlns:a16="http://schemas.microsoft.com/office/drawing/2014/main" id="{74454538-C8E6-D697-9C8D-0ADAB92925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6" name="Oval 1591">
                <a:extLst>
                  <a:ext uri="{FF2B5EF4-FFF2-40B4-BE49-F238E27FC236}">
                    <a16:creationId xmlns:a16="http://schemas.microsoft.com/office/drawing/2014/main" id="{B6BD9566-D277-3C96-2FE5-03C3F7824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7" name="Freeform 1592">
                <a:extLst>
                  <a:ext uri="{FF2B5EF4-FFF2-40B4-BE49-F238E27FC236}">
                    <a16:creationId xmlns:a16="http://schemas.microsoft.com/office/drawing/2014/main" id="{F8B43BE5-C419-2ACF-98C8-A82DCA29D8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1593">
                <a:extLst>
                  <a:ext uri="{FF2B5EF4-FFF2-40B4-BE49-F238E27FC236}">
                    <a16:creationId xmlns:a16="http://schemas.microsoft.com/office/drawing/2014/main" id="{15CA0E4D-8F7B-9799-2619-5C51723D5D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Freeform 1594">
                <a:extLst>
                  <a:ext uri="{FF2B5EF4-FFF2-40B4-BE49-F238E27FC236}">
                    <a16:creationId xmlns:a16="http://schemas.microsoft.com/office/drawing/2014/main" id="{09906978-7168-EA60-ED59-29046EA44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Oval 1595">
                <a:extLst>
                  <a:ext uri="{FF2B5EF4-FFF2-40B4-BE49-F238E27FC236}">
                    <a16:creationId xmlns:a16="http://schemas.microsoft.com/office/drawing/2014/main" id="{85213A37-3CF9-0365-E80C-BD46686D98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1" name="Group 1596">
              <a:extLst>
                <a:ext uri="{FF2B5EF4-FFF2-40B4-BE49-F238E27FC236}">
                  <a16:creationId xmlns:a16="http://schemas.microsoft.com/office/drawing/2014/main" id="{B3A4786E-2C8A-D209-C7AC-2401765DD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89" name="Oval 1597">
                <a:extLst>
                  <a:ext uri="{FF2B5EF4-FFF2-40B4-BE49-F238E27FC236}">
                    <a16:creationId xmlns:a16="http://schemas.microsoft.com/office/drawing/2014/main" id="{AFB578D2-466A-8329-828B-5E2471FA6F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0" name="Oval 1598">
                <a:extLst>
                  <a:ext uri="{FF2B5EF4-FFF2-40B4-BE49-F238E27FC236}">
                    <a16:creationId xmlns:a16="http://schemas.microsoft.com/office/drawing/2014/main" id="{62F04C66-D9D3-3F09-2FE6-BA4716F37E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1" name="Freeform 1599">
                <a:extLst>
                  <a:ext uri="{FF2B5EF4-FFF2-40B4-BE49-F238E27FC236}">
                    <a16:creationId xmlns:a16="http://schemas.microsoft.com/office/drawing/2014/main" id="{522575ED-AB8E-C0F6-2388-4A4909643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1600">
                <a:extLst>
                  <a:ext uri="{FF2B5EF4-FFF2-40B4-BE49-F238E27FC236}">
                    <a16:creationId xmlns:a16="http://schemas.microsoft.com/office/drawing/2014/main" id="{3CD907ED-DA00-8C51-DC99-2AA5F34E3E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Freeform 1601">
                <a:extLst>
                  <a:ext uri="{FF2B5EF4-FFF2-40B4-BE49-F238E27FC236}">
                    <a16:creationId xmlns:a16="http://schemas.microsoft.com/office/drawing/2014/main" id="{E1820D74-57D2-0863-E135-8785097FF2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Oval 1602">
                <a:extLst>
                  <a:ext uri="{FF2B5EF4-FFF2-40B4-BE49-F238E27FC236}">
                    <a16:creationId xmlns:a16="http://schemas.microsoft.com/office/drawing/2014/main" id="{ABEA56C6-6185-E7E1-4543-A69E8471BB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2" name="Group 1603">
              <a:extLst>
                <a:ext uri="{FF2B5EF4-FFF2-40B4-BE49-F238E27FC236}">
                  <a16:creationId xmlns:a16="http://schemas.microsoft.com/office/drawing/2014/main" id="{8088C13F-DC91-E2A3-7F43-CCE0B8089B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83" name="Oval 1604">
                <a:extLst>
                  <a:ext uri="{FF2B5EF4-FFF2-40B4-BE49-F238E27FC236}">
                    <a16:creationId xmlns:a16="http://schemas.microsoft.com/office/drawing/2014/main" id="{2435FB67-4A20-E14C-0D51-1F06BA8E8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4" name="Oval 1605">
                <a:extLst>
                  <a:ext uri="{FF2B5EF4-FFF2-40B4-BE49-F238E27FC236}">
                    <a16:creationId xmlns:a16="http://schemas.microsoft.com/office/drawing/2014/main" id="{2FEB397B-9848-7A17-076D-6148ADD93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5" name="Freeform 1606">
                <a:extLst>
                  <a:ext uri="{FF2B5EF4-FFF2-40B4-BE49-F238E27FC236}">
                    <a16:creationId xmlns:a16="http://schemas.microsoft.com/office/drawing/2014/main" id="{C01892C1-E88E-5058-D06C-5980E60BD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1607">
                <a:extLst>
                  <a:ext uri="{FF2B5EF4-FFF2-40B4-BE49-F238E27FC236}">
                    <a16:creationId xmlns:a16="http://schemas.microsoft.com/office/drawing/2014/main" id="{B0249CF9-2905-81B9-6F67-B7EB6DA7A7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608">
                <a:extLst>
                  <a:ext uri="{FF2B5EF4-FFF2-40B4-BE49-F238E27FC236}">
                    <a16:creationId xmlns:a16="http://schemas.microsoft.com/office/drawing/2014/main" id="{DB80B422-02A3-40B6-5F29-C1E6E79060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Oval 1609">
                <a:extLst>
                  <a:ext uri="{FF2B5EF4-FFF2-40B4-BE49-F238E27FC236}">
                    <a16:creationId xmlns:a16="http://schemas.microsoft.com/office/drawing/2014/main" id="{4EA0ECE9-2C67-DCBF-646F-100FA6C22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75" name="Group 1385">
            <a:extLst>
              <a:ext uri="{FF2B5EF4-FFF2-40B4-BE49-F238E27FC236}">
                <a16:creationId xmlns:a16="http://schemas.microsoft.com/office/drawing/2014/main" id="{1A74B15C-E3E2-EBC3-154D-3DA5A0E7A1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76" name="Group 1386">
              <a:extLst>
                <a:ext uri="{FF2B5EF4-FFF2-40B4-BE49-F238E27FC236}">
                  <a16:creationId xmlns:a16="http://schemas.microsoft.com/office/drawing/2014/main" id="{210CCC1C-5AD3-6533-8189-E29D534954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94" name="Oval 1387">
                <a:extLst>
                  <a:ext uri="{FF2B5EF4-FFF2-40B4-BE49-F238E27FC236}">
                    <a16:creationId xmlns:a16="http://schemas.microsoft.com/office/drawing/2014/main" id="{27D7A86B-2E69-A027-11F6-4983836872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5" name="Oval 1388">
                <a:extLst>
                  <a:ext uri="{FF2B5EF4-FFF2-40B4-BE49-F238E27FC236}">
                    <a16:creationId xmlns:a16="http://schemas.microsoft.com/office/drawing/2014/main" id="{E4AA328E-9068-BFAF-7D10-B984741708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6" name="Freeform 1389">
                <a:extLst>
                  <a:ext uri="{FF2B5EF4-FFF2-40B4-BE49-F238E27FC236}">
                    <a16:creationId xmlns:a16="http://schemas.microsoft.com/office/drawing/2014/main" id="{C05B1A78-DBF3-069F-5A3C-A924E4B97C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Freeform 1390">
                <a:extLst>
                  <a:ext uri="{FF2B5EF4-FFF2-40B4-BE49-F238E27FC236}">
                    <a16:creationId xmlns:a16="http://schemas.microsoft.com/office/drawing/2014/main" id="{9099F8F9-B850-9F09-4300-D88B141C10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" name="Freeform 1391">
                <a:extLst>
                  <a:ext uri="{FF2B5EF4-FFF2-40B4-BE49-F238E27FC236}">
                    <a16:creationId xmlns:a16="http://schemas.microsoft.com/office/drawing/2014/main" id="{D5076324-5BD2-655D-9548-6CCF6E0567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" name="Oval 1392">
                <a:extLst>
                  <a:ext uri="{FF2B5EF4-FFF2-40B4-BE49-F238E27FC236}">
                    <a16:creationId xmlns:a16="http://schemas.microsoft.com/office/drawing/2014/main" id="{E9937515-815E-5521-5555-4AB815E986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393">
              <a:extLst>
                <a:ext uri="{FF2B5EF4-FFF2-40B4-BE49-F238E27FC236}">
                  <a16:creationId xmlns:a16="http://schemas.microsoft.com/office/drawing/2014/main" id="{EEA3D3F9-C094-0B33-DF1F-A60B1BFDF5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88" name="Oval 1394">
                <a:extLst>
                  <a:ext uri="{FF2B5EF4-FFF2-40B4-BE49-F238E27FC236}">
                    <a16:creationId xmlns:a16="http://schemas.microsoft.com/office/drawing/2014/main" id="{B43579A4-68A6-6DB3-32D1-BEB65374EF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9" name="Oval 1395">
                <a:extLst>
                  <a:ext uri="{FF2B5EF4-FFF2-40B4-BE49-F238E27FC236}">
                    <a16:creationId xmlns:a16="http://schemas.microsoft.com/office/drawing/2014/main" id="{67A80213-072F-B7A4-9375-70308FEB1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0" name="Freeform 1396">
                <a:extLst>
                  <a:ext uri="{FF2B5EF4-FFF2-40B4-BE49-F238E27FC236}">
                    <a16:creationId xmlns:a16="http://schemas.microsoft.com/office/drawing/2014/main" id="{6A3A1031-9534-E839-7C4D-6FA88455C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Freeform 1397">
                <a:extLst>
                  <a:ext uri="{FF2B5EF4-FFF2-40B4-BE49-F238E27FC236}">
                    <a16:creationId xmlns:a16="http://schemas.microsoft.com/office/drawing/2014/main" id="{71E67E62-B59B-1C63-78F2-15E6A41377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" name="Freeform 1398">
                <a:extLst>
                  <a:ext uri="{FF2B5EF4-FFF2-40B4-BE49-F238E27FC236}">
                    <a16:creationId xmlns:a16="http://schemas.microsoft.com/office/drawing/2014/main" id="{CC7B3E69-1E7E-9357-CA63-66157C2130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" name="Oval 1399">
                <a:extLst>
                  <a:ext uri="{FF2B5EF4-FFF2-40B4-BE49-F238E27FC236}">
                    <a16:creationId xmlns:a16="http://schemas.microsoft.com/office/drawing/2014/main" id="{F694B3CC-BE3E-61CD-1EDB-DB80CAA5F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400">
              <a:extLst>
                <a:ext uri="{FF2B5EF4-FFF2-40B4-BE49-F238E27FC236}">
                  <a16:creationId xmlns:a16="http://schemas.microsoft.com/office/drawing/2014/main" id="{F7F44782-14C1-11CD-6579-025D46BDFB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82" name="Oval 1401">
                <a:extLst>
                  <a:ext uri="{FF2B5EF4-FFF2-40B4-BE49-F238E27FC236}">
                    <a16:creationId xmlns:a16="http://schemas.microsoft.com/office/drawing/2014/main" id="{C8E5E9E8-D53D-C640-6F81-944198F73F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3" name="Oval 1402">
                <a:extLst>
                  <a:ext uri="{FF2B5EF4-FFF2-40B4-BE49-F238E27FC236}">
                    <a16:creationId xmlns:a16="http://schemas.microsoft.com/office/drawing/2014/main" id="{1C082144-3824-6936-F30E-73C7D4865E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4" name="Freeform 1403">
                <a:extLst>
                  <a:ext uri="{FF2B5EF4-FFF2-40B4-BE49-F238E27FC236}">
                    <a16:creationId xmlns:a16="http://schemas.microsoft.com/office/drawing/2014/main" id="{3399D89A-78FA-103E-BCC3-7DCC425DC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Freeform 1404">
                <a:extLst>
                  <a:ext uri="{FF2B5EF4-FFF2-40B4-BE49-F238E27FC236}">
                    <a16:creationId xmlns:a16="http://schemas.microsoft.com/office/drawing/2014/main" id="{6390A5FC-2243-2D44-C7DA-B5AAA9202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" name="Freeform 1405">
                <a:extLst>
                  <a:ext uri="{FF2B5EF4-FFF2-40B4-BE49-F238E27FC236}">
                    <a16:creationId xmlns:a16="http://schemas.microsoft.com/office/drawing/2014/main" id="{E6B4BD62-9C8E-E54C-DE68-B006488C6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" name="Oval 1406">
                <a:extLst>
                  <a:ext uri="{FF2B5EF4-FFF2-40B4-BE49-F238E27FC236}">
                    <a16:creationId xmlns:a16="http://schemas.microsoft.com/office/drawing/2014/main" id="{5C8DD879-E8E6-1D7F-C923-1704DB9DD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407">
              <a:extLst>
                <a:ext uri="{FF2B5EF4-FFF2-40B4-BE49-F238E27FC236}">
                  <a16:creationId xmlns:a16="http://schemas.microsoft.com/office/drawing/2014/main" id="{2B963E41-FFBF-6A2B-AFD8-291F0459AF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76" name="Oval 1408">
                <a:extLst>
                  <a:ext uri="{FF2B5EF4-FFF2-40B4-BE49-F238E27FC236}">
                    <a16:creationId xmlns:a16="http://schemas.microsoft.com/office/drawing/2014/main" id="{24B95C22-EAE4-B075-492E-D12D381DE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7" name="Oval 1409">
                <a:extLst>
                  <a:ext uri="{FF2B5EF4-FFF2-40B4-BE49-F238E27FC236}">
                    <a16:creationId xmlns:a16="http://schemas.microsoft.com/office/drawing/2014/main" id="{D839CE7F-978A-30BC-1975-5D6129157F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8" name="Freeform 1410">
                <a:extLst>
                  <a:ext uri="{FF2B5EF4-FFF2-40B4-BE49-F238E27FC236}">
                    <a16:creationId xmlns:a16="http://schemas.microsoft.com/office/drawing/2014/main" id="{3BE9914C-FF74-F9C1-10BD-5D96E2298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Freeform 1411">
                <a:extLst>
                  <a:ext uri="{FF2B5EF4-FFF2-40B4-BE49-F238E27FC236}">
                    <a16:creationId xmlns:a16="http://schemas.microsoft.com/office/drawing/2014/main" id="{E3CB81F8-2503-307C-8B75-3EC824847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" name="Freeform 1412">
                <a:extLst>
                  <a:ext uri="{FF2B5EF4-FFF2-40B4-BE49-F238E27FC236}">
                    <a16:creationId xmlns:a16="http://schemas.microsoft.com/office/drawing/2014/main" id="{2B7434CE-B4A8-8750-EF6D-D87B5CDCE0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" name="Oval 1413">
                <a:extLst>
                  <a:ext uri="{FF2B5EF4-FFF2-40B4-BE49-F238E27FC236}">
                    <a16:creationId xmlns:a16="http://schemas.microsoft.com/office/drawing/2014/main" id="{4D25A98F-0C36-9A15-1ED4-06D442D37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414">
              <a:extLst>
                <a:ext uri="{FF2B5EF4-FFF2-40B4-BE49-F238E27FC236}">
                  <a16:creationId xmlns:a16="http://schemas.microsoft.com/office/drawing/2014/main" id="{8F603B1E-4ACC-1FDA-8B7D-70A3A72561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70" name="Oval 1415">
                <a:extLst>
                  <a:ext uri="{FF2B5EF4-FFF2-40B4-BE49-F238E27FC236}">
                    <a16:creationId xmlns:a16="http://schemas.microsoft.com/office/drawing/2014/main" id="{9B3B4838-BF9F-91DF-09F8-38EE3EDB81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1" name="Oval 1416">
                <a:extLst>
                  <a:ext uri="{FF2B5EF4-FFF2-40B4-BE49-F238E27FC236}">
                    <a16:creationId xmlns:a16="http://schemas.microsoft.com/office/drawing/2014/main" id="{9456358B-46C3-663D-A2EB-6C18E7E382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2" name="Freeform 1417">
                <a:extLst>
                  <a:ext uri="{FF2B5EF4-FFF2-40B4-BE49-F238E27FC236}">
                    <a16:creationId xmlns:a16="http://schemas.microsoft.com/office/drawing/2014/main" id="{0DEA389A-0C1F-E10B-2C47-680D96B6E2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Freeform 1418">
                <a:extLst>
                  <a:ext uri="{FF2B5EF4-FFF2-40B4-BE49-F238E27FC236}">
                    <a16:creationId xmlns:a16="http://schemas.microsoft.com/office/drawing/2014/main" id="{A881EC10-76FE-AB23-7E3C-7D7D974B5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" name="Freeform 1419">
                <a:extLst>
                  <a:ext uri="{FF2B5EF4-FFF2-40B4-BE49-F238E27FC236}">
                    <a16:creationId xmlns:a16="http://schemas.microsoft.com/office/drawing/2014/main" id="{E8DB52C3-CA3D-9A28-6359-8F2107FD61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Oval 1420">
                <a:extLst>
                  <a:ext uri="{FF2B5EF4-FFF2-40B4-BE49-F238E27FC236}">
                    <a16:creationId xmlns:a16="http://schemas.microsoft.com/office/drawing/2014/main" id="{16DDC6C7-2278-907D-3B40-6E78872B11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421">
              <a:extLst>
                <a:ext uri="{FF2B5EF4-FFF2-40B4-BE49-F238E27FC236}">
                  <a16:creationId xmlns:a16="http://schemas.microsoft.com/office/drawing/2014/main" id="{2992B4F4-4485-8CFE-D179-BB80F14F12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64" name="Oval 1422">
                <a:extLst>
                  <a:ext uri="{FF2B5EF4-FFF2-40B4-BE49-F238E27FC236}">
                    <a16:creationId xmlns:a16="http://schemas.microsoft.com/office/drawing/2014/main" id="{39B3A908-0FD1-6779-3195-BE817C5A0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" name="Oval 1423">
                <a:extLst>
                  <a:ext uri="{FF2B5EF4-FFF2-40B4-BE49-F238E27FC236}">
                    <a16:creationId xmlns:a16="http://schemas.microsoft.com/office/drawing/2014/main" id="{4F0343A8-D5F6-1252-1A04-5251C0FA8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" name="Freeform 1424">
                <a:extLst>
                  <a:ext uri="{FF2B5EF4-FFF2-40B4-BE49-F238E27FC236}">
                    <a16:creationId xmlns:a16="http://schemas.microsoft.com/office/drawing/2014/main" id="{21AB0C4F-F88E-4657-4D17-8182209B1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Freeform 1425">
                <a:extLst>
                  <a:ext uri="{FF2B5EF4-FFF2-40B4-BE49-F238E27FC236}">
                    <a16:creationId xmlns:a16="http://schemas.microsoft.com/office/drawing/2014/main" id="{31B287C6-342B-B756-D981-7B2792E4C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" name="Freeform 1426">
                <a:extLst>
                  <a:ext uri="{FF2B5EF4-FFF2-40B4-BE49-F238E27FC236}">
                    <a16:creationId xmlns:a16="http://schemas.microsoft.com/office/drawing/2014/main" id="{BC458314-9D67-8AB2-9B15-1624C2556B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Oval 1427">
                <a:extLst>
                  <a:ext uri="{FF2B5EF4-FFF2-40B4-BE49-F238E27FC236}">
                    <a16:creationId xmlns:a16="http://schemas.microsoft.com/office/drawing/2014/main" id="{25E56D7D-59C9-3032-D89C-747370A2A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428">
              <a:extLst>
                <a:ext uri="{FF2B5EF4-FFF2-40B4-BE49-F238E27FC236}">
                  <a16:creationId xmlns:a16="http://schemas.microsoft.com/office/drawing/2014/main" id="{B74F78C8-74D7-FA6D-F51C-67FD6BEF8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58" name="Oval 1429">
                <a:extLst>
                  <a:ext uri="{FF2B5EF4-FFF2-40B4-BE49-F238E27FC236}">
                    <a16:creationId xmlns:a16="http://schemas.microsoft.com/office/drawing/2014/main" id="{52837773-0B33-FEB7-05B8-F13705FA44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" name="Oval 1430">
                <a:extLst>
                  <a:ext uri="{FF2B5EF4-FFF2-40B4-BE49-F238E27FC236}">
                    <a16:creationId xmlns:a16="http://schemas.microsoft.com/office/drawing/2014/main" id="{254CDD7B-2404-4B68-5F14-1E7284FB93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" name="Freeform 1431">
                <a:extLst>
                  <a:ext uri="{FF2B5EF4-FFF2-40B4-BE49-F238E27FC236}">
                    <a16:creationId xmlns:a16="http://schemas.microsoft.com/office/drawing/2014/main" id="{DFE3B3AB-EB09-B12C-0A22-7726532FE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Freeform 1432">
                <a:extLst>
                  <a:ext uri="{FF2B5EF4-FFF2-40B4-BE49-F238E27FC236}">
                    <a16:creationId xmlns:a16="http://schemas.microsoft.com/office/drawing/2014/main" id="{CD867BB6-6E94-CEDE-9BE5-057D73218D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" name="Freeform 1433">
                <a:extLst>
                  <a:ext uri="{FF2B5EF4-FFF2-40B4-BE49-F238E27FC236}">
                    <a16:creationId xmlns:a16="http://schemas.microsoft.com/office/drawing/2014/main" id="{582E689B-216E-AE89-6695-3B3AFDCBC3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Oval 1434">
                <a:extLst>
                  <a:ext uri="{FF2B5EF4-FFF2-40B4-BE49-F238E27FC236}">
                    <a16:creationId xmlns:a16="http://schemas.microsoft.com/office/drawing/2014/main" id="{B5EFEB8E-B238-E39D-E74F-8451FB05A8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435">
              <a:extLst>
                <a:ext uri="{FF2B5EF4-FFF2-40B4-BE49-F238E27FC236}">
                  <a16:creationId xmlns:a16="http://schemas.microsoft.com/office/drawing/2014/main" id="{B01AC403-B71A-8ADF-F026-B465BFDF05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52" name="Oval 1436">
                <a:extLst>
                  <a:ext uri="{FF2B5EF4-FFF2-40B4-BE49-F238E27FC236}">
                    <a16:creationId xmlns:a16="http://schemas.microsoft.com/office/drawing/2014/main" id="{F55731CE-0205-5E2F-917A-7376CC62A4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3" name="Oval 1437">
                <a:extLst>
                  <a:ext uri="{FF2B5EF4-FFF2-40B4-BE49-F238E27FC236}">
                    <a16:creationId xmlns:a16="http://schemas.microsoft.com/office/drawing/2014/main" id="{37AA0598-46C7-7D59-1D15-7944EB8A6D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" name="Freeform 1438">
                <a:extLst>
                  <a:ext uri="{FF2B5EF4-FFF2-40B4-BE49-F238E27FC236}">
                    <a16:creationId xmlns:a16="http://schemas.microsoft.com/office/drawing/2014/main" id="{0083B5D2-9889-9DBA-7F79-8C5F95DE54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Freeform 1439">
                <a:extLst>
                  <a:ext uri="{FF2B5EF4-FFF2-40B4-BE49-F238E27FC236}">
                    <a16:creationId xmlns:a16="http://schemas.microsoft.com/office/drawing/2014/main" id="{3CCFC89C-EF61-BF97-BD4F-1A6B2BD06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" name="Freeform 1440">
                <a:extLst>
                  <a:ext uri="{FF2B5EF4-FFF2-40B4-BE49-F238E27FC236}">
                    <a16:creationId xmlns:a16="http://schemas.microsoft.com/office/drawing/2014/main" id="{28179BD0-D3C2-7BFE-8ECD-F38142A177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Oval 1441">
                <a:extLst>
                  <a:ext uri="{FF2B5EF4-FFF2-40B4-BE49-F238E27FC236}">
                    <a16:creationId xmlns:a16="http://schemas.microsoft.com/office/drawing/2014/main" id="{ED56331E-78DF-B228-66C9-644B464171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442">
              <a:extLst>
                <a:ext uri="{FF2B5EF4-FFF2-40B4-BE49-F238E27FC236}">
                  <a16:creationId xmlns:a16="http://schemas.microsoft.com/office/drawing/2014/main" id="{94ED0755-0409-467B-982D-47E4563E88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46" name="Oval 1443">
                <a:extLst>
                  <a:ext uri="{FF2B5EF4-FFF2-40B4-BE49-F238E27FC236}">
                    <a16:creationId xmlns:a16="http://schemas.microsoft.com/office/drawing/2014/main" id="{905CD245-4D9C-596F-B5DE-B9B53BE463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" name="Oval 1444">
                <a:extLst>
                  <a:ext uri="{FF2B5EF4-FFF2-40B4-BE49-F238E27FC236}">
                    <a16:creationId xmlns:a16="http://schemas.microsoft.com/office/drawing/2014/main" id="{2637289A-18FB-32FF-66BD-F51A8D65C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8" name="Freeform 1445">
                <a:extLst>
                  <a:ext uri="{FF2B5EF4-FFF2-40B4-BE49-F238E27FC236}">
                    <a16:creationId xmlns:a16="http://schemas.microsoft.com/office/drawing/2014/main" id="{1C31CA16-E33B-63F2-4AD0-CF2DEEB721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Freeform 1446">
                <a:extLst>
                  <a:ext uri="{FF2B5EF4-FFF2-40B4-BE49-F238E27FC236}">
                    <a16:creationId xmlns:a16="http://schemas.microsoft.com/office/drawing/2014/main" id="{91841FA1-FB74-8F09-01FD-8CF472A973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" name="Freeform 1447">
                <a:extLst>
                  <a:ext uri="{FF2B5EF4-FFF2-40B4-BE49-F238E27FC236}">
                    <a16:creationId xmlns:a16="http://schemas.microsoft.com/office/drawing/2014/main" id="{476B17AC-0717-33CC-7439-329A1E3A6F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Oval 1448">
                <a:extLst>
                  <a:ext uri="{FF2B5EF4-FFF2-40B4-BE49-F238E27FC236}">
                    <a16:creationId xmlns:a16="http://schemas.microsoft.com/office/drawing/2014/main" id="{DB07070F-20B6-A051-2C96-BE1D6429E0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449">
              <a:extLst>
                <a:ext uri="{FF2B5EF4-FFF2-40B4-BE49-F238E27FC236}">
                  <a16:creationId xmlns:a16="http://schemas.microsoft.com/office/drawing/2014/main" id="{23D57C79-1EEB-5E4C-BC08-4F38F4E0B4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40" name="Oval 1450">
                <a:extLst>
                  <a:ext uri="{FF2B5EF4-FFF2-40B4-BE49-F238E27FC236}">
                    <a16:creationId xmlns:a16="http://schemas.microsoft.com/office/drawing/2014/main" id="{C37726BD-02CD-A99D-978A-3D01CBBDB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1" name="Oval 1451">
                <a:extLst>
                  <a:ext uri="{FF2B5EF4-FFF2-40B4-BE49-F238E27FC236}">
                    <a16:creationId xmlns:a16="http://schemas.microsoft.com/office/drawing/2014/main" id="{8C70E550-1311-69D8-3D54-9928D9F6CF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2" name="Freeform 1452">
                <a:extLst>
                  <a:ext uri="{FF2B5EF4-FFF2-40B4-BE49-F238E27FC236}">
                    <a16:creationId xmlns:a16="http://schemas.microsoft.com/office/drawing/2014/main" id="{8E5A018C-C4A7-6017-1C59-6A5C31B09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Freeform 1453">
                <a:extLst>
                  <a:ext uri="{FF2B5EF4-FFF2-40B4-BE49-F238E27FC236}">
                    <a16:creationId xmlns:a16="http://schemas.microsoft.com/office/drawing/2014/main" id="{D4342CFA-BC03-F5CE-C9B7-36D8C9DBB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" name="Freeform 1454">
                <a:extLst>
                  <a:ext uri="{FF2B5EF4-FFF2-40B4-BE49-F238E27FC236}">
                    <a16:creationId xmlns:a16="http://schemas.microsoft.com/office/drawing/2014/main" id="{E456B79F-7A94-2C6F-6D2C-4FB005320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Oval 1455">
                <a:extLst>
                  <a:ext uri="{FF2B5EF4-FFF2-40B4-BE49-F238E27FC236}">
                    <a16:creationId xmlns:a16="http://schemas.microsoft.com/office/drawing/2014/main" id="{4B399BD9-0C12-4753-4BEF-525BAED1EB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6" name="Group 1456">
              <a:extLst>
                <a:ext uri="{FF2B5EF4-FFF2-40B4-BE49-F238E27FC236}">
                  <a16:creationId xmlns:a16="http://schemas.microsoft.com/office/drawing/2014/main" id="{44F0789E-D138-F8F2-4CFB-9B1169D243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34" name="Oval 1457">
                <a:extLst>
                  <a:ext uri="{FF2B5EF4-FFF2-40B4-BE49-F238E27FC236}">
                    <a16:creationId xmlns:a16="http://schemas.microsoft.com/office/drawing/2014/main" id="{888CA30D-914D-474A-9D2B-2AEEC42347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5" name="Oval 1458">
                <a:extLst>
                  <a:ext uri="{FF2B5EF4-FFF2-40B4-BE49-F238E27FC236}">
                    <a16:creationId xmlns:a16="http://schemas.microsoft.com/office/drawing/2014/main" id="{8CE195EB-814A-5EF0-6E17-68BE8EDED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6" name="Freeform 1459">
                <a:extLst>
                  <a:ext uri="{FF2B5EF4-FFF2-40B4-BE49-F238E27FC236}">
                    <a16:creationId xmlns:a16="http://schemas.microsoft.com/office/drawing/2014/main" id="{74577830-6351-7F45-B5C6-BAAD1810A3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Freeform 1460">
                <a:extLst>
                  <a:ext uri="{FF2B5EF4-FFF2-40B4-BE49-F238E27FC236}">
                    <a16:creationId xmlns:a16="http://schemas.microsoft.com/office/drawing/2014/main" id="{96C11DCF-865A-F4FF-582F-860946B107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" name="Freeform 1461">
                <a:extLst>
                  <a:ext uri="{FF2B5EF4-FFF2-40B4-BE49-F238E27FC236}">
                    <a16:creationId xmlns:a16="http://schemas.microsoft.com/office/drawing/2014/main" id="{E85D17ED-065A-C703-6330-927767520C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Oval 1462">
                <a:extLst>
                  <a:ext uri="{FF2B5EF4-FFF2-40B4-BE49-F238E27FC236}">
                    <a16:creationId xmlns:a16="http://schemas.microsoft.com/office/drawing/2014/main" id="{4D75F97F-C6C5-30A1-79CD-120E0FBAB8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7" name="Group 1463">
              <a:extLst>
                <a:ext uri="{FF2B5EF4-FFF2-40B4-BE49-F238E27FC236}">
                  <a16:creationId xmlns:a16="http://schemas.microsoft.com/office/drawing/2014/main" id="{6A23BFEF-7267-2D89-857F-7F894AF6D6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28" name="Oval 1464">
                <a:extLst>
                  <a:ext uri="{FF2B5EF4-FFF2-40B4-BE49-F238E27FC236}">
                    <a16:creationId xmlns:a16="http://schemas.microsoft.com/office/drawing/2014/main" id="{7E5635F6-7074-6D12-34E9-F26A185F9F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9" name="Oval 1465">
                <a:extLst>
                  <a:ext uri="{FF2B5EF4-FFF2-40B4-BE49-F238E27FC236}">
                    <a16:creationId xmlns:a16="http://schemas.microsoft.com/office/drawing/2014/main" id="{A3C19C60-A27C-2CD2-374E-8D8CCB12C1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0" name="Freeform 1466">
                <a:extLst>
                  <a:ext uri="{FF2B5EF4-FFF2-40B4-BE49-F238E27FC236}">
                    <a16:creationId xmlns:a16="http://schemas.microsoft.com/office/drawing/2014/main" id="{A5B5C45D-3B95-A021-9E1A-948067DA9E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Freeform 1467">
                <a:extLst>
                  <a:ext uri="{FF2B5EF4-FFF2-40B4-BE49-F238E27FC236}">
                    <a16:creationId xmlns:a16="http://schemas.microsoft.com/office/drawing/2014/main" id="{F8C4A3FE-3752-FCFA-54B2-7BCE571F0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2" name="Freeform 1468">
                <a:extLst>
                  <a:ext uri="{FF2B5EF4-FFF2-40B4-BE49-F238E27FC236}">
                    <a16:creationId xmlns:a16="http://schemas.microsoft.com/office/drawing/2014/main" id="{072761A1-974D-904A-FCB4-CE4E5ABEC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Oval 1469">
                <a:extLst>
                  <a:ext uri="{FF2B5EF4-FFF2-40B4-BE49-F238E27FC236}">
                    <a16:creationId xmlns:a16="http://schemas.microsoft.com/office/drawing/2014/main" id="{860FD5DD-DC12-8B51-7901-364285F6EF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8" name="Group 1470">
              <a:extLst>
                <a:ext uri="{FF2B5EF4-FFF2-40B4-BE49-F238E27FC236}">
                  <a16:creationId xmlns:a16="http://schemas.microsoft.com/office/drawing/2014/main" id="{C007C843-A4B9-A2EF-E245-A454495936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22" name="Oval 1471">
                <a:extLst>
                  <a:ext uri="{FF2B5EF4-FFF2-40B4-BE49-F238E27FC236}">
                    <a16:creationId xmlns:a16="http://schemas.microsoft.com/office/drawing/2014/main" id="{59B6717D-8380-9103-7AB4-8713EB954A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3" name="Oval 1472">
                <a:extLst>
                  <a:ext uri="{FF2B5EF4-FFF2-40B4-BE49-F238E27FC236}">
                    <a16:creationId xmlns:a16="http://schemas.microsoft.com/office/drawing/2014/main" id="{0E50EF40-7CFD-9C4F-7E13-E09AAD0E40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4" name="Freeform 1473">
                <a:extLst>
                  <a:ext uri="{FF2B5EF4-FFF2-40B4-BE49-F238E27FC236}">
                    <a16:creationId xmlns:a16="http://schemas.microsoft.com/office/drawing/2014/main" id="{719A81F1-FF51-3376-F89B-27AFD706F8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Freeform 1474">
                <a:extLst>
                  <a:ext uri="{FF2B5EF4-FFF2-40B4-BE49-F238E27FC236}">
                    <a16:creationId xmlns:a16="http://schemas.microsoft.com/office/drawing/2014/main" id="{3BB4F487-68F0-84A6-4F1E-931D7C33D9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6" name="Freeform 1475">
                <a:extLst>
                  <a:ext uri="{FF2B5EF4-FFF2-40B4-BE49-F238E27FC236}">
                    <a16:creationId xmlns:a16="http://schemas.microsoft.com/office/drawing/2014/main" id="{A3FB6313-52A6-D824-1017-7F9C1D683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Oval 1476">
                <a:extLst>
                  <a:ext uri="{FF2B5EF4-FFF2-40B4-BE49-F238E27FC236}">
                    <a16:creationId xmlns:a16="http://schemas.microsoft.com/office/drawing/2014/main" id="{AD2ED849-C820-2BFD-25F5-2D7CB6A28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9" name="Group 1477">
              <a:extLst>
                <a:ext uri="{FF2B5EF4-FFF2-40B4-BE49-F238E27FC236}">
                  <a16:creationId xmlns:a16="http://schemas.microsoft.com/office/drawing/2014/main" id="{8A9D380C-B29E-06BB-7501-4B13082819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516" name="Oval 1478">
                <a:extLst>
                  <a:ext uri="{FF2B5EF4-FFF2-40B4-BE49-F238E27FC236}">
                    <a16:creationId xmlns:a16="http://schemas.microsoft.com/office/drawing/2014/main" id="{B6ABD5D2-A284-BFA4-4C5A-17E8D911B8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7" name="Oval 1479">
                <a:extLst>
                  <a:ext uri="{FF2B5EF4-FFF2-40B4-BE49-F238E27FC236}">
                    <a16:creationId xmlns:a16="http://schemas.microsoft.com/office/drawing/2014/main" id="{C714BCD0-9CBD-863A-7CBF-501B31B994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8" name="Freeform 1480">
                <a:extLst>
                  <a:ext uri="{FF2B5EF4-FFF2-40B4-BE49-F238E27FC236}">
                    <a16:creationId xmlns:a16="http://schemas.microsoft.com/office/drawing/2014/main" id="{03DB8435-C377-21EA-4921-3D6F5E2F4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Freeform 1481">
                <a:extLst>
                  <a:ext uri="{FF2B5EF4-FFF2-40B4-BE49-F238E27FC236}">
                    <a16:creationId xmlns:a16="http://schemas.microsoft.com/office/drawing/2014/main" id="{9EC2B5BD-D1FF-79FC-014E-3BA52F89C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0" name="Freeform 1482">
                <a:extLst>
                  <a:ext uri="{FF2B5EF4-FFF2-40B4-BE49-F238E27FC236}">
                    <a16:creationId xmlns:a16="http://schemas.microsoft.com/office/drawing/2014/main" id="{97356473-F769-9CCA-D92E-C3CF8AA3D7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Oval 1483">
                <a:extLst>
                  <a:ext uri="{FF2B5EF4-FFF2-40B4-BE49-F238E27FC236}">
                    <a16:creationId xmlns:a16="http://schemas.microsoft.com/office/drawing/2014/main" id="{DFCA96D2-1C7F-F5AF-AEBE-D16FB6B927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0" name="Group 1484">
              <a:extLst>
                <a:ext uri="{FF2B5EF4-FFF2-40B4-BE49-F238E27FC236}">
                  <a16:creationId xmlns:a16="http://schemas.microsoft.com/office/drawing/2014/main" id="{B8245D65-DAB4-2DEB-B10E-B515FAA7A5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510" name="Oval 1485">
                <a:extLst>
                  <a:ext uri="{FF2B5EF4-FFF2-40B4-BE49-F238E27FC236}">
                    <a16:creationId xmlns:a16="http://schemas.microsoft.com/office/drawing/2014/main" id="{4AAD7447-6949-7046-37A6-FBB4B44F9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1" name="Oval 1486">
                <a:extLst>
                  <a:ext uri="{FF2B5EF4-FFF2-40B4-BE49-F238E27FC236}">
                    <a16:creationId xmlns:a16="http://schemas.microsoft.com/office/drawing/2014/main" id="{C8D76A64-9AE7-49FE-9F7E-146836AC6F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2" name="Freeform 1487">
                <a:extLst>
                  <a:ext uri="{FF2B5EF4-FFF2-40B4-BE49-F238E27FC236}">
                    <a16:creationId xmlns:a16="http://schemas.microsoft.com/office/drawing/2014/main" id="{9BA1A006-FCDF-7B9E-C4F1-15317FB37B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Freeform 1488">
                <a:extLst>
                  <a:ext uri="{FF2B5EF4-FFF2-40B4-BE49-F238E27FC236}">
                    <a16:creationId xmlns:a16="http://schemas.microsoft.com/office/drawing/2014/main" id="{E2376E2C-CAC7-18A4-4F05-9F3155F348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4" name="Freeform 1489">
                <a:extLst>
                  <a:ext uri="{FF2B5EF4-FFF2-40B4-BE49-F238E27FC236}">
                    <a16:creationId xmlns:a16="http://schemas.microsoft.com/office/drawing/2014/main" id="{2BE02646-5BE6-C919-238D-1BFCFE91CF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Oval 1490">
                <a:extLst>
                  <a:ext uri="{FF2B5EF4-FFF2-40B4-BE49-F238E27FC236}">
                    <a16:creationId xmlns:a16="http://schemas.microsoft.com/office/drawing/2014/main" id="{297666A1-B0B9-AC8F-EAF0-C69216FEB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1" name="Group 1491">
              <a:extLst>
                <a:ext uri="{FF2B5EF4-FFF2-40B4-BE49-F238E27FC236}">
                  <a16:creationId xmlns:a16="http://schemas.microsoft.com/office/drawing/2014/main" id="{E2C59FEE-6CBA-2FF5-2F09-9C1878A5C6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504" name="Oval 1492">
                <a:extLst>
                  <a:ext uri="{FF2B5EF4-FFF2-40B4-BE49-F238E27FC236}">
                    <a16:creationId xmlns:a16="http://schemas.microsoft.com/office/drawing/2014/main" id="{ACDE53AF-352B-AEA8-DA97-AE12B935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5" name="Oval 1493">
                <a:extLst>
                  <a:ext uri="{FF2B5EF4-FFF2-40B4-BE49-F238E27FC236}">
                    <a16:creationId xmlns:a16="http://schemas.microsoft.com/office/drawing/2014/main" id="{C8AC5FAE-2E87-F98B-E7C3-E6E80295A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6" name="Freeform 1494">
                <a:extLst>
                  <a:ext uri="{FF2B5EF4-FFF2-40B4-BE49-F238E27FC236}">
                    <a16:creationId xmlns:a16="http://schemas.microsoft.com/office/drawing/2014/main" id="{71686F5D-86F6-3979-433F-4F4222E5B3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Freeform 1495">
                <a:extLst>
                  <a:ext uri="{FF2B5EF4-FFF2-40B4-BE49-F238E27FC236}">
                    <a16:creationId xmlns:a16="http://schemas.microsoft.com/office/drawing/2014/main" id="{57792F6D-099E-0440-29FD-AE93A6D08A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8" name="Freeform 1496">
                <a:extLst>
                  <a:ext uri="{FF2B5EF4-FFF2-40B4-BE49-F238E27FC236}">
                    <a16:creationId xmlns:a16="http://schemas.microsoft.com/office/drawing/2014/main" id="{DA45E98C-E053-0216-97B1-1D4EDEA607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Oval 1497">
                <a:extLst>
                  <a:ext uri="{FF2B5EF4-FFF2-40B4-BE49-F238E27FC236}">
                    <a16:creationId xmlns:a16="http://schemas.microsoft.com/office/drawing/2014/main" id="{9DC68845-9C3A-B1EB-546C-007A936D2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2" name="Group 1498">
              <a:extLst>
                <a:ext uri="{FF2B5EF4-FFF2-40B4-BE49-F238E27FC236}">
                  <a16:creationId xmlns:a16="http://schemas.microsoft.com/office/drawing/2014/main" id="{63AB0044-151D-69EF-9FDB-E5B1B53F74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98" name="Oval 1499">
                <a:extLst>
                  <a:ext uri="{FF2B5EF4-FFF2-40B4-BE49-F238E27FC236}">
                    <a16:creationId xmlns:a16="http://schemas.microsoft.com/office/drawing/2014/main" id="{65B5F80D-527E-1056-2097-FAD88D691E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9" name="Oval 1500">
                <a:extLst>
                  <a:ext uri="{FF2B5EF4-FFF2-40B4-BE49-F238E27FC236}">
                    <a16:creationId xmlns:a16="http://schemas.microsoft.com/office/drawing/2014/main" id="{EE93C8F2-8E47-85AC-B4B0-B0C3E3C2CA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0" name="Freeform 1501">
                <a:extLst>
                  <a:ext uri="{FF2B5EF4-FFF2-40B4-BE49-F238E27FC236}">
                    <a16:creationId xmlns:a16="http://schemas.microsoft.com/office/drawing/2014/main" id="{858EE109-8BA3-BE48-1A21-E487A4FD9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Freeform 1502">
                <a:extLst>
                  <a:ext uri="{FF2B5EF4-FFF2-40B4-BE49-F238E27FC236}">
                    <a16:creationId xmlns:a16="http://schemas.microsoft.com/office/drawing/2014/main" id="{4D2C6A28-1592-76F8-ED75-9E5D1EF78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2" name="Freeform 1503">
                <a:extLst>
                  <a:ext uri="{FF2B5EF4-FFF2-40B4-BE49-F238E27FC236}">
                    <a16:creationId xmlns:a16="http://schemas.microsoft.com/office/drawing/2014/main" id="{BAA90B64-B665-F2AA-CE8C-AC280BA2F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Oval 1504">
                <a:extLst>
                  <a:ext uri="{FF2B5EF4-FFF2-40B4-BE49-F238E27FC236}">
                    <a16:creationId xmlns:a16="http://schemas.microsoft.com/office/drawing/2014/main" id="{39230B59-8568-1396-21C0-6E32F7251D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3" name="Group 1505">
              <a:extLst>
                <a:ext uri="{FF2B5EF4-FFF2-40B4-BE49-F238E27FC236}">
                  <a16:creationId xmlns:a16="http://schemas.microsoft.com/office/drawing/2014/main" id="{0BFF6C02-0AAF-C9C9-1793-BD2CD41C32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92" name="Oval 1506">
                <a:extLst>
                  <a:ext uri="{FF2B5EF4-FFF2-40B4-BE49-F238E27FC236}">
                    <a16:creationId xmlns:a16="http://schemas.microsoft.com/office/drawing/2014/main" id="{C4E57D8B-96F2-7245-D963-8CB9299AC2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3" name="Oval 1507">
                <a:extLst>
                  <a:ext uri="{FF2B5EF4-FFF2-40B4-BE49-F238E27FC236}">
                    <a16:creationId xmlns:a16="http://schemas.microsoft.com/office/drawing/2014/main" id="{226F3C9D-FA73-A3F2-74B6-20EB05A2EF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4" name="Freeform 1508">
                <a:extLst>
                  <a:ext uri="{FF2B5EF4-FFF2-40B4-BE49-F238E27FC236}">
                    <a16:creationId xmlns:a16="http://schemas.microsoft.com/office/drawing/2014/main" id="{A03F2BBD-C0C8-26D0-271A-CF2BCA7BB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Freeform 1509">
                <a:extLst>
                  <a:ext uri="{FF2B5EF4-FFF2-40B4-BE49-F238E27FC236}">
                    <a16:creationId xmlns:a16="http://schemas.microsoft.com/office/drawing/2014/main" id="{FE5CDEB6-A75E-6FC2-270F-6EC472674C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6" name="Freeform 1510">
                <a:extLst>
                  <a:ext uri="{FF2B5EF4-FFF2-40B4-BE49-F238E27FC236}">
                    <a16:creationId xmlns:a16="http://schemas.microsoft.com/office/drawing/2014/main" id="{3DB218AD-51BF-7746-6AEB-024237D12E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Oval 1511">
                <a:extLst>
                  <a:ext uri="{FF2B5EF4-FFF2-40B4-BE49-F238E27FC236}">
                    <a16:creationId xmlns:a16="http://schemas.microsoft.com/office/drawing/2014/main" id="{9CB1A37C-D40F-104F-47A6-D3A678196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4" name="Group 1512">
              <a:extLst>
                <a:ext uri="{FF2B5EF4-FFF2-40B4-BE49-F238E27FC236}">
                  <a16:creationId xmlns:a16="http://schemas.microsoft.com/office/drawing/2014/main" id="{86406283-90B5-F402-22E4-4634CCD048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86" name="Oval 1513">
                <a:extLst>
                  <a:ext uri="{FF2B5EF4-FFF2-40B4-BE49-F238E27FC236}">
                    <a16:creationId xmlns:a16="http://schemas.microsoft.com/office/drawing/2014/main" id="{4CCE691F-0EF4-56ED-5508-E479C96F36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7" name="Oval 1514">
                <a:extLst>
                  <a:ext uri="{FF2B5EF4-FFF2-40B4-BE49-F238E27FC236}">
                    <a16:creationId xmlns:a16="http://schemas.microsoft.com/office/drawing/2014/main" id="{D4D5DFDB-37E6-606D-9314-D03F329F04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8" name="Freeform 1515">
                <a:extLst>
                  <a:ext uri="{FF2B5EF4-FFF2-40B4-BE49-F238E27FC236}">
                    <a16:creationId xmlns:a16="http://schemas.microsoft.com/office/drawing/2014/main" id="{830EC95E-B411-4466-8F98-AFCE31E52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Freeform 1516">
                <a:extLst>
                  <a:ext uri="{FF2B5EF4-FFF2-40B4-BE49-F238E27FC236}">
                    <a16:creationId xmlns:a16="http://schemas.microsoft.com/office/drawing/2014/main" id="{CF3E65FA-07DB-8CA6-2B04-3196AD8500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0" name="Freeform 1517">
                <a:extLst>
                  <a:ext uri="{FF2B5EF4-FFF2-40B4-BE49-F238E27FC236}">
                    <a16:creationId xmlns:a16="http://schemas.microsoft.com/office/drawing/2014/main" id="{413D323E-703E-B88B-3DD0-8190AD86A0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Oval 1518">
                <a:extLst>
                  <a:ext uri="{FF2B5EF4-FFF2-40B4-BE49-F238E27FC236}">
                    <a16:creationId xmlns:a16="http://schemas.microsoft.com/office/drawing/2014/main" id="{DC782586-91D4-6784-3794-647D7C337A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5" name="Group 1519">
              <a:extLst>
                <a:ext uri="{FF2B5EF4-FFF2-40B4-BE49-F238E27FC236}">
                  <a16:creationId xmlns:a16="http://schemas.microsoft.com/office/drawing/2014/main" id="{30F01005-AB7D-ACFC-7CA0-110C7479A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80" name="Oval 1520">
                <a:extLst>
                  <a:ext uri="{FF2B5EF4-FFF2-40B4-BE49-F238E27FC236}">
                    <a16:creationId xmlns:a16="http://schemas.microsoft.com/office/drawing/2014/main" id="{CF931993-DE82-2ED1-994C-FE81A0695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1" name="Oval 1521">
                <a:extLst>
                  <a:ext uri="{FF2B5EF4-FFF2-40B4-BE49-F238E27FC236}">
                    <a16:creationId xmlns:a16="http://schemas.microsoft.com/office/drawing/2014/main" id="{E96E22FB-9512-DC5D-E285-259E1D27D6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2" name="Freeform 1522">
                <a:extLst>
                  <a:ext uri="{FF2B5EF4-FFF2-40B4-BE49-F238E27FC236}">
                    <a16:creationId xmlns:a16="http://schemas.microsoft.com/office/drawing/2014/main" id="{587455A0-91CA-D266-5CDD-638772F7A7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Freeform 1523">
                <a:extLst>
                  <a:ext uri="{FF2B5EF4-FFF2-40B4-BE49-F238E27FC236}">
                    <a16:creationId xmlns:a16="http://schemas.microsoft.com/office/drawing/2014/main" id="{61B07242-3B2C-EE87-5913-8743D8E80C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4" name="Freeform 1524">
                <a:extLst>
                  <a:ext uri="{FF2B5EF4-FFF2-40B4-BE49-F238E27FC236}">
                    <a16:creationId xmlns:a16="http://schemas.microsoft.com/office/drawing/2014/main" id="{E16A5238-16B2-E4D7-7BAC-9DF94B9F1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Oval 1525">
                <a:extLst>
                  <a:ext uri="{FF2B5EF4-FFF2-40B4-BE49-F238E27FC236}">
                    <a16:creationId xmlns:a16="http://schemas.microsoft.com/office/drawing/2014/main" id="{2171E4A1-D260-60EF-DD56-A7ED83A07F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6" name="Group 1526">
              <a:extLst>
                <a:ext uri="{FF2B5EF4-FFF2-40B4-BE49-F238E27FC236}">
                  <a16:creationId xmlns:a16="http://schemas.microsoft.com/office/drawing/2014/main" id="{0051FBF5-EC60-B108-0D56-CD24D1A2D1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74" name="Oval 1527">
                <a:extLst>
                  <a:ext uri="{FF2B5EF4-FFF2-40B4-BE49-F238E27FC236}">
                    <a16:creationId xmlns:a16="http://schemas.microsoft.com/office/drawing/2014/main" id="{E21FC3BB-7CBF-40DA-3CA9-8A13FB9A1C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5" name="Oval 1528">
                <a:extLst>
                  <a:ext uri="{FF2B5EF4-FFF2-40B4-BE49-F238E27FC236}">
                    <a16:creationId xmlns:a16="http://schemas.microsoft.com/office/drawing/2014/main" id="{2CBB4158-558E-0E37-1C5A-2CC22CB2F0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6" name="Freeform 1529">
                <a:extLst>
                  <a:ext uri="{FF2B5EF4-FFF2-40B4-BE49-F238E27FC236}">
                    <a16:creationId xmlns:a16="http://schemas.microsoft.com/office/drawing/2014/main" id="{53EE4DBF-D1D2-F1DA-6749-6D829814AF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Freeform 1530">
                <a:extLst>
                  <a:ext uri="{FF2B5EF4-FFF2-40B4-BE49-F238E27FC236}">
                    <a16:creationId xmlns:a16="http://schemas.microsoft.com/office/drawing/2014/main" id="{B4FF3D15-4B45-CA0B-C422-0DD192B926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8" name="Freeform 1531">
                <a:extLst>
                  <a:ext uri="{FF2B5EF4-FFF2-40B4-BE49-F238E27FC236}">
                    <a16:creationId xmlns:a16="http://schemas.microsoft.com/office/drawing/2014/main" id="{11CD0ED3-5BD2-4A6E-AAE3-40C55A8520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Oval 1532">
                <a:extLst>
                  <a:ext uri="{FF2B5EF4-FFF2-40B4-BE49-F238E27FC236}">
                    <a16:creationId xmlns:a16="http://schemas.microsoft.com/office/drawing/2014/main" id="{5D1F5552-2047-0D81-B24E-B90B09534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7" name="Group 1533">
              <a:extLst>
                <a:ext uri="{FF2B5EF4-FFF2-40B4-BE49-F238E27FC236}">
                  <a16:creationId xmlns:a16="http://schemas.microsoft.com/office/drawing/2014/main" id="{DA6B7633-6520-F40D-C0BB-185B50DF65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68" name="Oval 1534">
                <a:extLst>
                  <a:ext uri="{FF2B5EF4-FFF2-40B4-BE49-F238E27FC236}">
                    <a16:creationId xmlns:a16="http://schemas.microsoft.com/office/drawing/2014/main" id="{44184E00-9124-EF6B-F927-1CE8BF4647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9" name="Oval 1535">
                <a:extLst>
                  <a:ext uri="{FF2B5EF4-FFF2-40B4-BE49-F238E27FC236}">
                    <a16:creationId xmlns:a16="http://schemas.microsoft.com/office/drawing/2014/main" id="{2426ADBB-6445-1DFF-6805-C10A57D23C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0" name="Freeform 1536">
                <a:extLst>
                  <a:ext uri="{FF2B5EF4-FFF2-40B4-BE49-F238E27FC236}">
                    <a16:creationId xmlns:a16="http://schemas.microsoft.com/office/drawing/2014/main" id="{682A5413-41B9-8BC1-D460-C9FE2D20C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Freeform 1537">
                <a:extLst>
                  <a:ext uri="{FF2B5EF4-FFF2-40B4-BE49-F238E27FC236}">
                    <a16:creationId xmlns:a16="http://schemas.microsoft.com/office/drawing/2014/main" id="{BC0BC1EF-E2D5-3086-D4D0-B2875AC0CE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2" name="Freeform 1538">
                <a:extLst>
                  <a:ext uri="{FF2B5EF4-FFF2-40B4-BE49-F238E27FC236}">
                    <a16:creationId xmlns:a16="http://schemas.microsoft.com/office/drawing/2014/main" id="{00E2345C-2D50-482C-F40C-FC20D4A4A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Oval 1539">
                <a:extLst>
                  <a:ext uri="{FF2B5EF4-FFF2-40B4-BE49-F238E27FC236}">
                    <a16:creationId xmlns:a16="http://schemas.microsoft.com/office/drawing/2014/main" id="{2B648983-BCCD-F62C-7863-2F71D477B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8" name="Group 1540">
              <a:extLst>
                <a:ext uri="{FF2B5EF4-FFF2-40B4-BE49-F238E27FC236}">
                  <a16:creationId xmlns:a16="http://schemas.microsoft.com/office/drawing/2014/main" id="{29029DF6-E6AF-1E62-47A6-7A1A10A12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62" name="Oval 1541">
                <a:extLst>
                  <a:ext uri="{FF2B5EF4-FFF2-40B4-BE49-F238E27FC236}">
                    <a16:creationId xmlns:a16="http://schemas.microsoft.com/office/drawing/2014/main" id="{218A24C9-26F9-1719-F9CE-1C2BC75023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3" name="Oval 1542">
                <a:extLst>
                  <a:ext uri="{FF2B5EF4-FFF2-40B4-BE49-F238E27FC236}">
                    <a16:creationId xmlns:a16="http://schemas.microsoft.com/office/drawing/2014/main" id="{0930F7DB-ECDA-6028-E769-5BC7AF9B8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4" name="Freeform 1543">
                <a:extLst>
                  <a:ext uri="{FF2B5EF4-FFF2-40B4-BE49-F238E27FC236}">
                    <a16:creationId xmlns:a16="http://schemas.microsoft.com/office/drawing/2014/main" id="{A937FE8C-3B7A-5AEC-F6F3-6FB8CB79CF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Freeform 1544">
                <a:extLst>
                  <a:ext uri="{FF2B5EF4-FFF2-40B4-BE49-F238E27FC236}">
                    <a16:creationId xmlns:a16="http://schemas.microsoft.com/office/drawing/2014/main" id="{30C1C46E-8B31-1997-0BC8-2E8A88DE3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" name="Freeform 1545">
                <a:extLst>
                  <a:ext uri="{FF2B5EF4-FFF2-40B4-BE49-F238E27FC236}">
                    <a16:creationId xmlns:a16="http://schemas.microsoft.com/office/drawing/2014/main" id="{02FA372C-3E0B-8AD3-D937-249B25F50B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Oval 1546">
                <a:extLst>
                  <a:ext uri="{FF2B5EF4-FFF2-40B4-BE49-F238E27FC236}">
                    <a16:creationId xmlns:a16="http://schemas.microsoft.com/office/drawing/2014/main" id="{ECEE5C11-F010-717B-CF89-C3AC1A0BA8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99" name="Group 1547">
              <a:extLst>
                <a:ext uri="{FF2B5EF4-FFF2-40B4-BE49-F238E27FC236}">
                  <a16:creationId xmlns:a16="http://schemas.microsoft.com/office/drawing/2014/main" id="{C1577E78-7B50-1F0F-D488-5B091D301D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56" name="Oval 1548">
                <a:extLst>
                  <a:ext uri="{FF2B5EF4-FFF2-40B4-BE49-F238E27FC236}">
                    <a16:creationId xmlns:a16="http://schemas.microsoft.com/office/drawing/2014/main" id="{F8C7A9E5-6D17-AFFA-B7A4-9F6056A6B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7" name="Oval 1549">
                <a:extLst>
                  <a:ext uri="{FF2B5EF4-FFF2-40B4-BE49-F238E27FC236}">
                    <a16:creationId xmlns:a16="http://schemas.microsoft.com/office/drawing/2014/main" id="{29C650CB-22C2-C977-B389-A2D00EED44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8" name="Freeform 1550">
                <a:extLst>
                  <a:ext uri="{FF2B5EF4-FFF2-40B4-BE49-F238E27FC236}">
                    <a16:creationId xmlns:a16="http://schemas.microsoft.com/office/drawing/2014/main" id="{E1513977-5D78-FC5F-38B2-B879840E2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Freeform 1551">
                <a:extLst>
                  <a:ext uri="{FF2B5EF4-FFF2-40B4-BE49-F238E27FC236}">
                    <a16:creationId xmlns:a16="http://schemas.microsoft.com/office/drawing/2014/main" id="{74FFD843-489C-E96B-EA21-683921215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" name="Freeform 1552">
                <a:extLst>
                  <a:ext uri="{FF2B5EF4-FFF2-40B4-BE49-F238E27FC236}">
                    <a16:creationId xmlns:a16="http://schemas.microsoft.com/office/drawing/2014/main" id="{5EAAA155-0397-F2CE-081C-0852F9940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Oval 1553">
                <a:extLst>
                  <a:ext uri="{FF2B5EF4-FFF2-40B4-BE49-F238E27FC236}">
                    <a16:creationId xmlns:a16="http://schemas.microsoft.com/office/drawing/2014/main" id="{DAB19C14-B457-733F-AC66-16212F5EE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0" name="Group 1554">
              <a:extLst>
                <a:ext uri="{FF2B5EF4-FFF2-40B4-BE49-F238E27FC236}">
                  <a16:creationId xmlns:a16="http://schemas.microsoft.com/office/drawing/2014/main" id="{93A6C8AA-53D3-7408-3E33-4AF0A9668A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50" name="Oval 1555">
                <a:extLst>
                  <a:ext uri="{FF2B5EF4-FFF2-40B4-BE49-F238E27FC236}">
                    <a16:creationId xmlns:a16="http://schemas.microsoft.com/office/drawing/2014/main" id="{B7FD3666-045A-FF94-41A8-4E548E2AF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1" name="Oval 1556">
                <a:extLst>
                  <a:ext uri="{FF2B5EF4-FFF2-40B4-BE49-F238E27FC236}">
                    <a16:creationId xmlns:a16="http://schemas.microsoft.com/office/drawing/2014/main" id="{1ECF44AE-2B27-2CE1-A188-CF11C040A5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2" name="Freeform 1557">
                <a:extLst>
                  <a:ext uri="{FF2B5EF4-FFF2-40B4-BE49-F238E27FC236}">
                    <a16:creationId xmlns:a16="http://schemas.microsoft.com/office/drawing/2014/main" id="{342F49D7-18E0-6ECD-C01F-D124F0B47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Freeform 1558">
                <a:extLst>
                  <a:ext uri="{FF2B5EF4-FFF2-40B4-BE49-F238E27FC236}">
                    <a16:creationId xmlns:a16="http://schemas.microsoft.com/office/drawing/2014/main" id="{2D050E08-4509-B012-05ED-6DE56D32E3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" name="Freeform 1559">
                <a:extLst>
                  <a:ext uri="{FF2B5EF4-FFF2-40B4-BE49-F238E27FC236}">
                    <a16:creationId xmlns:a16="http://schemas.microsoft.com/office/drawing/2014/main" id="{AB373084-B108-3F13-D9D7-4F712B165D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Oval 1560">
                <a:extLst>
                  <a:ext uri="{FF2B5EF4-FFF2-40B4-BE49-F238E27FC236}">
                    <a16:creationId xmlns:a16="http://schemas.microsoft.com/office/drawing/2014/main" id="{CBC6267A-D1E6-FB1C-BD5F-DF7E28B4A3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1" name="Group 1561">
              <a:extLst>
                <a:ext uri="{FF2B5EF4-FFF2-40B4-BE49-F238E27FC236}">
                  <a16:creationId xmlns:a16="http://schemas.microsoft.com/office/drawing/2014/main" id="{F62E5D8A-D3DD-B92F-FC56-6A643D6CAD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44" name="Oval 1562">
                <a:extLst>
                  <a:ext uri="{FF2B5EF4-FFF2-40B4-BE49-F238E27FC236}">
                    <a16:creationId xmlns:a16="http://schemas.microsoft.com/office/drawing/2014/main" id="{65832833-70F4-3B63-5620-099BB4555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5" name="Oval 1563">
                <a:extLst>
                  <a:ext uri="{FF2B5EF4-FFF2-40B4-BE49-F238E27FC236}">
                    <a16:creationId xmlns:a16="http://schemas.microsoft.com/office/drawing/2014/main" id="{688C34C0-8128-FB65-7092-5C6A3674EA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6" name="Freeform 1564">
                <a:extLst>
                  <a:ext uri="{FF2B5EF4-FFF2-40B4-BE49-F238E27FC236}">
                    <a16:creationId xmlns:a16="http://schemas.microsoft.com/office/drawing/2014/main" id="{FF1958A4-784D-E1A2-EF25-A08C398CB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Freeform 1565">
                <a:extLst>
                  <a:ext uri="{FF2B5EF4-FFF2-40B4-BE49-F238E27FC236}">
                    <a16:creationId xmlns:a16="http://schemas.microsoft.com/office/drawing/2014/main" id="{6ED90BA6-8143-C4A3-222C-AB4CFC3626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Freeform 1566">
                <a:extLst>
                  <a:ext uri="{FF2B5EF4-FFF2-40B4-BE49-F238E27FC236}">
                    <a16:creationId xmlns:a16="http://schemas.microsoft.com/office/drawing/2014/main" id="{45B04D82-B982-9190-84BE-B0B6AF8B5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Oval 1567">
                <a:extLst>
                  <a:ext uri="{FF2B5EF4-FFF2-40B4-BE49-F238E27FC236}">
                    <a16:creationId xmlns:a16="http://schemas.microsoft.com/office/drawing/2014/main" id="{F69DDE08-B375-5C08-3A2F-440BEDA47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2" name="Group 1568">
              <a:extLst>
                <a:ext uri="{FF2B5EF4-FFF2-40B4-BE49-F238E27FC236}">
                  <a16:creationId xmlns:a16="http://schemas.microsoft.com/office/drawing/2014/main" id="{B34B4332-AE84-130C-45DA-DFDAD74290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38" name="Oval 1569">
                <a:extLst>
                  <a:ext uri="{FF2B5EF4-FFF2-40B4-BE49-F238E27FC236}">
                    <a16:creationId xmlns:a16="http://schemas.microsoft.com/office/drawing/2014/main" id="{C7BFB001-F4EA-8A16-2ED1-5E5987751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9" name="Oval 1570">
                <a:extLst>
                  <a:ext uri="{FF2B5EF4-FFF2-40B4-BE49-F238E27FC236}">
                    <a16:creationId xmlns:a16="http://schemas.microsoft.com/office/drawing/2014/main" id="{CB2B1E7B-99DC-857E-F7CA-67202F5E0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0" name="Freeform 1571">
                <a:extLst>
                  <a:ext uri="{FF2B5EF4-FFF2-40B4-BE49-F238E27FC236}">
                    <a16:creationId xmlns:a16="http://schemas.microsoft.com/office/drawing/2014/main" id="{EED07420-8A8E-2C5C-7A0D-753C2F8DCE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Freeform 1572">
                <a:extLst>
                  <a:ext uri="{FF2B5EF4-FFF2-40B4-BE49-F238E27FC236}">
                    <a16:creationId xmlns:a16="http://schemas.microsoft.com/office/drawing/2014/main" id="{650ADC3F-9384-826F-5B22-E45A8A1E76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Freeform 1573">
                <a:extLst>
                  <a:ext uri="{FF2B5EF4-FFF2-40B4-BE49-F238E27FC236}">
                    <a16:creationId xmlns:a16="http://schemas.microsoft.com/office/drawing/2014/main" id="{C643247C-D2B3-0850-316E-87515BDCC3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Oval 1574">
                <a:extLst>
                  <a:ext uri="{FF2B5EF4-FFF2-40B4-BE49-F238E27FC236}">
                    <a16:creationId xmlns:a16="http://schemas.microsoft.com/office/drawing/2014/main" id="{2A32B963-A5C2-B261-190F-48FD81CB59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3" name="Group 1575">
              <a:extLst>
                <a:ext uri="{FF2B5EF4-FFF2-40B4-BE49-F238E27FC236}">
                  <a16:creationId xmlns:a16="http://schemas.microsoft.com/office/drawing/2014/main" id="{B2D2A8E7-D2A8-EDBE-0830-2B3CE38592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32" name="Oval 1576">
                <a:extLst>
                  <a:ext uri="{FF2B5EF4-FFF2-40B4-BE49-F238E27FC236}">
                    <a16:creationId xmlns:a16="http://schemas.microsoft.com/office/drawing/2014/main" id="{EF485BF5-1D5C-C584-AED5-A50A04AB49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3" name="Oval 1577">
                <a:extLst>
                  <a:ext uri="{FF2B5EF4-FFF2-40B4-BE49-F238E27FC236}">
                    <a16:creationId xmlns:a16="http://schemas.microsoft.com/office/drawing/2014/main" id="{FB1FE32A-97C8-796E-373C-252E979E00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4" name="Freeform 1578">
                <a:extLst>
                  <a:ext uri="{FF2B5EF4-FFF2-40B4-BE49-F238E27FC236}">
                    <a16:creationId xmlns:a16="http://schemas.microsoft.com/office/drawing/2014/main" id="{F036E4F2-AFF8-7560-164B-54775020A3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Freeform 1579">
                <a:extLst>
                  <a:ext uri="{FF2B5EF4-FFF2-40B4-BE49-F238E27FC236}">
                    <a16:creationId xmlns:a16="http://schemas.microsoft.com/office/drawing/2014/main" id="{644F67E0-BBB7-EC99-5B13-F8F8CE074B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Freeform 1580">
                <a:extLst>
                  <a:ext uri="{FF2B5EF4-FFF2-40B4-BE49-F238E27FC236}">
                    <a16:creationId xmlns:a16="http://schemas.microsoft.com/office/drawing/2014/main" id="{2DA98183-1286-B281-F377-75355F70BB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Oval 1581">
                <a:extLst>
                  <a:ext uri="{FF2B5EF4-FFF2-40B4-BE49-F238E27FC236}">
                    <a16:creationId xmlns:a16="http://schemas.microsoft.com/office/drawing/2014/main" id="{093172D4-ABCB-6E4C-A437-D4D74B0F5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4" name="Group 1582">
              <a:extLst>
                <a:ext uri="{FF2B5EF4-FFF2-40B4-BE49-F238E27FC236}">
                  <a16:creationId xmlns:a16="http://schemas.microsoft.com/office/drawing/2014/main" id="{E7DAD352-903E-308B-341F-30E47D8844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26" name="Oval 1583">
                <a:extLst>
                  <a:ext uri="{FF2B5EF4-FFF2-40B4-BE49-F238E27FC236}">
                    <a16:creationId xmlns:a16="http://schemas.microsoft.com/office/drawing/2014/main" id="{4195FC6C-CDDE-B681-705A-DADB2BFF87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7" name="Oval 1584">
                <a:extLst>
                  <a:ext uri="{FF2B5EF4-FFF2-40B4-BE49-F238E27FC236}">
                    <a16:creationId xmlns:a16="http://schemas.microsoft.com/office/drawing/2014/main" id="{A6B3E614-56E8-D1DE-1867-547C931300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8" name="Freeform 1585">
                <a:extLst>
                  <a:ext uri="{FF2B5EF4-FFF2-40B4-BE49-F238E27FC236}">
                    <a16:creationId xmlns:a16="http://schemas.microsoft.com/office/drawing/2014/main" id="{F61AB039-3199-5BC7-1AE5-9124E1B33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Freeform 1586">
                <a:extLst>
                  <a:ext uri="{FF2B5EF4-FFF2-40B4-BE49-F238E27FC236}">
                    <a16:creationId xmlns:a16="http://schemas.microsoft.com/office/drawing/2014/main" id="{59200CDC-B9E8-14A3-1A86-4D38BABA92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Freeform 1587">
                <a:extLst>
                  <a:ext uri="{FF2B5EF4-FFF2-40B4-BE49-F238E27FC236}">
                    <a16:creationId xmlns:a16="http://schemas.microsoft.com/office/drawing/2014/main" id="{0F6E3057-4842-565B-F501-8D87C27FC9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Oval 1588">
                <a:extLst>
                  <a:ext uri="{FF2B5EF4-FFF2-40B4-BE49-F238E27FC236}">
                    <a16:creationId xmlns:a16="http://schemas.microsoft.com/office/drawing/2014/main" id="{6833DF48-D3C5-038C-6DF0-B7739ABEA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5" name="Group 1589">
              <a:extLst>
                <a:ext uri="{FF2B5EF4-FFF2-40B4-BE49-F238E27FC236}">
                  <a16:creationId xmlns:a16="http://schemas.microsoft.com/office/drawing/2014/main" id="{93AA1B3D-1855-FE38-593A-D88BED2747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20" name="Oval 1590">
                <a:extLst>
                  <a:ext uri="{FF2B5EF4-FFF2-40B4-BE49-F238E27FC236}">
                    <a16:creationId xmlns:a16="http://schemas.microsoft.com/office/drawing/2014/main" id="{9E754CCA-D59E-4CB8-AE76-4BCE124AB2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1" name="Oval 1591">
                <a:extLst>
                  <a:ext uri="{FF2B5EF4-FFF2-40B4-BE49-F238E27FC236}">
                    <a16:creationId xmlns:a16="http://schemas.microsoft.com/office/drawing/2014/main" id="{27A68466-67FD-25B6-03BD-B861CDEE1B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2" name="Freeform 1592">
                <a:extLst>
                  <a:ext uri="{FF2B5EF4-FFF2-40B4-BE49-F238E27FC236}">
                    <a16:creationId xmlns:a16="http://schemas.microsoft.com/office/drawing/2014/main" id="{EE2D949B-F1E2-3239-AE9E-A91A21D99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Freeform 1593">
                <a:extLst>
                  <a:ext uri="{FF2B5EF4-FFF2-40B4-BE49-F238E27FC236}">
                    <a16:creationId xmlns:a16="http://schemas.microsoft.com/office/drawing/2014/main" id="{7C11E57C-4F46-FCBF-BA1F-1FB32975AC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Freeform 1594">
                <a:extLst>
                  <a:ext uri="{FF2B5EF4-FFF2-40B4-BE49-F238E27FC236}">
                    <a16:creationId xmlns:a16="http://schemas.microsoft.com/office/drawing/2014/main" id="{BA9F1BFB-E54A-8D7A-3FBF-5856D5C65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Oval 1595">
                <a:extLst>
                  <a:ext uri="{FF2B5EF4-FFF2-40B4-BE49-F238E27FC236}">
                    <a16:creationId xmlns:a16="http://schemas.microsoft.com/office/drawing/2014/main" id="{347F654C-5818-440F-E18C-6784DE97F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6" name="Group 1596">
              <a:extLst>
                <a:ext uri="{FF2B5EF4-FFF2-40B4-BE49-F238E27FC236}">
                  <a16:creationId xmlns:a16="http://schemas.microsoft.com/office/drawing/2014/main" id="{BA0D28DF-18D9-1B27-A7E5-5F6973892C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414" name="Oval 1597">
                <a:extLst>
                  <a:ext uri="{FF2B5EF4-FFF2-40B4-BE49-F238E27FC236}">
                    <a16:creationId xmlns:a16="http://schemas.microsoft.com/office/drawing/2014/main" id="{F949D249-D1D2-88B0-A248-2BFF2D356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5" name="Oval 1598">
                <a:extLst>
                  <a:ext uri="{FF2B5EF4-FFF2-40B4-BE49-F238E27FC236}">
                    <a16:creationId xmlns:a16="http://schemas.microsoft.com/office/drawing/2014/main" id="{967CAB89-66D2-3E40-AB9B-661400884D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6" name="Freeform 1599">
                <a:extLst>
                  <a:ext uri="{FF2B5EF4-FFF2-40B4-BE49-F238E27FC236}">
                    <a16:creationId xmlns:a16="http://schemas.microsoft.com/office/drawing/2014/main" id="{9CA1A027-93A4-2B39-5D20-D443B5454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Freeform 1600">
                <a:extLst>
                  <a:ext uri="{FF2B5EF4-FFF2-40B4-BE49-F238E27FC236}">
                    <a16:creationId xmlns:a16="http://schemas.microsoft.com/office/drawing/2014/main" id="{312E4787-246A-452C-B80D-35A59AC391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Freeform 1601">
                <a:extLst>
                  <a:ext uri="{FF2B5EF4-FFF2-40B4-BE49-F238E27FC236}">
                    <a16:creationId xmlns:a16="http://schemas.microsoft.com/office/drawing/2014/main" id="{60AF0E8A-4517-6EFD-1DFE-CF1D8EE545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Oval 1602">
                <a:extLst>
                  <a:ext uri="{FF2B5EF4-FFF2-40B4-BE49-F238E27FC236}">
                    <a16:creationId xmlns:a16="http://schemas.microsoft.com/office/drawing/2014/main" id="{06DFA0ED-A60C-9AFF-6A13-9E816AB7BB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07" name="Group 1603">
              <a:extLst>
                <a:ext uri="{FF2B5EF4-FFF2-40B4-BE49-F238E27FC236}">
                  <a16:creationId xmlns:a16="http://schemas.microsoft.com/office/drawing/2014/main" id="{66EA0741-4FBA-600B-AE22-7245A68757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408" name="Oval 1604">
                <a:extLst>
                  <a:ext uri="{FF2B5EF4-FFF2-40B4-BE49-F238E27FC236}">
                    <a16:creationId xmlns:a16="http://schemas.microsoft.com/office/drawing/2014/main" id="{A76D7B30-8167-EE84-5829-B4014A5F6D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9" name="Oval 1605">
                <a:extLst>
                  <a:ext uri="{FF2B5EF4-FFF2-40B4-BE49-F238E27FC236}">
                    <a16:creationId xmlns:a16="http://schemas.microsoft.com/office/drawing/2014/main" id="{AE1E564D-20DD-8E5C-E5F8-DDEAF39D4B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0" name="Freeform 1606">
                <a:extLst>
                  <a:ext uri="{FF2B5EF4-FFF2-40B4-BE49-F238E27FC236}">
                    <a16:creationId xmlns:a16="http://schemas.microsoft.com/office/drawing/2014/main" id="{6E9AA861-ECB4-A3D4-EFB4-D23AA0B6CC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Freeform 1607">
                <a:extLst>
                  <a:ext uri="{FF2B5EF4-FFF2-40B4-BE49-F238E27FC236}">
                    <a16:creationId xmlns:a16="http://schemas.microsoft.com/office/drawing/2014/main" id="{5081E9A1-BD5A-33DB-886F-7B80BD1705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Freeform 1608">
                <a:extLst>
                  <a:ext uri="{FF2B5EF4-FFF2-40B4-BE49-F238E27FC236}">
                    <a16:creationId xmlns:a16="http://schemas.microsoft.com/office/drawing/2014/main" id="{0EE54273-1020-24AC-FAD6-D32DC9BF99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Oval 1609">
                <a:extLst>
                  <a:ext uri="{FF2B5EF4-FFF2-40B4-BE49-F238E27FC236}">
                    <a16:creationId xmlns:a16="http://schemas.microsoft.com/office/drawing/2014/main" id="{51EEB540-E2B2-1ED1-AAE1-EBF99F1CD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600" name="Group 2318">
            <a:extLst>
              <a:ext uri="{FF2B5EF4-FFF2-40B4-BE49-F238E27FC236}">
                <a16:creationId xmlns:a16="http://schemas.microsoft.com/office/drawing/2014/main" id="{37BD6BEE-4EDD-ECE3-7742-120C331AB409}"/>
              </a:ext>
            </a:extLst>
          </p:cNvPr>
          <p:cNvGrpSpPr>
            <a:grpSpLocks/>
          </p:cNvGrpSpPr>
          <p:nvPr/>
        </p:nvGrpSpPr>
        <p:grpSpPr bwMode="auto">
          <a:xfrm>
            <a:off x="4309201" y="367918"/>
            <a:ext cx="304800" cy="485894"/>
            <a:chOff x="3256" y="2988"/>
            <a:chExt cx="478" cy="762"/>
          </a:xfrm>
        </p:grpSpPr>
        <p:sp>
          <p:nvSpPr>
            <p:cNvPr id="1601" name="Freeform 2319">
              <a:extLst>
                <a:ext uri="{FF2B5EF4-FFF2-40B4-BE49-F238E27FC236}">
                  <a16:creationId xmlns:a16="http://schemas.microsoft.com/office/drawing/2014/main" id="{8DF4CBF9-88D8-6C09-1CB7-A2F2A0510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2" name="Freeform 2320">
              <a:extLst>
                <a:ext uri="{FF2B5EF4-FFF2-40B4-BE49-F238E27FC236}">
                  <a16:creationId xmlns:a16="http://schemas.microsoft.com/office/drawing/2014/main" id="{D56FA577-9BD5-1EA5-8A6D-9777F662E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3" name="Freeform 2321">
              <a:extLst>
                <a:ext uri="{FF2B5EF4-FFF2-40B4-BE49-F238E27FC236}">
                  <a16:creationId xmlns:a16="http://schemas.microsoft.com/office/drawing/2014/main" id="{469BEEA4-F523-432E-2CB1-AA1F1F532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4" name="Freeform 2322">
              <a:extLst>
                <a:ext uri="{FF2B5EF4-FFF2-40B4-BE49-F238E27FC236}">
                  <a16:creationId xmlns:a16="http://schemas.microsoft.com/office/drawing/2014/main" id="{D150919F-D1CB-583D-1CE7-9F639F82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Freeform 2323">
              <a:extLst>
                <a:ext uri="{FF2B5EF4-FFF2-40B4-BE49-F238E27FC236}">
                  <a16:creationId xmlns:a16="http://schemas.microsoft.com/office/drawing/2014/main" id="{322E422D-9BA3-0429-655B-AA32BC7FE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6" name="Freeform 2324">
              <a:extLst>
                <a:ext uri="{FF2B5EF4-FFF2-40B4-BE49-F238E27FC236}">
                  <a16:creationId xmlns:a16="http://schemas.microsoft.com/office/drawing/2014/main" id="{AD1BC06B-0DA2-7F6E-5353-B39A2B296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7" name="Freeform 2325">
              <a:extLst>
                <a:ext uri="{FF2B5EF4-FFF2-40B4-BE49-F238E27FC236}">
                  <a16:creationId xmlns:a16="http://schemas.microsoft.com/office/drawing/2014/main" id="{4DECC7F5-66F6-2DEA-FCBE-6036B9F8F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" name="Line 2326">
              <a:extLst>
                <a:ext uri="{FF2B5EF4-FFF2-40B4-BE49-F238E27FC236}">
                  <a16:creationId xmlns:a16="http://schemas.microsoft.com/office/drawing/2014/main" id="{5F74AE77-A84A-9A14-CB98-455BC5A3B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9" name="Freeform 2327">
              <a:extLst>
                <a:ext uri="{FF2B5EF4-FFF2-40B4-BE49-F238E27FC236}">
                  <a16:creationId xmlns:a16="http://schemas.microsoft.com/office/drawing/2014/main" id="{4DA70AA2-FEC4-0C78-0205-E81072C15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0" name="Freeform 2328">
              <a:extLst>
                <a:ext uri="{FF2B5EF4-FFF2-40B4-BE49-F238E27FC236}">
                  <a16:creationId xmlns:a16="http://schemas.microsoft.com/office/drawing/2014/main" id="{FB4AAF06-99A6-7864-E360-AA664A587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1" name="Freeform 2329">
              <a:extLst>
                <a:ext uri="{FF2B5EF4-FFF2-40B4-BE49-F238E27FC236}">
                  <a16:creationId xmlns:a16="http://schemas.microsoft.com/office/drawing/2014/main" id="{C3B726F5-9533-C03C-5B8E-33A2B963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2" name="Freeform 2330">
              <a:extLst>
                <a:ext uri="{FF2B5EF4-FFF2-40B4-BE49-F238E27FC236}">
                  <a16:creationId xmlns:a16="http://schemas.microsoft.com/office/drawing/2014/main" id="{DCE9FDE0-91DC-6046-136D-792D8EBDE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" name="Freeform 2331">
              <a:extLst>
                <a:ext uri="{FF2B5EF4-FFF2-40B4-BE49-F238E27FC236}">
                  <a16:creationId xmlns:a16="http://schemas.microsoft.com/office/drawing/2014/main" id="{0BB30EA2-B92F-9C1C-D645-1E8036AD1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4" name="Freeform 2332">
              <a:extLst>
                <a:ext uri="{FF2B5EF4-FFF2-40B4-BE49-F238E27FC236}">
                  <a16:creationId xmlns:a16="http://schemas.microsoft.com/office/drawing/2014/main" id="{DFE9E11B-5B4F-2252-1CF4-4D239EC1C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5" name="Freeform 2333">
              <a:extLst>
                <a:ext uri="{FF2B5EF4-FFF2-40B4-BE49-F238E27FC236}">
                  <a16:creationId xmlns:a16="http://schemas.microsoft.com/office/drawing/2014/main" id="{3AF1E4D0-1258-8380-8D34-8518FF7B6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6" name="Freeform 2334">
              <a:extLst>
                <a:ext uri="{FF2B5EF4-FFF2-40B4-BE49-F238E27FC236}">
                  <a16:creationId xmlns:a16="http://schemas.microsoft.com/office/drawing/2014/main" id="{7671EED7-62F5-5FBB-58CB-76C7BF112D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7" name="Freeform 2335">
              <a:extLst>
                <a:ext uri="{FF2B5EF4-FFF2-40B4-BE49-F238E27FC236}">
                  <a16:creationId xmlns:a16="http://schemas.microsoft.com/office/drawing/2014/main" id="{E64F100F-FD5D-6177-C11E-C2A56D318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" name="Freeform 2336">
              <a:extLst>
                <a:ext uri="{FF2B5EF4-FFF2-40B4-BE49-F238E27FC236}">
                  <a16:creationId xmlns:a16="http://schemas.microsoft.com/office/drawing/2014/main" id="{EC9B45D8-0A24-EF9B-60D4-C3664C3F9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9" name="Freeform 2337">
              <a:extLst>
                <a:ext uri="{FF2B5EF4-FFF2-40B4-BE49-F238E27FC236}">
                  <a16:creationId xmlns:a16="http://schemas.microsoft.com/office/drawing/2014/main" id="{8C9F7908-B292-FCEA-C0B3-8C0BFDA8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0" name="Line 2338">
              <a:extLst>
                <a:ext uri="{FF2B5EF4-FFF2-40B4-BE49-F238E27FC236}">
                  <a16:creationId xmlns:a16="http://schemas.microsoft.com/office/drawing/2014/main" id="{60345D68-B816-0E2A-F1E7-EDA76C818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21" name="Group 2216">
            <a:extLst>
              <a:ext uri="{FF2B5EF4-FFF2-40B4-BE49-F238E27FC236}">
                <a16:creationId xmlns:a16="http://schemas.microsoft.com/office/drawing/2014/main" id="{882F682F-E898-B671-AD37-BB5C33CB2445}"/>
              </a:ext>
            </a:extLst>
          </p:cNvPr>
          <p:cNvGrpSpPr>
            <a:grpSpLocks/>
          </p:cNvGrpSpPr>
          <p:nvPr/>
        </p:nvGrpSpPr>
        <p:grpSpPr bwMode="auto">
          <a:xfrm>
            <a:off x="3927884" y="373626"/>
            <a:ext cx="251460" cy="474478"/>
            <a:chOff x="2675" y="2993"/>
            <a:chExt cx="389" cy="734"/>
          </a:xfrm>
        </p:grpSpPr>
        <p:sp>
          <p:nvSpPr>
            <p:cNvPr id="1622" name="Freeform 2217">
              <a:extLst>
                <a:ext uri="{FF2B5EF4-FFF2-40B4-BE49-F238E27FC236}">
                  <a16:creationId xmlns:a16="http://schemas.microsoft.com/office/drawing/2014/main" id="{6964CCE6-5F5B-C520-8B99-0C0F4D10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" name="Freeform 2218">
              <a:extLst>
                <a:ext uri="{FF2B5EF4-FFF2-40B4-BE49-F238E27FC236}">
                  <a16:creationId xmlns:a16="http://schemas.microsoft.com/office/drawing/2014/main" id="{1AC38796-623F-E29D-84C9-3020D460E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" name="Freeform 2219">
              <a:extLst>
                <a:ext uri="{FF2B5EF4-FFF2-40B4-BE49-F238E27FC236}">
                  <a16:creationId xmlns:a16="http://schemas.microsoft.com/office/drawing/2014/main" id="{52F13E64-BD95-ACBD-1EE7-1E1BE8FE7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" name="Freeform 2220">
              <a:extLst>
                <a:ext uri="{FF2B5EF4-FFF2-40B4-BE49-F238E27FC236}">
                  <a16:creationId xmlns:a16="http://schemas.microsoft.com/office/drawing/2014/main" id="{984ED289-6CA2-0E55-BFAC-9939D6F80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6" name="Freeform 2221">
              <a:extLst>
                <a:ext uri="{FF2B5EF4-FFF2-40B4-BE49-F238E27FC236}">
                  <a16:creationId xmlns:a16="http://schemas.microsoft.com/office/drawing/2014/main" id="{B7C626A9-D767-3EDE-9C42-7CA104748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" name="Freeform 2222">
              <a:extLst>
                <a:ext uri="{FF2B5EF4-FFF2-40B4-BE49-F238E27FC236}">
                  <a16:creationId xmlns:a16="http://schemas.microsoft.com/office/drawing/2014/main" id="{53026424-118A-47F5-B97B-A89D360D2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" name="Freeform 2223">
              <a:extLst>
                <a:ext uri="{FF2B5EF4-FFF2-40B4-BE49-F238E27FC236}">
                  <a16:creationId xmlns:a16="http://schemas.microsoft.com/office/drawing/2014/main" id="{63B49E76-A796-ACA1-510E-A368ABC40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" name="Freeform 2224">
              <a:extLst>
                <a:ext uri="{FF2B5EF4-FFF2-40B4-BE49-F238E27FC236}">
                  <a16:creationId xmlns:a16="http://schemas.microsoft.com/office/drawing/2014/main" id="{8BD009DE-1988-F982-2ECD-19A53CB2B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" name="Freeform 2225">
              <a:extLst>
                <a:ext uri="{FF2B5EF4-FFF2-40B4-BE49-F238E27FC236}">
                  <a16:creationId xmlns:a16="http://schemas.microsoft.com/office/drawing/2014/main" id="{05CA78F5-E166-BED0-B98B-FDFA4A4AB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" name="Freeform 2226">
              <a:extLst>
                <a:ext uri="{FF2B5EF4-FFF2-40B4-BE49-F238E27FC236}">
                  <a16:creationId xmlns:a16="http://schemas.microsoft.com/office/drawing/2014/main" id="{CF286394-34EC-3550-149B-09AFEB369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2" name="Freeform 2227">
              <a:extLst>
                <a:ext uri="{FF2B5EF4-FFF2-40B4-BE49-F238E27FC236}">
                  <a16:creationId xmlns:a16="http://schemas.microsoft.com/office/drawing/2014/main" id="{647EBAF5-D3E2-9DC4-AB8F-8FC01F6E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" name="Freeform 2228">
              <a:extLst>
                <a:ext uri="{FF2B5EF4-FFF2-40B4-BE49-F238E27FC236}">
                  <a16:creationId xmlns:a16="http://schemas.microsoft.com/office/drawing/2014/main" id="{7CFF6FD9-F61B-11F8-2946-54041B57E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4" name="Freeform 2229">
              <a:extLst>
                <a:ext uri="{FF2B5EF4-FFF2-40B4-BE49-F238E27FC236}">
                  <a16:creationId xmlns:a16="http://schemas.microsoft.com/office/drawing/2014/main" id="{DB55BC12-B718-DF06-FD31-5B25DE677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5" name="Freeform 2230">
              <a:extLst>
                <a:ext uri="{FF2B5EF4-FFF2-40B4-BE49-F238E27FC236}">
                  <a16:creationId xmlns:a16="http://schemas.microsoft.com/office/drawing/2014/main" id="{4AB91F05-EA2A-18FB-4FB4-FD648B867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6" name="Freeform 2231">
              <a:extLst>
                <a:ext uri="{FF2B5EF4-FFF2-40B4-BE49-F238E27FC236}">
                  <a16:creationId xmlns:a16="http://schemas.microsoft.com/office/drawing/2014/main" id="{59490AC3-73C7-21F9-B70A-68B9E470E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7" name="Freeform 2232">
              <a:extLst>
                <a:ext uri="{FF2B5EF4-FFF2-40B4-BE49-F238E27FC236}">
                  <a16:creationId xmlns:a16="http://schemas.microsoft.com/office/drawing/2014/main" id="{1E614B49-31BE-EE36-2220-4F1AFD15A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" name="Freeform 2233">
              <a:extLst>
                <a:ext uri="{FF2B5EF4-FFF2-40B4-BE49-F238E27FC236}">
                  <a16:creationId xmlns:a16="http://schemas.microsoft.com/office/drawing/2014/main" id="{F3D6C7F1-F90E-C75F-ABB8-934B68558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9" name="Group 2456">
            <a:extLst>
              <a:ext uri="{FF2B5EF4-FFF2-40B4-BE49-F238E27FC236}">
                <a16:creationId xmlns:a16="http://schemas.microsoft.com/office/drawing/2014/main" id="{A190F3B9-71D2-4B34-DB46-701B9C8E4E1A}"/>
              </a:ext>
            </a:extLst>
          </p:cNvPr>
          <p:cNvGrpSpPr>
            <a:grpSpLocks/>
          </p:cNvGrpSpPr>
          <p:nvPr/>
        </p:nvGrpSpPr>
        <p:grpSpPr bwMode="auto">
          <a:xfrm>
            <a:off x="4012580" y="569918"/>
            <a:ext cx="83791" cy="88900"/>
            <a:chOff x="1239" y="2813"/>
            <a:chExt cx="271" cy="289"/>
          </a:xfrm>
        </p:grpSpPr>
        <p:sp>
          <p:nvSpPr>
            <p:cNvPr id="1640" name="Oval 2457">
              <a:extLst>
                <a:ext uri="{FF2B5EF4-FFF2-40B4-BE49-F238E27FC236}">
                  <a16:creationId xmlns:a16="http://schemas.microsoft.com/office/drawing/2014/main" id="{63F8D069-D0E4-F6A0-6D46-4AED06797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1" name="Freeform 2458">
              <a:extLst>
                <a:ext uri="{FF2B5EF4-FFF2-40B4-BE49-F238E27FC236}">
                  <a16:creationId xmlns:a16="http://schemas.microsoft.com/office/drawing/2014/main" id="{794F8050-059D-E376-E9EE-F3737D9C5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" name="Freeform 2459">
              <a:extLst>
                <a:ext uri="{FF2B5EF4-FFF2-40B4-BE49-F238E27FC236}">
                  <a16:creationId xmlns:a16="http://schemas.microsoft.com/office/drawing/2014/main" id="{DC7AE95B-93E5-AD5F-391B-0083A640E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" name="Freeform 2460">
              <a:extLst>
                <a:ext uri="{FF2B5EF4-FFF2-40B4-BE49-F238E27FC236}">
                  <a16:creationId xmlns:a16="http://schemas.microsoft.com/office/drawing/2014/main" id="{D4DE697D-E537-47B9-7FAF-FD69CB0EF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" name="Oval 2461">
              <a:extLst>
                <a:ext uri="{FF2B5EF4-FFF2-40B4-BE49-F238E27FC236}">
                  <a16:creationId xmlns:a16="http://schemas.microsoft.com/office/drawing/2014/main" id="{7C05FD22-98FB-6083-6515-6C1372C4E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" name="Oval 2462">
              <a:extLst>
                <a:ext uri="{FF2B5EF4-FFF2-40B4-BE49-F238E27FC236}">
                  <a16:creationId xmlns:a16="http://schemas.microsoft.com/office/drawing/2014/main" id="{0322BAD8-83CA-514B-A58C-CFED73B95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" name="Oval 2463">
              <a:extLst>
                <a:ext uri="{FF2B5EF4-FFF2-40B4-BE49-F238E27FC236}">
                  <a16:creationId xmlns:a16="http://schemas.microsoft.com/office/drawing/2014/main" id="{DE13AB3B-E84C-6A3D-F7BF-0FA3E1418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7" name="Oval 2464">
              <a:extLst>
                <a:ext uri="{FF2B5EF4-FFF2-40B4-BE49-F238E27FC236}">
                  <a16:creationId xmlns:a16="http://schemas.microsoft.com/office/drawing/2014/main" id="{84C7FDDF-627E-DDF5-2E76-AA180E64A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48" name="Group 2456">
            <a:extLst>
              <a:ext uri="{FF2B5EF4-FFF2-40B4-BE49-F238E27FC236}">
                <a16:creationId xmlns:a16="http://schemas.microsoft.com/office/drawing/2014/main" id="{57F5BFDF-1D3D-6603-4F88-355F4193D205}"/>
              </a:ext>
            </a:extLst>
          </p:cNvPr>
          <p:cNvGrpSpPr>
            <a:grpSpLocks/>
          </p:cNvGrpSpPr>
          <p:nvPr/>
        </p:nvGrpSpPr>
        <p:grpSpPr bwMode="auto">
          <a:xfrm>
            <a:off x="3667491" y="161290"/>
            <a:ext cx="83791" cy="88900"/>
            <a:chOff x="1239" y="2813"/>
            <a:chExt cx="271" cy="289"/>
          </a:xfrm>
        </p:grpSpPr>
        <p:sp>
          <p:nvSpPr>
            <p:cNvPr id="1649" name="Oval 2457">
              <a:extLst>
                <a:ext uri="{FF2B5EF4-FFF2-40B4-BE49-F238E27FC236}">
                  <a16:creationId xmlns:a16="http://schemas.microsoft.com/office/drawing/2014/main" id="{CC17B428-062D-7011-6C3C-BE34B5ED3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" name="Freeform 2458">
              <a:extLst>
                <a:ext uri="{FF2B5EF4-FFF2-40B4-BE49-F238E27FC236}">
                  <a16:creationId xmlns:a16="http://schemas.microsoft.com/office/drawing/2014/main" id="{FF054C88-0889-83B3-645C-651193866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" name="Freeform 2459">
              <a:extLst>
                <a:ext uri="{FF2B5EF4-FFF2-40B4-BE49-F238E27FC236}">
                  <a16:creationId xmlns:a16="http://schemas.microsoft.com/office/drawing/2014/main" id="{346EF436-68A0-7F5E-CE84-56ABDC002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" name="Freeform 2460">
              <a:extLst>
                <a:ext uri="{FF2B5EF4-FFF2-40B4-BE49-F238E27FC236}">
                  <a16:creationId xmlns:a16="http://schemas.microsoft.com/office/drawing/2014/main" id="{104AC09D-D74D-E393-4921-C9B4B05E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" name="Oval 2461">
              <a:extLst>
                <a:ext uri="{FF2B5EF4-FFF2-40B4-BE49-F238E27FC236}">
                  <a16:creationId xmlns:a16="http://schemas.microsoft.com/office/drawing/2014/main" id="{C65D8611-0553-40D6-3F19-4DBE10A72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4" name="Oval 2462">
              <a:extLst>
                <a:ext uri="{FF2B5EF4-FFF2-40B4-BE49-F238E27FC236}">
                  <a16:creationId xmlns:a16="http://schemas.microsoft.com/office/drawing/2014/main" id="{9C2E3697-335F-38BC-0D96-A0D3600E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" name="Oval 2463">
              <a:extLst>
                <a:ext uri="{FF2B5EF4-FFF2-40B4-BE49-F238E27FC236}">
                  <a16:creationId xmlns:a16="http://schemas.microsoft.com/office/drawing/2014/main" id="{25D13169-66B9-71EB-BEBC-78178801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6" name="Oval 2464">
              <a:extLst>
                <a:ext uri="{FF2B5EF4-FFF2-40B4-BE49-F238E27FC236}">
                  <a16:creationId xmlns:a16="http://schemas.microsoft.com/office/drawing/2014/main" id="{AC95B564-BE6D-81DC-1690-199CB501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57" name="Group 2456">
            <a:extLst>
              <a:ext uri="{FF2B5EF4-FFF2-40B4-BE49-F238E27FC236}">
                <a16:creationId xmlns:a16="http://schemas.microsoft.com/office/drawing/2014/main" id="{63FC8E3F-C05E-5F51-0516-E4905CDBAB61}"/>
              </a:ext>
            </a:extLst>
          </p:cNvPr>
          <p:cNvGrpSpPr>
            <a:grpSpLocks/>
          </p:cNvGrpSpPr>
          <p:nvPr/>
        </p:nvGrpSpPr>
        <p:grpSpPr bwMode="auto">
          <a:xfrm>
            <a:off x="3529104" y="58415"/>
            <a:ext cx="83791" cy="88900"/>
            <a:chOff x="1239" y="2813"/>
            <a:chExt cx="271" cy="289"/>
          </a:xfrm>
        </p:grpSpPr>
        <p:sp>
          <p:nvSpPr>
            <p:cNvPr id="1658" name="Oval 2457">
              <a:extLst>
                <a:ext uri="{FF2B5EF4-FFF2-40B4-BE49-F238E27FC236}">
                  <a16:creationId xmlns:a16="http://schemas.microsoft.com/office/drawing/2014/main" id="{066301C7-B9CB-E4DA-C07B-24FE075E4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9" name="Freeform 2458">
              <a:extLst>
                <a:ext uri="{FF2B5EF4-FFF2-40B4-BE49-F238E27FC236}">
                  <a16:creationId xmlns:a16="http://schemas.microsoft.com/office/drawing/2014/main" id="{AA1B452D-2F81-3BFB-BDFF-E610DD087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" name="Freeform 2459">
              <a:extLst>
                <a:ext uri="{FF2B5EF4-FFF2-40B4-BE49-F238E27FC236}">
                  <a16:creationId xmlns:a16="http://schemas.microsoft.com/office/drawing/2014/main" id="{0B1E98DB-617D-B1D3-ECF6-D4EEE3286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" name="Freeform 2460">
              <a:extLst>
                <a:ext uri="{FF2B5EF4-FFF2-40B4-BE49-F238E27FC236}">
                  <a16:creationId xmlns:a16="http://schemas.microsoft.com/office/drawing/2014/main" id="{587E7B08-0B6D-E628-73B7-AFBB694CD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" name="Oval 2461">
              <a:extLst>
                <a:ext uri="{FF2B5EF4-FFF2-40B4-BE49-F238E27FC236}">
                  <a16:creationId xmlns:a16="http://schemas.microsoft.com/office/drawing/2014/main" id="{A8EE79C8-DEFA-A2FC-9743-6EBF4400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" name="Oval 2462">
              <a:extLst>
                <a:ext uri="{FF2B5EF4-FFF2-40B4-BE49-F238E27FC236}">
                  <a16:creationId xmlns:a16="http://schemas.microsoft.com/office/drawing/2014/main" id="{2E2F06E1-793A-3248-FC16-DCF61D488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4" name="Oval 2463">
              <a:extLst>
                <a:ext uri="{FF2B5EF4-FFF2-40B4-BE49-F238E27FC236}">
                  <a16:creationId xmlns:a16="http://schemas.microsoft.com/office/drawing/2014/main" id="{57AF09CE-1D96-BB2E-0DF5-70322352E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5" name="Oval 2464">
              <a:extLst>
                <a:ext uri="{FF2B5EF4-FFF2-40B4-BE49-F238E27FC236}">
                  <a16:creationId xmlns:a16="http://schemas.microsoft.com/office/drawing/2014/main" id="{AB3D4579-1D50-E7A9-FB73-6CB0C6BA7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66" name="Group 2456">
            <a:extLst>
              <a:ext uri="{FF2B5EF4-FFF2-40B4-BE49-F238E27FC236}">
                <a16:creationId xmlns:a16="http://schemas.microsoft.com/office/drawing/2014/main" id="{0001E6EE-FAAC-C21D-766D-6F9AD4456C84}"/>
              </a:ext>
            </a:extLst>
          </p:cNvPr>
          <p:cNvGrpSpPr>
            <a:grpSpLocks/>
          </p:cNvGrpSpPr>
          <p:nvPr/>
        </p:nvGrpSpPr>
        <p:grpSpPr bwMode="auto">
          <a:xfrm>
            <a:off x="4301615" y="927090"/>
            <a:ext cx="83791" cy="88900"/>
            <a:chOff x="1239" y="2813"/>
            <a:chExt cx="271" cy="289"/>
          </a:xfrm>
        </p:grpSpPr>
        <p:sp>
          <p:nvSpPr>
            <p:cNvPr id="1667" name="Oval 2457">
              <a:extLst>
                <a:ext uri="{FF2B5EF4-FFF2-40B4-BE49-F238E27FC236}">
                  <a16:creationId xmlns:a16="http://schemas.microsoft.com/office/drawing/2014/main" id="{03177583-F1A6-6BE3-C8E6-DA1BCA89E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8" name="Freeform 2458">
              <a:extLst>
                <a:ext uri="{FF2B5EF4-FFF2-40B4-BE49-F238E27FC236}">
                  <a16:creationId xmlns:a16="http://schemas.microsoft.com/office/drawing/2014/main" id="{9DA7844A-D38C-9A59-CB69-E152E14A1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" name="Freeform 2459">
              <a:extLst>
                <a:ext uri="{FF2B5EF4-FFF2-40B4-BE49-F238E27FC236}">
                  <a16:creationId xmlns:a16="http://schemas.microsoft.com/office/drawing/2014/main" id="{4004E2C8-8005-E052-81B5-A900E3C76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" name="Freeform 2460">
              <a:extLst>
                <a:ext uri="{FF2B5EF4-FFF2-40B4-BE49-F238E27FC236}">
                  <a16:creationId xmlns:a16="http://schemas.microsoft.com/office/drawing/2014/main" id="{359D90B8-2E47-0D5D-1D1E-87DB4D7F5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" name="Oval 2461">
              <a:extLst>
                <a:ext uri="{FF2B5EF4-FFF2-40B4-BE49-F238E27FC236}">
                  <a16:creationId xmlns:a16="http://schemas.microsoft.com/office/drawing/2014/main" id="{777D50F4-A61D-4C9C-F489-953F091B2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2" name="Oval 2462">
              <a:extLst>
                <a:ext uri="{FF2B5EF4-FFF2-40B4-BE49-F238E27FC236}">
                  <a16:creationId xmlns:a16="http://schemas.microsoft.com/office/drawing/2014/main" id="{7E66A095-E2AA-6904-36E3-F1DC9F29F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" name="Oval 2463">
              <a:extLst>
                <a:ext uri="{FF2B5EF4-FFF2-40B4-BE49-F238E27FC236}">
                  <a16:creationId xmlns:a16="http://schemas.microsoft.com/office/drawing/2014/main" id="{682848DA-D616-5570-808A-BF8186D47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4" name="Oval 2464">
              <a:extLst>
                <a:ext uri="{FF2B5EF4-FFF2-40B4-BE49-F238E27FC236}">
                  <a16:creationId xmlns:a16="http://schemas.microsoft.com/office/drawing/2014/main" id="{AA15B6C7-A4D3-E75D-9D20-21F286354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75" name="Group 2456">
            <a:extLst>
              <a:ext uri="{FF2B5EF4-FFF2-40B4-BE49-F238E27FC236}">
                <a16:creationId xmlns:a16="http://schemas.microsoft.com/office/drawing/2014/main" id="{86426E46-0138-4918-5C04-E4C9D5707236}"/>
              </a:ext>
            </a:extLst>
          </p:cNvPr>
          <p:cNvGrpSpPr>
            <a:grpSpLocks/>
          </p:cNvGrpSpPr>
          <p:nvPr/>
        </p:nvGrpSpPr>
        <p:grpSpPr bwMode="auto">
          <a:xfrm>
            <a:off x="3753325" y="37394"/>
            <a:ext cx="83791" cy="88900"/>
            <a:chOff x="1239" y="2813"/>
            <a:chExt cx="271" cy="289"/>
          </a:xfrm>
        </p:grpSpPr>
        <p:sp>
          <p:nvSpPr>
            <p:cNvPr id="1676" name="Oval 2457">
              <a:extLst>
                <a:ext uri="{FF2B5EF4-FFF2-40B4-BE49-F238E27FC236}">
                  <a16:creationId xmlns:a16="http://schemas.microsoft.com/office/drawing/2014/main" id="{D9947BB3-93CF-982C-12B3-3419DB1BD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7" name="Freeform 2458">
              <a:extLst>
                <a:ext uri="{FF2B5EF4-FFF2-40B4-BE49-F238E27FC236}">
                  <a16:creationId xmlns:a16="http://schemas.microsoft.com/office/drawing/2014/main" id="{3A0206CA-C463-1BBC-46D3-37CE77C56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" name="Freeform 2459">
              <a:extLst>
                <a:ext uri="{FF2B5EF4-FFF2-40B4-BE49-F238E27FC236}">
                  <a16:creationId xmlns:a16="http://schemas.microsoft.com/office/drawing/2014/main" id="{38A8C76B-C740-08F3-A03E-EDD16AF27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" name="Freeform 2460">
              <a:extLst>
                <a:ext uri="{FF2B5EF4-FFF2-40B4-BE49-F238E27FC236}">
                  <a16:creationId xmlns:a16="http://schemas.microsoft.com/office/drawing/2014/main" id="{7B182BC8-19BE-483E-0AF5-24470CEA8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" name="Oval 2461">
              <a:extLst>
                <a:ext uri="{FF2B5EF4-FFF2-40B4-BE49-F238E27FC236}">
                  <a16:creationId xmlns:a16="http://schemas.microsoft.com/office/drawing/2014/main" id="{25EB87AA-7D4E-6D63-FBF9-7A5C94345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1" name="Oval 2462">
              <a:extLst>
                <a:ext uri="{FF2B5EF4-FFF2-40B4-BE49-F238E27FC236}">
                  <a16:creationId xmlns:a16="http://schemas.microsoft.com/office/drawing/2014/main" id="{DDCF8137-58F9-9336-431B-9F74703D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2" name="Oval 2463">
              <a:extLst>
                <a:ext uri="{FF2B5EF4-FFF2-40B4-BE49-F238E27FC236}">
                  <a16:creationId xmlns:a16="http://schemas.microsoft.com/office/drawing/2014/main" id="{9694F771-8827-9333-FAA1-FCD74B496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3" name="Oval 2464">
              <a:extLst>
                <a:ext uri="{FF2B5EF4-FFF2-40B4-BE49-F238E27FC236}">
                  <a16:creationId xmlns:a16="http://schemas.microsoft.com/office/drawing/2014/main" id="{6FD3ADF4-6EB4-D65E-9AD4-EC634DB30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84" name="Group 2456">
            <a:extLst>
              <a:ext uri="{FF2B5EF4-FFF2-40B4-BE49-F238E27FC236}">
                <a16:creationId xmlns:a16="http://schemas.microsoft.com/office/drawing/2014/main" id="{80D15DC1-5A0D-906D-8BF9-8350E27081D0}"/>
              </a:ext>
            </a:extLst>
          </p:cNvPr>
          <p:cNvGrpSpPr>
            <a:grpSpLocks/>
          </p:cNvGrpSpPr>
          <p:nvPr/>
        </p:nvGrpSpPr>
        <p:grpSpPr bwMode="auto">
          <a:xfrm>
            <a:off x="4541601" y="927090"/>
            <a:ext cx="83791" cy="88900"/>
            <a:chOff x="1239" y="2813"/>
            <a:chExt cx="271" cy="289"/>
          </a:xfrm>
        </p:grpSpPr>
        <p:sp>
          <p:nvSpPr>
            <p:cNvPr id="1685" name="Oval 2457">
              <a:extLst>
                <a:ext uri="{FF2B5EF4-FFF2-40B4-BE49-F238E27FC236}">
                  <a16:creationId xmlns:a16="http://schemas.microsoft.com/office/drawing/2014/main" id="{0D14CCDF-BACD-4EC8-EA44-22F60808B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6" name="Freeform 2458">
              <a:extLst>
                <a:ext uri="{FF2B5EF4-FFF2-40B4-BE49-F238E27FC236}">
                  <a16:creationId xmlns:a16="http://schemas.microsoft.com/office/drawing/2014/main" id="{9B1AA6A2-BC4F-FA6A-BCB6-B83309A4D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7" name="Freeform 2459">
              <a:extLst>
                <a:ext uri="{FF2B5EF4-FFF2-40B4-BE49-F238E27FC236}">
                  <a16:creationId xmlns:a16="http://schemas.microsoft.com/office/drawing/2014/main" id="{45023F24-9BB4-1142-BCF9-D10BBF50E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8" name="Freeform 2460">
              <a:extLst>
                <a:ext uri="{FF2B5EF4-FFF2-40B4-BE49-F238E27FC236}">
                  <a16:creationId xmlns:a16="http://schemas.microsoft.com/office/drawing/2014/main" id="{F7261C80-0CF0-BB94-7927-36C7810F3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9" name="Oval 2461">
              <a:extLst>
                <a:ext uri="{FF2B5EF4-FFF2-40B4-BE49-F238E27FC236}">
                  <a16:creationId xmlns:a16="http://schemas.microsoft.com/office/drawing/2014/main" id="{F575FC63-ECB3-01E9-8CDF-0203153D4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0" name="Oval 2462">
              <a:extLst>
                <a:ext uri="{FF2B5EF4-FFF2-40B4-BE49-F238E27FC236}">
                  <a16:creationId xmlns:a16="http://schemas.microsoft.com/office/drawing/2014/main" id="{812A523E-0E70-6916-78EE-31B73936E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1" name="Oval 2463">
              <a:extLst>
                <a:ext uri="{FF2B5EF4-FFF2-40B4-BE49-F238E27FC236}">
                  <a16:creationId xmlns:a16="http://schemas.microsoft.com/office/drawing/2014/main" id="{5B195704-C2AC-D92A-9B30-84643F86B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2" name="Oval 2464">
              <a:extLst>
                <a:ext uri="{FF2B5EF4-FFF2-40B4-BE49-F238E27FC236}">
                  <a16:creationId xmlns:a16="http://schemas.microsoft.com/office/drawing/2014/main" id="{4295F83D-D369-C508-1828-42DB2BA32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cxnSp>
        <p:nvCxnSpPr>
          <p:cNvPr id="1693" name="Conector recto de flecha 1692">
            <a:extLst>
              <a:ext uri="{FF2B5EF4-FFF2-40B4-BE49-F238E27FC236}">
                <a16:creationId xmlns:a16="http://schemas.microsoft.com/office/drawing/2014/main" id="{6991216D-41BC-229D-7186-D403EA5106AB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461597" y="288675"/>
            <a:ext cx="4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4" name="Group 2456">
            <a:extLst>
              <a:ext uri="{FF2B5EF4-FFF2-40B4-BE49-F238E27FC236}">
                <a16:creationId xmlns:a16="http://schemas.microsoft.com/office/drawing/2014/main" id="{EEB528B9-0F17-8E99-03C7-3DAACB86105E}"/>
              </a:ext>
            </a:extLst>
          </p:cNvPr>
          <p:cNvGrpSpPr>
            <a:grpSpLocks/>
          </p:cNvGrpSpPr>
          <p:nvPr/>
        </p:nvGrpSpPr>
        <p:grpSpPr bwMode="auto">
          <a:xfrm>
            <a:off x="4419705" y="840735"/>
            <a:ext cx="83791" cy="88900"/>
            <a:chOff x="1239" y="2813"/>
            <a:chExt cx="271" cy="289"/>
          </a:xfrm>
        </p:grpSpPr>
        <p:sp>
          <p:nvSpPr>
            <p:cNvPr id="1695" name="Oval 2457">
              <a:extLst>
                <a:ext uri="{FF2B5EF4-FFF2-40B4-BE49-F238E27FC236}">
                  <a16:creationId xmlns:a16="http://schemas.microsoft.com/office/drawing/2014/main" id="{AB9ABC07-5AA9-E025-C7CC-8E7768233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96" name="Freeform 2458">
              <a:extLst>
                <a:ext uri="{FF2B5EF4-FFF2-40B4-BE49-F238E27FC236}">
                  <a16:creationId xmlns:a16="http://schemas.microsoft.com/office/drawing/2014/main" id="{F08365AB-4BC6-3708-3182-AC30D4872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7" name="Freeform 2459">
              <a:extLst>
                <a:ext uri="{FF2B5EF4-FFF2-40B4-BE49-F238E27FC236}">
                  <a16:creationId xmlns:a16="http://schemas.microsoft.com/office/drawing/2014/main" id="{FBB2E1C8-0E77-0A88-EA03-97627326F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8" name="Freeform 2460">
              <a:extLst>
                <a:ext uri="{FF2B5EF4-FFF2-40B4-BE49-F238E27FC236}">
                  <a16:creationId xmlns:a16="http://schemas.microsoft.com/office/drawing/2014/main" id="{C4C4EFC4-4123-66D6-2406-5336BF3F4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9" name="Oval 2461">
              <a:extLst>
                <a:ext uri="{FF2B5EF4-FFF2-40B4-BE49-F238E27FC236}">
                  <a16:creationId xmlns:a16="http://schemas.microsoft.com/office/drawing/2014/main" id="{5ECD4C56-1AB1-4CE1-514B-93C36389F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00" name="Oval 2462">
              <a:extLst>
                <a:ext uri="{FF2B5EF4-FFF2-40B4-BE49-F238E27FC236}">
                  <a16:creationId xmlns:a16="http://schemas.microsoft.com/office/drawing/2014/main" id="{DB249D8E-0812-93AD-D1C8-B21359F75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01" name="Oval 2463">
              <a:extLst>
                <a:ext uri="{FF2B5EF4-FFF2-40B4-BE49-F238E27FC236}">
                  <a16:creationId xmlns:a16="http://schemas.microsoft.com/office/drawing/2014/main" id="{673275C1-A142-C96C-B9FA-754FA0D4A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02" name="Oval 2464">
              <a:extLst>
                <a:ext uri="{FF2B5EF4-FFF2-40B4-BE49-F238E27FC236}">
                  <a16:creationId xmlns:a16="http://schemas.microsoft.com/office/drawing/2014/main" id="{2A3BEF34-13FF-717E-657C-221B537E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703" name="CuadroTexto 1702">
            <a:extLst>
              <a:ext uri="{FF2B5EF4-FFF2-40B4-BE49-F238E27FC236}">
                <a16:creationId xmlns:a16="http://schemas.microsoft.com/office/drawing/2014/main" id="{125F4427-0976-8AEA-CC6A-C3E3D07784E2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705" name="CuadroTexto 1704">
            <a:extLst>
              <a:ext uri="{FF2B5EF4-FFF2-40B4-BE49-F238E27FC236}">
                <a16:creationId xmlns:a16="http://schemas.microsoft.com/office/drawing/2014/main" id="{A4D2FE22-7B32-A2C7-5286-FFA7B24CBFBA}"/>
              </a:ext>
            </a:extLst>
          </p:cNvPr>
          <p:cNvSpPr txBox="1"/>
          <p:nvPr/>
        </p:nvSpPr>
        <p:spPr>
          <a:xfrm>
            <a:off x="4114420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1708" name="CuadroTexto 1707">
            <a:extLst>
              <a:ext uri="{FF2B5EF4-FFF2-40B4-BE49-F238E27FC236}">
                <a16:creationId xmlns:a16="http://schemas.microsoft.com/office/drawing/2014/main" id="{6F7043DD-2746-113E-7407-CC0F0BC1067B}"/>
              </a:ext>
            </a:extLst>
          </p:cNvPr>
          <p:cNvSpPr txBox="1"/>
          <p:nvPr/>
        </p:nvSpPr>
        <p:spPr>
          <a:xfrm>
            <a:off x="1176954" y="1313766"/>
            <a:ext cx="2531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(músculo, K</a:t>
            </a:r>
            <a:r>
              <a:rPr lang="es-ES" sz="900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M(glucosa)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=0,1 </a:t>
            </a:r>
            <a:r>
              <a:rPr lang="es-ES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09" name="CuadroTexto 1708">
            <a:extLst>
              <a:ext uri="{FF2B5EF4-FFF2-40B4-BE49-F238E27FC236}">
                <a16:creationId xmlns:a16="http://schemas.microsoft.com/office/drawing/2014/main" id="{A91B52AF-BCCB-53C4-0800-AD8A7632FFAB}"/>
              </a:ext>
            </a:extLst>
          </p:cNvPr>
          <p:cNvSpPr txBox="1"/>
          <p:nvPr/>
        </p:nvSpPr>
        <p:spPr>
          <a:xfrm>
            <a:off x="3654038" y="1250432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10" name="CuadroTexto 1709">
            <a:extLst>
              <a:ext uri="{FF2B5EF4-FFF2-40B4-BE49-F238E27FC236}">
                <a16:creationId xmlns:a16="http://schemas.microsoft.com/office/drawing/2014/main" id="{080A2671-26ED-EA49-CA36-1A0413E25193}"/>
              </a:ext>
            </a:extLst>
          </p:cNvPr>
          <p:cNvSpPr txBox="1"/>
          <p:nvPr/>
        </p:nvSpPr>
        <p:spPr>
          <a:xfrm>
            <a:off x="3654038" y="153530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11" name="Conector: curvado 1710">
            <a:extLst>
              <a:ext uri="{FF2B5EF4-FFF2-40B4-BE49-F238E27FC236}">
                <a16:creationId xmlns:a16="http://schemas.microsoft.com/office/drawing/2014/main" id="{5B6396F3-B9BA-89E9-61C9-ACE4E795F391}"/>
              </a:ext>
            </a:extLst>
          </p:cNvPr>
          <p:cNvCxnSpPr>
            <a:cxnSpLocks/>
            <a:stCxn id="1709" idx="3"/>
            <a:endCxn id="1710" idx="3"/>
          </p:cNvCxnSpPr>
          <p:nvPr/>
        </p:nvCxnSpPr>
        <p:spPr>
          <a:xfrm>
            <a:off x="4114419" y="1381237"/>
            <a:ext cx="16030" cy="284875"/>
          </a:xfrm>
          <a:prstGeom prst="curvedConnector3">
            <a:avLst>
              <a:gd name="adj1" fmla="val 114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2" name="Conector recto de flecha 1711">
            <a:extLst>
              <a:ext uri="{FF2B5EF4-FFF2-40B4-BE49-F238E27FC236}">
                <a16:creationId xmlns:a16="http://schemas.microsoft.com/office/drawing/2014/main" id="{C605A1BF-700F-4B29-D376-81FD81A95A73}"/>
              </a:ext>
            </a:extLst>
          </p:cNvPr>
          <p:cNvCxnSpPr>
            <a:cxnSpLocks/>
          </p:cNvCxnSpPr>
          <p:nvPr/>
        </p:nvCxnSpPr>
        <p:spPr>
          <a:xfrm>
            <a:off x="4300982" y="1306777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7" name="CuadroTexto 1716">
            <a:extLst>
              <a:ext uri="{FF2B5EF4-FFF2-40B4-BE49-F238E27FC236}">
                <a16:creationId xmlns:a16="http://schemas.microsoft.com/office/drawing/2014/main" id="{53337121-C729-EC68-FE98-0CF1702A5C42}"/>
              </a:ext>
            </a:extLst>
          </p:cNvPr>
          <p:cNvSpPr txBox="1"/>
          <p:nvPr/>
        </p:nvSpPr>
        <p:spPr>
          <a:xfrm>
            <a:off x="3817864" y="1776618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Glucosa-6-fosfato</a:t>
            </a:r>
          </a:p>
        </p:txBody>
      </p:sp>
      <p:cxnSp>
        <p:nvCxnSpPr>
          <p:cNvPr id="1719" name="Conector recto de flecha 1718">
            <a:extLst>
              <a:ext uri="{FF2B5EF4-FFF2-40B4-BE49-F238E27FC236}">
                <a16:creationId xmlns:a16="http://schemas.microsoft.com/office/drawing/2014/main" id="{99C2DF60-1EE9-67D2-A1C1-AE2D5BC399B8}"/>
              </a:ext>
            </a:extLst>
          </p:cNvPr>
          <p:cNvCxnSpPr/>
          <p:nvPr/>
        </p:nvCxnSpPr>
        <p:spPr>
          <a:xfrm flipH="1">
            <a:off x="4465635" y="2038228"/>
            <a:ext cx="3" cy="5227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0" name="CuadroTexto 1719">
            <a:extLst>
              <a:ext uri="{FF2B5EF4-FFF2-40B4-BE49-F238E27FC236}">
                <a16:creationId xmlns:a16="http://schemas.microsoft.com/office/drawing/2014/main" id="{EABC9629-62FA-9C10-3547-4BB352AB3AC9}"/>
              </a:ext>
            </a:extLst>
          </p:cNvPr>
          <p:cNvSpPr txBox="1"/>
          <p:nvPr/>
        </p:nvSpPr>
        <p:spPr>
          <a:xfrm>
            <a:off x="3802633" y="2560941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Fructosa-6-fosfato</a:t>
            </a:r>
          </a:p>
        </p:txBody>
      </p:sp>
      <p:sp>
        <p:nvSpPr>
          <p:cNvPr id="1721" name="CuadroTexto 1720">
            <a:extLst>
              <a:ext uri="{FF2B5EF4-FFF2-40B4-BE49-F238E27FC236}">
                <a16:creationId xmlns:a16="http://schemas.microsoft.com/office/drawing/2014/main" id="{CE57224B-7A45-705C-CD72-77D670D09AE2}"/>
              </a:ext>
            </a:extLst>
          </p:cNvPr>
          <p:cNvSpPr txBox="1"/>
          <p:nvPr/>
        </p:nvSpPr>
        <p:spPr>
          <a:xfrm>
            <a:off x="3701504" y="3290812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Fructosa-1,6-bifosfato</a:t>
            </a:r>
          </a:p>
        </p:txBody>
      </p:sp>
      <p:sp>
        <p:nvSpPr>
          <p:cNvPr id="1722" name="CuadroTexto 1721">
            <a:extLst>
              <a:ext uri="{FF2B5EF4-FFF2-40B4-BE49-F238E27FC236}">
                <a16:creationId xmlns:a16="http://schemas.microsoft.com/office/drawing/2014/main" id="{98ED5A01-2D1A-D2D1-20AD-9B4B786E4607}"/>
              </a:ext>
            </a:extLst>
          </p:cNvPr>
          <p:cNvSpPr txBox="1"/>
          <p:nvPr/>
        </p:nvSpPr>
        <p:spPr>
          <a:xfrm>
            <a:off x="2237402" y="2846990"/>
            <a:ext cx="1483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Fosfofructoquinasa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(PFK-1)</a:t>
            </a:r>
          </a:p>
        </p:txBody>
      </p:sp>
      <p:sp>
        <p:nvSpPr>
          <p:cNvPr id="1723" name="CuadroTexto 1722">
            <a:extLst>
              <a:ext uri="{FF2B5EF4-FFF2-40B4-BE49-F238E27FC236}">
                <a16:creationId xmlns:a16="http://schemas.microsoft.com/office/drawing/2014/main" id="{F4A88C62-25E2-A1B6-3C95-CCCEFD9D669C}"/>
              </a:ext>
            </a:extLst>
          </p:cNvPr>
          <p:cNvSpPr txBox="1"/>
          <p:nvPr/>
        </p:nvSpPr>
        <p:spPr>
          <a:xfrm>
            <a:off x="3654038" y="2782056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24" name="CuadroTexto 1723">
            <a:extLst>
              <a:ext uri="{FF2B5EF4-FFF2-40B4-BE49-F238E27FC236}">
                <a16:creationId xmlns:a16="http://schemas.microsoft.com/office/drawing/2014/main" id="{72E11544-9D4D-3D12-979C-3E1EB9CE21D9}"/>
              </a:ext>
            </a:extLst>
          </p:cNvPr>
          <p:cNvSpPr txBox="1"/>
          <p:nvPr/>
        </p:nvSpPr>
        <p:spPr>
          <a:xfrm>
            <a:off x="3636304" y="3073504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25" name="Conector: curvado 1724">
            <a:extLst>
              <a:ext uri="{FF2B5EF4-FFF2-40B4-BE49-F238E27FC236}">
                <a16:creationId xmlns:a16="http://schemas.microsoft.com/office/drawing/2014/main" id="{B41CDD5F-3624-438E-A00E-C7864BAAF6D6}"/>
              </a:ext>
            </a:extLst>
          </p:cNvPr>
          <p:cNvCxnSpPr>
            <a:cxnSpLocks/>
            <a:stCxn id="1723" idx="3"/>
            <a:endCxn id="1724" idx="3"/>
          </p:cNvCxnSpPr>
          <p:nvPr/>
        </p:nvCxnSpPr>
        <p:spPr>
          <a:xfrm flipH="1">
            <a:off x="4112715" y="2912861"/>
            <a:ext cx="1704" cy="291448"/>
          </a:xfrm>
          <a:prstGeom prst="curvedConnector3">
            <a:avLst>
              <a:gd name="adj1" fmla="val -109762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6" name="Conector recto de flecha 1725">
            <a:extLst>
              <a:ext uri="{FF2B5EF4-FFF2-40B4-BE49-F238E27FC236}">
                <a16:creationId xmlns:a16="http://schemas.microsoft.com/office/drawing/2014/main" id="{F7D3E10E-A428-3778-3B4C-C946A673D42F}"/>
              </a:ext>
            </a:extLst>
          </p:cNvPr>
          <p:cNvCxnSpPr>
            <a:cxnSpLocks/>
          </p:cNvCxnSpPr>
          <p:nvPr/>
        </p:nvCxnSpPr>
        <p:spPr>
          <a:xfrm>
            <a:off x="4300982" y="2822813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2" name="Conector recto de flecha 1731">
            <a:extLst>
              <a:ext uri="{FF2B5EF4-FFF2-40B4-BE49-F238E27FC236}">
                <a16:creationId xmlns:a16="http://schemas.microsoft.com/office/drawing/2014/main" id="{F7FB65C9-E9E7-00C4-7092-0825799FD984}"/>
              </a:ext>
            </a:extLst>
          </p:cNvPr>
          <p:cNvCxnSpPr>
            <a:cxnSpLocks/>
            <a:stCxn id="1721" idx="2"/>
          </p:cNvCxnSpPr>
          <p:nvPr/>
        </p:nvCxnSpPr>
        <p:spPr>
          <a:xfrm>
            <a:off x="4478319" y="3552422"/>
            <a:ext cx="0" cy="4643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3" name="CuadroTexto 1732">
            <a:extLst>
              <a:ext uri="{FF2B5EF4-FFF2-40B4-BE49-F238E27FC236}">
                <a16:creationId xmlns:a16="http://schemas.microsoft.com/office/drawing/2014/main" id="{92FB88E8-6568-A39D-4C9B-018CE20B344F}"/>
              </a:ext>
            </a:extLst>
          </p:cNvPr>
          <p:cNvSpPr txBox="1"/>
          <p:nvPr/>
        </p:nvSpPr>
        <p:spPr>
          <a:xfrm>
            <a:off x="3555459" y="4746948"/>
            <a:ext cx="1898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Gliceraldehído-3-fosfato</a:t>
            </a:r>
          </a:p>
        </p:txBody>
      </p:sp>
      <p:sp>
        <p:nvSpPr>
          <p:cNvPr id="1734" name="CuadroTexto 1733">
            <a:extLst>
              <a:ext uri="{FF2B5EF4-FFF2-40B4-BE49-F238E27FC236}">
                <a16:creationId xmlns:a16="http://schemas.microsoft.com/office/drawing/2014/main" id="{2F5AF435-1162-A792-7BDB-08BE9219B805}"/>
              </a:ext>
            </a:extLst>
          </p:cNvPr>
          <p:cNvSpPr txBox="1"/>
          <p:nvPr/>
        </p:nvSpPr>
        <p:spPr>
          <a:xfrm>
            <a:off x="2744975" y="4016771"/>
            <a:ext cx="18181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Dihidroxiacetona fosfato +</a:t>
            </a:r>
          </a:p>
        </p:txBody>
      </p:sp>
      <p:sp>
        <p:nvSpPr>
          <p:cNvPr id="1735" name="CuadroTexto 1734">
            <a:extLst>
              <a:ext uri="{FF2B5EF4-FFF2-40B4-BE49-F238E27FC236}">
                <a16:creationId xmlns:a16="http://schemas.microsoft.com/office/drawing/2014/main" id="{BB6A77D6-8369-FD86-3CDA-416E555AB7C1}"/>
              </a:ext>
            </a:extLst>
          </p:cNvPr>
          <p:cNvSpPr txBox="1"/>
          <p:nvPr/>
        </p:nvSpPr>
        <p:spPr>
          <a:xfrm>
            <a:off x="4405835" y="4016771"/>
            <a:ext cx="16882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Gliceraldehído-3-fosfato</a:t>
            </a:r>
          </a:p>
        </p:txBody>
      </p:sp>
      <p:sp>
        <p:nvSpPr>
          <p:cNvPr id="1736" name="CuadroTexto 1735">
            <a:extLst>
              <a:ext uri="{FF2B5EF4-FFF2-40B4-BE49-F238E27FC236}">
                <a16:creationId xmlns:a16="http://schemas.microsoft.com/office/drawing/2014/main" id="{F733BC67-D283-30BE-9C88-8C1675AC31D0}"/>
              </a:ext>
            </a:extLst>
          </p:cNvPr>
          <p:cNvSpPr txBox="1"/>
          <p:nvPr/>
        </p:nvSpPr>
        <p:spPr>
          <a:xfrm>
            <a:off x="2431947" y="44677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Triosa fosfato isomerasa</a:t>
            </a:r>
          </a:p>
        </p:txBody>
      </p:sp>
      <p:sp>
        <p:nvSpPr>
          <p:cNvPr id="1737" name="CuadroTexto 1736">
            <a:extLst>
              <a:ext uri="{FF2B5EF4-FFF2-40B4-BE49-F238E27FC236}">
                <a16:creationId xmlns:a16="http://schemas.microsoft.com/office/drawing/2014/main" id="{A982C39E-EE19-CFEB-5FB4-3DD302A0F1DB}"/>
              </a:ext>
            </a:extLst>
          </p:cNvPr>
          <p:cNvSpPr txBox="1"/>
          <p:nvPr/>
        </p:nvSpPr>
        <p:spPr>
          <a:xfrm>
            <a:off x="3711752" y="5477125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1,3-bifosfoglicerato</a:t>
            </a:r>
          </a:p>
        </p:txBody>
      </p:sp>
      <p:cxnSp>
        <p:nvCxnSpPr>
          <p:cNvPr id="1738" name="Conector recto de flecha 1737">
            <a:extLst>
              <a:ext uri="{FF2B5EF4-FFF2-40B4-BE49-F238E27FC236}">
                <a16:creationId xmlns:a16="http://schemas.microsoft.com/office/drawing/2014/main" id="{21996D44-05AC-6FB6-64B6-6D4BE7B8ABCD}"/>
              </a:ext>
            </a:extLst>
          </p:cNvPr>
          <p:cNvCxnSpPr>
            <a:cxnSpLocks/>
            <a:stCxn id="1733" idx="2"/>
            <a:endCxn id="1737" idx="0"/>
          </p:cNvCxnSpPr>
          <p:nvPr/>
        </p:nvCxnSpPr>
        <p:spPr>
          <a:xfrm flipH="1">
            <a:off x="4504597" y="5008558"/>
            <a:ext cx="1" cy="468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9" name="CuadroTexto 1738">
            <a:extLst>
              <a:ext uri="{FF2B5EF4-FFF2-40B4-BE49-F238E27FC236}">
                <a16:creationId xmlns:a16="http://schemas.microsoft.com/office/drawing/2014/main" id="{9B27F8C2-B7A8-3178-B7E5-AA22A151D111}"/>
              </a:ext>
            </a:extLst>
          </p:cNvPr>
          <p:cNvSpPr txBox="1"/>
          <p:nvPr/>
        </p:nvSpPr>
        <p:spPr>
          <a:xfrm>
            <a:off x="3341010" y="498469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cxnSp>
        <p:nvCxnSpPr>
          <p:cNvPr id="1741" name="Conector: curvado 1740">
            <a:extLst>
              <a:ext uri="{FF2B5EF4-FFF2-40B4-BE49-F238E27FC236}">
                <a16:creationId xmlns:a16="http://schemas.microsoft.com/office/drawing/2014/main" id="{DFE18BAF-3BC9-0BE8-E470-E22311DE5B50}"/>
              </a:ext>
            </a:extLst>
          </p:cNvPr>
          <p:cNvCxnSpPr>
            <a:cxnSpLocks/>
            <a:stCxn id="1739" idx="3"/>
          </p:cNvCxnSpPr>
          <p:nvPr/>
        </p:nvCxnSpPr>
        <p:spPr>
          <a:xfrm>
            <a:off x="4277380" y="5115498"/>
            <a:ext cx="22277" cy="279156"/>
          </a:xfrm>
          <a:prstGeom prst="curvedConnector3">
            <a:avLst>
              <a:gd name="adj1" fmla="val 10303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" name="CuadroTexto 1741">
            <a:extLst>
              <a:ext uri="{FF2B5EF4-FFF2-40B4-BE49-F238E27FC236}">
                <a16:creationId xmlns:a16="http://schemas.microsoft.com/office/drawing/2014/main" id="{3B47D119-A0CA-011E-D667-9E7C2ECF336F}"/>
              </a:ext>
            </a:extLst>
          </p:cNvPr>
          <p:cNvSpPr txBox="1"/>
          <p:nvPr/>
        </p:nvSpPr>
        <p:spPr>
          <a:xfrm>
            <a:off x="3770261" y="620612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3-bifosfoglicerato</a:t>
            </a:r>
          </a:p>
        </p:txBody>
      </p:sp>
      <p:sp>
        <p:nvSpPr>
          <p:cNvPr id="1743" name="CuadroTexto 1742">
            <a:extLst>
              <a:ext uri="{FF2B5EF4-FFF2-40B4-BE49-F238E27FC236}">
                <a16:creationId xmlns:a16="http://schemas.microsoft.com/office/drawing/2014/main" id="{5A583064-B045-D621-667A-182831866AFE}"/>
              </a:ext>
            </a:extLst>
          </p:cNvPr>
          <p:cNvSpPr txBox="1"/>
          <p:nvPr/>
        </p:nvSpPr>
        <p:spPr>
          <a:xfrm>
            <a:off x="2366747" y="5756986"/>
            <a:ext cx="12695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quinasa</a:t>
            </a:r>
          </a:p>
        </p:txBody>
      </p:sp>
      <p:sp>
        <p:nvSpPr>
          <p:cNvPr id="1744" name="CuadroTexto 1743">
            <a:extLst>
              <a:ext uri="{FF2B5EF4-FFF2-40B4-BE49-F238E27FC236}">
                <a16:creationId xmlns:a16="http://schemas.microsoft.com/office/drawing/2014/main" id="{8B904BF7-80C9-3133-4B73-FB1EB6B7107E}"/>
              </a:ext>
            </a:extLst>
          </p:cNvPr>
          <p:cNvSpPr txBox="1"/>
          <p:nvPr/>
        </p:nvSpPr>
        <p:spPr>
          <a:xfrm>
            <a:off x="3313703" y="569714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6" name="Conector: curvado 1745">
            <a:extLst>
              <a:ext uri="{FF2B5EF4-FFF2-40B4-BE49-F238E27FC236}">
                <a16:creationId xmlns:a16="http://schemas.microsoft.com/office/drawing/2014/main" id="{D32070DD-9823-577C-3718-CD0A9F108B87}"/>
              </a:ext>
            </a:extLst>
          </p:cNvPr>
          <p:cNvCxnSpPr>
            <a:cxnSpLocks/>
            <a:stCxn id="1744" idx="3"/>
          </p:cNvCxnSpPr>
          <p:nvPr/>
        </p:nvCxnSpPr>
        <p:spPr>
          <a:xfrm>
            <a:off x="4250073" y="5827948"/>
            <a:ext cx="12700" cy="249081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" name="CuadroTexto 1746">
            <a:extLst>
              <a:ext uri="{FF2B5EF4-FFF2-40B4-BE49-F238E27FC236}">
                <a16:creationId xmlns:a16="http://schemas.microsoft.com/office/drawing/2014/main" id="{60A4FF10-ED72-DCFD-1149-E57799A217EC}"/>
              </a:ext>
            </a:extLst>
          </p:cNvPr>
          <p:cNvSpPr txBox="1"/>
          <p:nvPr/>
        </p:nvSpPr>
        <p:spPr>
          <a:xfrm>
            <a:off x="3770261" y="693701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2-bifosfoglicerato</a:t>
            </a:r>
          </a:p>
        </p:txBody>
      </p:sp>
      <p:cxnSp>
        <p:nvCxnSpPr>
          <p:cNvPr id="1748" name="Conector: angular 1747">
            <a:extLst>
              <a:ext uri="{FF2B5EF4-FFF2-40B4-BE49-F238E27FC236}">
                <a16:creationId xmlns:a16="http://schemas.microsoft.com/office/drawing/2014/main" id="{A972C377-7064-496F-E692-488F0D669E43}"/>
              </a:ext>
            </a:extLst>
          </p:cNvPr>
          <p:cNvCxnSpPr>
            <a:stCxn id="1734" idx="2"/>
          </p:cNvCxnSpPr>
          <p:nvPr/>
        </p:nvCxnSpPr>
        <p:spPr>
          <a:xfrm rot="16200000" flipH="1">
            <a:off x="4452007" y="3480411"/>
            <a:ext cx="12700" cy="159593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9" name="Conector recto de flecha 1748">
            <a:extLst>
              <a:ext uri="{FF2B5EF4-FFF2-40B4-BE49-F238E27FC236}">
                <a16:creationId xmlns:a16="http://schemas.microsoft.com/office/drawing/2014/main" id="{2199C734-640C-90C4-341C-E0143B1ADEA5}"/>
              </a:ext>
            </a:extLst>
          </p:cNvPr>
          <p:cNvCxnSpPr>
            <a:cxnSpLocks/>
            <a:stCxn id="1742" idx="2"/>
            <a:endCxn id="1747" idx="0"/>
          </p:cNvCxnSpPr>
          <p:nvPr/>
        </p:nvCxnSpPr>
        <p:spPr>
          <a:xfrm>
            <a:off x="4504597" y="6467736"/>
            <a:ext cx="0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0" name="CuadroTexto 1749">
            <a:extLst>
              <a:ext uri="{FF2B5EF4-FFF2-40B4-BE49-F238E27FC236}">
                <a16:creationId xmlns:a16="http://schemas.microsoft.com/office/drawing/2014/main" id="{D0C08C23-519F-DB65-061B-F3C4FB33B07B}"/>
              </a:ext>
            </a:extLst>
          </p:cNvPr>
          <p:cNvSpPr txBox="1"/>
          <p:nvPr/>
        </p:nvSpPr>
        <p:spPr>
          <a:xfrm>
            <a:off x="2431947" y="7277199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Enolasa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51" name="Conector: curvado 1750">
            <a:extLst>
              <a:ext uri="{FF2B5EF4-FFF2-40B4-BE49-F238E27FC236}">
                <a16:creationId xmlns:a16="http://schemas.microsoft.com/office/drawing/2014/main" id="{B849B67E-49C8-4149-3608-85D86976B904}"/>
              </a:ext>
            </a:extLst>
          </p:cNvPr>
          <p:cNvCxnSpPr>
            <a:cxnSpLocks/>
          </p:cNvCxnSpPr>
          <p:nvPr/>
        </p:nvCxnSpPr>
        <p:spPr>
          <a:xfrm>
            <a:off x="4250073" y="7313912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" name="CuadroTexto 1751">
            <a:extLst>
              <a:ext uri="{FF2B5EF4-FFF2-40B4-BE49-F238E27FC236}">
                <a16:creationId xmlns:a16="http://schemas.microsoft.com/office/drawing/2014/main" id="{3FE05D28-B6C7-B736-2AD5-F87774892BD7}"/>
              </a:ext>
            </a:extLst>
          </p:cNvPr>
          <p:cNvSpPr txBox="1"/>
          <p:nvPr/>
        </p:nvSpPr>
        <p:spPr>
          <a:xfrm>
            <a:off x="3191915" y="7432188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3" name="CuadroTexto 1752">
            <a:extLst>
              <a:ext uri="{FF2B5EF4-FFF2-40B4-BE49-F238E27FC236}">
                <a16:creationId xmlns:a16="http://schemas.microsoft.com/office/drawing/2014/main" id="{DC4D5D5C-B517-88E0-F3DC-21B6AE75923A}"/>
              </a:ext>
            </a:extLst>
          </p:cNvPr>
          <p:cNvSpPr txBox="1"/>
          <p:nvPr/>
        </p:nvSpPr>
        <p:spPr>
          <a:xfrm>
            <a:off x="3747438" y="7667906"/>
            <a:ext cx="15167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Fosfoenolpiruvato</a:t>
            </a:r>
          </a:p>
        </p:txBody>
      </p:sp>
      <p:cxnSp>
        <p:nvCxnSpPr>
          <p:cNvPr id="1754" name="Conector recto de flecha 1753">
            <a:extLst>
              <a:ext uri="{FF2B5EF4-FFF2-40B4-BE49-F238E27FC236}">
                <a16:creationId xmlns:a16="http://schemas.microsoft.com/office/drawing/2014/main" id="{0037840A-BD65-AEC0-40B3-A0A30BE9194E}"/>
              </a:ext>
            </a:extLst>
          </p:cNvPr>
          <p:cNvCxnSpPr>
            <a:cxnSpLocks/>
            <a:stCxn id="1747" idx="2"/>
            <a:endCxn id="1753" idx="0"/>
          </p:cNvCxnSpPr>
          <p:nvPr/>
        </p:nvCxnSpPr>
        <p:spPr>
          <a:xfrm>
            <a:off x="4504597" y="7198626"/>
            <a:ext cx="1222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5" name="CuadroTexto 1754">
            <a:extLst>
              <a:ext uri="{FF2B5EF4-FFF2-40B4-BE49-F238E27FC236}">
                <a16:creationId xmlns:a16="http://schemas.microsoft.com/office/drawing/2014/main" id="{68FD8B3A-B105-2392-6375-4D327CB9A542}"/>
              </a:ext>
            </a:extLst>
          </p:cNvPr>
          <p:cNvSpPr txBox="1"/>
          <p:nvPr/>
        </p:nvSpPr>
        <p:spPr>
          <a:xfrm>
            <a:off x="2431947" y="6571935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</a:t>
            </a:r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6" name="CuadroTexto 1755">
            <a:extLst>
              <a:ext uri="{FF2B5EF4-FFF2-40B4-BE49-F238E27FC236}">
                <a16:creationId xmlns:a16="http://schemas.microsoft.com/office/drawing/2014/main" id="{6CAE44AE-CCEA-D230-A258-18B8A3F3A393}"/>
              </a:ext>
            </a:extLst>
          </p:cNvPr>
          <p:cNvSpPr txBox="1"/>
          <p:nvPr/>
        </p:nvSpPr>
        <p:spPr>
          <a:xfrm>
            <a:off x="4048382" y="8396907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Piruvato</a:t>
            </a:r>
          </a:p>
        </p:txBody>
      </p:sp>
      <p:cxnSp>
        <p:nvCxnSpPr>
          <p:cNvPr id="1757" name="Conector recto de flecha 1756">
            <a:extLst>
              <a:ext uri="{FF2B5EF4-FFF2-40B4-BE49-F238E27FC236}">
                <a16:creationId xmlns:a16="http://schemas.microsoft.com/office/drawing/2014/main" id="{B6CEB9FE-91BA-E98A-7C8C-3BDC40A47574}"/>
              </a:ext>
            </a:extLst>
          </p:cNvPr>
          <p:cNvCxnSpPr>
            <a:cxnSpLocks/>
            <a:stCxn id="1753" idx="2"/>
            <a:endCxn id="1756" idx="0"/>
          </p:cNvCxnSpPr>
          <p:nvPr/>
        </p:nvCxnSpPr>
        <p:spPr>
          <a:xfrm flipH="1">
            <a:off x="4504597" y="7929516"/>
            <a:ext cx="1222" cy="4673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8" name="CuadroTexto 1757">
            <a:extLst>
              <a:ext uri="{FF2B5EF4-FFF2-40B4-BE49-F238E27FC236}">
                <a16:creationId xmlns:a16="http://schemas.microsoft.com/office/drawing/2014/main" id="{67834D91-E182-275F-A318-0AC3BCD9FF30}"/>
              </a:ext>
            </a:extLst>
          </p:cNvPr>
          <p:cNvSpPr txBox="1"/>
          <p:nvPr/>
        </p:nvSpPr>
        <p:spPr>
          <a:xfrm>
            <a:off x="3320053" y="7894158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9" name="CuadroTexto 1758">
            <a:extLst>
              <a:ext uri="{FF2B5EF4-FFF2-40B4-BE49-F238E27FC236}">
                <a16:creationId xmlns:a16="http://schemas.microsoft.com/office/drawing/2014/main" id="{B7FE2C9E-53D6-59D9-32EA-6E4813A00206}"/>
              </a:ext>
            </a:extLst>
          </p:cNvPr>
          <p:cNvSpPr txBox="1"/>
          <p:nvPr/>
        </p:nvSpPr>
        <p:spPr>
          <a:xfrm>
            <a:off x="3715821" y="8143239"/>
            <a:ext cx="540602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0" name="Conector: curvado 1759">
            <a:extLst>
              <a:ext uri="{FF2B5EF4-FFF2-40B4-BE49-F238E27FC236}">
                <a16:creationId xmlns:a16="http://schemas.microsoft.com/office/drawing/2014/main" id="{5363F202-05CD-42F2-19DB-F9574D7AA7CD}"/>
              </a:ext>
            </a:extLst>
          </p:cNvPr>
          <p:cNvCxnSpPr>
            <a:cxnSpLocks/>
            <a:stCxn id="1758" idx="3"/>
            <a:endCxn id="1759" idx="3"/>
          </p:cNvCxnSpPr>
          <p:nvPr/>
        </p:nvCxnSpPr>
        <p:spPr>
          <a:xfrm>
            <a:off x="4256423" y="8024963"/>
            <a:ext cx="12700" cy="249081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1" name="Conector: angular 1760">
            <a:extLst>
              <a:ext uri="{FF2B5EF4-FFF2-40B4-BE49-F238E27FC236}">
                <a16:creationId xmlns:a16="http://schemas.microsoft.com/office/drawing/2014/main" id="{83650958-91B8-9853-11D6-F2687B6D98FC}"/>
              </a:ext>
            </a:extLst>
          </p:cNvPr>
          <p:cNvCxnSpPr>
            <a:cxnSpLocks/>
            <a:stCxn id="1733" idx="0"/>
          </p:cNvCxnSpPr>
          <p:nvPr/>
        </p:nvCxnSpPr>
        <p:spPr>
          <a:xfrm rot="5400000" flipH="1" flipV="1">
            <a:off x="4643004" y="4139976"/>
            <a:ext cx="468567" cy="745379"/>
          </a:xfrm>
          <a:prstGeom prst="bentConnector3">
            <a:avLst>
              <a:gd name="adj1" fmla="val 3884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2" name="CuadroTexto 1761">
            <a:extLst>
              <a:ext uri="{FF2B5EF4-FFF2-40B4-BE49-F238E27FC236}">
                <a16:creationId xmlns:a16="http://schemas.microsoft.com/office/drawing/2014/main" id="{671ED058-5A2E-182C-994C-AD2139D589AA}"/>
              </a:ext>
            </a:extLst>
          </p:cNvPr>
          <p:cNvSpPr txBox="1"/>
          <p:nvPr/>
        </p:nvSpPr>
        <p:spPr>
          <a:xfrm>
            <a:off x="2533764" y="2171590"/>
            <a:ext cx="1716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Fosfohexosa</a:t>
            </a:r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isomerasa</a:t>
            </a:r>
          </a:p>
        </p:txBody>
      </p:sp>
      <p:sp>
        <p:nvSpPr>
          <p:cNvPr id="1763" name="CuadroTexto 1762">
            <a:extLst>
              <a:ext uri="{FF2B5EF4-FFF2-40B4-BE49-F238E27FC236}">
                <a16:creationId xmlns:a16="http://schemas.microsoft.com/office/drawing/2014/main" id="{05801576-9592-965D-F768-6DAB047412B1}"/>
              </a:ext>
            </a:extLst>
          </p:cNvPr>
          <p:cNvSpPr txBox="1"/>
          <p:nvPr/>
        </p:nvSpPr>
        <p:spPr>
          <a:xfrm>
            <a:off x="3176664" y="3638925"/>
            <a:ext cx="1109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Aldolasa</a:t>
            </a:r>
          </a:p>
        </p:txBody>
      </p:sp>
      <p:sp>
        <p:nvSpPr>
          <p:cNvPr id="1764" name="CuadroTexto 1763">
            <a:extLst>
              <a:ext uri="{FF2B5EF4-FFF2-40B4-BE49-F238E27FC236}">
                <a16:creationId xmlns:a16="http://schemas.microsoft.com/office/drawing/2014/main" id="{80D00B34-AE44-634E-1C05-2AFF8651CE13}"/>
              </a:ext>
            </a:extLst>
          </p:cNvPr>
          <p:cNvSpPr txBox="1"/>
          <p:nvPr/>
        </p:nvSpPr>
        <p:spPr>
          <a:xfrm>
            <a:off x="896136" y="5033921"/>
            <a:ext cx="2342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Gliceraldehído-3-fosfato deshidrogenasa</a:t>
            </a:r>
          </a:p>
        </p:txBody>
      </p:sp>
      <p:sp>
        <p:nvSpPr>
          <p:cNvPr id="2035" name="CuadroTexto 2034">
            <a:extLst>
              <a:ext uri="{FF2B5EF4-FFF2-40B4-BE49-F238E27FC236}">
                <a16:creationId xmlns:a16="http://schemas.microsoft.com/office/drawing/2014/main" id="{F0CFA8E5-C7F8-D181-EAE4-07116CC62CDD}"/>
              </a:ext>
            </a:extLst>
          </p:cNvPr>
          <p:cNvSpPr txBox="1"/>
          <p:nvPr/>
        </p:nvSpPr>
        <p:spPr>
          <a:xfrm>
            <a:off x="0" y="821920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grpSp>
        <p:nvGrpSpPr>
          <p:cNvPr id="678" name="Group 2122">
            <a:extLst>
              <a:ext uri="{FF2B5EF4-FFF2-40B4-BE49-F238E27FC236}">
                <a16:creationId xmlns:a16="http://schemas.microsoft.com/office/drawing/2014/main" id="{3015E8BB-1F85-1920-C1E8-0359766CF225}"/>
              </a:ext>
            </a:extLst>
          </p:cNvPr>
          <p:cNvGrpSpPr>
            <a:grpSpLocks/>
          </p:cNvGrpSpPr>
          <p:nvPr/>
        </p:nvGrpSpPr>
        <p:grpSpPr bwMode="auto">
          <a:xfrm>
            <a:off x="3445077" y="372733"/>
            <a:ext cx="406226" cy="476265"/>
            <a:chOff x="1931" y="2992"/>
            <a:chExt cx="614" cy="738"/>
          </a:xfrm>
        </p:grpSpPr>
        <p:sp>
          <p:nvSpPr>
            <p:cNvPr id="679" name="Freeform 2123">
              <a:extLst>
                <a:ext uri="{FF2B5EF4-FFF2-40B4-BE49-F238E27FC236}">
                  <a16:creationId xmlns:a16="http://schemas.microsoft.com/office/drawing/2014/main" id="{F960B86F-6A06-EAB4-44E1-FE7A13D41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Freeform 2124">
              <a:extLst>
                <a:ext uri="{FF2B5EF4-FFF2-40B4-BE49-F238E27FC236}">
                  <a16:creationId xmlns:a16="http://schemas.microsoft.com/office/drawing/2014/main" id="{C6C42C34-0769-3AE4-F595-E48C97BBD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1" name="Freeform 2125">
              <a:extLst>
                <a:ext uri="{FF2B5EF4-FFF2-40B4-BE49-F238E27FC236}">
                  <a16:creationId xmlns:a16="http://schemas.microsoft.com/office/drawing/2014/main" id="{FBD70824-F378-71A8-69DF-DEC55CAA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" name="Freeform 2126">
              <a:extLst>
                <a:ext uri="{FF2B5EF4-FFF2-40B4-BE49-F238E27FC236}">
                  <a16:creationId xmlns:a16="http://schemas.microsoft.com/office/drawing/2014/main" id="{7A99D3A1-CF2E-EEB9-70C8-BE18B842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" name="Freeform 2127">
              <a:extLst>
                <a:ext uri="{FF2B5EF4-FFF2-40B4-BE49-F238E27FC236}">
                  <a16:creationId xmlns:a16="http://schemas.microsoft.com/office/drawing/2014/main" id="{20B2ECA9-5458-F6D1-3450-9AD1F6C7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" name="Freeform 2128">
              <a:extLst>
                <a:ext uri="{FF2B5EF4-FFF2-40B4-BE49-F238E27FC236}">
                  <a16:creationId xmlns:a16="http://schemas.microsoft.com/office/drawing/2014/main" id="{8C6CD019-9E15-860C-FFEA-B8DDDD83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" name="Freeform 2129">
              <a:extLst>
                <a:ext uri="{FF2B5EF4-FFF2-40B4-BE49-F238E27FC236}">
                  <a16:creationId xmlns:a16="http://schemas.microsoft.com/office/drawing/2014/main" id="{882FE721-E2BE-B3E4-E090-6CD31E226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" name="Freeform 2130">
              <a:extLst>
                <a:ext uri="{FF2B5EF4-FFF2-40B4-BE49-F238E27FC236}">
                  <a16:creationId xmlns:a16="http://schemas.microsoft.com/office/drawing/2014/main" id="{1944A712-1005-338B-58DF-7EAED6A30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Freeform 2131">
              <a:extLst>
                <a:ext uri="{FF2B5EF4-FFF2-40B4-BE49-F238E27FC236}">
                  <a16:creationId xmlns:a16="http://schemas.microsoft.com/office/drawing/2014/main" id="{99F1F902-49C5-7CB9-5F41-00C46F6BE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" name="Freeform 2132">
              <a:extLst>
                <a:ext uri="{FF2B5EF4-FFF2-40B4-BE49-F238E27FC236}">
                  <a16:creationId xmlns:a16="http://schemas.microsoft.com/office/drawing/2014/main" id="{70F02ACA-50E2-B5E1-FDC4-75118A2A4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" name="Freeform 2133">
              <a:extLst>
                <a:ext uri="{FF2B5EF4-FFF2-40B4-BE49-F238E27FC236}">
                  <a16:creationId xmlns:a16="http://schemas.microsoft.com/office/drawing/2014/main" id="{D3840762-D5CD-D426-0732-3D89BAEED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" name="Freeform 2134">
              <a:extLst>
                <a:ext uri="{FF2B5EF4-FFF2-40B4-BE49-F238E27FC236}">
                  <a16:creationId xmlns:a16="http://schemas.microsoft.com/office/drawing/2014/main" id="{AD9CE22A-929C-9E3E-C49C-7CF9695D0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" name="Freeform 2135">
              <a:extLst>
                <a:ext uri="{FF2B5EF4-FFF2-40B4-BE49-F238E27FC236}">
                  <a16:creationId xmlns:a16="http://schemas.microsoft.com/office/drawing/2014/main" id="{325A4FB2-7F41-A91E-B10F-5BC0AB70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" name="Freeform 2136">
              <a:extLst>
                <a:ext uri="{FF2B5EF4-FFF2-40B4-BE49-F238E27FC236}">
                  <a16:creationId xmlns:a16="http://schemas.microsoft.com/office/drawing/2014/main" id="{6C8FCE68-D41F-58D2-D51D-6367DD580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" name="Freeform 2137">
              <a:extLst>
                <a:ext uri="{FF2B5EF4-FFF2-40B4-BE49-F238E27FC236}">
                  <a16:creationId xmlns:a16="http://schemas.microsoft.com/office/drawing/2014/main" id="{393E7C6F-7530-9F7F-CF94-EA02B197C2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" name="Freeform 2138">
              <a:extLst>
                <a:ext uri="{FF2B5EF4-FFF2-40B4-BE49-F238E27FC236}">
                  <a16:creationId xmlns:a16="http://schemas.microsoft.com/office/drawing/2014/main" id="{3F891FBD-972B-BDA6-AF96-3FC00D27A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" name="Freeform 2139">
              <a:extLst>
                <a:ext uri="{FF2B5EF4-FFF2-40B4-BE49-F238E27FC236}">
                  <a16:creationId xmlns:a16="http://schemas.microsoft.com/office/drawing/2014/main" id="{2B44738B-9DE6-A305-474E-071096538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" name="Freeform 2140">
              <a:extLst>
                <a:ext uri="{FF2B5EF4-FFF2-40B4-BE49-F238E27FC236}">
                  <a16:creationId xmlns:a16="http://schemas.microsoft.com/office/drawing/2014/main" id="{AD3AE4FC-37AB-6451-ADEE-ACFF67376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" name="Freeform 2141">
              <a:extLst>
                <a:ext uri="{FF2B5EF4-FFF2-40B4-BE49-F238E27FC236}">
                  <a16:creationId xmlns:a16="http://schemas.microsoft.com/office/drawing/2014/main" id="{C34D499E-8835-72DB-DAD3-B0AB7C9E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8" name="Freeform 2142">
              <a:extLst>
                <a:ext uri="{FF2B5EF4-FFF2-40B4-BE49-F238E27FC236}">
                  <a16:creationId xmlns:a16="http://schemas.microsoft.com/office/drawing/2014/main" id="{35057027-1545-7085-DD75-7CA8B7947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" name="Freeform 2143">
              <a:extLst>
                <a:ext uri="{FF2B5EF4-FFF2-40B4-BE49-F238E27FC236}">
                  <a16:creationId xmlns:a16="http://schemas.microsoft.com/office/drawing/2014/main" id="{81E7CEAB-8BEC-E9E1-1DC6-CDD13BD2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56" name="CuadroTexto 1855">
            <a:extLst>
              <a:ext uri="{FF2B5EF4-FFF2-40B4-BE49-F238E27FC236}">
                <a16:creationId xmlns:a16="http://schemas.microsoft.com/office/drawing/2014/main" id="{B92F1874-E768-0F9C-C3BE-0A3D6C3308DA}"/>
              </a:ext>
            </a:extLst>
          </p:cNvPr>
          <p:cNvSpPr txBox="1"/>
          <p:nvPr/>
        </p:nvSpPr>
        <p:spPr>
          <a:xfrm>
            <a:off x="1237153" y="8658517"/>
            <a:ext cx="30822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Balance energético</a:t>
            </a: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Fase preparatoria: - 2 ATP</a:t>
            </a: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Fase de ganancias: 2 ATP (x2) + 1 NADH (x2)</a:t>
            </a:r>
          </a:p>
        </p:txBody>
      </p:sp>
      <p:sp>
        <p:nvSpPr>
          <p:cNvPr id="1857" name="CuadroTexto 1856">
            <a:extLst>
              <a:ext uri="{FF2B5EF4-FFF2-40B4-BE49-F238E27FC236}">
                <a16:creationId xmlns:a16="http://schemas.microsoft.com/office/drawing/2014/main" id="{728BFCEC-FC71-E125-8C8E-B94E17E0C149}"/>
              </a:ext>
            </a:extLst>
          </p:cNvPr>
          <p:cNvSpPr txBox="1"/>
          <p:nvPr/>
        </p:nvSpPr>
        <p:spPr>
          <a:xfrm>
            <a:off x="4286648" y="1423415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858" name="CuadroTexto 1857">
            <a:extLst>
              <a:ext uri="{FF2B5EF4-FFF2-40B4-BE49-F238E27FC236}">
                <a16:creationId xmlns:a16="http://schemas.microsoft.com/office/drawing/2014/main" id="{DFD8F85B-A68A-D2C2-795E-50EE54079F7A}"/>
              </a:ext>
            </a:extLst>
          </p:cNvPr>
          <p:cNvSpPr txBox="1"/>
          <p:nvPr/>
        </p:nvSpPr>
        <p:spPr>
          <a:xfrm>
            <a:off x="4458357" y="2198473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859" name="CuadroTexto 1858">
            <a:extLst>
              <a:ext uri="{FF2B5EF4-FFF2-40B4-BE49-F238E27FC236}">
                <a16:creationId xmlns:a16="http://schemas.microsoft.com/office/drawing/2014/main" id="{B927E7B0-76F4-6565-829D-1C347A34A568}"/>
              </a:ext>
            </a:extLst>
          </p:cNvPr>
          <p:cNvSpPr txBox="1"/>
          <p:nvPr/>
        </p:nvSpPr>
        <p:spPr>
          <a:xfrm>
            <a:off x="4724001" y="1422555"/>
            <a:ext cx="10762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-16,7 kJ/mol</a:t>
            </a:r>
            <a:endParaRPr lang="es-ES" sz="8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0" name="CuadroTexto 1859">
            <a:extLst>
              <a:ext uri="{FF2B5EF4-FFF2-40B4-BE49-F238E27FC236}">
                <a16:creationId xmlns:a16="http://schemas.microsoft.com/office/drawing/2014/main" id="{09BB73AE-6AFA-C3DF-70D8-2ED2F34BF6DE}"/>
              </a:ext>
            </a:extLst>
          </p:cNvPr>
          <p:cNvSpPr txBox="1"/>
          <p:nvPr/>
        </p:nvSpPr>
        <p:spPr>
          <a:xfrm>
            <a:off x="4724001" y="2189968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1,7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2" name="CuadroTexto 1861">
            <a:extLst>
              <a:ext uri="{FF2B5EF4-FFF2-40B4-BE49-F238E27FC236}">
                <a16:creationId xmlns:a16="http://schemas.microsoft.com/office/drawing/2014/main" id="{18BFF42A-766B-F369-C76D-D063D0F1328F}"/>
              </a:ext>
            </a:extLst>
          </p:cNvPr>
          <p:cNvSpPr txBox="1"/>
          <p:nvPr/>
        </p:nvSpPr>
        <p:spPr>
          <a:xfrm>
            <a:off x="4299727" y="2937367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863" name="CuadroTexto 1862">
            <a:extLst>
              <a:ext uri="{FF2B5EF4-FFF2-40B4-BE49-F238E27FC236}">
                <a16:creationId xmlns:a16="http://schemas.microsoft.com/office/drawing/2014/main" id="{457FFF0F-9306-F4F2-68E9-56284ED2558C}"/>
              </a:ext>
            </a:extLst>
          </p:cNvPr>
          <p:cNvSpPr txBox="1"/>
          <p:nvPr/>
        </p:nvSpPr>
        <p:spPr>
          <a:xfrm>
            <a:off x="4737080" y="2936507"/>
            <a:ext cx="10631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-14,2 kJ/mol</a:t>
            </a:r>
            <a:endParaRPr lang="es-ES" sz="8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7" name="CuadroTexto 1866">
            <a:extLst>
              <a:ext uri="{FF2B5EF4-FFF2-40B4-BE49-F238E27FC236}">
                <a16:creationId xmlns:a16="http://schemas.microsoft.com/office/drawing/2014/main" id="{4381EB92-65FA-23BD-B073-A8B4A89AD07F}"/>
              </a:ext>
            </a:extLst>
          </p:cNvPr>
          <p:cNvSpPr txBox="1"/>
          <p:nvPr/>
        </p:nvSpPr>
        <p:spPr>
          <a:xfrm>
            <a:off x="4724001" y="3674409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23,8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0" name="CuadroTexto 1869">
            <a:extLst>
              <a:ext uri="{FF2B5EF4-FFF2-40B4-BE49-F238E27FC236}">
                <a16:creationId xmlns:a16="http://schemas.microsoft.com/office/drawing/2014/main" id="{3E59C49D-3173-E5C6-829E-E8202FFA6F50}"/>
              </a:ext>
            </a:extLst>
          </p:cNvPr>
          <p:cNvSpPr txBox="1"/>
          <p:nvPr/>
        </p:nvSpPr>
        <p:spPr>
          <a:xfrm>
            <a:off x="5249976" y="4485339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7,5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1" name="CuadroTexto 1870">
            <a:extLst>
              <a:ext uri="{FF2B5EF4-FFF2-40B4-BE49-F238E27FC236}">
                <a16:creationId xmlns:a16="http://schemas.microsoft.com/office/drawing/2014/main" id="{1D649716-86CE-6148-DC48-7D8D017B645E}"/>
              </a:ext>
            </a:extLst>
          </p:cNvPr>
          <p:cNvSpPr txBox="1"/>
          <p:nvPr/>
        </p:nvSpPr>
        <p:spPr>
          <a:xfrm>
            <a:off x="4724848" y="5158784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6,3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2" name="CuadroTexto 1871">
            <a:extLst>
              <a:ext uri="{FF2B5EF4-FFF2-40B4-BE49-F238E27FC236}">
                <a16:creationId xmlns:a16="http://schemas.microsoft.com/office/drawing/2014/main" id="{B98054F3-3B78-A3E8-CC5A-EF73F81B078E}"/>
              </a:ext>
            </a:extLst>
          </p:cNvPr>
          <p:cNvSpPr txBox="1"/>
          <p:nvPr/>
        </p:nvSpPr>
        <p:spPr>
          <a:xfrm>
            <a:off x="4572070" y="5856973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877" name="CuadroTexto 1876">
            <a:extLst>
              <a:ext uri="{FF2B5EF4-FFF2-40B4-BE49-F238E27FC236}">
                <a16:creationId xmlns:a16="http://schemas.microsoft.com/office/drawing/2014/main" id="{5B265E0F-150F-3B65-93C0-25A444C1161A}"/>
              </a:ext>
            </a:extLst>
          </p:cNvPr>
          <p:cNvSpPr txBox="1"/>
          <p:nvPr/>
        </p:nvSpPr>
        <p:spPr>
          <a:xfrm>
            <a:off x="4837714" y="5848468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-18,5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78" name="Conector recto de flecha 1877">
            <a:extLst>
              <a:ext uri="{FF2B5EF4-FFF2-40B4-BE49-F238E27FC236}">
                <a16:creationId xmlns:a16="http://schemas.microsoft.com/office/drawing/2014/main" id="{CB91DFB7-5C34-7284-53EC-5298184B7598}"/>
              </a:ext>
            </a:extLst>
          </p:cNvPr>
          <p:cNvCxnSpPr>
            <a:cxnSpLocks/>
            <a:stCxn id="1737" idx="2"/>
            <a:endCxn id="1742" idx="0"/>
          </p:cNvCxnSpPr>
          <p:nvPr/>
        </p:nvCxnSpPr>
        <p:spPr>
          <a:xfrm>
            <a:off x="4504597" y="5738735"/>
            <a:ext cx="0" cy="4673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82" name="CuadroTexto 1881">
            <a:extLst>
              <a:ext uri="{FF2B5EF4-FFF2-40B4-BE49-F238E27FC236}">
                <a16:creationId xmlns:a16="http://schemas.microsoft.com/office/drawing/2014/main" id="{F8263280-765B-31C1-36F5-D9848BC0A399}"/>
              </a:ext>
            </a:extLst>
          </p:cNvPr>
          <p:cNvSpPr txBox="1"/>
          <p:nvPr/>
        </p:nvSpPr>
        <p:spPr>
          <a:xfrm>
            <a:off x="4584845" y="6597042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884" name="CuadroTexto 1883">
            <a:extLst>
              <a:ext uri="{FF2B5EF4-FFF2-40B4-BE49-F238E27FC236}">
                <a16:creationId xmlns:a16="http://schemas.microsoft.com/office/drawing/2014/main" id="{A914E1F2-B7CD-748C-71D7-597C02CEE6E1}"/>
              </a:ext>
            </a:extLst>
          </p:cNvPr>
          <p:cNvSpPr txBox="1"/>
          <p:nvPr/>
        </p:nvSpPr>
        <p:spPr>
          <a:xfrm>
            <a:off x="4850489" y="6588537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4,4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7" name="CuadroTexto 1886">
            <a:extLst>
              <a:ext uri="{FF2B5EF4-FFF2-40B4-BE49-F238E27FC236}">
                <a16:creationId xmlns:a16="http://schemas.microsoft.com/office/drawing/2014/main" id="{B36C5442-A358-27AF-1260-2993E0F6B092}"/>
              </a:ext>
            </a:extLst>
          </p:cNvPr>
          <p:cNvSpPr txBox="1"/>
          <p:nvPr/>
        </p:nvSpPr>
        <p:spPr>
          <a:xfrm>
            <a:off x="4812233" y="7302847"/>
            <a:ext cx="14789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= 7,5 kJ/mol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8" name="CuadroTexto 1887">
            <a:extLst>
              <a:ext uri="{FF2B5EF4-FFF2-40B4-BE49-F238E27FC236}">
                <a16:creationId xmlns:a16="http://schemas.microsoft.com/office/drawing/2014/main" id="{D656C4CB-4003-B5E7-838F-E5EF27117C17}"/>
              </a:ext>
            </a:extLst>
          </p:cNvPr>
          <p:cNvSpPr txBox="1"/>
          <p:nvPr/>
        </p:nvSpPr>
        <p:spPr>
          <a:xfrm>
            <a:off x="4572070" y="8058613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K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90" name="CuadroTexto 1889">
            <a:extLst>
              <a:ext uri="{FF2B5EF4-FFF2-40B4-BE49-F238E27FC236}">
                <a16:creationId xmlns:a16="http://schemas.microsoft.com/office/drawing/2014/main" id="{3E3D8C39-B9DA-30A6-9099-2A0A4757862E}"/>
              </a:ext>
            </a:extLst>
          </p:cNvPr>
          <p:cNvSpPr txBox="1"/>
          <p:nvPr/>
        </p:nvSpPr>
        <p:spPr>
          <a:xfrm>
            <a:off x="5029201" y="8050108"/>
            <a:ext cx="10612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FF0000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</a:t>
            </a:r>
            <a:r>
              <a:rPr lang="es-ES" sz="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G’º</a:t>
            </a:r>
            <a:r>
              <a:rPr lang="es-ES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-31,4 kJ/mol</a:t>
            </a:r>
            <a:endParaRPr lang="es-ES" sz="8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1" name="CuadroTexto 1890">
            <a:extLst>
              <a:ext uri="{FF2B5EF4-FFF2-40B4-BE49-F238E27FC236}">
                <a16:creationId xmlns:a16="http://schemas.microsoft.com/office/drawing/2014/main" id="{6E1A1FC5-2A85-1546-EEF9-57C070F57564}"/>
              </a:ext>
            </a:extLst>
          </p:cNvPr>
          <p:cNvSpPr txBox="1"/>
          <p:nvPr/>
        </p:nvSpPr>
        <p:spPr>
          <a:xfrm>
            <a:off x="2277130" y="8031198"/>
            <a:ext cx="1372440" cy="25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quinasa</a:t>
            </a:r>
          </a:p>
        </p:txBody>
      </p:sp>
      <p:cxnSp>
        <p:nvCxnSpPr>
          <p:cNvPr id="1894" name="Conector recto 1893">
            <a:extLst>
              <a:ext uri="{FF2B5EF4-FFF2-40B4-BE49-F238E27FC236}">
                <a16:creationId xmlns:a16="http://schemas.microsoft.com/office/drawing/2014/main" id="{80FEB4BF-04E5-01D4-34E1-C8A2BCB7A4FE}"/>
              </a:ext>
            </a:extLst>
          </p:cNvPr>
          <p:cNvCxnSpPr>
            <a:stCxn id="1734" idx="1"/>
          </p:cNvCxnSpPr>
          <p:nvPr/>
        </p:nvCxnSpPr>
        <p:spPr>
          <a:xfrm flipH="1">
            <a:off x="73371" y="4147576"/>
            <a:ext cx="2671604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5" name="Conector recto 1894">
            <a:extLst>
              <a:ext uri="{FF2B5EF4-FFF2-40B4-BE49-F238E27FC236}">
                <a16:creationId xmlns:a16="http://schemas.microsoft.com/office/drawing/2014/main" id="{836045C6-2931-3141-9FE2-64AA0006D1DE}"/>
              </a:ext>
            </a:extLst>
          </p:cNvPr>
          <p:cNvCxnSpPr>
            <a:cxnSpLocks/>
            <a:stCxn id="1735" idx="3"/>
          </p:cNvCxnSpPr>
          <p:nvPr/>
        </p:nvCxnSpPr>
        <p:spPr>
          <a:xfrm>
            <a:off x="6094118" y="4147576"/>
            <a:ext cx="1326862" cy="623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8" name="CuadroTexto 1897">
            <a:extLst>
              <a:ext uri="{FF2B5EF4-FFF2-40B4-BE49-F238E27FC236}">
                <a16:creationId xmlns:a16="http://schemas.microsoft.com/office/drawing/2014/main" id="{8A211B63-ABF7-11A9-9814-F2864FD1E0AF}"/>
              </a:ext>
            </a:extLst>
          </p:cNvPr>
          <p:cNvSpPr txBox="1"/>
          <p:nvPr/>
        </p:nvSpPr>
        <p:spPr>
          <a:xfrm>
            <a:off x="-28852" y="3864602"/>
            <a:ext cx="13356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Fase preparatoria</a:t>
            </a:r>
          </a:p>
        </p:txBody>
      </p:sp>
      <p:sp>
        <p:nvSpPr>
          <p:cNvPr id="1899" name="CuadroTexto 1898">
            <a:extLst>
              <a:ext uri="{FF2B5EF4-FFF2-40B4-BE49-F238E27FC236}">
                <a16:creationId xmlns:a16="http://schemas.microsoft.com/office/drawing/2014/main" id="{0E6B0F71-88E5-0BB0-714D-F64B089206D8}"/>
              </a:ext>
            </a:extLst>
          </p:cNvPr>
          <p:cNvSpPr txBox="1"/>
          <p:nvPr/>
        </p:nvSpPr>
        <p:spPr>
          <a:xfrm>
            <a:off x="-17079" y="4168941"/>
            <a:ext cx="13773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Fase de ganancias</a:t>
            </a:r>
          </a:p>
        </p:txBody>
      </p:sp>
      <p:sp>
        <p:nvSpPr>
          <p:cNvPr id="1902" name="CuadroTexto 1901">
            <a:extLst>
              <a:ext uri="{FF2B5EF4-FFF2-40B4-BE49-F238E27FC236}">
                <a16:creationId xmlns:a16="http://schemas.microsoft.com/office/drawing/2014/main" id="{3D9A0477-0BF2-E935-E7DC-6BE97DBD1DD0}"/>
              </a:ext>
            </a:extLst>
          </p:cNvPr>
          <p:cNvSpPr txBox="1"/>
          <p:nvPr/>
        </p:nvSpPr>
        <p:spPr>
          <a:xfrm>
            <a:off x="3716065" y="5933695"/>
            <a:ext cx="540602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3" name="CuadroTexto 1902">
            <a:extLst>
              <a:ext uri="{FF2B5EF4-FFF2-40B4-BE49-F238E27FC236}">
                <a16:creationId xmlns:a16="http://schemas.microsoft.com/office/drawing/2014/main" id="{BB2338FE-80BA-EE66-B172-AD4177505ED9}"/>
              </a:ext>
            </a:extLst>
          </p:cNvPr>
          <p:cNvSpPr txBox="1"/>
          <p:nvPr/>
        </p:nvSpPr>
        <p:spPr>
          <a:xfrm>
            <a:off x="3176664" y="5273549"/>
            <a:ext cx="109251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 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907" name="CuadroTexto 1906">
            <a:extLst>
              <a:ext uri="{FF2B5EF4-FFF2-40B4-BE49-F238E27FC236}">
                <a16:creationId xmlns:a16="http://schemas.microsoft.com/office/drawing/2014/main" id="{FB4E8335-4A99-0AE9-1A4E-19DDDFECC104}"/>
              </a:ext>
            </a:extLst>
          </p:cNvPr>
          <p:cNvSpPr txBox="1"/>
          <p:nvPr/>
        </p:nvSpPr>
        <p:spPr>
          <a:xfrm>
            <a:off x="1094983" y="3139862"/>
            <a:ext cx="11407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Fructosa-2,6-bisfosfato</a:t>
            </a:r>
          </a:p>
        </p:txBody>
      </p:sp>
      <p:sp>
        <p:nvSpPr>
          <p:cNvPr id="1924" name="CuadroTexto 1923">
            <a:extLst>
              <a:ext uri="{FF2B5EF4-FFF2-40B4-BE49-F238E27FC236}">
                <a16:creationId xmlns:a16="http://schemas.microsoft.com/office/drawing/2014/main" id="{B2188553-FC48-E1D1-E145-4226F046D2C6}"/>
              </a:ext>
            </a:extLst>
          </p:cNvPr>
          <p:cNvSpPr txBox="1"/>
          <p:nvPr/>
        </p:nvSpPr>
        <p:spPr>
          <a:xfrm>
            <a:off x="1526744" y="2457461"/>
            <a:ext cx="2201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Fosfofructoquinasa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II (PFK-2)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grpSp>
        <p:nvGrpSpPr>
          <p:cNvPr id="1925" name="Grupo 1924">
            <a:extLst>
              <a:ext uri="{FF2B5EF4-FFF2-40B4-BE49-F238E27FC236}">
                <a16:creationId xmlns:a16="http://schemas.microsoft.com/office/drawing/2014/main" id="{C157B853-2FD3-ECE8-5DDB-D60F91EF937F}"/>
              </a:ext>
            </a:extLst>
          </p:cNvPr>
          <p:cNvGrpSpPr/>
          <p:nvPr/>
        </p:nvGrpSpPr>
        <p:grpSpPr>
          <a:xfrm>
            <a:off x="2303811" y="3622590"/>
            <a:ext cx="128136" cy="128136"/>
            <a:chOff x="2606150" y="3355191"/>
            <a:chExt cx="128136" cy="128136"/>
          </a:xfrm>
        </p:grpSpPr>
        <p:sp>
          <p:nvSpPr>
            <p:cNvPr id="1926" name="Elipse 1925">
              <a:extLst>
                <a:ext uri="{FF2B5EF4-FFF2-40B4-BE49-F238E27FC236}">
                  <a16:creationId xmlns:a16="http://schemas.microsoft.com/office/drawing/2014/main" id="{F99B69C3-6388-D12A-D219-C29896B3D0FF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27" name="Triángulo isósceles 1926">
              <a:extLst>
                <a:ext uri="{FF2B5EF4-FFF2-40B4-BE49-F238E27FC236}">
                  <a16:creationId xmlns:a16="http://schemas.microsoft.com/office/drawing/2014/main" id="{4CCE06E5-749F-E8D6-F5A3-449881FC292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29" name="Group 3">
            <a:extLst>
              <a:ext uri="{FF2B5EF4-FFF2-40B4-BE49-F238E27FC236}">
                <a16:creationId xmlns:a16="http://schemas.microsoft.com/office/drawing/2014/main" id="{B03F22E5-7A77-46AD-03DD-211D07A406F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-561215" y="1643204"/>
            <a:ext cx="2466303" cy="1325980"/>
            <a:chOff x="576" y="1488"/>
            <a:chExt cx="3261" cy="1426"/>
          </a:xfrm>
        </p:grpSpPr>
        <p:sp>
          <p:nvSpPr>
            <p:cNvPr id="1930" name="Freeform 4">
              <a:extLst>
                <a:ext uri="{FF2B5EF4-FFF2-40B4-BE49-F238E27FC236}">
                  <a16:creationId xmlns:a16="http://schemas.microsoft.com/office/drawing/2014/main" id="{81063585-6E17-8F40-80EE-48109CC2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488"/>
              <a:ext cx="3261" cy="1426"/>
            </a:xfrm>
            <a:custGeom>
              <a:avLst/>
              <a:gdLst>
                <a:gd name="T0" fmla="*/ 0 w 968"/>
                <a:gd name="T1" fmla="*/ 18398 h 397"/>
                <a:gd name="T2" fmla="*/ 18512 w 968"/>
                <a:gd name="T3" fmla="*/ 0 h 397"/>
                <a:gd name="T4" fmla="*/ 37010 w 968"/>
                <a:gd name="T5" fmla="*/ 18398 h 397"/>
                <a:gd name="T6" fmla="*/ 0 w 968"/>
                <a:gd name="T7" fmla="*/ 18398 h 3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8" h="397">
                  <a:moveTo>
                    <a:pt x="0" y="397"/>
                  </a:moveTo>
                  <a:cubicBezTo>
                    <a:pt x="0" y="178"/>
                    <a:pt x="217" y="0"/>
                    <a:pt x="484" y="0"/>
                  </a:cubicBezTo>
                  <a:cubicBezTo>
                    <a:pt x="751" y="0"/>
                    <a:pt x="968" y="178"/>
                    <a:pt x="968" y="397"/>
                  </a:cubicBezTo>
                  <a:lnTo>
                    <a:pt x="0" y="397"/>
                  </a:lnTo>
                  <a:close/>
                </a:path>
              </a:pathLst>
            </a:custGeom>
            <a:solidFill>
              <a:srgbClr val="FEBD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1" name="Freeform 5">
              <a:extLst>
                <a:ext uri="{FF2B5EF4-FFF2-40B4-BE49-F238E27FC236}">
                  <a16:creationId xmlns:a16="http://schemas.microsoft.com/office/drawing/2014/main" id="{7EE27B74-58BD-EAC9-01C5-45E630E56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488"/>
              <a:ext cx="3261" cy="1426"/>
            </a:xfrm>
            <a:custGeom>
              <a:avLst/>
              <a:gdLst>
                <a:gd name="T0" fmla="*/ 0 w 968"/>
                <a:gd name="T1" fmla="*/ 18398 h 397"/>
                <a:gd name="T2" fmla="*/ 18512 w 968"/>
                <a:gd name="T3" fmla="*/ 0 h 397"/>
                <a:gd name="T4" fmla="*/ 37010 w 968"/>
                <a:gd name="T5" fmla="*/ 18398 h 397"/>
                <a:gd name="T6" fmla="*/ 0 w 968"/>
                <a:gd name="T7" fmla="*/ 18398 h 3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8" h="397">
                  <a:moveTo>
                    <a:pt x="0" y="397"/>
                  </a:moveTo>
                  <a:cubicBezTo>
                    <a:pt x="0" y="178"/>
                    <a:pt x="217" y="0"/>
                    <a:pt x="484" y="0"/>
                  </a:cubicBezTo>
                  <a:cubicBezTo>
                    <a:pt x="751" y="0"/>
                    <a:pt x="968" y="178"/>
                    <a:pt x="968" y="397"/>
                  </a:cubicBezTo>
                  <a:lnTo>
                    <a:pt x="0" y="397"/>
                  </a:ln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2" name="Freeform 6">
              <a:extLst>
                <a:ext uri="{FF2B5EF4-FFF2-40B4-BE49-F238E27FC236}">
                  <a16:creationId xmlns:a16="http://schemas.microsoft.com/office/drawing/2014/main" id="{240E5DCD-843E-1205-2EFD-8182A180D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221"/>
              <a:ext cx="2513" cy="693"/>
            </a:xfrm>
            <a:custGeom>
              <a:avLst/>
              <a:gdLst>
                <a:gd name="T0" fmla="*/ 0 w 746"/>
                <a:gd name="T1" fmla="*/ 8934 h 193"/>
                <a:gd name="T2" fmla="*/ 28515 w 746"/>
                <a:gd name="T3" fmla="*/ 8934 h 193"/>
                <a:gd name="T4" fmla="*/ 28515 w 746"/>
                <a:gd name="T5" fmla="*/ 8614 h 193"/>
                <a:gd name="T6" fmla="*/ 13650 w 746"/>
                <a:gd name="T7" fmla="*/ 0 h 193"/>
                <a:gd name="T8" fmla="*/ 0 w 746"/>
                <a:gd name="T9" fmla="*/ 8934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6" h="193">
                  <a:moveTo>
                    <a:pt x="0" y="193"/>
                  </a:moveTo>
                  <a:cubicBezTo>
                    <a:pt x="746" y="193"/>
                    <a:pt x="746" y="193"/>
                    <a:pt x="746" y="193"/>
                  </a:cubicBezTo>
                  <a:cubicBezTo>
                    <a:pt x="746" y="191"/>
                    <a:pt x="746" y="188"/>
                    <a:pt x="746" y="186"/>
                  </a:cubicBezTo>
                  <a:cubicBezTo>
                    <a:pt x="657" y="100"/>
                    <a:pt x="554" y="0"/>
                    <a:pt x="357" y="0"/>
                  </a:cubicBezTo>
                  <a:cubicBezTo>
                    <a:pt x="204" y="0"/>
                    <a:pt x="0" y="85"/>
                    <a:pt x="0" y="193"/>
                  </a:cubicBezTo>
                  <a:close/>
                </a:path>
              </a:pathLst>
            </a:custGeom>
            <a:solidFill>
              <a:srgbClr val="FF92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6" name="Freeform 7">
              <a:extLst>
                <a:ext uri="{FF2B5EF4-FFF2-40B4-BE49-F238E27FC236}">
                  <a16:creationId xmlns:a16="http://schemas.microsoft.com/office/drawing/2014/main" id="{D7EAE4F0-FC53-E231-F534-97B31BB80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488"/>
              <a:ext cx="3261" cy="1426"/>
            </a:xfrm>
            <a:custGeom>
              <a:avLst/>
              <a:gdLst>
                <a:gd name="T0" fmla="*/ 18512 w 968"/>
                <a:gd name="T1" fmla="*/ 0 h 397"/>
                <a:gd name="T2" fmla="*/ 0 w 968"/>
                <a:gd name="T3" fmla="*/ 18398 h 397"/>
                <a:gd name="T4" fmla="*/ 2793 w 968"/>
                <a:gd name="T5" fmla="*/ 18398 h 397"/>
                <a:gd name="T6" fmla="*/ 3712 w 968"/>
                <a:gd name="T7" fmla="*/ 15018 h 397"/>
                <a:gd name="T8" fmla="*/ 5084 w 968"/>
                <a:gd name="T9" fmla="*/ 12320 h 397"/>
                <a:gd name="T10" fmla="*/ 5471 w 968"/>
                <a:gd name="T11" fmla="*/ 11907 h 397"/>
                <a:gd name="T12" fmla="*/ 5471 w 968"/>
                <a:gd name="T13" fmla="*/ 10284 h 397"/>
                <a:gd name="T14" fmla="*/ 6084 w 968"/>
                <a:gd name="T15" fmla="*/ 8710 h 397"/>
                <a:gd name="T16" fmla="*/ 6990 w 968"/>
                <a:gd name="T17" fmla="*/ 8901 h 397"/>
                <a:gd name="T18" fmla="*/ 8102 w 968"/>
                <a:gd name="T19" fmla="*/ 9224 h 397"/>
                <a:gd name="T20" fmla="*/ 13495 w 968"/>
                <a:gd name="T21" fmla="*/ 6721 h 397"/>
                <a:gd name="T22" fmla="*/ 15594 w 968"/>
                <a:gd name="T23" fmla="*/ 6024 h 397"/>
                <a:gd name="T24" fmla="*/ 16025 w 968"/>
                <a:gd name="T25" fmla="*/ 5277 h 397"/>
                <a:gd name="T26" fmla="*/ 16783 w 968"/>
                <a:gd name="T27" fmla="*/ 4127 h 397"/>
                <a:gd name="T28" fmla="*/ 17737 w 968"/>
                <a:gd name="T29" fmla="*/ 4127 h 397"/>
                <a:gd name="T30" fmla="*/ 18545 w 968"/>
                <a:gd name="T31" fmla="*/ 4684 h 397"/>
                <a:gd name="T32" fmla="*/ 18771 w 968"/>
                <a:gd name="T33" fmla="*/ 5973 h 397"/>
                <a:gd name="T34" fmla="*/ 22177 w 968"/>
                <a:gd name="T35" fmla="*/ 6491 h 397"/>
                <a:gd name="T36" fmla="*/ 27227 w 968"/>
                <a:gd name="T37" fmla="*/ 8244 h 397"/>
                <a:gd name="T38" fmla="*/ 28554 w 968"/>
                <a:gd name="T39" fmla="*/ 8800 h 397"/>
                <a:gd name="T40" fmla="*/ 28904 w 968"/>
                <a:gd name="T41" fmla="*/ 9314 h 397"/>
                <a:gd name="T42" fmla="*/ 29713 w 968"/>
                <a:gd name="T43" fmla="*/ 8617 h 397"/>
                <a:gd name="T44" fmla="*/ 31313 w 968"/>
                <a:gd name="T45" fmla="*/ 8710 h 397"/>
                <a:gd name="T46" fmla="*/ 31653 w 968"/>
                <a:gd name="T47" fmla="*/ 9817 h 397"/>
                <a:gd name="T48" fmla="*/ 31232 w 968"/>
                <a:gd name="T49" fmla="*/ 11494 h 397"/>
                <a:gd name="T50" fmla="*/ 33344 w 968"/>
                <a:gd name="T51" fmla="*/ 15251 h 397"/>
                <a:gd name="T52" fmla="*/ 33991 w 968"/>
                <a:gd name="T53" fmla="*/ 18348 h 397"/>
                <a:gd name="T54" fmla="*/ 34069 w 968"/>
                <a:gd name="T55" fmla="*/ 18398 h 397"/>
                <a:gd name="T56" fmla="*/ 37010 w 968"/>
                <a:gd name="T57" fmla="*/ 18398 h 397"/>
                <a:gd name="T58" fmla="*/ 18512 w 968"/>
                <a:gd name="T59" fmla="*/ 0 h 39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968" h="397">
                  <a:moveTo>
                    <a:pt x="484" y="0"/>
                  </a:moveTo>
                  <a:cubicBezTo>
                    <a:pt x="217" y="0"/>
                    <a:pt x="0" y="178"/>
                    <a:pt x="0" y="397"/>
                  </a:cubicBezTo>
                  <a:cubicBezTo>
                    <a:pt x="73" y="397"/>
                    <a:pt x="73" y="397"/>
                    <a:pt x="73" y="397"/>
                  </a:cubicBezTo>
                  <a:cubicBezTo>
                    <a:pt x="97" y="324"/>
                    <a:pt x="97" y="324"/>
                    <a:pt x="97" y="324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43" y="257"/>
                    <a:pt x="143" y="257"/>
                    <a:pt x="143" y="257"/>
                  </a:cubicBezTo>
                  <a:cubicBezTo>
                    <a:pt x="143" y="257"/>
                    <a:pt x="144" y="226"/>
                    <a:pt x="143" y="222"/>
                  </a:cubicBezTo>
                  <a:cubicBezTo>
                    <a:pt x="141" y="218"/>
                    <a:pt x="159" y="188"/>
                    <a:pt x="159" y="188"/>
                  </a:cubicBezTo>
                  <a:cubicBezTo>
                    <a:pt x="183" y="192"/>
                    <a:pt x="183" y="192"/>
                    <a:pt x="183" y="192"/>
                  </a:cubicBezTo>
                  <a:cubicBezTo>
                    <a:pt x="212" y="199"/>
                    <a:pt x="212" y="199"/>
                    <a:pt x="212" y="199"/>
                  </a:cubicBezTo>
                  <a:cubicBezTo>
                    <a:pt x="353" y="145"/>
                    <a:pt x="353" y="145"/>
                    <a:pt x="353" y="145"/>
                  </a:cubicBezTo>
                  <a:cubicBezTo>
                    <a:pt x="408" y="130"/>
                    <a:pt x="408" y="130"/>
                    <a:pt x="408" y="130"/>
                  </a:cubicBezTo>
                  <a:cubicBezTo>
                    <a:pt x="419" y="114"/>
                    <a:pt x="419" y="114"/>
                    <a:pt x="419" y="114"/>
                  </a:cubicBezTo>
                  <a:cubicBezTo>
                    <a:pt x="439" y="89"/>
                    <a:pt x="439" y="89"/>
                    <a:pt x="439" y="89"/>
                  </a:cubicBezTo>
                  <a:cubicBezTo>
                    <a:pt x="464" y="89"/>
                    <a:pt x="464" y="89"/>
                    <a:pt x="464" y="89"/>
                  </a:cubicBezTo>
                  <a:cubicBezTo>
                    <a:pt x="485" y="101"/>
                    <a:pt x="485" y="101"/>
                    <a:pt x="485" y="101"/>
                  </a:cubicBezTo>
                  <a:cubicBezTo>
                    <a:pt x="491" y="129"/>
                    <a:pt x="491" y="129"/>
                    <a:pt x="491" y="129"/>
                  </a:cubicBezTo>
                  <a:cubicBezTo>
                    <a:pt x="580" y="140"/>
                    <a:pt x="580" y="140"/>
                    <a:pt x="580" y="140"/>
                  </a:cubicBezTo>
                  <a:cubicBezTo>
                    <a:pt x="712" y="178"/>
                    <a:pt x="712" y="178"/>
                    <a:pt x="712" y="178"/>
                  </a:cubicBezTo>
                  <a:cubicBezTo>
                    <a:pt x="747" y="190"/>
                    <a:pt x="747" y="190"/>
                    <a:pt x="747" y="190"/>
                  </a:cubicBezTo>
                  <a:cubicBezTo>
                    <a:pt x="756" y="201"/>
                    <a:pt x="756" y="201"/>
                    <a:pt x="756" y="201"/>
                  </a:cubicBezTo>
                  <a:cubicBezTo>
                    <a:pt x="777" y="186"/>
                    <a:pt x="777" y="186"/>
                    <a:pt x="777" y="186"/>
                  </a:cubicBezTo>
                  <a:cubicBezTo>
                    <a:pt x="819" y="188"/>
                    <a:pt x="819" y="188"/>
                    <a:pt x="819" y="188"/>
                  </a:cubicBezTo>
                  <a:cubicBezTo>
                    <a:pt x="828" y="212"/>
                    <a:pt x="828" y="212"/>
                    <a:pt x="828" y="212"/>
                  </a:cubicBezTo>
                  <a:cubicBezTo>
                    <a:pt x="817" y="248"/>
                    <a:pt x="817" y="248"/>
                    <a:pt x="817" y="248"/>
                  </a:cubicBezTo>
                  <a:cubicBezTo>
                    <a:pt x="872" y="329"/>
                    <a:pt x="872" y="329"/>
                    <a:pt x="872" y="329"/>
                  </a:cubicBezTo>
                  <a:cubicBezTo>
                    <a:pt x="889" y="396"/>
                    <a:pt x="889" y="396"/>
                    <a:pt x="889" y="396"/>
                  </a:cubicBezTo>
                  <a:cubicBezTo>
                    <a:pt x="889" y="396"/>
                    <a:pt x="890" y="396"/>
                    <a:pt x="891" y="397"/>
                  </a:cubicBezTo>
                  <a:cubicBezTo>
                    <a:pt x="968" y="397"/>
                    <a:pt x="968" y="397"/>
                    <a:pt x="968" y="397"/>
                  </a:cubicBezTo>
                  <a:cubicBezTo>
                    <a:pt x="968" y="17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FEE2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7" name="Freeform 8">
              <a:extLst>
                <a:ext uri="{FF2B5EF4-FFF2-40B4-BE49-F238E27FC236}">
                  <a16:creationId xmlns:a16="http://schemas.microsoft.com/office/drawing/2014/main" id="{0C6EF24B-D879-C2D4-D2BA-2ADA68826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704"/>
              <a:ext cx="286" cy="226"/>
            </a:xfrm>
            <a:custGeom>
              <a:avLst/>
              <a:gdLst>
                <a:gd name="T0" fmla="*/ 306 w 85"/>
                <a:gd name="T1" fmla="*/ 2264 h 63"/>
                <a:gd name="T2" fmla="*/ 1063 w 85"/>
                <a:gd name="T3" fmla="*/ 463 h 63"/>
                <a:gd name="T4" fmla="*/ 2931 w 85"/>
                <a:gd name="T5" fmla="*/ 696 h 63"/>
                <a:gd name="T6" fmla="*/ 2174 w 85"/>
                <a:gd name="T7" fmla="*/ 2497 h 63"/>
                <a:gd name="T8" fmla="*/ 306 w 85"/>
                <a:gd name="T9" fmla="*/ 226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3">
                  <a:moveTo>
                    <a:pt x="8" y="49"/>
                  </a:moveTo>
                  <a:cubicBezTo>
                    <a:pt x="0" y="37"/>
                    <a:pt x="9" y="19"/>
                    <a:pt x="28" y="10"/>
                  </a:cubicBezTo>
                  <a:cubicBezTo>
                    <a:pt x="47" y="0"/>
                    <a:pt x="69" y="3"/>
                    <a:pt x="77" y="15"/>
                  </a:cubicBezTo>
                  <a:cubicBezTo>
                    <a:pt x="85" y="27"/>
                    <a:pt x="76" y="44"/>
                    <a:pt x="57" y="54"/>
                  </a:cubicBezTo>
                  <a:cubicBezTo>
                    <a:pt x="38" y="63"/>
                    <a:pt x="16" y="61"/>
                    <a:pt x="8" y="49"/>
                  </a:cubicBezTo>
                  <a:close/>
                </a:path>
              </a:pathLst>
            </a:custGeom>
            <a:solidFill>
              <a:srgbClr val="FEBD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8" name="Freeform 9">
              <a:extLst>
                <a:ext uri="{FF2B5EF4-FFF2-40B4-BE49-F238E27FC236}">
                  <a16:creationId xmlns:a16="http://schemas.microsoft.com/office/drawing/2014/main" id="{5F84575E-93A7-81EC-CD59-34B28D01C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18"/>
              <a:ext cx="276" cy="215"/>
            </a:xfrm>
            <a:custGeom>
              <a:avLst/>
              <a:gdLst>
                <a:gd name="T0" fmla="*/ 384 w 82"/>
                <a:gd name="T1" fmla="*/ 412 h 60"/>
                <a:gd name="T2" fmla="*/ 2255 w 82"/>
                <a:gd name="T3" fmla="*/ 641 h 60"/>
                <a:gd name="T4" fmla="*/ 2743 w 82"/>
                <a:gd name="T5" fmla="*/ 2351 h 60"/>
                <a:gd name="T6" fmla="*/ 872 w 82"/>
                <a:gd name="T7" fmla="*/ 2118 h 60"/>
                <a:gd name="T8" fmla="*/ 384 w 82"/>
                <a:gd name="T9" fmla="*/ 41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0">
                  <a:moveTo>
                    <a:pt x="10" y="9"/>
                  </a:moveTo>
                  <a:cubicBezTo>
                    <a:pt x="20" y="0"/>
                    <a:pt x="42" y="2"/>
                    <a:pt x="59" y="14"/>
                  </a:cubicBezTo>
                  <a:cubicBezTo>
                    <a:pt x="76" y="25"/>
                    <a:pt x="82" y="42"/>
                    <a:pt x="72" y="51"/>
                  </a:cubicBezTo>
                  <a:cubicBezTo>
                    <a:pt x="62" y="60"/>
                    <a:pt x="40" y="58"/>
                    <a:pt x="23" y="46"/>
                  </a:cubicBezTo>
                  <a:cubicBezTo>
                    <a:pt x="6" y="35"/>
                    <a:pt x="0" y="18"/>
                    <a:pt x="10" y="9"/>
                  </a:cubicBezTo>
                  <a:close/>
                </a:path>
              </a:pathLst>
            </a:custGeom>
            <a:solidFill>
              <a:srgbClr val="FEBD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9" name="Freeform 10">
              <a:extLst>
                <a:ext uri="{FF2B5EF4-FFF2-40B4-BE49-F238E27FC236}">
                  <a16:creationId xmlns:a16="http://schemas.microsoft.com/office/drawing/2014/main" id="{A6590350-639E-BC2E-BD5E-6929A0BC1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300"/>
              <a:ext cx="205" cy="287"/>
            </a:xfrm>
            <a:custGeom>
              <a:avLst/>
              <a:gdLst>
                <a:gd name="T0" fmla="*/ 417 w 61"/>
                <a:gd name="T1" fmla="*/ 3283 h 80"/>
                <a:gd name="T2" fmla="*/ 450 w 61"/>
                <a:gd name="T3" fmla="*/ 1069 h 80"/>
                <a:gd name="T4" fmla="*/ 1899 w 61"/>
                <a:gd name="T5" fmla="*/ 463 h 80"/>
                <a:gd name="T6" fmla="*/ 1899 w 61"/>
                <a:gd name="T7" fmla="*/ 2626 h 80"/>
                <a:gd name="T8" fmla="*/ 417 w 61"/>
                <a:gd name="T9" fmla="*/ 3283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80">
                  <a:moveTo>
                    <a:pt x="11" y="71"/>
                  </a:moveTo>
                  <a:cubicBezTo>
                    <a:pt x="0" y="61"/>
                    <a:pt x="1" y="40"/>
                    <a:pt x="12" y="23"/>
                  </a:cubicBezTo>
                  <a:cubicBezTo>
                    <a:pt x="22" y="6"/>
                    <a:pt x="40" y="0"/>
                    <a:pt x="50" y="10"/>
                  </a:cubicBezTo>
                  <a:cubicBezTo>
                    <a:pt x="61" y="19"/>
                    <a:pt x="61" y="40"/>
                    <a:pt x="50" y="57"/>
                  </a:cubicBezTo>
                  <a:cubicBezTo>
                    <a:pt x="39" y="74"/>
                    <a:pt x="21" y="80"/>
                    <a:pt x="11" y="71"/>
                  </a:cubicBezTo>
                  <a:close/>
                </a:path>
              </a:pathLst>
            </a:custGeom>
            <a:solidFill>
              <a:srgbClr val="FEBD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0" name="Freeform 11">
              <a:extLst>
                <a:ext uri="{FF2B5EF4-FFF2-40B4-BE49-F238E27FC236}">
                  <a16:creationId xmlns:a16="http://schemas.microsoft.com/office/drawing/2014/main" id="{2AFAD11B-2468-5E9C-CC48-E99224400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704"/>
              <a:ext cx="286" cy="226"/>
            </a:xfrm>
            <a:custGeom>
              <a:avLst/>
              <a:gdLst>
                <a:gd name="T0" fmla="*/ 306 w 85"/>
                <a:gd name="T1" fmla="*/ 2264 h 63"/>
                <a:gd name="T2" fmla="*/ 1063 w 85"/>
                <a:gd name="T3" fmla="*/ 463 h 63"/>
                <a:gd name="T4" fmla="*/ 2931 w 85"/>
                <a:gd name="T5" fmla="*/ 696 h 63"/>
                <a:gd name="T6" fmla="*/ 2174 w 85"/>
                <a:gd name="T7" fmla="*/ 2497 h 63"/>
                <a:gd name="T8" fmla="*/ 306 w 85"/>
                <a:gd name="T9" fmla="*/ 226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3">
                  <a:moveTo>
                    <a:pt x="8" y="49"/>
                  </a:moveTo>
                  <a:cubicBezTo>
                    <a:pt x="0" y="37"/>
                    <a:pt x="9" y="19"/>
                    <a:pt x="28" y="10"/>
                  </a:cubicBezTo>
                  <a:cubicBezTo>
                    <a:pt x="47" y="0"/>
                    <a:pt x="69" y="3"/>
                    <a:pt x="77" y="15"/>
                  </a:cubicBezTo>
                  <a:cubicBezTo>
                    <a:pt x="85" y="27"/>
                    <a:pt x="76" y="44"/>
                    <a:pt x="57" y="54"/>
                  </a:cubicBezTo>
                  <a:cubicBezTo>
                    <a:pt x="38" y="63"/>
                    <a:pt x="16" y="61"/>
                    <a:pt x="8" y="49"/>
                  </a:cubicBezTo>
                  <a:close/>
                </a:path>
              </a:pathLst>
            </a:custGeom>
            <a:solidFill>
              <a:srgbClr val="FEC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2" name="Freeform 12">
              <a:extLst>
                <a:ext uri="{FF2B5EF4-FFF2-40B4-BE49-F238E27FC236}">
                  <a16:creationId xmlns:a16="http://schemas.microsoft.com/office/drawing/2014/main" id="{903DD40C-09D9-DD07-36B1-8DF0A4CC0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18"/>
              <a:ext cx="276" cy="215"/>
            </a:xfrm>
            <a:custGeom>
              <a:avLst/>
              <a:gdLst>
                <a:gd name="T0" fmla="*/ 384 w 82"/>
                <a:gd name="T1" fmla="*/ 412 h 60"/>
                <a:gd name="T2" fmla="*/ 2255 w 82"/>
                <a:gd name="T3" fmla="*/ 641 h 60"/>
                <a:gd name="T4" fmla="*/ 2743 w 82"/>
                <a:gd name="T5" fmla="*/ 2351 h 60"/>
                <a:gd name="T6" fmla="*/ 872 w 82"/>
                <a:gd name="T7" fmla="*/ 2118 h 60"/>
                <a:gd name="T8" fmla="*/ 384 w 82"/>
                <a:gd name="T9" fmla="*/ 41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0">
                  <a:moveTo>
                    <a:pt x="10" y="9"/>
                  </a:moveTo>
                  <a:cubicBezTo>
                    <a:pt x="20" y="0"/>
                    <a:pt x="42" y="2"/>
                    <a:pt x="59" y="14"/>
                  </a:cubicBezTo>
                  <a:cubicBezTo>
                    <a:pt x="76" y="25"/>
                    <a:pt x="82" y="42"/>
                    <a:pt x="72" y="51"/>
                  </a:cubicBezTo>
                  <a:cubicBezTo>
                    <a:pt x="62" y="60"/>
                    <a:pt x="40" y="58"/>
                    <a:pt x="23" y="46"/>
                  </a:cubicBezTo>
                  <a:cubicBezTo>
                    <a:pt x="6" y="35"/>
                    <a:pt x="0" y="18"/>
                    <a:pt x="10" y="9"/>
                  </a:cubicBezTo>
                  <a:close/>
                </a:path>
              </a:pathLst>
            </a:custGeom>
            <a:solidFill>
              <a:srgbClr val="FEC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3" name="Freeform 13">
              <a:extLst>
                <a:ext uri="{FF2B5EF4-FFF2-40B4-BE49-F238E27FC236}">
                  <a16:creationId xmlns:a16="http://schemas.microsoft.com/office/drawing/2014/main" id="{DDCE4B95-F41D-06C6-E54F-137F84467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300"/>
              <a:ext cx="205" cy="287"/>
            </a:xfrm>
            <a:custGeom>
              <a:avLst/>
              <a:gdLst>
                <a:gd name="T0" fmla="*/ 417 w 61"/>
                <a:gd name="T1" fmla="*/ 3283 h 80"/>
                <a:gd name="T2" fmla="*/ 450 w 61"/>
                <a:gd name="T3" fmla="*/ 1069 h 80"/>
                <a:gd name="T4" fmla="*/ 1899 w 61"/>
                <a:gd name="T5" fmla="*/ 463 h 80"/>
                <a:gd name="T6" fmla="*/ 1899 w 61"/>
                <a:gd name="T7" fmla="*/ 2626 h 80"/>
                <a:gd name="T8" fmla="*/ 417 w 61"/>
                <a:gd name="T9" fmla="*/ 3283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80">
                  <a:moveTo>
                    <a:pt x="11" y="71"/>
                  </a:moveTo>
                  <a:cubicBezTo>
                    <a:pt x="0" y="61"/>
                    <a:pt x="1" y="40"/>
                    <a:pt x="12" y="23"/>
                  </a:cubicBezTo>
                  <a:cubicBezTo>
                    <a:pt x="22" y="6"/>
                    <a:pt x="40" y="0"/>
                    <a:pt x="50" y="10"/>
                  </a:cubicBezTo>
                  <a:cubicBezTo>
                    <a:pt x="61" y="19"/>
                    <a:pt x="61" y="40"/>
                    <a:pt x="50" y="57"/>
                  </a:cubicBezTo>
                  <a:cubicBezTo>
                    <a:pt x="39" y="74"/>
                    <a:pt x="21" y="80"/>
                    <a:pt x="11" y="71"/>
                  </a:cubicBezTo>
                  <a:close/>
                </a:path>
              </a:pathLst>
            </a:custGeom>
            <a:solidFill>
              <a:srgbClr val="FEC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4" name="Freeform 14">
              <a:extLst>
                <a:ext uri="{FF2B5EF4-FFF2-40B4-BE49-F238E27FC236}">
                  <a16:creationId xmlns:a16="http://schemas.microsoft.com/office/drawing/2014/main" id="{CBEED48E-F5E6-279C-3814-034CDE056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443"/>
              <a:ext cx="206" cy="266"/>
            </a:xfrm>
            <a:custGeom>
              <a:avLst/>
              <a:gdLst>
                <a:gd name="T0" fmla="*/ 925 w 61"/>
                <a:gd name="T1" fmla="*/ 0 h 74"/>
                <a:gd name="T2" fmla="*/ 2188 w 61"/>
                <a:gd name="T3" fmla="*/ 1668 h 74"/>
                <a:gd name="T4" fmla="*/ 1459 w 61"/>
                <a:gd name="T5" fmla="*/ 3436 h 74"/>
                <a:gd name="T6" fmla="*/ 159 w 61"/>
                <a:gd name="T7" fmla="*/ 1718 h 74"/>
                <a:gd name="T8" fmla="*/ 925 w 61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74">
                  <a:moveTo>
                    <a:pt x="24" y="0"/>
                  </a:moveTo>
                  <a:cubicBezTo>
                    <a:pt x="39" y="0"/>
                    <a:pt x="54" y="16"/>
                    <a:pt x="57" y="36"/>
                  </a:cubicBezTo>
                  <a:cubicBezTo>
                    <a:pt x="61" y="57"/>
                    <a:pt x="52" y="74"/>
                    <a:pt x="38" y="74"/>
                  </a:cubicBezTo>
                  <a:cubicBezTo>
                    <a:pt x="23" y="74"/>
                    <a:pt x="8" y="58"/>
                    <a:pt x="4" y="37"/>
                  </a:cubicBezTo>
                  <a:cubicBezTo>
                    <a:pt x="0" y="17"/>
                    <a:pt x="9" y="0"/>
                    <a:pt x="24" y="0"/>
                  </a:cubicBezTo>
                  <a:close/>
                </a:path>
              </a:pathLst>
            </a:custGeom>
            <a:solidFill>
              <a:srgbClr val="FEC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" name="Freeform 15">
              <a:extLst>
                <a:ext uri="{FF2B5EF4-FFF2-40B4-BE49-F238E27FC236}">
                  <a16:creationId xmlns:a16="http://schemas.microsoft.com/office/drawing/2014/main" id="{84A0945F-1A9A-A574-274B-5FB41405D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765"/>
              <a:ext cx="215" cy="158"/>
            </a:xfrm>
            <a:custGeom>
              <a:avLst/>
              <a:gdLst>
                <a:gd name="T0" fmla="*/ 1512 w 64"/>
                <a:gd name="T1" fmla="*/ 1716 h 44"/>
                <a:gd name="T2" fmla="*/ 2392 w 64"/>
                <a:gd name="T3" fmla="*/ 233 h 44"/>
                <a:gd name="T4" fmla="*/ 914 w 64"/>
                <a:gd name="T5" fmla="*/ 373 h 44"/>
                <a:gd name="T6" fmla="*/ 34 w 64"/>
                <a:gd name="T7" fmla="*/ 1857 h 44"/>
                <a:gd name="T8" fmla="*/ 1512 w 64"/>
                <a:gd name="T9" fmla="*/ 17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44">
                  <a:moveTo>
                    <a:pt x="40" y="37"/>
                  </a:moveTo>
                  <a:cubicBezTo>
                    <a:pt x="56" y="29"/>
                    <a:pt x="64" y="16"/>
                    <a:pt x="63" y="5"/>
                  </a:cubicBezTo>
                  <a:cubicBezTo>
                    <a:pt x="52" y="0"/>
                    <a:pt x="37" y="1"/>
                    <a:pt x="24" y="8"/>
                  </a:cubicBezTo>
                  <a:cubicBezTo>
                    <a:pt x="8" y="16"/>
                    <a:pt x="0" y="29"/>
                    <a:pt x="1" y="40"/>
                  </a:cubicBezTo>
                  <a:cubicBezTo>
                    <a:pt x="12" y="44"/>
                    <a:pt x="27" y="44"/>
                    <a:pt x="40" y="37"/>
                  </a:cubicBez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" name="Freeform 16">
              <a:extLst>
                <a:ext uri="{FF2B5EF4-FFF2-40B4-BE49-F238E27FC236}">
                  <a16:creationId xmlns:a16="http://schemas.microsoft.com/office/drawing/2014/main" id="{C5CE4F90-CC1C-EE26-A51E-70A64A706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1657"/>
              <a:ext cx="260" cy="215"/>
            </a:xfrm>
            <a:custGeom>
              <a:avLst/>
              <a:gdLst>
                <a:gd name="T0" fmla="*/ 159 w 77"/>
                <a:gd name="T1" fmla="*/ 1014 h 60"/>
                <a:gd name="T2" fmla="*/ 1732 w 77"/>
                <a:gd name="T3" fmla="*/ 233 h 60"/>
                <a:gd name="T4" fmla="*/ 2850 w 77"/>
                <a:gd name="T5" fmla="*/ 1745 h 60"/>
                <a:gd name="T6" fmla="*/ 1232 w 77"/>
                <a:gd name="T7" fmla="*/ 2580 h 60"/>
                <a:gd name="T8" fmla="*/ 159 w 77"/>
                <a:gd name="T9" fmla="*/ 101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60">
                  <a:moveTo>
                    <a:pt x="4" y="22"/>
                  </a:moveTo>
                  <a:cubicBezTo>
                    <a:pt x="7" y="8"/>
                    <a:pt x="26" y="0"/>
                    <a:pt x="45" y="5"/>
                  </a:cubicBezTo>
                  <a:cubicBezTo>
                    <a:pt x="64" y="9"/>
                    <a:pt x="77" y="24"/>
                    <a:pt x="74" y="38"/>
                  </a:cubicBezTo>
                  <a:cubicBezTo>
                    <a:pt x="70" y="52"/>
                    <a:pt x="52" y="60"/>
                    <a:pt x="32" y="56"/>
                  </a:cubicBezTo>
                  <a:cubicBezTo>
                    <a:pt x="13" y="52"/>
                    <a:pt x="0" y="37"/>
                    <a:pt x="4" y="22"/>
                  </a:cubicBezTo>
                  <a:close/>
                </a:path>
              </a:pathLst>
            </a:custGeom>
            <a:solidFill>
              <a:srgbClr val="FEBD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" name="Freeform 17">
              <a:extLst>
                <a:ext uri="{FF2B5EF4-FFF2-40B4-BE49-F238E27FC236}">
                  <a16:creationId xmlns:a16="http://schemas.microsoft.com/office/drawing/2014/main" id="{940EEEDB-2803-37A2-25BC-2501452CF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1657"/>
              <a:ext cx="260" cy="215"/>
            </a:xfrm>
            <a:custGeom>
              <a:avLst/>
              <a:gdLst>
                <a:gd name="T0" fmla="*/ 159 w 77"/>
                <a:gd name="T1" fmla="*/ 1014 h 60"/>
                <a:gd name="T2" fmla="*/ 1732 w 77"/>
                <a:gd name="T3" fmla="*/ 233 h 60"/>
                <a:gd name="T4" fmla="*/ 2850 w 77"/>
                <a:gd name="T5" fmla="*/ 1745 h 60"/>
                <a:gd name="T6" fmla="*/ 1232 w 77"/>
                <a:gd name="T7" fmla="*/ 2580 h 60"/>
                <a:gd name="T8" fmla="*/ 159 w 77"/>
                <a:gd name="T9" fmla="*/ 101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60">
                  <a:moveTo>
                    <a:pt x="4" y="22"/>
                  </a:moveTo>
                  <a:cubicBezTo>
                    <a:pt x="7" y="8"/>
                    <a:pt x="26" y="0"/>
                    <a:pt x="45" y="5"/>
                  </a:cubicBezTo>
                  <a:cubicBezTo>
                    <a:pt x="64" y="9"/>
                    <a:pt x="77" y="24"/>
                    <a:pt x="74" y="38"/>
                  </a:cubicBezTo>
                  <a:cubicBezTo>
                    <a:pt x="70" y="52"/>
                    <a:pt x="52" y="60"/>
                    <a:pt x="32" y="56"/>
                  </a:cubicBezTo>
                  <a:cubicBezTo>
                    <a:pt x="13" y="52"/>
                    <a:pt x="0" y="37"/>
                    <a:pt x="4" y="22"/>
                  </a:cubicBezTo>
                  <a:close/>
                </a:path>
              </a:pathLst>
            </a:custGeom>
            <a:solidFill>
              <a:srgbClr val="FEC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" name="Freeform 18">
              <a:extLst>
                <a:ext uri="{FF2B5EF4-FFF2-40B4-BE49-F238E27FC236}">
                  <a16:creationId xmlns:a16="http://schemas.microsoft.com/office/drawing/2014/main" id="{0DBB0EED-A8BF-FF2E-4301-406B17E5E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1732"/>
              <a:ext cx="219" cy="137"/>
            </a:xfrm>
            <a:custGeom>
              <a:avLst/>
              <a:gdLst>
                <a:gd name="T0" fmla="*/ 1034 w 65"/>
                <a:gd name="T1" fmla="*/ 1637 h 38"/>
                <a:gd name="T2" fmla="*/ 2486 w 65"/>
                <a:gd name="T3" fmla="*/ 1132 h 38"/>
                <a:gd name="T4" fmla="*/ 1418 w 65"/>
                <a:gd name="T5" fmla="*/ 144 h 38"/>
                <a:gd name="T6" fmla="*/ 0 w 65"/>
                <a:gd name="T7" fmla="*/ 649 h 38"/>
                <a:gd name="T8" fmla="*/ 1034 w 65"/>
                <a:gd name="T9" fmla="*/ 163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38">
                  <a:moveTo>
                    <a:pt x="27" y="35"/>
                  </a:moveTo>
                  <a:cubicBezTo>
                    <a:pt x="43" y="38"/>
                    <a:pt x="58" y="34"/>
                    <a:pt x="65" y="24"/>
                  </a:cubicBezTo>
                  <a:cubicBezTo>
                    <a:pt x="62" y="14"/>
                    <a:pt x="51" y="6"/>
                    <a:pt x="37" y="3"/>
                  </a:cubicBezTo>
                  <a:cubicBezTo>
                    <a:pt x="22" y="0"/>
                    <a:pt x="7" y="4"/>
                    <a:pt x="0" y="14"/>
                  </a:cubicBezTo>
                  <a:cubicBezTo>
                    <a:pt x="3" y="23"/>
                    <a:pt x="14" y="32"/>
                    <a:pt x="27" y="35"/>
                  </a:cubicBez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" name="Freeform 19">
              <a:extLst>
                <a:ext uri="{FF2B5EF4-FFF2-40B4-BE49-F238E27FC236}">
                  <a16:creationId xmlns:a16="http://schemas.microsoft.com/office/drawing/2014/main" id="{7AC78F4B-FEAA-20ED-4779-7247EA7A1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1779"/>
              <a:ext cx="213" cy="154"/>
            </a:xfrm>
            <a:custGeom>
              <a:avLst/>
              <a:gdLst>
                <a:gd name="T0" fmla="*/ 0 w 63"/>
                <a:gd name="T1" fmla="*/ 269 h 43"/>
                <a:gd name="T2" fmla="*/ 696 w 63"/>
                <a:gd name="T3" fmla="*/ 1332 h 43"/>
                <a:gd name="T4" fmla="*/ 2434 w 63"/>
                <a:gd name="T5" fmla="*/ 1705 h 43"/>
                <a:gd name="T6" fmla="*/ 1782 w 63"/>
                <a:gd name="T7" fmla="*/ 641 h 43"/>
                <a:gd name="T8" fmla="*/ 0 w 63"/>
                <a:gd name="T9" fmla="*/ 26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43">
                  <a:moveTo>
                    <a:pt x="0" y="6"/>
                  </a:moveTo>
                  <a:cubicBezTo>
                    <a:pt x="2" y="14"/>
                    <a:pt x="8" y="23"/>
                    <a:pt x="18" y="29"/>
                  </a:cubicBezTo>
                  <a:cubicBezTo>
                    <a:pt x="33" y="40"/>
                    <a:pt x="52" y="43"/>
                    <a:pt x="63" y="37"/>
                  </a:cubicBezTo>
                  <a:cubicBezTo>
                    <a:pt x="62" y="29"/>
                    <a:pt x="56" y="21"/>
                    <a:pt x="46" y="14"/>
                  </a:cubicBezTo>
                  <a:cubicBezTo>
                    <a:pt x="31" y="3"/>
                    <a:pt x="12" y="0"/>
                    <a:pt x="0" y="6"/>
                  </a:cubicBez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" name="Freeform 20">
              <a:extLst>
                <a:ext uri="{FF2B5EF4-FFF2-40B4-BE49-F238E27FC236}">
                  <a16:creationId xmlns:a16="http://schemas.microsoft.com/office/drawing/2014/main" id="{FD731154-6A4B-57E0-3C7A-88E6CB8EA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528"/>
              <a:ext cx="206" cy="104"/>
            </a:xfrm>
            <a:custGeom>
              <a:avLst/>
              <a:gdLst>
                <a:gd name="T0" fmla="*/ 81 w 61"/>
                <a:gd name="T1" fmla="*/ 732 h 29"/>
                <a:gd name="T2" fmla="*/ 1344 w 61"/>
                <a:gd name="T3" fmla="*/ 50 h 29"/>
                <a:gd name="T4" fmla="*/ 2269 w 61"/>
                <a:gd name="T5" fmla="*/ 606 h 29"/>
                <a:gd name="T6" fmla="*/ 1037 w 61"/>
                <a:gd name="T7" fmla="*/ 1338 h 29"/>
                <a:gd name="T8" fmla="*/ 81 w 61"/>
                <a:gd name="T9" fmla="*/ 73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29">
                  <a:moveTo>
                    <a:pt x="2" y="16"/>
                  </a:moveTo>
                  <a:cubicBezTo>
                    <a:pt x="4" y="9"/>
                    <a:pt x="19" y="2"/>
                    <a:pt x="35" y="1"/>
                  </a:cubicBezTo>
                  <a:cubicBezTo>
                    <a:pt x="50" y="0"/>
                    <a:pt x="61" y="6"/>
                    <a:pt x="59" y="13"/>
                  </a:cubicBezTo>
                  <a:cubicBezTo>
                    <a:pt x="57" y="21"/>
                    <a:pt x="42" y="28"/>
                    <a:pt x="27" y="29"/>
                  </a:cubicBezTo>
                  <a:cubicBezTo>
                    <a:pt x="11" y="29"/>
                    <a:pt x="0" y="24"/>
                    <a:pt x="2" y="16"/>
                  </a:cubicBezTo>
                  <a:close/>
                </a:path>
              </a:pathLst>
            </a:custGeom>
            <a:solidFill>
              <a:srgbClr val="FEBD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" name="Freeform 21">
              <a:extLst>
                <a:ext uri="{FF2B5EF4-FFF2-40B4-BE49-F238E27FC236}">
                  <a16:creationId xmlns:a16="http://schemas.microsoft.com/office/drawing/2014/main" id="{F61815B6-FC7C-E5CE-5376-D17F98F78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528"/>
              <a:ext cx="206" cy="104"/>
            </a:xfrm>
            <a:custGeom>
              <a:avLst/>
              <a:gdLst>
                <a:gd name="T0" fmla="*/ 81 w 61"/>
                <a:gd name="T1" fmla="*/ 732 h 29"/>
                <a:gd name="T2" fmla="*/ 1344 w 61"/>
                <a:gd name="T3" fmla="*/ 50 h 29"/>
                <a:gd name="T4" fmla="*/ 2269 w 61"/>
                <a:gd name="T5" fmla="*/ 606 h 29"/>
                <a:gd name="T6" fmla="*/ 1037 w 61"/>
                <a:gd name="T7" fmla="*/ 1338 h 29"/>
                <a:gd name="T8" fmla="*/ 81 w 61"/>
                <a:gd name="T9" fmla="*/ 73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29">
                  <a:moveTo>
                    <a:pt x="2" y="16"/>
                  </a:moveTo>
                  <a:cubicBezTo>
                    <a:pt x="4" y="9"/>
                    <a:pt x="19" y="2"/>
                    <a:pt x="35" y="1"/>
                  </a:cubicBezTo>
                  <a:cubicBezTo>
                    <a:pt x="50" y="0"/>
                    <a:pt x="61" y="6"/>
                    <a:pt x="59" y="13"/>
                  </a:cubicBezTo>
                  <a:cubicBezTo>
                    <a:pt x="57" y="21"/>
                    <a:pt x="42" y="28"/>
                    <a:pt x="27" y="29"/>
                  </a:cubicBezTo>
                  <a:cubicBezTo>
                    <a:pt x="11" y="29"/>
                    <a:pt x="0" y="24"/>
                    <a:pt x="2" y="16"/>
                  </a:cubicBezTo>
                  <a:close/>
                </a:path>
              </a:pathLst>
            </a:custGeom>
            <a:solidFill>
              <a:srgbClr val="FEC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" name="Freeform 22">
              <a:extLst>
                <a:ext uri="{FF2B5EF4-FFF2-40B4-BE49-F238E27FC236}">
                  <a16:creationId xmlns:a16="http://schemas.microsoft.com/office/drawing/2014/main" id="{2C7DBE18-3F74-F4FD-C564-FE76A347E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1567"/>
              <a:ext cx="176" cy="65"/>
            </a:xfrm>
            <a:custGeom>
              <a:avLst/>
              <a:gdLst>
                <a:gd name="T0" fmla="*/ 0 w 52"/>
                <a:gd name="T1" fmla="*/ 614 h 18"/>
                <a:gd name="T2" fmla="*/ 812 w 52"/>
                <a:gd name="T3" fmla="*/ 849 h 18"/>
                <a:gd name="T4" fmla="*/ 2017 w 52"/>
                <a:gd name="T5" fmla="*/ 235 h 18"/>
                <a:gd name="T6" fmla="*/ 1202 w 52"/>
                <a:gd name="T7" fmla="*/ 51 h 18"/>
                <a:gd name="T8" fmla="*/ 0 w 52"/>
                <a:gd name="T9" fmla="*/ 61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8">
                  <a:moveTo>
                    <a:pt x="0" y="13"/>
                  </a:moveTo>
                  <a:cubicBezTo>
                    <a:pt x="4" y="16"/>
                    <a:pt x="12" y="18"/>
                    <a:pt x="21" y="18"/>
                  </a:cubicBezTo>
                  <a:cubicBezTo>
                    <a:pt x="35" y="17"/>
                    <a:pt x="48" y="11"/>
                    <a:pt x="52" y="5"/>
                  </a:cubicBezTo>
                  <a:cubicBezTo>
                    <a:pt x="48" y="2"/>
                    <a:pt x="40" y="0"/>
                    <a:pt x="31" y="1"/>
                  </a:cubicBezTo>
                  <a:cubicBezTo>
                    <a:pt x="17" y="1"/>
                    <a:pt x="4" y="7"/>
                    <a:pt x="0" y="13"/>
                  </a:cubicBez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7" name="Freeform 23">
              <a:extLst>
                <a:ext uri="{FF2B5EF4-FFF2-40B4-BE49-F238E27FC236}">
                  <a16:creationId xmlns:a16="http://schemas.microsoft.com/office/drawing/2014/main" id="{709F882E-500B-62ED-2B00-1035B0C64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354"/>
              <a:ext cx="135" cy="215"/>
            </a:xfrm>
            <a:custGeom>
              <a:avLst/>
              <a:gdLst>
                <a:gd name="T0" fmla="*/ 388 w 40"/>
                <a:gd name="T1" fmla="*/ 835 h 60"/>
                <a:gd name="T2" fmla="*/ 192 w 40"/>
                <a:gd name="T3" fmla="*/ 2759 h 60"/>
                <a:gd name="T4" fmla="*/ 1151 w 40"/>
                <a:gd name="T5" fmla="*/ 1939 h 60"/>
                <a:gd name="T6" fmla="*/ 1343 w 40"/>
                <a:gd name="T7" fmla="*/ 0 h 60"/>
                <a:gd name="T8" fmla="*/ 388 w 40"/>
                <a:gd name="T9" fmla="*/ 835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60">
                  <a:moveTo>
                    <a:pt x="10" y="18"/>
                  </a:moveTo>
                  <a:cubicBezTo>
                    <a:pt x="1" y="32"/>
                    <a:pt x="0" y="49"/>
                    <a:pt x="5" y="60"/>
                  </a:cubicBezTo>
                  <a:cubicBezTo>
                    <a:pt x="14" y="59"/>
                    <a:pt x="23" y="53"/>
                    <a:pt x="30" y="42"/>
                  </a:cubicBezTo>
                  <a:cubicBezTo>
                    <a:pt x="39" y="28"/>
                    <a:pt x="40" y="11"/>
                    <a:pt x="35" y="0"/>
                  </a:cubicBezTo>
                  <a:cubicBezTo>
                    <a:pt x="26" y="1"/>
                    <a:pt x="17" y="8"/>
                    <a:pt x="10" y="18"/>
                  </a:cubicBez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8" name="Freeform 24">
              <a:extLst>
                <a:ext uri="{FF2B5EF4-FFF2-40B4-BE49-F238E27FC236}">
                  <a16:creationId xmlns:a16="http://schemas.microsoft.com/office/drawing/2014/main" id="{FF88ED01-75DF-28B7-6E59-8CE940056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468"/>
              <a:ext cx="125" cy="237"/>
            </a:xfrm>
            <a:custGeom>
              <a:avLst/>
              <a:gdLst>
                <a:gd name="T0" fmla="*/ 307 w 37"/>
                <a:gd name="T1" fmla="*/ 0 h 66"/>
                <a:gd name="T2" fmla="*/ 81 w 37"/>
                <a:gd name="T3" fmla="*/ 1393 h 66"/>
                <a:gd name="T4" fmla="*/ 1118 w 37"/>
                <a:gd name="T5" fmla="*/ 3056 h 66"/>
                <a:gd name="T6" fmla="*/ 1348 w 37"/>
                <a:gd name="T7" fmla="*/ 1663 h 66"/>
                <a:gd name="T8" fmla="*/ 307 w 37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66">
                  <a:moveTo>
                    <a:pt x="8" y="0"/>
                  </a:moveTo>
                  <a:cubicBezTo>
                    <a:pt x="2" y="7"/>
                    <a:pt x="0" y="18"/>
                    <a:pt x="2" y="30"/>
                  </a:cubicBezTo>
                  <a:cubicBezTo>
                    <a:pt x="6" y="48"/>
                    <a:pt x="17" y="62"/>
                    <a:pt x="29" y="66"/>
                  </a:cubicBezTo>
                  <a:cubicBezTo>
                    <a:pt x="35" y="59"/>
                    <a:pt x="37" y="48"/>
                    <a:pt x="35" y="36"/>
                  </a:cubicBezTo>
                  <a:cubicBezTo>
                    <a:pt x="31" y="19"/>
                    <a:pt x="20" y="4"/>
                    <a:pt x="8" y="0"/>
                  </a:cubicBezTo>
                  <a:close/>
                </a:path>
              </a:pathLst>
            </a:cu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9" name="Freeform 25">
              <a:extLst>
                <a:ext uri="{FF2B5EF4-FFF2-40B4-BE49-F238E27FC236}">
                  <a16:creationId xmlns:a16="http://schemas.microsoft.com/office/drawing/2014/main" id="{64238EF6-14EE-826B-85DA-4F6B59489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081"/>
              <a:ext cx="269" cy="251"/>
            </a:xfrm>
            <a:custGeom>
              <a:avLst/>
              <a:gdLst>
                <a:gd name="T0" fmla="*/ 2172 w 80"/>
                <a:gd name="T1" fmla="*/ 463 h 70"/>
                <a:gd name="T2" fmla="*/ 383 w 80"/>
                <a:gd name="T3" fmla="*/ 1158 h 70"/>
                <a:gd name="T4" fmla="*/ 340 w 80"/>
                <a:gd name="T5" fmla="*/ 1287 h 70"/>
                <a:gd name="T6" fmla="*/ 340 w 80"/>
                <a:gd name="T7" fmla="*/ 1287 h 70"/>
                <a:gd name="T8" fmla="*/ 34 w 80"/>
                <a:gd name="T9" fmla="*/ 1839 h 70"/>
                <a:gd name="T10" fmla="*/ 81 w 80"/>
                <a:gd name="T11" fmla="*/ 1839 h 70"/>
                <a:gd name="T12" fmla="*/ 1933 w 80"/>
                <a:gd name="T13" fmla="*/ 1337 h 70"/>
                <a:gd name="T14" fmla="*/ 2397 w 80"/>
                <a:gd name="T15" fmla="*/ 3227 h 70"/>
                <a:gd name="T16" fmla="*/ 2737 w 80"/>
                <a:gd name="T17" fmla="*/ 2725 h 70"/>
                <a:gd name="T18" fmla="*/ 2172 w 80"/>
                <a:gd name="T19" fmla="*/ 463 h 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70">
                  <a:moveTo>
                    <a:pt x="57" y="10"/>
                  </a:moveTo>
                  <a:cubicBezTo>
                    <a:pt x="40" y="0"/>
                    <a:pt x="19" y="7"/>
                    <a:pt x="10" y="25"/>
                  </a:cubicBezTo>
                  <a:cubicBezTo>
                    <a:pt x="10" y="26"/>
                    <a:pt x="9" y="27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0" y="42"/>
                    <a:pt x="2" y="40"/>
                  </a:cubicBezTo>
                  <a:cubicBezTo>
                    <a:pt x="12" y="30"/>
                    <a:pt x="34" y="17"/>
                    <a:pt x="51" y="29"/>
                  </a:cubicBezTo>
                  <a:cubicBezTo>
                    <a:pt x="64" y="38"/>
                    <a:pt x="68" y="55"/>
                    <a:pt x="63" y="70"/>
                  </a:cubicBezTo>
                  <a:cubicBezTo>
                    <a:pt x="66" y="67"/>
                    <a:pt x="69" y="64"/>
                    <a:pt x="72" y="59"/>
                  </a:cubicBezTo>
                  <a:cubicBezTo>
                    <a:pt x="80" y="41"/>
                    <a:pt x="74" y="19"/>
                    <a:pt x="57" y="10"/>
                  </a:cubicBezTo>
                  <a:close/>
                </a:path>
              </a:pathLst>
            </a:custGeom>
            <a:solidFill>
              <a:srgbClr val="FDD0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" name="Freeform 26">
              <a:extLst>
                <a:ext uri="{FF2B5EF4-FFF2-40B4-BE49-F238E27FC236}">
                  <a16:creationId xmlns:a16="http://schemas.microsoft.com/office/drawing/2014/main" id="{BE3F39C4-8A38-0E9F-B30C-0901942EB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1901"/>
              <a:ext cx="936" cy="348"/>
            </a:xfrm>
            <a:custGeom>
              <a:avLst/>
              <a:gdLst>
                <a:gd name="T0" fmla="*/ 34 w 278"/>
                <a:gd name="T1" fmla="*/ 0 h 97"/>
                <a:gd name="T2" fmla="*/ 34 w 278"/>
                <a:gd name="T3" fmla="*/ 696 h 97"/>
                <a:gd name="T4" fmla="*/ 273 w 278"/>
                <a:gd name="T5" fmla="*/ 965 h 97"/>
                <a:gd name="T6" fmla="*/ 9966 w 278"/>
                <a:gd name="T7" fmla="*/ 4248 h 97"/>
                <a:gd name="T8" fmla="*/ 10306 w 278"/>
                <a:gd name="T9" fmla="*/ 4198 h 97"/>
                <a:gd name="T10" fmla="*/ 10609 w 278"/>
                <a:gd name="T11" fmla="*/ 3606 h 97"/>
                <a:gd name="T12" fmla="*/ 34 w 278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97">
                  <a:moveTo>
                    <a:pt x="1" y="0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0" y="20"/>
                    <a:pt x="7" y="21"/>
                  </a:cubicBezTo>
                  <a:cubicBezTo>
                    <a:pt x="103" y="22"/>
                    <a:pt x="194" y="50"/>
                    <a:pt x="261" y="92"/>
                  </a:cubicBezTo>
                  <a:cubicBezTo>
                    <a:pt x="267" y="97"/>
                    <a:pt x="270" y="91"/>
                    <a:pt x="270" y="91"/>
                  </a:cubicBezTo>
                  <a:cubicBezTo>
                    <a:pt x="278" y="78"/>
                    <a:pt x="278" y="78"/>
                    <a:pt x="278" y="78"/>
                  </a:cubicBezTo>
                  <a:cubicBezTo>
                    <a:pt x="204" y="30"/>
                    <a:pt x="107" y="1"/>
                    <a:pt x="1" y="0"/>
                  </a:cubicBezTo>
                  <a:close/>
                </a:path>
              </a:pathLst>
            </a:custGeom>
            <a:solidFill>
              <a:srgbClr val="FEF0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" name="Freeform 27">
              <a:extLst>
                <a:ext uri="{FF2B5EF4-FFF2-40B4-BE49-F238E27FC236}">
                  <a16:creationId xmlns:a16="http://schemas.microsoft.com/office/drawing/2014/main" id="{B6C18786-EA36-EDB4-E7B5-655ABE1B4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916"/>
              <a:ext cx="737" cy="337"/>
            </a:xfrm>
            <a:custGeom>
              <a:avLst/>
              <a:gdLst>
                <a:gd name="T0" fmla="*/ 8235 w 219"/>
                <a:gd name="T1" fmla="*/ 0 h 94"/>
                <a:gd name="T2" fmla="*/ 0 w 219"/>
                <a:gd name="T3" fmla="*/ 3495 h 94"/>
                <a:gd name="T4" fmla="*/ 306 w 219"/>
                <a:gd name="T5" fmla="*/ 4048 h 94"/>
                <a:gd name="T6" fmla="*/ 724 w 219"/>
                <a:gd name="T7" fmla="*/ 4101 h 94"/>
                <a:gd name="T8" fmla="*/ 8073 w 219"/>
                <a:gd name="T9" fmla="*/ 964 h 94"/>
                <a:gd name="T10" fmla="*/ 8312 w 219"/>
                <a:gd name="T11" fmla="*/ 642 h 94"/>
                <a:gd name="T12" fmla="*/ 8235 w 219"/>
                <a:gd name="T13" fmla="*/ 0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9" h="94">
                  <a:moveTo>
                    <a:pt x="216" y="0"/>
                  </a:moveTo>
                  <a:cubicBezTo>
                    <a:pt x="134" y="9"/>
                    <a:pt x="59" y="37"/>
                    <a:pt x="0" y="7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8" y="88"/>
                    <a:pt x="11" y="94"/>
                    <a:pt x="19" y="89"/>
                  </a:cubicBezTo>
                  <a:cubicBezTo>
                    <a:pt x="73" y="55"/>
                    <a:pt x="139" y="31"/>
                    <a:pt x="212" y="21"/>
                  </a:cubicBezTo>
                  <a:cubicBezTo>
                    <a:pt x="219" y="20"/>
                    <a:pt x="218" y="14"/>
                    <a:pt x="218" y="14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EF0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" name="Freeform 28">
              <a:extLst>
                <a:ext uri="{FF2B5EF4-FFF2-40B4-BE49-F238E27FC236}">
                  <a16:creationId xmlns:a16="http://schemas.microsoft.com/office/drawing/2014/main" id="{DE45A672-EBAF-D5D3-9007-07CB8A044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1772"/>
              <a:ext cx="249" cy="201"/>
            </a:xfrm>
            <a:custGeom>
              <a:avLst/>
              <a:gdLst>
                <a:gd name="T0" fmla="*/ 1370 w 74"/>
                <a:gd name="T1" fmla="*/ 50 h 56"/>
                <a:gd name="T2" fmla="*/ 34 w 74"/>
                <a:gd name="T3" fmla="*/ 1752 h 56"/>
                <a:gd name="T4" fmla="*/ 34 w 74"/>
                <a:gd name="T5" fmla="*/ 1856 h 56"/>
                <a:gd name="T6" fmla="*/ 34 w 74"/>
                <a:gd name="T7" fmla="*/ 1856 h 56"/>
                <a:gd name="T8" fmla="*/ 114 w 74"/>
                <a:gd name="T9" fmla="*/ 2498 h 56"/>
                <a:gd name="T10" fmla="*/ 114 w 74"/>
                <a:gd name="T11" fmla="*/ 2588 h 56"/>
                <a:gd name="T12" fmla="*/ 114 w 74"/>
                <a:gd name="T13" fmla="*/ 2588 h 56"/>
                <a:gd name="T14" fmla="*/ 1450 w 74"/>
                <a:gd name="T15" fmla="*/ 736 h 56"/>
                <a:gd name="T16" fmla="*/ 2820 w 74"/>
                <a:gd name="T17" fmla="*/ 1895 h 56"/>
                <a:gd name="T18" fmla="*/ 2820 w 74"/>
                <a:gd name="T19" fmla="*/ 1662 h 56"/>
                <a:gd name="T20" fmla="*/ 1370 w 74"/>
                <a:gd name="T21" fmla="*/ 50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4" h="56">
                  <a:moveTo>
                    <a:pt x="36" y="1"/>
                  </a:moveTo>
                  <a:cubicBezTo>
                    <a:pt x="16" y="1"/>
                    <a:pt x="0" y="18"/>
                    <a:pt x="1" y="38"/>
                  </a:cubicBezTo>
                  <a:cubicBezTo>
                    <a:pt x="1" y="39"/>
                    <a:pt x="1" y="39"/>
                    <a:pt x="1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3" y="54"/>
                    <a:pt x="3" y="55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4" y="38"/>
                    <a:pt x="16" y="16"/>
                    <a:pt x="38" y="16"/>
                  </a:cubicBezTo>
                  <a:cubicBezTo>
                    <a:pt x="54" y="16"/>
                    <a:pt x="68" y="26"/>
                    <a:pt x="74" y="41"/>
                  </a:cubicBezTo>
                  <a:cubicBezTo>
                    <a:pt x="74" y="39"/>
                    <a:pt x="74" y="38"/>
                    <a:pt x="74" y="36"/>
                  </a:cubicBezTo>
                  <a:cubicBezTo>
                    <a:pt x="73" y="16"/>
                    <a:pt x="56" y="0"/>
                    <a:pt x="36" y="1"/>
                  </a:cubicBezTo>
                  <a:close/>
                </a:path>
              </a:pathLst>
            </a:custGeom>
            <a:solidFill>
              <a:srgbClr val="FDD0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" name="Freeform 29">
              <a:extLst>
                <a:ext uri="{FF2B5EF4-FFF2-40B4-BE49-F238E27FC236}">
                  <a16:creationId xmlns:a16="http://schemas.microsoft.com/office/drawing/2014/main" id="{55DDB968-5BEA-CD34-C877-A55CE68D5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113"/>
              <a:ext cx="266" cy="302"/>
            </a:xfrm>
            <a:custGeom>
              <a:avLst/>
              <a:gdLst>
                <a:gd name="T0" fmla="*/ 953 w 79"/>
                <a:gd name="T1" fmla="*/ 3721 h 84"/>
                <a:gd name="T2" fmla="*/ 1293 w 79"/>
                <a:gd name="T3" fmla="*/ 1345 h 84"/>
                <a:gd name="T4" fmla="*/ 3017 w 79"/>
                <a:gd name="T5" fmla="*/ 1485 h 84"/>
                <a:gd name="T6" fmla="*/ 2744 w 79"/>
                <a:gd name="T7" fmla="*/ 982 h 84"/>
                <a:gd name="T8" fmla="*/ 2744 w 79"/>
                <a:gd name="T9" fmla="*/ 982 h 84"/>
                <a:gd name="T10" fmla="*/ 805 w 79"/>
                <a:gd name="T11" fmla="*/ 518 h 84"/>
                <a:gd name="T12" fmla="*/ 421 w 79"/>
                <a:gd name="T13" fmla="*/ 2883 h 84"/>
                <a:gd name="T14" fmla="*/ 579 w 79"/>
                <a:gd name="T15" fmla="*/ 3063 h 84"/>
                <a:gd name="T16" fmla="*/ 579 w 79"/>
                <a:gd name="T17" fmla="*/ 3113 h 84"/>
                <a:gd name="T18" fmla="*/ 872 w 79"/>
                <a:gd name="T19" fmla="*/ 3671 h 84"/>
                <a:gd name="T20" fmla="*/ 997 w 79"/>
                <a:gd name="T21" fmla="*/ 3904 h 84"/>
                <a:gd name="T22" fmla="*/ 997 w 79"/>
                <a:gd name="T23" fmla="*/ 3904 h 84"/>
                <a:gd name="T24" fmla="*/ 953 w 79"/>
                <a:gd name="T25" fmla="*/ 3721 h 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9" h="84">
                  <a:moveTo>
                    <a:pt x="25" y="80"/>
                  </a:moveTo>
                  <a:cubicBezTo>
                    <a:pt x="13" y="63"/>
                    <a:pt x="18" y="41"/>
                    <a:pt x="34" y="29"/>
                  </a:cubicBezTo>
                  <a:cubicBezTo>
                    <a:pt x="48" y="20"/>
                    <a:pt x="67" y="21"/>
                    <a:pt x="79" y="32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0" y="4"/>
                    <a:pt x="37" y="0"/>
                    <a:pt x="21" y="11"/>
                  </a:cubicBezTo>
                  <a:cubicBezTo>
                    <a:pt x="4" y="23"/>
                    <a:pt x="0" y="45"/>
                    <a:pt x="11" y="62"/>
                  </a:cubicBezTo>
                  <a:cubicBezTo>
                    <a:pt x="12" y="64"/>
                    <a:pt x="14" y="65"/>
                    <a:pt x="15" y="66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23" y="79"/>
                    <a:pt x="23" y="79"/>
                    <a:pt x="23" y="79"/>
                  </a:cubicBezTo>
                  <a:cubicBezTo>
                    <a:pt x="23" y="79"/>
                    <a:pt x="26" y="81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5" y="81"/>
                    <a:pt x="25" y="80"/>
                  </a:cubicBezTo>
                  <a:close/>
                </a:path>
              </a:pathLst>
            </a:custGeom>
            <a:solidFill>
              <a:srgbClr val="FDD0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" name="Freeform 30">
              <a:extLst>
                <a:ext uri="{FF2B5EF4-FFF2-40B4-BE49-F238E27FC236}">
                  <a16:creationId xmlns:a16="http://schemas.microsoft.com/office/drawing/2014/main" id="{510A8151-1714-F7FE-8724-05C30243D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2354"/>
              <a:ext cx="320" cy="560"/>
            </a:xfrm>
            <a:custGeom>
              <a:avLst/>
              <a:gdLst>
                <a:gd name="T0" fmla="*/ 761 w 95"/>
                <a:gd name="T1" fmla="*/ 7215 h 156"/>
                <a:gd name="T2" fmla="*/ 3483 w 95"/>
                <a:gd name="T3" fmla="*/ 966 h 156"/>
                <a:gd name="T4" fmla="*/ 3439 w 95"/>
                <a:gd name="T5" fmla="*/ 553 h 156"/>
                <a:gd name="T6" fmla="*/ 3133 w 95"/>
                <a:gd name="T7" fmla="*/ 0 h 156"/>
                <a:gd name="T8" fmla="*/ 0 w 95"/>
                <a:gd name="T9" fmla="*/ 7215 h 156"/>
                <a:gd name="T10" fmla="*/ 761 w 95"/>
                <a:gd name="T11" fmla="*/ 7215 h 1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5" h="156">
                  <a:moveTo>
                    <a:pt x="20" y="156"/>
                  </a:moveTo>
                  <a:cubicBezTo>
                    <a:pt x="27" y="107"/>
                    <a:pt x="52" y="61"/>
                    <a:pt x="91" y="21"/>
                  </a:cubicBezTo>
                  <a:cubicBezTo>
                    <a:pt x="95" y="17"/>
                    <a:pt x="90" y="12"/>
                    <a:pt x="90" y="12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37" y="44"/>
                    <a:pt x="8" y="98"/>
                    <a:pt x="0" y="156"/>
                  </a:cubicBezTo>
                  <a:lnTo>
                    <a:pt x="20" y="156"/>
                  </a:lnTo>
                  <a:close/>
                </a:path>
              </a:pathLst>
            </a:custGeom>
            <a:solidFill>
              <a:srgbClr val="FEF0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" name="Freeform 31">
              <a:extLst>
                <a:ext uri="{FF2B5EF4-FFF2-40B4-BE49-F238E27FC236}">
                  <a16:creationId xmlns:a16="http://schemas.microsoft.com/office/drawing/2014/main" id="{DC801DB4-147A-5B1C-9AD2-E0F931F65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2336"/>
              <a:ext cx="343" cy="578"/>
            </a:xfrm>
            <a:custGeom>
              <a:avLst/>
              <a:gdLst>
                <a:gd name="T0" fmla="*/ 3043 w 102"/>
                <a:gd name="T1" fmla="*/ 7449 h 161"/>
                <a:gd name="T2" fmla="*/ 3877 w 102"/>
                <a:gd name="T3" fmla="*/ 7449 h 161"/>
                <a:gd name="T4" fmla="*/ 565 w 102"/>
                <a:gd name="T5" fmla="*/ 0 h 161"/>
                <a:gd name="T6" fmla="*/ 272 w 102"/>
                <a:gd name="T7" fmla="*/ 413 h 161"/>
                <a:gd name="T8" fmla="*/ 306 w 102"/>
                <a:gd name="T9" fmla="*/ 1020 h 161"/>
                <a:gd name="T10" fmla="*/ 3043 w 102"/>
                <a:gd name="T11" fmla="*/ 7449 h 1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2" h="161">
                  <a:moveTo>
                    <a:pt x="80" y="161"/>
                  </a:moveTo>
                  <a:cubicBezTo>
                    <a:pt x="102" y="161"/>
                    <a:pt x="102" y="161"/>
                    <a:pt x="102" y="161"/>
                  </a:cubicBezTo>
                  <a:cubicBezTo>
                    <a:pt x="94" y="101"/>
                    <a:pt x="63" y="45"/>
                    <a:pt x="15" y="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0" y="14"/>
                    <a:pt x="8" y="22"/>
                  </a:cubicBezTo>
                  <a:cubicBezTo>
                    <a:pt x="47" y="61"/>
                    <a:pt x="73" y="110"/>
                    <a:pt x="80" y="161"/>
                  </a:cubicBezTo>
                  <a:close/>
                </a:path>
              </a:pathLst>
            </a:custGeom>
            <a:solidFill>
              <a:srgbClr val="FEF0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" name="Freeform 32">
              <a:extLst>
                <a:ext uri="{FF2B5EF4-FFF2-40B4-BE49-F238E27FC236}">
                  <a16:creationId xmlns:a16="http://schemas.microsoft.com/office/drawing/2014/main" id="{87E59917-90BF-B19B-DCA0-983DB9214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1707"/>
              <a:ext cx="535" cy="453"/>
            </a:xfrm>
            <a:custGeom>
              <a:avLst/>
              <a:gdLst>
                <a:gd name="T0" fmla="*/ 6057 w 159"/>
                <a:gd name="T1" fmla="*/ 0 h 126"/>
                <a:gd name="T2" fmla="*/ 0 w 159"/>
                <a:gd name="T3" fmla="*/ 5857 h 126"/>
                <a:gd name="T4" fmla="*/ 6057 w 159"/>
                <a:gd name="T5" fmla="*/ 0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9" h="126">
                  <a:moveTo>
                    <a:pt x="159" y="0"/>
                  </a:moveTo>
                  <a:cubicBezTo>
                    <a:pt x="87" y="32"/>
                    <a:pt x="17" y="99"/>
                    <a:pt x="0" y="126"/>
                  </a:cubicBezTo>
                  <a:cubicBezTo>
                    <a:pt x="20" y="107"/>
                    <a:pt x="108" y="25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" name="Freeform 33">
              <a:extLst>
                <a:ext uri="{FF2B5EF4-FFF2-40B4-BE49-F238E27FC236}">
                  <a16:creationId xmlns:a16="http://schemas.microsoft.com/office/drawing/2014/main" id="{B568D545-9F66-0D10-F4DB-4B3E0EE94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729"/>
              <a:ext cx="182" cy="194"/>
            </a:xfrm>
            <a:custGeom>
              <a:avLst/>
              <a:gdLst>
                <a:gd name="T0" fmla="*/ 954 w 54"/>
                <a:gd name="T1" fmla="*/ 0 h 54"/>
                <a:gd name="T2" fmla="*/ 0 w 54"/>
                <a:gd name="T3" fmla="*/ 2504 h 54"/>
                <a:gd name="T4" fmla="*/ 954 w 54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54">
                  <a:moveTo>
                    <a:pt x="25" y="0"/>
                  </a:moveTo>
                  <a:cubicBezTo>
                    <a:pt x="31" y="5"/>
                    <a:pt x="47" y="35"/>
                    <a:pt x="0" y="54"/>
                  </a:cubicBezTo>
                  <a:cubicBezTo>
                    <a:pt x="23" y="49"/>
                    <a:pt x="54" y="27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4" name="Freeform 34">
              <a:extLst>
                <a:ext uri="{FF2B5EF4-FFF2-40B4-BE49-F238E27FC236}">
                  <a16:creationId xmlns:a16="http://schemas.microsoft.com/office/drawing/2014/main" id="{5AAEA58F-5533-AF64-5F77-4A455B2D4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" y="2303"/>
              <a:ext cx="128" cy="241"/>
            </a:xfrm>
            <a:custGeom>
              <a:avLst/>
              <a:gdLst>
                <a:gd name="T0" fmla="*/ 0 w 38"/>
                <a:gd name="T1" fmla="*/ 0 h 67"/>
                <a:gd name="T2" fmla="*/ 81 w 38"/>
                <a:gd name="T3" fmla="*/ 3119 h 67"/>
                <a:gd name="T4" fmla="*/ 0 w 38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67">
                  <a:moveTo>
                    <a:pt x="0" y="0"/>
                  </a:moveTo>
                  <a:cubicBezTo>
                    <a:pt x="7" y="1"/>
                    <a:pt x="33" y="27"/>
                    <a:pt x="2" y="67"/>
                  </a:cubicBezTo>
                  <a:cubicBezTo>
                    <a:pt x="19" y="51"/>
                    <a:pt x="38" y="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5" name="Freeform 35">
              <a:extLst>
                <a:ext uri="{FF2B5EF4-FFF2-40B4-BE49-F238E27FC236}">
                  <a16:creationId xmlns:a16="http://schemas.microsoft.com/office/drawing/2014/main" id="{2FF4ECC4-A209-52D4-A807-1624C702F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758"/>
              <a:ext cx="202" cy="147"/>
            </a:xfrm>
            <a:custGeom>
              <a:avLst/>
              <a:gdLst>
                <a:gd name="T0" fmla="*/ 1906 w 60"/>
                <a:gd name="T1" fmla="*/ 0 h 41"/>
                <a:gd name="T2" fmla="*/ 0 w 60"/>
                <a:gd name="T3" fmla="*/ 1477 h 41"/>
                <a:gd name="T4" fmla="*/ 1906 w 60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41">
                  <a:moveTo>
                    <a:pt x="50" y="0"/>
                  </a:moveTo>
                  <a:cubicBezTo>
                    <a:pt x="53" y="7"/>
                    <a:pt x="50" y="41"/>
                    <a:pt x="0" y="32"/>
                  </a:cubicBezTo>
                  <a:cubicBezTo>
                    <a:pt x="22" y="40"/>
                    <a:pt x="60" y="38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" name="Freeform 36">
              <a:extLst>
                <a:ext uri="{FF2B5EF4-FFF2-40B4-BE49-F238E27FC236}">
                  <a16:creationId xmlns:a16="http://schemas.microsoft.com/office/drawing/2014/main" id="{42928122-E970-B3ED-2DFA-77273FC6D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1847"/>
              <a:ext cx="195" cy="144"/>
            </a:xfrm>
            <a:custGeom>
              <a:avLst/>
              <a:gdLst>
                <a:gd name="T0" fmla="*/ 2172 w 58"/>
                <a:gd name="T1" fmla="*/ 0 h 40"/>
                <a:gd name="T2" fmla="*/ 0 w 58"/>
                <a:gd name="T3" fmla="*/ 842 h 40"/>
                <a:gd name="T4" fmla="*/ 2172 w 58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40">
                  <a:moveTo>
                    <a:pt x="57" y="0"/>
                  </a:moveTo>
                  <a:cubicBezTo>
                    <a:pt x="58" y="8"/>
                    <a:pt x="47" y="40"/>
                    <a:pt x="0" y="18"/>
                  </a:cubicBezTo>
                  <a:cubicBezTo>
                    <a:pt x="20" y="32"/>
                    <a:pt x="57" y="40"/>
                    <a:pt x="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" name="Freeform 37">
              <a:extLst>
                <a:ext uri="{FF2B5EF4-FFF2-40B4-BE49-F238E27FC236}">
                  <a16:creationId xmlns:a16="http://schemas.microsoft.com/office/drawing/2014/main" id="{FDF37C9C-FBA3-D532-1543-BECBC41E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652"/>
              <a:ext cx="182" cy="150"/>
            </a:xfrm>
            <a:custGeom>
              <a:avLst/>
              <a:gdLst>
                <a:gd name="T0" fmla="*/ 2066 w 54"/>
                <a:gd name="T1" fmla="*/ 318 h 42"/>
                <a:gd name="T2" fmla="*/ 0 w 54"/>
                <a:gd name="T3" fmla="*/ 0 h 42"/>
                <a:gd name="T4" fmla="*/ 2066 w 54"/>
                <a:gd name="T5" fmla="*/ 318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42">
                  <a:moveTo>
                    <a:pt x="54" y="7"/>
                  </a:moveTo>
                  <a:cubicBezTo>
                    <a:pt x="52" y="14"/>
                    <a:pt x="32" y="40"/>
                    <a:pt x="0" y="0"/>
                  </a:cubicBezTo>
                  <a:cubicBezTo>
                    <a:pt x="11" y="21"/>
                    <a:pt x="37" y="42"/>
                    <a:pt x="54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" name="Freeform 38">
              <a:extLst>
                <a:ext uri="{FF2B5EF4-FFF2-40B4-BE49-F238E27FC236}">
                  <a16:creationId xmlns:a16="http://schemas.microsoft.com/office/drawing/2014/main" id="{B1BE7A47-B692-D6BF-20FB-E95143DC7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1531"/>
              <a:ext cx="148" cy="122"/>
            </a:xfrm>
            <a:custGeom>
              <a:avLst/>
              <a:gdLst>
                <a:gd name="T0" fmla="*/ 804 w 44"/>
                <a:gd name="T1" fmla="*/ 0 h 34"/>
                <a:gd name="T2" fmla="*/ 0 w 44"/>
                <a:gd name="T3" fmla="*/ 1392 h 34"/>
                <a:gd name="T4" fmla="*/ 804 w 44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34">
                  <a:moveTo>
                    <a:pt x="21" y="0"/>
                  </a:moveTo>
                  <a:cubicBezTo>
                    <a:pt x="29" y="4"/>
                    <a:pt x="33" y="25"/>
                    <a:pt x="0" y="30"/>
                  </a:cubicBezTo>
                  <a:cubicBezTo>
                    <a:pt x="19" y="34"/>
                    <a:pt x="44" y="14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0" name="Freeform 39">
              <a:extLst>
                <a:ext uri="{FF2B5EF4-FFF2-40B4-BE49-F238E27FC236}">
                  <a16:creationId xmlns:a16="http://schemas.microsoft.com/office/drawing/2014/main" id="{4E656AD1-072C-718A-63CC-F400B196B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" y="1797"/>
              <a:ext cx="80" cy="147"/>
            </a:xfrm>
            <a:custGeom>
              <a:avLst/>
              <a:gdLst>
                <a:gd name="T0" fmla="*/ 700 w 24"/>
                <a:gd name="T1" fmla="*/ 0 h 41"/>
                <a:gd name="T2" fmla="*/ 143 w 24"/>
                <a:gd name="T3" fmla="*/ 875 h 41"/>
                <a:gd name="T4" fmla="*/ 143 w 24"/>
                <a:gd name="T5" fmla="*/ 1889 h 41"/>
                <a:gd name="T6" fmla="*/ 890 w 24"/>
                <a:gd name="T7" fmla="*/ 412 h 41"/>
                <a:gd name="T8" fmla="*/ 633 w 24"/>
                <a:gd name="T9" fmla="*/ 5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1">
                  <a:moveTo>
                    <a:pt x="19" y="0"/>
                  </a:moveTo>
                  <a:cubicBezTo>
                    <a:pt x="12" y="6"/>
                    <a:pt x="8" y="11"/>
                    <a:pt x="4" y="19"/>
                  </a:cubicBezTo>
                  <a:cubicBezTo>
                    <a:pt x="2" y="25"/>
                    <a:pt x="0" y="35"/>
                    <a:pt x="4" y="41"/>
                  </a:cubicBezTo>
                  <a:cubicBezTo>
                    <a:pt x="11" y="30"/>
                    <a:pt x="11" y="16"/>
                    <a:pt x="24" y="9"/>
                  </a:cubicBezTo>
                  <a:cubicBezTo>
                    <a:pt x="17" y="13"/>
                    <a:pt x="15" y="7"/>
                    <a:pt x="17" y="1"/>
                  </a:cubicBezTo>
                </a:path>
              </a:pathLst>
            </a:custGeom>
            <a:solidFill>
              <a:srgbClr val="FEBC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1" name="Freeform 40">
              <a:extLst>
                <a:ext uri="{FF2B5EF4-FFF2-40B4-BE49-F238E27FC236}">
                  <a16:creationId xmlns:a16="http://schemas.microsoft.com/office/drawing/2014/main" id="{B616C44B-7F2A-77C0-1B16-0ABA26FA0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" y="2181"/>
              <a:ext cx="51" cy="180"/>
            </a:xfrm>
            <a:custGeom>
              <a:avLst/>
              <a:gdLst>
                <a:gd name="T0" fmla="*/ 313 w 15"/>
                <a:gd name="T1" fmla="*/ 0 h 50"/>
                <a:gd name="T2" fmla="*/ 0 w 15"/>
                <a:gd name="T3" fmla="*/ 1217 h 50"/>
                <a:gd name="T4" fmla="*/ 116 w 15"/>
                <a:gd name="T5" fmla="*/ 1865 h 50"/>
                <a:gd name="T6" fmla="*/ 510 w 15"/>
                <a:gd name="T7" fmla="*/ 2333 h 50"/>
                <a:gd name="T8" fmla="*/ 473 w 15"/>
                <a:gd name="T9" fmla="*/ 1685 h 50"/>
                <a:gd name="T10" fmla="*/ 588 w 15"/>
                <a:gd name="T11" fmla="*/ 1022 h 50"/>
                <a:gd name="T12" fmla="*/ 279 w 15"/>
                <a:gd name="T13" fmla="*/ 1116 h 50"/>
                <a:gd name="T14" fmla="*/ 163 w 15"/>
                <a:gd name="T15" fmla="*/ 324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50">
                  <a:moveTo>
                    <a:pt x="8" y="0"/>
                  </a:moveTo>
                  <a:cubicBezTo>
                    <a:pt x="3" y="9"/>
                    <a:pt x="0" y="15"/>
                    <a:pt x="0" y="26"/>
                  </a:cubicBezTo>
                  <a:cubicBezTo>
                    <a:pt x="1" y="30"/>
                    <a:pt x="1" y="36"/>
                    <a:pt x="3" y="40"/>
                  </a:cubicBezTo>
                  <a:cubicBezTo>
                    <a:pt x="5" y="43"/>
                    <a:pt x="9" y="49"/>
                    <a:pt x="13" y="50"/>
                  </a:cubicBezTo>
                  <a:cubicBezTo>
                    <a:pt x="14" y="46"/>
                    <a:pt x="12" y="41"/>
                    <a:pt x="12" y="36"/>
                  </a:cubicBezTo>
                  <a:cubicBezTo>
                    <a:pt x="12" y="31"/>
                    <a:pt x="15" y="26"/>
                    <a:pt x="15" y="22"/>
                  </a:cubicBezTo>
                  <a:cubicBezTo>
                    <a:pt x="12" y="25"/>
                    <a:pt x="11" y="28"/>
                    <a:pt x="7" y="24"/>
                  </a:cubicBezTo>
                  <a:cubicBezTo>
                    <a:pt x="4" y="21"/>
                    <a:pt x="3" y="12"/>
                    <a:pt x="4" y="7"/>
                  </a:cubicBezTo>
                </a:path>
              </a:pathLst>
            </a:custGeom>
            <a:solidFill>
              <a:srgbClr val="FEBC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2" name="Freeform 41">
              <a:extLst>
                <a:ext uri="{FF2B5EF4-FFF2-40B4-BE49-F238E27FC236}">
                  <a16:creationId xmlns:a16="http://schemas.microsoft.com/office/drawing/2014/main" id="{F9C00583-53E3-4487-9D4D-7F0515557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2095"/>
              <a:ext cx="132" cy="97"/>
            </a:xfrm>
            <a:custGeom>
              <a:avLst/>
              <a:gdLst>
                <a:gd name="T0" fmla="*/ 159 w 39"/>
                <a:gd name="T1" fmla="*/ 736 h 27"/>
                <a:gd name="T2" fmla="*/ 34 w 39"/>
                <a:gd name="T3" fmla="*/ 1250 h 27"/>
                <a:gd name="T4" fmla="*/ 1090 w 39"/>
                <a:gd name="T5" fmla="*/ 841 h 27"/>
                <a:gd name="T6" fmla="*/ 1513 w 39"/>
                <a:gd name="T7" fmla="*/ 180 h 27"/>
                <a:gd name="T8" fmla="*/ 619 w 39"/>
                <a:gd name="T9" fmla="*/ 284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7">
                  <a:moveTo>
                    <a:pt x="4" y="16"/>
                  </a:moveTo>
                  <a:cubicBezTo>
                    <a:pt x="4" y="19"/>
                    <a:pt x="0" y="25"/>
                    <a:pt x="1" y="27"/>
                  </a:cubicBezTo>
                  <a:cubicBezTo>
                    <a:pt x="11" y="22"/>
                    <a:pt x="17" y="20"/>
                    <a:pt x="28" y="18"/>
                  </a:cubicBezTo>
                  <a:cubicBezTo>
                    <a:pt x="20" y="19"/>
                    <a:pt x="31" y="3"/>
                    <a:pt x="39" y="4"/>
                  </a:cubicBezTo>
                  <a:cubicBezTo>
                    <a:pt x="34" y="0"/>
                    <a:pt x="22" y="4"/>
                    <a:pt x="16" y="6"/>
                  </a:cubicBezTo>
                </a:path>
              </a:pathLst>
            </a:custGeom>
            <a:solidFill>
              <a:srgbClr val="FEBC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3" name="Freeform 42">
              <a:extLst>
                <a:ext uri="{FF2B5EF4-FFF2-40B4-BE49-F238E27FC236}">
                  <a16:creationId xmlns:a16="http://schemas.microsoft.com/office/drawing/2014/main" id="{0A52E734-A73A-04B9-A651-5E090C9AD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433"/>
              <a:ext cx="121" cy="104"/>
            </a:xfrm>
            <a:custGeom>
              <a:avLst/>
              <a:gdLst>
                <a:gd name="T0" fmla="*/ 803 w 36"/>
                <a:gd name="T1" fmla="*/ 1338 h 29"/>
                <a:gd name="T2" fmla="*/ 981 w 36"/>
                <a:gd name="T3" fmla="*/ 925 h 29"/>
                <a:gd name="T4" fmla="*/ 1254 w 36"/>
                <a:gd name="T5" fmla="*/ 875 h 29"/>
                <a:gd name="T6" fmla="*/ 914 w 36"/>
                <a:gd name="T7" fmla="*/ 373 h 29"/>
                <a:gd name="T8" fmla="*/ 0 w 36"/>
                <a:gd name="T9" fmla="*/ 373 h 29"/>
                <a:gd name="T10" fmla="*/ 689 w 36"/>
                <a:gd name="T11" fmla="*/ 115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29">
                  <a:moveTo>
                    <a:pt x="21" y="29"/>
                  </a:moveTo>
                  <a:cubicBezTo>
                    <a:pt x="21" y="25"/>
                    <a:pt x="23" y="22"/>
                    <a:pt x="26" y="20"/>
                  </a:cubicBezTo>
                  <a:cubicBezTo>
                    <a:pt x="27" y="20"/>
                    <a:pt x="33" y="19"/>
                    <a:pt x="33" y="19"/>
                  </a:cubicBezTo>
                  <a:cubicBezTo>
                    <a:pt x="36" y="15"/>
                    <a:pt x="27" y="10"/>
                    <a:pt x="24" y="8"/>
                  </a:cubicBezTo>
                  <a:cubicBezTo>
                    <a:pt x="17" y="5"/>
                    <a:pt x="5" y="0"/>
                    <a:pt x="0" y="8"/>
                  </a:cubicBezTo>
                  <a:cubicBezTo>
                    <a:pt x="8" y="12"/>
                    <a:pt x="13" y="19"/>
                    <a:pt x="18" y="25"/>
                  </a:cubicBezTo>
                </a:path>
              </a:pathLst>
            </a:custGeom>
            <a:solidFill>
              <a:srgbClr val="FEA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4" name="Freeform 43">
              <a:extLst>
                <a:ext uri="{FF2B5EF4-FFF2-40B4-BE49-F238E27FC236}">
                  <a16:creationId xmlns:a16="http://schemas.microsoft.com/office/drawing/2014/main" id="{08E9BEE1-B496-D2E7-AD36-5F5E3DED0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1736"/>
              <a:ext cx="135" cy="68"/>
            </a:xfrm>
            <a:custGeom>
              <a:avLst/>
              <a:gdLst>
                <a:gd name="T0" fmla="*/ 1391 w 40"/>
                <a:gd name="T1" fmla="*/ 140 h 19"/>
                <a:gd name="T2" fmla="*/ 34 w 40"/>
                <a:gd name="T3" fmla="*/ 691 h 19"/>
                <a:gd name="T4" fmla="*/ 1539 w 40"/>
                <a:gd name="T5" fmla="*/ 870 h 19"/>
                <a:gd name="T6" fmla="*/ 1458 w 40"/>
                <a:gd name="T7" fmla="*/ 14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9">
                  <a:moveTo>
                    <a:pt x="36" y="3"/>
                  </a:moveTo>
                  <a:cubicBezTo>
                    <a:pt x="27" y="0"/>
                    <a:pt x="0" y="0"/>
                    <a:pt x="1" y="15"/>
                  </a:cubicBezTo>
                  <a:cubicBezTo>
                    <a:pt x="14" y="12"/>
                    <a:pt x="29" y="11"/>
                    <a:pt x="40" y="19"/>
                  </a:cubicBezTo>
                  <a:cubicBezTo>
                    <a:pt x="32" y="14"/>
                    <a:pt x="33" y="9"/>
                    <a:pt x="38" y="3"/>
                  </a:cubicBezTo>
                </a:path>
              </a:pathLst>
            </a:custGeom>
            <a:solidFill>
              <a:srgbClr val="FEA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5" name="Freeform 44">
              <a:extLst>
                <a:ext uri="{FF2B5EF4-FFF2-40B4-BE49-F238E27FC236}">
                  <a16:creationId xmlns:a16="http://schemas.microsoft.com/office/drawing/2014/main" id="{E109B2D4-EF22-CADD-72D1-A28D0CB4E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1671"/>
              <a:ext cx="142" cy="104"/>
            </a:xfrm>
            <a:custGeom>
              <a:avLst/>
              <a:gdLst>
                <a:gd name="T0" fmla="*/ 1623 w 42"/>
                <a:gd name="T1" fmla="*/ 140 h 29"/>
                <a:gd name="T2" fmla="*/ 582 w 42"/>
                <a:gd name="T3" fmla="*/ 233 h 29"/>
                <a:gd name="T4" fmla="*/ 0 w 42"/>
                <a:gd name="T5" fmla="*/ 1338 h 29"/>
                <a:gd name="T6" fmla="*/ 470 w 42"/>
                <a:gd name="T7" fmla="*/ 836 h 29"/>
                <a:gd name="T8" fmla="*/ 1315 w 42"/>
                <a:gd name="T9" fmla="*/ 785 h 29"/>
                <a:gd name="T10" fmla="*/ 1589 w 42"/>
                <a:gd name="T11" fmla="*/ 90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29">
                  <a:moveTo>
                    <a:pt x="42" y="3"/>
                  </a:moveTo>
                  <a:cubicBezTo>
                    <a:pt x="34" y="0"/>
                    <a:pt x="23" y="2"/>
                    <a:pt x="15" y="5"/>
                  </a:cubicBezTo>
                  <a:cubicBezTo>
                    <a:pt x="4" y="9"/>
                    <a:pt x="1" y="18"/>
                    <a:pt x="0" y="29"/>
                  </a:cubicBezTo>
                  <a:cubicBezTo>
                    <a:pt x="5" y="25"/>
                    <a:pt x="6" y="21"/>
                    <a:pt x="12" y="18"/>
                  </a:cubicBezTo>
                  <a:cubicBezTo>
                    <a:pt x="19" y="16"/>
                    <a:pt x="27" y="17"/>
                    <a:pt x="34" y="17"/>
                  </a:cubicBezTo>
                  <a:cubicBezTo>
                    <a:pt x="22" y="14"/>
                    <a:pt x="36" y="4"/>
                    <a:pt x="41" y="2"/>
                  </a:cubicBezTo>
                </a:path>
              </a:pathLst>
            </a:custGeom>
            <a:solidFill>
              <a:srgbClr val="FEA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" name="Freeform 45">
              <a:extLst>
                <a:ext uri="{FF2B5EF4-FFF2-40B4-BE49-F238E27FC236}">
                  <a16:creationId xmlns:a16="http://schemas.microsoft.com/office/drawing/2014/main" id="{806B6640-18DB-80FC-4988-C9E04F906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1538"/>
              <a:ext cx="91" cy="65"/>
            </a:xfrm>
            <a:custGeom>
              <a:avLst/>
              <a:gdLst>
                <a:gd name="T0" fmla="*/ 886 w 27"/>
                <a:gd name="T1" fmla="*/ 90 h 18"/>
                <a:gd name="T2" fmla="*/ 148 w 27"/>
                <a:gd name="T3" fmla="*/ 849 h 18"/>
                <a:gd name="T4" fmla="*/ 954 w 27"/>
                <a:gd name="T5" fmla="*/ 430 h 18"/>
                <a:gd name="T6" fmla="*/ 1035 w 27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18">
                  <a:moveTo>
                    <a:pt x="23" y="2"/>
                  </a:moveTo>
                  <a:cubicBezTo>
                    <a:pt x="14" y="2"/>
                    <a:pt x="0" y="8"/>
                    <a:pt x="4" y="18"/>
                  </a:cubicBezTo>
                  <a:cubicBezTo>
                    <a:pt x="10" y="13"/>
                    <a:pt x="17" y="11"/>
                    <a:pt x="25" y="9"/>
                  </a:cubicBezTo>
                  <a:cubicBezTo>
                    <a:pt x="20" y="6"/>
                    <a:pt x="23" y="2"/>
                    <a:pt x="27" y="0"/>
                  </a:cubicBezTo>
                </a:path>
              </a:pathLst>
            </a:custGeom>
            <a:solidFill>
              <a:srgbClr val="FEA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" name="Freeform 46">
              <a:extLst>
                <a:ext uri="{FF2B5EF4-FFF2-40B4-BE49-F238E27FC236}">
                  <a16:creationId xmlns:a16="http://schemas.microsoft.com/office/drawing/2014/main" id="{1BD7BFE2-725F-390D-9F4D-3312AF108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1732"/>
              <a:ext cx="94" cy="166"/>
            </a:xfrm>
            <a:custGeom>
              <a:avLst/>
              <a:gdLst>
                <a:gd name="T0" fmla="*/ 980 w 28"/>
                <a:gd name="T1" fmla="*/ 0 h 46"/>
                <a:gd name="T2" fmla="*/ 148 w 28"/>
                <a:gd name="T3" fmla="*/ 938 h 46"/>
                <a:gd name="T4" fmla="*/ 339 w 28"/>
                <a:gd name="T5" fmla="*/ 2162 h 46"/>
                <a:gd name="T6" fmla="*/ 1061 w 28"/>
                <a:gd name="T7" fmla="*/ 794 h 46"/>
                <a:gd name="T8" fmla="*/ 913 w 28"/>
                <a:gd name="T9" fmla="*/ 1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6">
                  <a:moveTo>
                    <a:pt x="26" y="0"/>
                  </a:moveTo>
                  <a:cubicBezTo>
                    <a:pt x="16" y="6"/>
                    <a:pt x="8" y="10"/>
                    <a:pt x="4" y="20"/>
                  </a:cubicBezTo>
                  <a:cubicBezTo>
                    <a:pt x="0" y="29"/>
                    <a:pt x="2" y="40"/>
                    <a:pt x="9" y="46"/>
                  </a:cubicBezTo>
                  <a:cubicBezTo>
                    <a:pt x="10" y="33"/>
                    <a:pt x="17" y="24"/>
                    <a:pt x="28" y="17"/>
                  </a:cubicBezTo>
                  <a:cubicBezTo>
                    <a:pt x="17" y="21"/>
                    <a:pt x="19" y="8"/>
                    <a:pt x="24" y="3"/>
                  </a:cubicBezTo>
                </a:path>
              </a:pathLst>
            </a:custGeom>
            <a:solidFill>
              <a:srgbClr val="FEA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9" name="Freeform 47">
              <a:extLst>
                <a:ext uri="{FF2B5EF4-FFF2-40B4-BE49-F238E27FC236}">
                  <a16:creationId xmlns:a16="http://schemas.microsoft.com/office/drawing/2014/main" id="{87FAB66D-AFF8-BCEA-7031-CC2E95347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2282"/>
              <a:ext cx="118" cy="172"/>
            </a:xfrm>
            <a:custGeom>
              <a:avLst/>
              <a:gdLst>
                <a:gd name="T0" fmla="*/ 0 w 35"/>
                <a:gd name="T1" fmla="*/ 1426 h 48"/>
                <a:gd name="T2" fmla="*/ 1342 w 35"/>
                <a:gd name="T3" fmla="*/ 874 h 48"/>
                <a:gd name="T4" fmla="*/ 388 w 35"/>
                <a:gd name="T5" fmla="*/ 2207 h 48"/>
                <a:gd name="T6" fmla="*/ 192 w 35"/>
                <a:gd name="T7" fmla="*/ 1387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48">
                  <a:moveTo>
                    <a:pt x="0" y="31"/>
                  </a:moveTo>
                  <a:cubicBezTo>
                    <a:pt x="7" y="25"/>
                    <a:pt x="26" y="0"/>
                    <a:pt x="35" y="19"/>
                  </a:cubicBezTo>
                  <a:cubicBezTo>
                    <a:pt x="26" y="24"/>
                    <a:pt x="10" y="37"/>
                    <a:pt x="10" y="48"/>
                  </a:cubicBezTo>
                  <a:cubicBezTo>
                    <a:pt x="10" y="44"/>
                    <a:pt x="17" y="21"/>
                    <a:pt x="5" y="30"/>
                  </a:cubicBezTo>
                </a:path>
              </a:pathLst>
            </a:custGeom>
            <a:solidFill>
              <a:srgbClr val="FEAA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0" name="Freeform 48">
              <a:extLst>
                <a:ext uri="{FF2B5EF4-FFF2-40B4-BE49-F238E27FC236}">
                  <a16:creationId xmlns:a16="http://schemas.microsoft.com/office/drawing/2014/main" id="{A06CAE3D-C472-0559-9503-1D36743B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2583"/>
              <a:ext cx="40" cy="101"/>
            </a:xfrm>
            <a:custGeom>
              <a:avLst/>
              <a:gdLst>
                <a:gd name="T0" fmla="*/ 300 w 12"/>
                <a:gd name="T1" fmla="*/ 0 h 28"/>
                <a:gd name="T2" fmla="*/ 0 w 12"/>
                <a:gd name="T3" fmla="*/ 1313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8">
                  <a:moveTo>
                    <a:pt x="8" y="0"/>
                  </a:moveTo>
                  <a:cubicBezTo>
                    <a:pt x="12" y="10"/>
                    <a:pt x="6" y="21"/>
                    <a:pt x="0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1" name="Freeform 49">
              <a:extLst>
                <a:ext uri="{FF2B5EF4-FFF2-40B4-BE49-F238E27FC236}">
                  <a16:creationId xmlns:a16="http://schemas.microsoft.com/office/drawing/2014/main" id="{41BCA0F4-F2E5-CDE3-93C8-B561402FF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1790"/>
              <a:ext cx="41" cy="64"/>
            </a:xfrm>
            <a:custGeom>
              <a:avLst/>
              <a:gdLst>
                <a:gd name="T0" fmla="*/ 0 w 12"/>
                <a:gd name="T1" fmla="*/ 0 h 18"/>
                <a:gd name="T2" fmla="*/ 478 w 12"/>
                <a:gd name="T3" fmla="*/ 811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8">
                  <a:moveTo>
                    <a:pt x="0" y="0"/>
                  </a:moveTo>
                  <a:cubicBezTo>
                    <a:pt x="6" y="3"/>
                    <a:pt x="11" y="14"/>
                    <a:pt x="12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3" name="Freeform 50">
              <a:extLst>
                <a:ext uri="{FF2B5EF4-FFF2-40B4-BE49-F238E27FC236}">
                  <a16:creationId xmlns:a16="http://schemas.microsoft.com/office/drawing/2014/main" id="{1C8C3519-DE56-B8D5-E001-90D2C869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1714"/>
              <a:ext cx="43" cy="47"/>
            </a:xfrm>
            <a:custGeom>
              <a:avLst/>
              <a:gdLst>
                <a:gd name="T0" fmla="*/ 0 w 13"/>
                <a:gd name="T1" fmla="*/ 0 h 13"/>
                <a:gd name="T2" fmla="*/ 470 w 13"/>
                <a:gd name="T3" fmla="*/ 615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6" y="1"/>
                    <a:pt x="11" y="9"/>
                    <a:pt x="13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4" name="Freeform 51">
              <a:extLst>
                <a:ext uri="{FF2B5EF4-FFF2-40B4-BE49-F238E27FC236}">
                  <a16:creationId xmlns:a16="http://schemas.microsoft.com/office/drawing/2014/main" id="{F007754F-8BE2-9E16-C323-5CD20648D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1725"/>
              <a:ext cx="87" cy="22"/>
            </a:xfrm>
            <a:custGeom>
              <a:avLst/>
              <a:gdLst>
                <a:gd name="T0" fmla="*/ 0 w 26"/>
                <a:gd name="T1" fmla="*/ 202 h 6"/>
                <a:gd name="T2" fmla="*/ 974 w 26"/>
                <a:gd name="T3" fmla="*/ 29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6">
                  <a:moveTo>
                    <a:pt x="0" y="4"/>
                  </a:moveTo>
                  <a:cubicBezTo>
                    <a:pt x="7" y="0"/>
                    <a:pt x="21" y="3"/>
                    <a:pt x="2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5" name="Freeform 52">
              <a:extLst>
                <a:ext uri="{FF2B5EF4-FFF2-40B4-BE49-F238E27FC236}">
                  <a16:creationId xmlns:a16="http://schemas.microsoft.com/office/drawing/2014/main" id="{B42446A5-4634-AF6B-E3A7-684A0A50F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" y="2486"/>
              <a:ext cx="27" cy="58"/>
            </a:xfrm>
            <a:custGeom>
              <a:avLst/>
              <a:gdLst>
                <a:gd name="T0" fmla="*/ 0 w 8"/>
                <a:gd name="T1" fmla="*/ 0 h 16"/>
                <a:gd name="T2" fmla="*/ 307 w 8"/>
                <a:gd name="T3" fmla="*/ 761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6">
                  <a:moveTo>
                    <a:pt x="0" y="0"/>
                  </a:moveTo>
                  <a:cubicBezTo>
                    <a:pt x="0" y="6"/>
                    <a:pt x="3" y="12"/>
                    <a:pt x="8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6" name="Freeform 53">
              <a:extLst>
                <a:ext uri="{FF2B5EF4-FFF2-40B4-BE49-F238E27FC236}">
                  <a16:creationId xmlns:a16="http://schemas.microsoft.com/office/drawing/2014/main" id="{5D41FDBB-E161-0A8F-2959-8E0E0229E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2088"/>
              <a:ext cx="138" cy="65"/>
            </a:xfrm>
            <a:custGeom>
              <a:avLst/>
              <a:gdLst>
                <a:gd name="T0" fmla="*/ 0 w 41"/>
                <a:gd name="T1" fmla="*/ 430 h 18"/>
                <a:gd name="T2" fmla="*/ 1562 w 41"/>
                <a:gd name="T3" fmla="*/ 849 h 18"/>
                <a:gd name="T4" fmla="*/ 0 w 41"/>
                <a:gd name="T5" fmla="*/ 43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18">
                  <a:moveTo>
                    <a:pt x="0" y="9"/>
                  </a:moveTo>
                  <a:cubicBezTo>
                    <a:pt x="11" y="6"/>
                    <a:pt x="27" y="4"/>
                    <a:pt x="41" y="18"/>
                  </a:cubicBezTo>
                  <a:cubicBezTo>
                    <a:pt x="33" y="6"/>
                    <a:pt x="20" y="0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7" name="Freeform 54">
              <a:extLst>
                <a:ext uri="{FF2B5EF4-FFF2-40B4-BE49-F238E27FC236}">
                  <a16:creationId xmlns:a16="http://schemas.microsoft.com/office/drawing/2014/main" id="{D40ED74D-A09C-F2CB-7526-1C77F98C3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9" y="1761"/>
              <a:ext cx="91" cy="108"/>
            </a:xfrm>
            <a:custGeom>
              <a:avLst/>
              <a:gdLst>
                <a:gd name="T0" fmla="*/ 1035 w 27"/>
                <a:gd name="T1" fmla="*/ 1400 h 30"/>
                <a:gd name="T2" fmla="*/ 0 w 27"/>
                <a:gd name="T3" fmla="*/ 50 h 30"/>
                <a:gd name="T4" fmla="*/ 1035 w 27"/>
                <a:gd name="T5" fmla="*/ 140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0">
                  <a:moveTo>
                    <a:pt x="27" y="30"/>
                  </a:moveTo>
                  <a:cubicBezTo>
                    <a:pt x="24" y="13"/>
                    <a:pt x="12" y="5"/>
                    <a:pt x="0" y="1"/>
                  </a:cubicBezTo>
                  <a:cubicBezTo>
                    <a:pt x="12" y="0"/>
                    <a:pt x="27" y="6"/>
                    <a:pt x="27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0" name="Freeform 55">
              <a:extLst>
                <a:ext uri="{FF2B5EF4-FFF2-40B4-BE49-F238E27FC236}">
                  <a16:creationId xmlns:a16="http://schemas.microsoft.com/office/drawing/2014/main" id="{2A243687-555D-DAAF-878C-7BDD91692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2178"/>
              <a:ext cx="61" cy="147"/>
            </a:xfrm>
            <a:custGeom>
              <a:avLst/>
              <a:gdLst>
                <a:gd name="T0" fmla="*/ 230 w 18"/>
                <a:gd name="T1" fmla="*/ 0 h 41"/>
                <a:gd name="T2" fmla="*/ 0 w 18"/>
                <a:gd name="T3" fmla="*/ 1889 h 41"/>
                <a:gd name="T4" fmla="*/ 230 w 18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41">
                  <a:moveTo>
                    <a:pt x="6" y="0"/>
                  </a:moveTo>
                  <a:cubicBezTo>
                    <a:pt x="10" y="6"/>
                    <a:pt x="12" y="24"/>
                    <a:pt x="0" y="41"/>
                  </a:cubicBezTo>
                  <a:cubicBezTo>
                    <a:pt x="8" y="34"/>
                    <a:pt x="18" y="17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1" name="Freeform 56">
              <a:extLst>
                <a:ext uri="{FF2B5EF4-FFF2-40B4-BE49-F238E27FC236}">
                  <a16:creationId xmlns:a16="http://schemas.microsoft.com/office/drawing/2014/main" id="{83D5B071-0702-5A27-A827-9E3F3A31B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93"/>
              <a:ext cx="122" cy="111"/>
            </a:xfrm>
            <a:custGeom>
              <a:avLst/>
              <a:gdLst>
                <a:gd name="T0" fmla="*/ 0 w 36"/>
                <a:gd name="T1" fmla="*/ 1422 h 31"/>
                <a:gd name="T2" fmla="*/ 1400 w 36"/>
                <a:gd name="T3" fmla="*/ 602 h 31"/>
                <a:gd name="T4" fmla="*/ 0 w 36"/>
                <a:gd name="T5" fmla="*/ 1422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31">
                  <a:moveTo>
                    <a:pt x="0" y="31"/>
                  </a:moveTo>
                  <a:cubicBezTo>
                    <a:pt x="1" y="15"/>
                    <a:pt x="19" y="3"/>
                    <a:pt x="36" y="13"/>
                  </a:cubicBezTo>
                  <a:cubicBezTo>
                    <a:pt x="25" y="0"/>
                    <a:pt x="2" y="1"/>
                    <a:pt x="0" y="31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4" name="Freeform 57">
              <a:extLst>
                <a:ext uri="{FF2B5EF4-FFF2-40B4-BE49-F238E27FC236}">
                  <a16:creationId xmlns:a16="http://schemas.microsoft.com/office/drawing/2014/main" id="{AE71E00E-AC61-8C7D-59E5-96E25CF3B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1693"/>
              <a:ext cx="118" cy="144"/>
            </a:xfrm>
            <a:custGeom>
              <a:avLst/>
              <a:gdLst>
                <a:gd name="T0" fmla="*/ 580 w 35"/>
                <a:gd name="T1" fmla="*/ 1865 h 40"/>
                <a:gd name="T2" fmla="*/ 1342 w 35"/>
                <a:gd name="T3" fmla="*/ 234 h 40"/>
                <a:gd name="T4" fmla="*/ 580 w 35"/>
                <a:gd name="T5" fmla="*/ 1865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40">
                  <a:moveTo>
                    <a:pt x="15" y="40"/>
                  </a:moveTo>
                  <a:cubicBezTo>
                    <a:pt x="7" y="26"/>
                    <a:pt x="15" y="7"/>
                    <a:pt x="35" y="5"/>
                  </a:cubicBezTo>
                  <a:cubicBezTo>
                    <a:pt x="18" y="0"/>
                    <a:pt x="0" y="15"/>
                    <a:pt x="15" y="40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5" name="Freeform 58">
              <a:extLst>
                <a:ext uri="{FF2B5EF4-FFF2-40B4-BE49-F238E27FC236}">
                  <a16:creationId xmlns:a16="http://schemas.microsoft.com/office/drawing/2014/main" id="{ED477E1E-9583-A358-9C0F-C742A3933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650"/>
              <a:ext cx="118" cy="143"/>
            </a:xfrm>
            <a:custGeom>
              <a:avLst/>
              <a:gdLst>
                <a:gd name="T0" fmla="*/ 614 w 35"/>
                <a:gd name="T1" fmla="*/ 1827 h 40"/>
                <a:gd name="T2" fmla="*/ 1342 w 35"/>
                <a:gd name="T3" fmla="*/ 179 h 40"/>
                <a:gd name="T4" fmla="*/ 614 w 35"/>
                <a:gd name="T5" fmla="*/ 1827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40">
                  <a:moveTo>
                    <a:pt x="16" y="40"/>
                  </a:moveTo>
                  <a:cubicBezTo>
                    <a:pt x="7" y="26"/>
                    <a:pt x="15" y="6"/>
                    <a:pt x="35" y="4"/>
                  </a:cubicBezTo>
                  <a:cubicBezTo>
                    <a:pt x="19" y="0"/>
                    <a:pt x="0" y="14"/>
                    <a:pt x="16" y="40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6" name="Freeform 59">
              <a:extLst>
                <a:ext uri="{FF2B5EF4-FFF2-40B4-BE49-F238E27FC236}">
                  <a16:creationId xmlns:a16="http://schemas.microsoft.com/office/drawing/2014/main" id="{BB18D9C5-B43B-C78B-11BF-62AD1D24A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1704"/>
              <a:ext cx="152" cy="168"/>
            </a:xfrm>
            <a:custGeom>
              <a:avLst/>
              <a:gdLst>
                <a:gd name="T0" fmla="*/ 615 w 45"/>
                <a:gd name="T1" fmla="*/ 2148 h 47"/>
                <a:gd name="T2" fmla="*/ 1733 w 45"/>
                <a:gd name="T3" fmla="*/ 229 h 47"/>
                <a:gd name="T4" fmla="*/ 615 w 45"/>
                <a:gd name="T5" fmla="*/ 2148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7">
                  <a:moveTo>
                    <a:pt x="16" y="47"/>
                  </a:moveTo>
                  <a:cubicBezTo>
                    <a:pt x="8" y="33"/>
                    <a:pt x="25" y="7"/>
                    <a:pt x="45" y="5"/>
                  </a:cubicBezTo>
                  <a:cubicBezTo>
                    <a:pt x="28" y="0"/>
                    <a:pt x="0" y="22"/>
                    <a:pt x="16" y="47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7" name="Freeform 60">
              <a:extLst>
                <a:ext uri="{FF2B5EF4-FFF2-40B4-BE49-F238E27FC236}">
                  <a16:creationId xmlns:a16="http://schemas.microsoft.com/office/drawing/2014/main" id="{E70F8357-2A29-E7AD-C0E8-A28AD3A46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" y="2422"/>
              <a:ext cx="101" cy="176"/>
            </a:xfrm>
            <a:custGeom>
              <a:avLst/>
              <a:gdLst>
                <a:gd name="T0" fmla="*/ 1145 w 30"/>
                <a:gd name="T1" fmla="*/ 2270 h 49"/>
                <a:gd name="T2" fmla="*/ 532 w 30"/>
                <a:gd name="T3" fmla="*/ 0 h 49"/>
                <a:gd name="T4" fmla="*/ 1145 w 30"/>
                <a:gd name="T5" fmla="*/ 227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9">
                  <a:moveTo>
                    <a:pt x="30" y="49"/>
                  </a:moveTo>
                  <a:cubicBezTo>
                    <a:pt x="14" y="47"/>
                    <a:pt x="3" y="17"/>
                    <a:pt x="14" y="0"/>
                  </a:cubicBezTo>
                  <a:cubicBezTo>
                    <a:pt x="0" y="10"/>
                    <a:pt x="0" y="45"/>
                    <a:pt x="30" y="49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8" name="Freeform 61">
              <a:extLst>
                <a:ext uri="{FF2B5EF4-FFF2-40B4-BE49-F238E27FC236}">
                  <a16:creationId xmlns:a16="http://schemas.microsoft.com/office/drawing/2014/main" id="{49726377-71C4-3983-7378-E8E9FCA16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535"/>
              <a:ext cx="57" cy="65"/>
            </a:xfrm>
            <a:custGeom>
              <a:avLst/>
              <a:gdLst>
                <a:gd name="T0" fmla="*/ 640 w 17"/>
                <a:gd name="T1" fmla="*/ 0 h 18"/>
                <a:gd name="T2" fmla="*/ 191 w 17"/>
                <a:gd name="T3" fmla="*/ 849 h 18"/>
                <a:gd name="T4" fmla="*/ 640 w 1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17" y="0"/>
                  </a:moveTo>
                  <a:cubicBezTo>
                    <a:pt x="10" y="4"/>
                    <a:pt x="2" y="9"/>
                    <a:pt x="5" y="18"/>
                  </a:cubicBezTo>
                  <a:cubicBezTo>
                    <a:pt x="0" y="12"/>
                    <a:pt x="3" y="3"/>
                    <a:pt x="17" y="0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2" name="Freeform 62">
              <a:extLst>
                <a:ext uri="{FF2B5EF4-FFF2-40B4-BE49-F238E27FC236}">
                  <a16:creationId xmlns:a16="http://schemas.microsoft.com/office/drawing/2014/main" id="{0FB5390E-D58B-8D22-E8E9-F7F3283E2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75"/>
              <a:ext cx="192" cy="137"/>
            </a:xfrm>
            <a:custGeom>
              <a:avLst/>
              <a:gdLst>
                <a:gd name="T0" fmla="*/ 0 w 57"/>
                <a:gd name="T1" fmla="*/ 1781 h 38"/>
                <a:gd name="T2" fmla="*/ 1260 w 57"/>
                <a:gd name="T3" fmla="*/ 1457 h 38"/>
                <a:gd name="T4" fmla="*/ 2179 w 57"/>
                <a:gd name="T5" fmla="*/ 0 h 38"/>
                <a:gd name="T6" fmla="*/ 1226 w 57"/>
                <a:gd name="T7" fmla="*/ 937 h 38"/>
                <a:gd name="T8" fmla="*/ 0 w 57"/>
                <a:gd name="T9" fmla="*/ 178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38">
                  <a:moveTo>
                    <a:pt x="0" y="38"/>
                  </a:moveTo>
                  <a:cubicBezTo>
                    <a:pt x="13" y="36"/>
                    <a:pt x="29" y="34"/>
                    <a:pt x="33" y="31"/>
                  </a:cubicBezTo>
                  <a:cubicBezTo>
                    <a:pt x="38" y="28"/>
                    <a:pt x="38" y="10"/>
                    <a:pt x="57" y="0"/>
                  </a:cubicBezTo>
                  <a:cubicBezTo>
                    <a:pt x="47" y="3"/>
                    <a:pt x="36" y="12"/>
                    <a:pt x="32" y="20"/>
                  </a:cubicBezTo>
                  <a:cubicBezTo>
                    <a:pt x="28" y="27"/>
                    <a:pt x="13" y="37"/>
                    <a:pt x="0" y="38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3" name="Freeform 63">
              <a:extLst>
                <a:ext uri="{FF2B5EF4-FFF2-40B4-BE49-F238E27FC236}">
                  <a16:creationId xmlns:a16="http://schemas.microsoft.com/office/drawing/2014/main" id="{F8CFE9F2-1C39-FC7B-2671-32EFE038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1" y="2070"/>
              <a:ext cx="246" cy="79"/>
            </a:xfrm>
            <a:custGeom>
              <a:avLst/>
              <a:gdLst>
                <a:gd name="T0" fmla="*/ 0 w 73"/>
                <a:gd name="T1" fmla="*/ 0 h 22"/>
                <a:gd name="T2" fmla="*/ 1341 w 73"/>
                <a:gd name="T3" fmla="*/ 876 h 22"/>
                <a:gd name="T4" fmla="*/ 2794 w 73"/>
                <a:gd name="T5" fmla="*/ 144 h 22"/>
                <a:gd name="T6" fmla="*/ 1533 w 73"/>
                <a:gd name="T7" fmla="*/ 373 h 22"/>
                <a:gd name="T8" fmla="*/ 0 w 73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22">
                  <a:moveTo>
                    <a:pt x="0" y="0"/>
                  </a:moveTo>
                  <a:cubicBezTo>
                    <a:pt x="14" y="6"/>
                    <a:pt x="30" y="16"/>
                    <a:pt x="35" y="19"/>
                  </a:cubicBezTo>
                  <a:cubicBezTo>
                    <a:pt x="40" y="22"/>
                    <a:pt x="50" y="1"/>
                    <a:pt x="73" y="3"/>
                  </a:cubicBezTo>
                  <a:cubicBezTo>
                    <a:pt x="58" y="2"/>
                    <a:pt x="48" y="4"/>
                    <a:pt x="40" y="8"/>
                  </a:cubicBezTo>
                  <a:cubicBezTo>
                    <a:pt x="31" y="13"/>
                    <a:pt x="12" y="6"/>
                    <a:pt x="0" y="0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5" name="Freeform 64">
              <a:extLst>
                <a:ext uri="{FF2B5EF4-FFF2-40B4-BE49-F238E27FC236}">
                  <a16:creationId xmlns:a16="http://schemas.microsoft.com/office/drawing/2014/main" id="{DE33E9E2-D5E8-D9C0-F9B6-E3993A298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2267"/>
              <a:ext cx="97" cy="205"/>
            </a:xfrm>
            <a:custGeom>
              <a:avLst/>
              <a:gdLst>
                <a:gd name="T0" fmla="*/ 783 w 29"/>
                <a:gd name="T1" fmla="*/ 0 h 57"/>
                <a:gd name="T2" fmla="*/ 1007 w 29"/>
                <a:gd name="T3" fmla="*/ 982 h 57"/>
                <a:gd name="T4" fmla="*/ 0 w 29"/>
                <a:gd name="T5" fmla="*/ 2651 h 57"/>
                <a:gd name="T6" fmla="*/ 749 w 29"/>
                <a:gd name="T7" fmla="*/ 1075 h 57"/>
                <a:gd name="T8" fmla="*/ 783 w 29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57">
                  <a:moveTo>
                    <a:pt x="21" y="0"/>
                  </a:moveTo>
                  <a:cubicBezTo>
                    <a:pt x="22" y="9"/>
                    <a:pt x="25" y="18"/>
                    <a:pt x="27" y="21"/>
                  </a:cubicBezTo>
                  <a:cubicBezTo>
                    <a:pt x="29" y="25"/>
                    <a:pt x="12" y="37"/>
                    <a:pt x="0" y="57"/>
                  </a:cubicBezTo>
                  <a:cubicBezTo>
                    <a:pt x="5" y="43"/>
                    <a:pt x="17" y="29"/>
                    <a:pt x="20" y="23"/>
                  </a:cubicBezTo>
                  <a:cubicBezTo>
                    <a:pt x="22" y="17"/>
                    <a:pt x="19" y="7"/>
                    <a:pt x="21" y="0"/>
                  </a:cubicBezTo>
                  <a:close/>
                </a:path>
              </a:pathLst>
            </a:custGeom>
            <a:solidFill>
              <a:srgbClr val="FDC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6" name="Freeform 65">
              <a:extLst>
                <a:ext uri="{FF2B5EF4-FFF2-40B4-BE49-F238E27FC236}">
                  <a16:creationId xmlns:a16="http://schemas.microsoft.com/office/drawing/2014/main" id="{D6B6D945-64BD-B029-D8E6-D9094A041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488"/>
              <a:ext cx="3261" cy="1426"/>
            </a:xfrm>
            <a:custGeom>
              <a:avLst/>
              <a:gdLst>
                <a:gd name="T0" fmla="*/ 0 w 968"/>
                <a:gd name="T1" fmla="*/ 18398 h 397"/>
                <a:gd name="T2" fmla="*/ 18512 w 968"/>
                <a:gd name="T3" fmla="*/ 0 h 397"/>
                <a:gd name="T4" fmla="*/ 37010 w 968"/>
                <a:gd name="T5" fmla="*/ 18398 h 3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8" h="397">
                  <a:moveTo>
                    <a:pt x="0" y="397"/>
                  </a:moveTo>
                  <a:cubicBezTo>
                    <a:pt x="0" y="178"/>
                    <a:pt x="217" y="0"/>
                    <a:pt x="484" y="0"/>
                  </a:cubicBezTo>
                  <a:cubicBezTo>
                    <a:pt x="751" y="0"/>
                    <a:pt x="968" y="178"/>
                    <a:pt x="968" y="397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8" name="Freeform 66">
              <a:extLst>
                <a:ext uri="{FF2B5EF4-FFF2-40B4-BE49-F238E27FC236}">
                  <a16:creationId xmlns:a16="http://schemas.microsoft.com/office/drawing/2014/main" id="{6E979C54-D2CB-D263-22F5-C75305003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704"/>
              <a:ext cx="286" cy="226"/>
            </a:xfrm>
            <a:custGeom>
              <a:avLst/>
              <a:gdLst>
                <a:gd name="T0" fmla="*/ 306 w 85"/>
                <a:gd name="T1" fmla="*/ 2264 h 63"/>
                <a:gd name="T2" fmla="*/ 1063 w 85"/>
                <a:gd name="T3" fmla="*/ 463 h 63"/>
                <a:gd name="T4" fmla="*/ 2931 w 85"/>
                <a:gd name="T5" fmla="*/ 696 h 63"/>
                <a:gd name="T6" fmla="*/ 2174 w 85"/>
                <a:gd name="T7" fmla="*/ 2497 h 63"/>
                <a:gd name="T8" fmla="*/ 306 w 85"/>
                <a:gd name="T9" fmla="*/ 226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3">
                  <a:moveTo>
                    <a:pt x="8" y="49"/>
                  </a:moveTo>
                  <a:cubicBezTo>
                    <a:pt x="0" y="37"/>
                    <a:pt x="9" y="19"/>
                    <a:pt x="28" y="10"/>
                  </a:cubicBezTo>
                  <a:cubicBezTo>
                    <a:pt x="47" y="0"/>
                    <a:pt x="69" y="3"/>
                    <a:pt x="77" y="15"/>
                  </a:cubicBezTo>
                  <a:cubicBezTo>
                    <a:pt x="85" y="27"/>
                    <a:pt x="76" y="44"/>
                    <a:pt x="57" y="54"/>
                  </a:cubicBezTo>
                  <a:cubicBezTo>
                    <a:pt x="38" y="63"/>
                    <a:pt x="16" y="61"/>
                    <a:pt x="8" y="49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6" name="Freeform 67">
              <a:extLst>
                <a:ext uri="{FF2B5EF4-FFF2-40B4-BE49-F238E27FC236}">
                  <a16:creationId xmlns:a16="http://schemas.microsoft.com/office/drawing/2014/main" id="{88F6CBE2-1FF3-B921-4880-F346F70F2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18"/>
              <a:ext cx="276" cy="215"/>
            </a:xfrm>
            <a:custGeom>
              <a:avLst/>
              <a:gdLst>
                <a:gd name="T0" fmla="*/ 384 w 82"/>
                <a:gd name="T1" fmla="*/ 412 h 60"/>
                <a:gd name="T2" fmla="*/ 2255 w 82"/>
                <a:gd name="T3" fmla="*/ 641 h 60"/>
                <a:gd name="T4" fmla="*/ 2743 w 82"/>
                <a:gd name="T5" fmla="*/ 2351 h 60"/>
                <a:gd name="T6" fmla="*/ 872 w 82"/>
                <a:gd name="T7" fmla="*/ 2118 h 60"/>
                <a:gd name="T8" fmla="*/ 384 w 82"/>
                <a:gd name="T9" fmla="*/ 41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0">
                  <a:moveTo>
                    <a:pt x="10" y="9"/>
                  </a:moveTo>
                  <a:cubicBezTo>
                    <a:pt x="20" y="0"/>
                    <a:pt x="42" y="2"/>
                    <a:pt x="59" y="14"/>
                  </a:cubicBezTo>
                  <a:cubicBezTo>
                    <a:pt x="76" y="25"/>
                    <a:pt x="82" y="42"/>
                    <a:pt x="72" y="51"/>
                  </a:cubicBezTo>
                  <a:cubicBezTo>
                    <a:pt x="62" y="60"/>
                    <a:pt x="40" y="58"/>
                    <a:pt x="23" y="46"/>
                  </a:cubicBezTo>
                  <a:cubicBezTo>
                    <a:pt x="6" y="35"/>
                    <a:pt x="0" y="18"/>
                    <a:pt x="10" y="9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7" name="Freeform 68">
              <a:extLst>
                <a:ext uri="{FF2B5EF4-FFF2-40B4-BE49-F238E27FC236}">
                  <a16:creationId xmlns:a16="http://schemas.microsoft.com/office/drawing/2014/main" id="{C7467630-36AD-BDE2-11E2-1F4E83D58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300"/>
              <a:ext cx="205" cy="287"/>
            </a:xfrm>
            <a:custGeom>
              <a:avLst/>
              <a:gdLst>
                <a:gd name="T0" fmla="*/ 417 w 61"/>
                <a:gd name="T1" fmla="*/ 3283 h 80"/>
                <a:gd name="T2" fmla="*/ 450 w 61"/>
                <a:gd name="T3" fmla="*/ 1069 h 80"/>
                <a:gd name="T4" fmla="*/ 1899 w 61"/>
                <a:gd name="T5" fmla="*/ 463 h 80"/>
                <a:gd name="T6" fmla="*/ 1899 w 61"/>
                <a:gd name="T7" fmla="*/ 2626 h 80"/>
                <a:gd name="T8" fmla="*/ 417 w 61"/>
                <a:gd name="T9" fmla="*/ 3283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80">
                  <a:moveTo>
                    <a:pt x="11" y="71"/>
                  </a:moveTo>
                  <a:cubicBezTo>
                    <a:pt x="0" y="61"/>
                    <a:pt x="1" y="40"/>
                    <a:pt x="12" y="23"/>
                  </a:cubicBezTo>
                  <a:cubicBezTo>
                    <a:pt x="22" y="6"/>
                    <a:pt x="40" y="0"/>
                    <a:pt x="50" y="10"/>
                  </a:cubicBezTo>
                  <a:cubicBezTo>
                    <a:pt x="61" y="19"/>
                    <a:pt x="61" y="40"/>
                    <a:pt x="50" y="57"/>
                  </a:cubicBezTo>
                  <a:cubicBezTo>
                    <a:pt x="39" y="74"/>
                    <a:pt x="21" y="80"/>
                    <a:pt x="11" y="7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8" name="Freeform 69">
              <a:extLst>
                <a:ext uri="{FF2B5EF4-FFF2-40B4-BE49-F238E27FC236}">
                  <a16:creationId xmlns:a16="http://schemas.microsoft.com/office/drawing/2014/main" id="{84E97E97-EFDD-3528-1BA7-F996BD46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704"/>
              <a:ext cx="286" cy="226"/>
            </a:xfrm>
            <a:custGeom>
              <a:avLst/>
              <a:gdLst>
                <a:gd name="T0" fmla="*/ 306 w 85"/>
                <a:gd name="T1" fmla="*/ 2264 h 63"/>
                <a:gd name="T2" fmla="*/ 1063 w 85"/>
                <a:gd name="T3" fmla="*/ 463 h 63"/>
                <a:gd name="T4" fmla="*/ 2931 w 85"/>
                <a:gd name="T5" fmla="*/ 696 h 63"/>
                <a:gd name="T6" fmla="*/ 2174 w 85"/>
                <a:gd name="T7" fmla="*/ 2497 h 63"/>
                <a:gd name="T8" fmla="*/ 306 w 85"/>
                <a:gd name="T9" fmla="*/ 226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3">
                  <a:moveTo>
                    <a:pt x="8" y="49"/>
                  </a:moveTo>
                  <a:cubicBezTo>
                    <a:pt x="0" y="37"/>
                    <a:pt x="9" y="19"/>
                    <a:pt x="28" y="10"/>
                  </a:cubicBezTo>
                  <a:cubicBezTo>
                    <a:pt x="47" y="0"/>
                    <a:pt x="69" y="3"/>
                    <a:pt x="77" y="15"/>
                  </a:cubicBezTo>
                  <a:cubicBezTo>
                    <a:pt x="85" y="27"/>
                    <a:pt x="76" y="44"/>
                    <a:pt x="57" y="54"/>
                  </a:cubicBezTo>
                  <a:cubicBezTo>
                    <a:pt x="38" y="63"/>
                    <a:pt x="16" y="61"/>
                    <a:pt x="8" y="49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9" name="Freeform 70">
              <a:extLst>
                <a:ext uri="{FF2B5EF4-FFF2-40B4-BE49-F238E27FC236}">
                  <a16:creationId xmlns:a16="http://schemas.microsoft.com/office/drawing/2014/main" id="{1D92ADDE-C399-D7E6-8684-8C93793A0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18"/>
              <a:ext cx="276" cy="215"/>
            </a:xfrm>
            <a:custGeom>
              <a:avLst/>
              <a:gdLst>
                <a:gd name="T0" fmla="*/ 384 w 82"/>
                <a:gd name="T1" fmla="*/ 412 h 60"/>
                <a:gd name="T2" fmla="*/ 2255 w 82"/>
                <a:gd name="T3" fmla="*/ 641 h 60"/>
                <a:gd name="T4" fmla="*/ 2743 w 82"/>
                <a:gd name="T5" fmla="*/ 2351 h 60"/>
                <a:gd name="T6" fmla="*/ 872 w 82"/>
                <a:gd name="T7" fmla="*/ 2118 h 60"/>
                <a:gd name="T8" fmla="*/ 384 w 82"/>
                <a:gd name="T9" fmla="*/ 41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0">
                  <a:moveTo>
                    <a:pt x="10" y="9"/>
                  </a:moveTo>
                  <a:cubicBezTo>
                    <a:pt x="20" y="0"/>
                    <a:pt x="42" y="2"/>
                    <a:pt x="59" y="14"/>
                  </a:cubicBezTo>
                  <a:cubicBezTo>
                    <a:pt x="76" y="25"/>
                    <a:pt x="82" y="42"/>
                    <a:pt x="72" y="51"/>
                  </a:cubicBezTo>
                  <a:cubicBezTo>
                    <a:pt x="62" y="60"/>
                    <a:pt x="40" y="58"/>
                    <a:pt x="23" y="46"/>
                  </a:cubicBezTo>
                  <a:cubicBezTo>
                    <a:pt x="6" y="35"/>
                    <a:pt x="0" y="18"/>
                    <a:pt x="10" y="9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0" name="Freeform 71">
              <a:extLst>
                <a:ext uri="{FF2B5EF4-FFF2-40B4-BE49-F238E27FC236}">
                  <a16:creationId xmlns:a16="http://schemas.microsoft.com/office/drawing/2014/main" id="{BB5391E3-3D7E-EE37-C60B-B65D78854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2300"/>
              <a:ext cx="205" cy="287"/>
            </a:xfrm>
            <a:custGeom>
              <a:avLst/>
              <a:gdLst>
                <a:gd name="T0" fmla="*/ 417 w 61"/>
                <a:gd name="T1" fmla="*/ 3283 h 80"/>
                <a:gd name="T2" fmla="*/ 450 w 61"/>
                <a:gd name="T3" fmla="*/ 1069 h 80"/>
                <a:gd name="T4" fmla="*/ 1899 w 61"/>
                <a:gd name="T5" fmla="*/ 463 h 80"/>
                <a:gd name="T6" fmla="*/ 1899 w 61"/>
                <a:gd name="T7" fmla="*/ 2626 h 80"/>
                <a:gd name="T8" fmla="*/ 417 w 61"/>
                <a:gd name="T9" fmla="*/ 3283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80">
                  <a:moveTo>
                    <a:pt x="11" y="71"/>
                  </a:moveTo>
                  <a:cubicBezTo>
                    <a:pt x="0" y="61"/>
                    <a:pt x="1" y="40"/>
                    <a:pt x="12" y="23"/>
                  </a:cubicBezTo>
                  <a:cubicBezTo>
                    <a:pt x="22" y="6"/>
                    <a:pt x="40" y="0"/>
                    <a:pt x="50" y="10"/>
                  </a:cubicBezTo>
                  <a:cubicBezTo>
                    <a:pt x="61" y="19"/>
                    <a:pt x="61" y="40"/>
                    <a:pt x="50" y="57"/>
                  </a:cubicBezTo>
                  <a:cubicBezTo>
                    <a:pt x="39" y="74"/>
                    <a:pt x="21" y="80"/>
                    <a:pt x="11" y="7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1" name="Freeform 72">
              <a:extLst>
                <a:ext uri="{FF2B5EF4-FFF2-40B4-BE49-F238E27FC236}">
                  <a16:creationId xmlns:a16="http://schemas.microsoft.com/office/drawing/2014/main" id="{C6C2F217-D391-F8E2-AE4F-1AE93D21D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443"/>
              <a:ext cx="206" cy="266"/>
            </a:xfrm>
            <a:custGeom>
              <a:avLst/>
              <a:gdLst>
                <a:gd name="T0" fmla="*/ 925 w 61"/>
                <a:gd name="T1" fmla="*/ 0 h 74"/>
                <a:gd name="T2" fmla="*/ 2188 w 61"/>
                <a:gd name="T3" fmla="*/ 1668 h 74"/>
                <a:gd name="T4" fmla="*/ 1459 w 61"/>
                <a:gd name="T5" fmla="*/ 3436 h 74"/>
                <a:gd name="T6" fmla="*/ 159 w 61"/>
                <a:gd name="T7" fmla="*/ 1718 h 74"/>
                <a:gd name="T8" fmla="*/ 925 w 61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74">
                  <a:moveTo>
                    <a:pt x="24" y="0"/>
                  </a:moveTo>
                  <a:cubicBezTo>
                    <a:pt x="39" y="0"/>
                    <a:pt x="54" y="16"/>
                    <a:pt x="57" y="36"/>
                  </a:cubicBezTo>
                  <a:cubicBezTo>
                    <a:pt x="61" y="57"/>
                    <a:pt x="52" y="74"/>
                    <a:pt x="38" y="74"/>
                  </a:cubicBezTo>
                  <a:cubicBezTo>
                    <a:pt x="23" y="74"/>
                    <a:pt x="8" y="58"/>
                    <a:pt x="4" y="37"/>
                  </a:cubicBezTo>
                  <a:cubicBezTo>
                    <a:pt x="0" y="17"/>
                    <a:pt x="9" y="0"/>
                    <a:pt x="24" y="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2" name="Freeform 73">
              <a:extLst>
                <a:ext uri="{FF2B5EF4-FFF2-40B4-BE49-F238E27FC236}">
                  <a16:creationId xmlns:a16="http://schemas.microsoft.com/office/drawing/2014/main" id="{1155460E-15F0-3088-048A-9DE88CE28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2081"/>
              <a:ext cx="239" cy="251"/>
            </a:xfrm>
            <a:custGeom>
              <a:avLst/>
              <a:gdLst>
                <a:gd name="T0" fmla="*/ 0 w 71"/>
                <a:gd name="T1" fmla="*/ 1337 h 70"/>
                <a:gd name="T2" fmla="*/ 34 w 71"/>
                <a:gd name="T3" fmla="*/ 1158 h 70"/>
                <a:gd name="T4" fmla="*/ 1835 w 71"/>
                <a:gd name="T5" fmla="*/ 463 h 70"/>
                <a:gd name="T6" fmla="*/ 2403 w 71"/>
                <a:gd name="T7" fmla="*/ 2725 h 70"/>
                <a:gd name="T8" fmla="*/ 2063 w 71"/>
                <a:gd name="T9" fmla="*/ 322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70">
                  <a:moveTo>
                    <a:pt x="0" y="29"/>
                  </a:moveTo>
                  <a:cubicBezTo>
                    <a:pt x="0" y="28"/>
                    <a:pt x="1" y="26"/>
                    <a:pt x="1" y="25"/>
                  </a:cubicBezTo>
                  <a:cubicBezTo>
                    <a:pt x="10" y="7"/>
                    <a:pt x="31" y="0"/>
                    <a:pt x="48" y="10"/>
                  </a:cubicBezTo>
                  <a:cubicBezTo>
                    <a:pt x="65" y="19"/>
                    <a:pt x="71" y="41"/>
                    <a:pt x="63" y="59"/>
                  </a:cubicBezTo>
                  <a:cubicBezTo>
                    <a:pt x="60" y="64"/>
                    <a:pt x="57" y="67"/>
                    <a:pt x="54" y="7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3" name="Freeform 74">
              <a:extLst>
                <a:ext uri="{FF2B5EF4-FFF2-40B4-BE49-F238E27FC236}">
                  <a16:creationId xmlns:a16="http://schemas.microsoft.com/office/drawing/2014/main" id="{73BE70E4-932C-F730-B437-ADA199B64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765"/>
              <a:ext cx="215" cy="158"/>
            </a:xfrm>
            <a:custGeom>
              <a:avLst/>
              <a:gdLst>
                <a:gd name="T0" fmla="*/ 1512 w 64"/>
                <a:gd name="T1" fmla="*/ 1716 h 44"/>
                <a:gd name="T2" fmla="*/ 2392 w 64"/>
                <a:gd name="T3" fmla="*/ 233 h 44"/>
                <a:gd name="T4" fmla="*/ 914 w 64"/>
                <a:gd name="T5" fmla="*/ 373 h 44"/>
                <a:gd name="T6" fmla="*/ 34 w 64"/>
                <a:gd name="T7" fmla="*/ 1857 h 44"/>
                <a:gd name="T8" fmla="*/ 1512 w 64"/>
                <a:gd name="T9" fmla="*/ 17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44">
                  <a:moveTo>
                    <a:pt x="40" y="37"/>
                  </a:moveTo>
                  <a:cubicBezTo>
                    <a:pt x="56" y="29"/>
                    <a:pt x="64" y="16"/>
                    <a:pt x="63" y="5"/>
                  </a:cubicBezTo>
                  <a:cubicBezTo>
                    <a:pt x="52" y="0"/>
                    <a:pt x="37" y="1"/>
                    <a:pt x="24" y="8"/>
                  </a:cubicBezTo>
                  <a:cubicBezTo>
                    <a:pt x="8" y="16"/>
                    <a:pt x="0" y="29"/>
                    <a:pt x="1" y="40"/>
                  </a:cubicBezTo>
                  <a:cubicBezTo>
                    <a:pt x="12" y="44"/>
                    <a:pt x="27" y="44"/>
                    <a:pt x="40" y="37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4" name="Freeform 75">
              <a:extLst>
                <a:ext uri="{FF2B5EF4-FFF2-40B4-BE49-F238E27FC236}">
                  <a16:creationId xmlns:a16="http://schemas.microsoft.com/office/drawing/2014/main" id="{0FCE0473-5A18-3367-6A78-471E326A0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1657"/>
              <a:ext cx="260" cy="215"/>
            </a:xfrm>
            <a:custGeom>
              <a:avLst/>
              <a:gdLst>
                <a:gd name="T0" fmla="*/ 159 w 77"/>
                <a:gd name="T1" fmla="*/ 1014 h 60"/>
                <a:gd name="T2" fmla="*/ 1732 w 77"/>
                <a:gd name="T3" fmla="*/ 233 h 60"/>
                <a:gd name="T4" fmla="*/ 2850 w 77"/>
                <a:gd name="T5" fmla="*/ 1745 h 60"/>
                <a:gd name="T6" fmla="*/ 1232 w 77"/>
                <a:gd name="T7" fmla="*/ 2580 h 60"/>
                <a:gd name="T8" fmla="*/ 159 w 77"/>
                <a:gd name="T9" fmla="*/ 101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60">
                  <a:moveTo>
                    <a:pt x="4" y="22"/>
                  </a:moveTo>
                  <a:cubicBezTo>
                    <a:pt x="7" y="8"/>
                    <a:pt x="26" y="0"/>
                    <a:pt x="45" y="5"/>
                  </a:cubicBezTo>
                  <a:cubicBezTo>
                    <a:pt x="64" y="9"/>
                    <a:pt x="77" y="24"/>
                    <a:pt x="74" y="38"/>
                  </a:cubicBezTo>
                  <a:cubicBezTo>
                    <a:pt x="70" y="52"/>
                    <a:pt x="52" y="60"/>
                    <a:pt x="32" y="56"/>
                  </a:cubicBezTo>
                  <a:cubicBezTo>
                    <a:pt x="13" y="52"/>
                    <a:pt x="0" y="37"/>
                    <a:pt x="4" y="22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5" name="Freeform 76">
              <a:extLst>
                <a:ext uri="{FF2B5EF4-FFF2-40B4-BE49-F238E27FC236}">
                  <a16:creationId xmlns:a16="http://schemas.microsoft.com/office/drawing/2014/main" id="{C8FB629C-0146-4176-714D-D5561D25F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" y="1657"/>
              <a:ext cx="260" cy="215"/>
            </a:xfrm>
            <a:custGeom>
              <a:avLst/>
              <a:gdLst>
                <a:gd name="T0" fmla="*/ 159 w 77"/>
                <a:gd name="T1" fmla="*/ 1014 h 60"/>
                <a:gd name="T2" fmla="*/ 1732 w 77"/>
                <a:gd name="T3" fmla="*/ 233 h 60"/>
                <a:gd name="T4" fmla="*/ 2850 w 77"/>
                <a:gd name="T5" fmla="*/ 1745 h 60"/>
                <a:gd name="T6" fmla="*/ 1232 w 77"/>
                <a:gd name="T7" fmla="*/ 2580 h 60"/>
                <a:gd name="T8" fmla="*/ 159 w 77"/>
                <a:gd name="T9" fmla="*/ 101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60">
                  <a:moveTo>
                    <a:pt x="4" y="22"/>
                  </a:moveTo>
                  <a:cubicBezTo>
                    <a:pt x="7" y="8"/>
                    <a:pt x="26" y="0"/>
                    <a:pt x="45" y="5"/>
                  </a:cubicBezTo>
                  <a:cubicBezTo>
                    <a:pt x="64" y="9"/>
                    <a:pt x="77" y="24"/>
                    <a:pt x="74" y="38"/>
                  </a:cubicBezTo>
                  <a:cubicBezTo>
                    <a:pt x="70" y="52"/>
                    <a:pt x="52" y="60"/>
                    <a:pt x="32" y="56"/>
                  </a:cubicBezTo>
                  <a:cubicBezTo>
                    <a:pt x="13" y="52"/>
                    <a:pt x="0" y="37"/>
                    <a:pt x="4" y="22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6" name="Freeform 77">
              <a:extLst>
                <a:ext uri="{FF2B5EF4-FFF2-40B4-BE49-F238E27FC236}">
                  <a16:creationId xmlns:a16="http://schemas.microsoft.com/office/drawing/2014/main" id="{D5922C0F-2114-CEF3-89CD-17E38BA70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1732"/>
              <a:ext cx="219" cy="137"/>
            </a:xfrm>
            <a:custGeom>
              <a:avLst/>
              <a:gdLst>
                <a:gd name="T0" fmla="*/ 1034 w 65"/>
                <a:gd name="T1" fmla="*/ 1637 h 38"/>
                <a:gd name="T2" fmla="*/ 2486 w 65"/>
                <a:gd name="T3" fmla="*/ 1132 h 38"/>
                <a:gd name="T4" fmla="*/ 1418 w 65"/>
                <a:gd name="T5" fmla="*/ 144 h 38"/>
                <a:gd name="T6" fmla="*/ 0 w 65"/>
                <a:gd name="T7" fmla="*/ 649 h 38"/>
                <a:gd name="T8" fmla="*/ 1034 w 65"/>
                <a:gd name="T9" fmla="*/ 163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38">
                  <a:moveTo>
                    <a:pt x="27" y="35"/>
                  </a:moveTo>
                  <a:cubicBezTo>
                    <a:pt x="43" y="38"/>
                    <a:pt x="58" y="34"/>
                    <a:pt x="65" y="24"/>
                  </a:cubicBezTo>
                  <a:cubicBezTo>
                    <a:pt x="62" y="14"/>
                    <a:pt x="51" y="6"/>
                    <a:pt x="37" y="3"/>
                  </a:cubicBezTo>
                  <a:cubicBezTo>
                    <a:pt x="22" y="0"/>
                    <a:pt x="7" y="4"/>
                    <a:pt x="0" y="14"/>
                  </a:cubicBezTo>
                  <a:cubicBezTo>
                    <a:pt x="3" y="23"/>
                    <a:pt x="14" y="32"/>
                    <a:pt x="27" y="35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7" name="Freeform 78">
              <a:extLst>
                <a:ext uri="{FF2B5EF4-FFF2-40B4-BE49-F238E27FC236}">
                  <a16:creationId xmlns:a16="http://schemas.microsoft.com/office/drawing/2014/main" id="{2546E029-2ED4-A6AB-2251-8BB279F33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1779"/>
              <a:ext cx="213" cy="154"/>
            </a:xfrm>
            <a:custGeom>
              <a:avLst/>
              <a:gdLst>
                <a:gd name="T0" fmla="*/ 0 w 63"/>
                <a:gd name="T1" fmla="*/ 269 h 43"/>
                <a:gd name="T2" fmla="*/ 696 w 63"/>
                <a:gd name="T3" fmla="*/ 1332 h 43"/>
                <a:gd name="T4" fmla="*/ 2434 w 63"/>
                <a:gd name="T5" fmla="*/ 1705 h 43"/>
                <a:gd name="T6" fmla="*/ 1782 w 63"/>
                <a:gd name="T7" fmla="*/ 641 h 43"/>
                <a:gd name="T8" fmla="*/ 0 w 63"/>
                <a:gd name="T9" fmla="*/ 26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43">
                  <a:moveTo>
                    <a:pt x="0" y="6"/>
                  </a:moveTo>
                  <a:cubicBezTo>
                    <a:pt x="2" y="14"/>
                    <a:pt x="8" y="23"/>
                    <a:pt x="18" y="29"/>
                  </a:cubicBezTo>
                  <a:cubicBezTo>
                    <a:pt x="33" y="40"/>
                    <a:pt x="52" y="43"/>
                    <a:pt x="63" y="37"/>
                  </a:cubicBezTo>
                  <a:cubicBezTo>
                    <a:pt x="62" y="29"/>
                    <a:pt x="56" y="21"/>
                    <a:pt x="46" y="14"/>
                  </a:cubicBezTo>
                  <a:cubicBezTo>
                    <a:pt x="31" y="3"/>
                    <a:pt x="12" y="0"/>
                    <a:pt x="0" y="6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4" name="Freeform 79">
              <a:extLst>
                <a:ext uri="{FF2B5EF4-FFF2-40B4-BE49-F238E27FC236}">
                  <a16:creationId xmlns:a16="http://schemas.microsoft.com/office/drawing/2014/main" id="{638C9AB4-7B2B-B47A-B3B3-4FABB525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528"/>
              <a:ext cx="206" cy="104"/>
            </a:xfrm>
            <a:custGeom>
              <a:avLst/>
              <a:gdLst>
                <a:gd name="T0" fmla="*/ 81 w 61"/>
                <a:gd name="T1" fmla="*/ 732 h 29"/>
                <a:gd name="T2" fmla="*/ 1344 w 61"/>
                <a:gd name="T3" fmla="*/ 50 h 29"/>
                <a:gd name="T4" fmla="*/ 2269 w 61"/>
                <a:gd name="T5" fmla="*/ 606 h 29"/>
                <a:gd name="T6" fmla="*/ 1037 w 61"/>
                <a:gd name="T7" fmla="*/ 1338 h 29"/>
                <a:gd name="T8" fmla="*/ 81 w 61"/>
                <a:gd name="T9" fmla="*/ 73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29">
                  <a:moveTo>
                    <a:pt x="2" y="16"/>
                  </a:moveTo>
                  <a:cubicBezTo>
                    <a:pt x="4" y="9"/>
                    <a:pt x="19" y="2"/>
                    <a:pt x="35" y="1"/>
                  </a:cubicBezTo>
                  <a:cubicBezTo>
                    <a:pt x="50" y="0"/>
                    <a:pt x="61" y="6"/>
                    <a:pt x="59" y="13"/>
                  </a:cubicBezTo>
                  <a:cubicBezTo>
                    <a:pt x="57" y="21"/>
                    <a:pt x="42" y="28"/>
                    <a:pt x="27" y="29"/>
                  </a:cubicBezTo>
                  <a:cubicBezTo>
                    <a:pt x="11" y="29"/>
                    <a:pt x="0" y="24"/>
                    <a:pt x="2" y="16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6" name="Freeform 80">
              <a:extLst>
                <a:ext uri="{FF2B5EF4-FFF2-40B4-BE49-F238E27FC236}">
                  <a16:creationId xmlns:a16="http://schemas.microsoft.com/office/drawing/2014/main" id="{7DF751F1-E449-458E-B74F-CE312EA5D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528"/>
              <a:ext cx="206" cy="104"/>
            </a:xfrm>
            <a:custGeom>
              <a:avLst/>
              <a:gdLst>
                <a:gd name="T0" fmla="*/ 81 w 61"/>
                <a:gd name="T1" fmla="*/ 732 h 29"/>
                <a:gd name="T2" fmla="*/ 1344 w 61"/>
                <a:gd name="T3" fmla="*/ 50 h 29"/>
                <a:gd name="T4" fmla="*/ 2269 w 61"/>
                <a:gd name="T5" fmla="*/ 606 h 29"/>
                <a:gd name="T6" fmla="*/ 1037 w 61"/>
                <a:gd name="T7" fmla="*/ 1338 h 29"/>
                <a:gd name="T8" fmla="*/ 81 w 61"/>
                <a:gd name="T9" fmla="*/ 73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29">
                  <a:moveTo>
                    <a:pt x="2" y="16"/>
                  </a:moveTo>
                  <a:cubicBezTo>
                    <a:pt x="4" y="9"/>
                    <a:pt x="19" y="2"/>
                    <a:pt x="35" y="1"/>
                  </a:cubicBezTo>
                  <a:cubicBezTo>
                    <a:pt x="50" y="0"/>
                    <a:pt x="61" y="6"/>
                    <a:pt x="59" y="13"/>
                  </a:cubicBezTo>
                  <a:cubicBezTo>
                    <a:pt x="57" y="21"/>
                    <a:pt x="42" y="28"/>
                    <a:pt x="27" y="29"/>
                  </a:cubicBezTo>
                  <a:cubicBezTo>
                    <a:pt x="11" y="29"/>
                    <a:pt x="0" y="24"/>
                    <a:pt x="2" y="16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7" name="Freeform 81">
              <a:extLst>
                <a:ext uri="{FF2B5EF4-FFF2-40B4-BE49-F238E27FC236}">
                  <a16:creationId xmlns:a16="http://schemas.microsoft.com/office/drawing/2014/main" id="{EE29AFE8-0698-AF5E-D778-86DFD6E3A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1567"/>
              <a:ext cx="176" cy="65"/>
            </a:xfrm>
            <a:custGeom>
              <a:avLst/>
              <a:gdLst>
                <a:gd name="T0" fmla="*/ 0 w 52"/>
                <a:gd name="T1" fmla="*/ 614 h 18"/>
                <a:gd name="T2" fmla="*/ 812 w 52"/>
                <a:gd name="T3" fmla="*/ 849 h 18"/>
                <a:gd name="T4" fmla="*/ 2017 w 52"/>
                <a:gd name="T5" fmla="*/ 235 h 18"/>
                <a:gd name="T6" fmla="*/ 1202 w 52"/>
                <a:gd name="T7" fmla="*/ 51 h 18"/>
                <a:gd name="T8" fmla="*/ 0 w 52"/>
                <a:gd name="T9" fmla="*/ 61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8">
                  <a:moveTo>
                    <a:pt x="0" y="13"/>
                  </a:moveTo>
                  <a:cubicBezTo>
                    <a:pt x="4" y="16"/>
                    <a:pt x="12" y="18"/>
                    <a:pt x="21" y="18"/>
                  </a:cubicBezTo>
                  <a:cubicBezTo>
                    <a:pt x="35" y="17"/>
                    <a:pt x="48" y="11"/>
                    <a:pt x="52" y="5"/>
                  </a:cubicBezTo>
                  <a:cubicBezTo>
                    <a:pt x="48" y="2"/>
                    <a:pt x="40" y="0"/>
                    <a:pt x="31" y="1"/>
                  </a:cubicBezTo>
                  <a:cubicBezTo>
                    <a:pt x="17" y="1"/>
                    <a:pt x="4" y="7"/>
                    <a:pt x="0" y="13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" name="Freeform 82">
              <a:extLst>
                <a:ext uri="{FF2B5EF4-FFF2-40B4-BE49-F238E27FC236}">
                  <a16:creationId xmlns:a16="http://schemas.microsoft.com/office/drawing/2014/main" id="{22B50E00-5337-9180-500E-D2082091D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354"/>
              <a:ext cx="135" cy="215"/>
            </a:xfrm>
            <a:custGeom>
              <a:avLst/>
              <a:gdLst>
                <a:gd name="T0" fmla="*/ 388 w 40"/>
                <a:gd name="T1" fmla="*/ 835 h 60"/>
                <a:gd name="T2" fmla="*/ 192 w 40"/>
                <a:gd name="T3" fmla="*/ 2759 h 60"/>
                <a:gd name="T4" fmla="*/ 1151 w 40"/>
                <a:gd name="T5" fmla="*/ 1939 h 60"/>
                <a:gd name="T6" fmla="*/ 1343 w 40"/>
                <a:gd name="T7" fmla="*/ 0 h 60"/>
                <a:gd name="T8" fmla="*/ 388 w 40"/>
                <a:gd name="T9" fmla="*/ 835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60">
                  <a:moveTo>
                    <a:pt x="10" y="18"/>
                  </a:moveTo>
                  <a:cubicBezTo>
                    <a:pt x="1" y="32"/>
                    <a:pt x="0" y="49"/>
                    <a:pt x="5" y="60"/>
                  </a:cubicBezTo>
                  <a:cubicBezTo>
                    <a:pt x="14" y="59"/>
                    <a:pt x="23" y="53"/>
                    <a:pt x="30" y="42"/>
                  </a:cubicBezTo>
                  <a:cubicBezTo>
                    <a:pt x="39" y="28"/>
                    <a:pt x="40" y="11"/>
                    <a:pt x="35" y="0"/>
                  </a:cubicBezTo>
                  <a:cubicBezTo>
                    <a:pt x="26" y="1"/>
                    <a:pt x="17" y="8"/>
                    <a:pt x="10" y="18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" name="Freeform 83">
              <a:extLst>
                <a:ext uri="{FF2B5EF4-FFF2-40B4-BE49-F238E27FC236}">
                  <a16:creationId xmlns:a16="http://schemas.microsoft.com/office/drawing/2014/main" id="{945AFB78-E4D0-4964-C582-104B94329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468"/>
              <a:ext cx="125" cy="237"/>
            </a:xfrm>
            <a:custGeom>
              <a:avLst/>
              <a:gdLst>
                <a:gd name="T0" fmla="*/ 307 w 37"/>
                <a:gd name="T1" fmla="*/ 0 h 66"/>
                <a:gd name="T2" fmla="*/ 81 w 37"/>
                <a:gd name="T3" fmla="*/ 1393 h 66"/>
                <a:gd name="T4" fmla="*/ 1118 w 37"/>
                <a:gd name="T5" fmla="*/ 3056 h 66"/>
                <a:gd name="T6" fmla="*/ 1348 w 37"/>
                <a:gd name="T7" fmla="*/ 1663 h 66"/>
                <a:gd name="T8" fmla="*/ 307 w 37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66">
                  <a:moveTo>
                    <a:pt x="8" y="0"/>
                  </a:moveTo>
                  <a:cubicBezTo>
                    <a:pt x="2" y="7"/>
                    <a:pt x="0" y="18"/>
                    <a:pt x="2" y="30"/>
                  </a:cubicBezTo>
                  <a:cubicBezTo>
                    <a:pt x="6" y="48"/>
                    <a:pt x="17" y="62"/>
                    <a:pt x="29" y="66"/>
                  </a:cubicBezTo>
                  <a:cubicBezTo>
                    <a:pt x="35" y="59"/>
                    <a:pt x="37" y="48"/>
                    <a:pt x="35" y="36"/>
                  </a:cubicBezTo>
                  <a:cubicBezTo>
                    <a:pt x="31" y="19"/>
                    <a:pt x="20" y="4"/>
                    <a:pt x="8" y="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" name="Freeform 84">
              <a:extLst>
                <a:ext uri="{FF2B5EF4-FFF2-40B4-BE49-F238E27FC236}">
                  <a16:creationId xmlns:a16="http://schemas.microsoft.com/office/drawing/2014/main" id="{2078476C-611C-5675-4386-EFD204E38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2081"/>
              <a:ext cx="269" cy="251"/>
            </a:xfrm>
            <a:custGeom>
              <a:avLst/>
              <a:gdLst>
                <a:gd name="T0" fmla="*/ 2172 w 80"/>
                <a:gd name="T1" fmla="*/ 463 h 70"/>
                <a:gd name="T2" fmla="*/ 383 w 80"/>
                <a:gd name="T3" fmla="*/ 1158 h 70"/>
                <a:gd name="T4" fmla="*/ 340 w 80"/>
                <a:gd name="T5" fmla="*/ 1287 h 70"/>
                <a:gd name="T6" fmla="*/ 340 w 80"/>
                <a:gd name="T7" fmla="*/ 1287 h 70"/>
                <a:gd name="T8" fmla="*/ 34 w 80"/>
                <a:gd name="T9" fmla="*/ 1839 h 70"/>
                <a:gd name="T10" fmla="*/ 81 w 80"/>
                <a:gd name="T11" fmla="*/ 1839 h 70"/>
                <a:gd name="T12" fmla="*/ 1933 w 80"/>
                <a:gd name="T13" fmla="*/ 1337 h 70"/>
                <a:gd name="T14" fmla="*/ 2397 w 80"/>
                <a:gd name="T15" fmla="*/ 3227 h 70"/>
                <a:gd name="T16" fmla="*/ 2737 w 80"/>
                <a:gd name="T17" fmla="*/ 2725 h 70"/>
                <a:gd name="T18" fmla="*/ 2172 w 80"/>
                <a:gd name="T19" fmla="*/ 463 h 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70">
                  <a:moveTo>
                    <a:pt x="57" y="10"/>
                  </a:moveTo>
                  <a:cubicBezTo>
                    <a:pt x="40" y="0"/>
                    <a:pt x="19" y="7"/>
                    <a:pt x="10" y="25"/>
                  </a:cubicBezTo>
                  <a:cubicBezTo>
                    <a:pt x="10" y="26"/>
                    <a:pt x="9" y="27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0" y="42"/>
                    <a:pt x="2" y="40"/>
                  </a:cubicBezTo>
                  <a:cubicBezTo>
                    <a:pt x="12" y="30"/>
                    <a:pt x="34" y="17"/>
                    <a:pt x="51" y="29"/>
                  </a:cubicBezTo>
                  <a:cubicBezTo>
                    <a:pt x="64" y="38"/>
                    <a:pt x="68" y="55"/>
                    <a:pt x="63" y="70"/>
                  </a:cubicBezTo>
                  <a:cubicBezTo>
                    <a:pt x="66" y="67"/>
                    <a:pt x="69" y="64"/>
                    <a:pt x="72" y="59"/>
                  </a:cubicBezTo>
                  <a:cubicBezTo>
                    <a:pt x="80" y="41"/>
                    <a:pt x="74" y="19"/>
                    <a:pt x="57" y="1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" name="Freeform 85">
              <a:extLst>
                <a:ext uri="{FF2B5EF4-FFF2-40B4-BE49-F238E27FC236}">
                  <a16:creationId xmlns:a16="http://schemas.microsoft.com/office/drawing/2014/main" id="{1A9D3300-3513-ADFE-F42F-8CE0A2520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1901"/>
              <a:ext cx="936" cy="348"/>
            </a:xfrm>
            <a:custGeom>
              <a:avLst/>
              <a:gdLst>
                <a:gd name="T0" fmla="*/ 34 w 278"/>
                <a:gd name="T1" fmla="*/ 0 h 97"/>
                <a:gd name="T2" fmla="*/ 34 w 278"/>
                <a:gd name="T3" fmla="*/ 696 h 97"/>
                <a:gd name="T4" fmla="*/ 273 w 278"/>
                <a:gd name="T5" fmla="*/ 965 h 97"/>
                <a:gd name="T6" fmla="*/ 9966 w 278"/>
                <a:gd name="T7" fmla="*/ 4248 h 97"/>
                <a:gd name="T8" fmla="*/ 10306 w 278"/>
                <a:gd name="T9" fmla="*/ 4198 h 97"/>
                <a:gd name="T10" fmla="*/ 10609 w 278"/>
                <a:gd name="T11" fmla="*/ 3606 h 97"/>
                <a:gd name="T12" fmla="*/ 34 w 278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97">
                  <a:moveTo>
                    <a:pt x="1" y="0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0" y="20"/>
                    <a:pt x="7" y="21"/>
                  </a:cubicBezTo>
                  <a:cubicBezTo>
                    <a:pt x="103" y="22"/>
                    <a:pt x="194" y="50"/>
                    <a:pt x="261" y="92"/>
                  </a:cubicBezTo>
                  <a:cubicBezTo>
                    <a:pt x="267" y="97"/>
                    <a:pt x="270" y="91"/>
                    <a:pt x="270" y="91"/>
                  </a:cubicBezTo>
                  <a:cubicBezTo>
                    <a:pt x="278" y="78"/>
                    <a:pt x="278" y="78"/>
                    <a:pt x="278" y="78"/>
                  </a:cubicBezTo>
                  <a:cubicBezTo>
                    <a:pt x="204" y="30"/>
                    <a:pt x="107" y="1"/>
                    <a:pt x="1" y="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" name="Freeform 86">
              <a:extLst>
                <a:ext uri="{FF2B5EF4-FFF2-40B4-BE49-F238E27FC236}">
                  <a16:creationId xmlns:a16="http://schemas.microsoft.com/office/drawing/2014/main" id="{F7CDE704-B275-C726-4DE3-9C4D7A4F5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916"/>
              <a:ext cx="737" cy="337"/>
            </a:xfrm>
            <a:custGeom>
              <a:avLst/>
              <a:gdLst>
                <a:gd name="T0" fmla="*/ 8235 w 219"/>
                <a:gd name="T1" fmla="*/ 0 h 94"/>
                <a:gd name="T2" fmla="*/ 0 w 219"/>
                <a:gd name="T3" fmla="*/ 3495 h 94"/>
                <a:gd name="T4" fmla="*/ 306 w 219"/>
                <a:gd name="T5" fmla="*/ 4048 h 94"/>
                <a:gd name="T6" fmla="*/ 724 w 219"/>
                <a:gd name="T7" fmla="*/ 4101 h 94"/>
                <a:gd name="T8" fmla="*/ 8073 w 219"/>
                <a:gd name="T9" fmla="*/ 964 h 94"/>
                <a:gd name="T10" fmla="*/ 8312 w 219"/>
                <a:gd name="T11" fmla="*/ 642 h 94"/>
                <a:gd name="T12" fmla="*/ 8235 w 219"/>
                <a:gd name="T13" fmla="*/ 0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9" h="94">
                  <a:moveTo>
                    <a:pt x="216" y="0"/>
                  </a:moveTo>
                  <a:cubicBezTo>
                    <a:pt x="134" y="9"/>
                    <a:pt x="59" y="37"/>
                    <a:pt x="0" y="7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8" y="88"/>
                    <a:pt x="11" y="94"/>
                    <a:pt x="19" y="89"/>
                  </a:cubicBezTo>
                  <a:cubicBezTo>
                    <a:pt x="73" y="55"/>
                    <a:pt x="139" y="31"/>
                    <a:pt x="212" y="21"/>
                  </a:cubicBezTo>
                  <a:cubicBezTo>
                    <a:pt x="219" y="20"/>
                    <a:pt x="218" y="14"/>
                    <a:pt x="218" y="14"/>
                  </a:cubicBezTo>
                  <a:lnTo>
                    <a:pt x="216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" name="Freeform 87">
              <a:extLst>
                <a:ext uri="{FF2B5EF4-FFF2-40B4-BE49-F238E27FC236}">
                  <a16:creationId xmlns:a16="http://schemas.microsoft.com/office/drawing/2014/main" id="{9EC966E4-F257-4499-3CA2-08D153A89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1772"/>
              <a:ext cx="249" cy="201"/>
            </a:xfrm>
            <a:custGeom>
              <a:avLst/>
              <a:gdLst>
                <a:gd name="T0" fmla="*/ 1370 w 74"/>
                <a:gd name="T1" fmla="*/ 50 h 56"/>
                <a:gd name="T2" fmla="*/ 34 w 74"/>
                <a:gd name="T3" fmla="*/ 1752 h 56"/>
                <a:gd name="T4" fmla="*/ 34 w 74"/>
                <a:gd name="T5" fmla="*/ 1856 h 56"/>
                <a:gd name="T6" fmla="*/ 34 w 74"/>
                <a:gd name="T7" fmla="*/ 1856 h 56"/>
                <a:gd name="T8" fmla="*/ 114 w 74"/>
                <a:gd name="T9" fmla="*/ 2498 h 56"/>
                <a:gd name="T10" fmla="*/ 114 w 74"/>
                <a:gd name="T11" fmla="*/ 2588 h 56"/>
                <a:gd name="T12" fmla="*/ 114 w 74"/>
                <a:gd name="T13" fmla="*/ 2588 h 56"/>
                <a:gd name="T14" fmla="*/ 1450 w 74"/>
                <a:gd name="T15" fmla="*/ 736 h 56"/>
                <a:gd name="T16" fmla="*/ 2820 w 74"/>
                <a:gd name="T17" fmla="*/ 1895 h 56"/>
                <a:gd name="T18" fmla="*/ 2820 w 74"/>
                <a:gd name="T19" fmla="*/ 1662 h 56"/>
                <a:gd name="T20" fmla="*/ 1370 w 74"/>
                <a:gd name="T21" fmla="*/ 50 h 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4" h="56">
                  <a:moveTo>
                    <a:pt x="36" y="1"/>
                  </a:moveTo>
                  <a:cubicBezTo>
                    <a:pt x="16" y="1"/>
                    <a:pt x="0" y="18"/>
                    <a:pt x="1" y="38"/>
                  </a:cubicBezTo>
                  <a:cubicBezTo>
                    <a:pt x="1" y="39"/>
                    <a:pt x="1" y="39"/>
                    <a:pt x="1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3" y="54"/>
                    <a:pt x="3" y="55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4" y="38"/>
                    <a:pt x="16" y="16"/>
                    <a:pt x="38" y="16"/>
                  </a:cubicBezTo>
                  <a:cubicBezTo>
                    <a:pt x="54" y="16"/>
                    <a:pt x="68" y="26"/>
                    <a:pt x="74" y="41"/>
                  </a:cubicBezTo>
                  <a:cubicBezTo>
                    <a:pt x="74" y="39"/>
                    <a:pt x="74" y="38"/>
                    <a:pt x="74" y="36"/>
                  </a:cubicBezTo>
                  <a:cubicBezTo>
                    <a:pt x="73" y="16"/>
                    <a:pt x="56" y="0"/>
                    <a:pt x="36" y="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" name="Freeform 88">
              <a:extLst>
                <a:ext uri="{FF2B5EF4-FFF2-40B4-BE49-F238E27FC236}">
                  <a16:creationId xmlns:a16="http://schemas.microsoft.com/office/drawing/2014/main" id="{7A205E2D-E5C5-FD9D-BA88-8071B9C24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113"/>
              <a:ext cx="266" cy="302"/>
            </a:xfrm>
            <a:custGeom>
              <a:avLst/>
              <a:gdLst>
                <a:gd name="T0" fmla="*/ 953 w 79"/>
                <a:gd name="T1" fmla="*/ 3721 h 84"/>
                <a:gd name="T2" fmla="*/ 1293 w 79"/>
                <a:gd name="T3" fmla="*/ 1345 h 84"/>
                <a:gd name="T4" fmla="*/ 3017 w 79"/>
                <a:gd name="T5" fmla="*/ 1485 h 84"/>
                <a:gd name="T6" fmla="*/ 2744 w 79"/>
                <a:gd name="T7" fmla="*/ 982 h 84"/>
                <a:gd name="T8" fmla="*/ 2744 w 79"/>
                <a:gd name="T9" fmla="*/ 982 h 84"/>
                <a:gd name="T10" fmla="*/ 805 w 79"/>
                <a:gd name="T11" fmla="*/ 518 h 84"/>
                <a:gd name="T12" fmla="*/ 421 w 79"/>
                <a:gd name="T13" fmla="*/ 2883 h 84"/>
                <a:gd name="T14" fmla="*/ 579 w 79"/>
                <a:gd name="T15" fmla="*/ 3063 h 84"/>
                <a:gd name="T16" fmla="*/ 579 w 79"/>
                <a:gd name="T17" fmla="*/ 3113 h 84"/>
                <a:gd name="T18" fmla="*/ 872 w 79"/>
                <a:gd name="T19" fmla="*/ 3671 h 84"/>
                <a:gd name="T20" fmla="*/ 997 w 79"/>
                <a:gd name="T21" fmla="*/ 3904 h 84"/>
                <a:gd name="T22" fmla="*/ 997 w 79"/>
                <a:gd name="T23" fmla="*/ 3904 h 84"/>
                <a:gd name="T24" fmla="*/ 953 w 79"/>
                <a:gd name="T25" fmla="*/ 3721 h 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9" h="84">
                  <a:moveTo>
                    <a:pt x="25" y="80"/>
                  </a:moveTo>
                  <a:cubicBezTo>
                    <a:pt x="13" y="63"/>
                    <a:pt x="18" y="41"/>
                    <a:pt x="34" y="29"/>
                  </a:cubicBezTo>
                  <a:cubicBezTo>
                    <a:pt x="48" y="20"/>
                    <a:pt x="67" y="21"/>
                    <a:pt x="79" y="32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0" y="4"/>
                    <a:pt x="37" y="0"/>
                    <a:pt x="21" y="11"/>
                  </a:cubicBezTo>
                  <a:cubicBezTo>
                    <a:pt x="4" y="23"/>
                    <a:pt x="0" y="45"/>
                    <a:pt x="11" y="62"/>
                  </a:cubicBezTo>
                  <a:cubicBezTo>
                    <a:pt x="12" y="64"/>
                    <a:pt x="14" y="65"/>
                    <a:pt x="15" y="66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23" y="79"/>
                    <a:pt x="23" y="79"/>
                    <a:pt x="23" y="79"/>
                  </a:cubicBezTo>
                  <a:cubicBezTo>
                    <a:pt x="23" y="79"/>
                    <a:pt x="26" y="81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5" y="81"/>
                    <a:pt x="25" y="8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6" name="Freeform 89">
              <a:extLst>
                <a:ext uri="{FF2B5EF4-FFF2-40B4-BE49-F238E27FC236}">
                  <a16:creationId xmlns:a16="http://schemas.microsoft.com/office/drawing/2014/main" id="{5629FB24-0D0F-022F-1449-16AC4E6E5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2354"/>
              <a:ext cx="320" cy="560"/>
            </a:xfrm>
            <a:custGeom>
              <a:avLst/>
              <a:gdLst>
                <a:gd name="T0" fmla="*/ 761 w 95"/>
                <a:gd name="T1" fmla="*/ 7215 h 156"/>
                <a:gd name="T2" fmla="*/ 3483 w 95"/>
                <a:gd name="T3" fmla="*/ 966 h 156"/>
                <a:gd name="T4" fmla="*/ 3439 w 95"/>
                <a:gd name="T5" fmla="*/ 553 h 156"/>
                <a:gd name="T6" fmla="*/ 3133 w 95"/>
                <a:gd name="T7" fmla="*/ 0 h 156"/>
                <a:gd name="T8" fmla="*/ 0 w 95"/>
                <a:gd name="T9" fmla="*/ 721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56">
                  <a:moveTo>
                    <a:pt x="20" y="156"/>
                  </a:moveTo>
                  <a:cubicBezTo>
                    <a:pt x="27" y="107"/>
                    <a:pt x="52" y="61"/>
                    <a:pt x="91" y="21"/>
                  </a:cubicBezTo>
                  <a:cubicBezTo>
                    <a:pt x="95" y="17"/>
                    <a:pt x="90" y="12"/>
                    <a:pt x="90" y="12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37" y="44"/>
                    <a:pt x="8" y="98"/>
                    <a:pt x="0" y="156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9" name="Freeform 90">
              <a:extLst>
                <a:ext uri="{FF2B5EF4-FFF2-40B4-BE49-F238E27FC236}">
                  <a16:creationId xmlns:a16="http://schemas.microsoft.com/office/drawing/2014/main" id="{7014D40D-8056-2A99-220C-8FA52446E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2336"/>
              <a:ext cx="343" cy="578"/>
            </a:xfrm>
            <a:custGeom>
              <a:avLst/>
              <a:gdLst>
                <a:gd name="T0" fmla="*/ 3877 w 102"/>
                <a:gd name="T1" fmla="*/ 7449 h 161"/>
                <a:gd name="T2" fmla="*/ 565 w 102"/>
                <a:gd name="T3" fmla="*/ 0 h 161"/>
                <a:gd name="T4" fmla="*/ 272 w 102"/>
                <a:gd name="T5" fmla="*/ 413 h 161"/>
                <a:gd name="T6" fmla="*/ 306 w 102"/>
                <a:gd name="T7" fmla="*/ 1020 h 161"/>
                <a:gd name="T8" fmla="*/ 3043 w 102"/>
                <a:gd name="T9" fmla="*/ 7449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" h="161">
                  <a:moveTo>
                    <a:pt x="102" y="161"/>
                  </a:moveTo>
                  <a:cubicBezTo>
                    <a:pt x="94" y="101"/>
                    <a:pt x="63" y="45"/>
                    <a:pt x="15" y="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0" y="14"/>
                    <a:pt x="8" y="22"/>
                  </a:cubicBezTo>
                  <a:cubicBezTo>
                    <a:pt x="47" y="61"/>
                    <a:pt x="73" y="110"/>
                    <a:pt x="80" y="16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92" name="CuadroTexto 1791">
            <a:extLst>
              <a:ext uri="{FF2B5EF4-FFF2-40B4-BE49-F238E27FC236}">
                <a16:creationId xmlns:a16="http://schemas.microsoft.com/office/drawing/2014/main" id="{57A55515-5FB1-0570-B876-36963E5C16BD}"/>
              </a:ext>
            </a:extLst>
          </p:cNvPr>
          <p:cNvSpPr txBox="1"/>
          <p:nvPr/>
        </p:nvSpPr>
        <p:spPr>
          <a:xfrm>
            <a:off x="-54502" y="1964742"/>
            <a:ext cx="10102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</a:t>
            </a:r>
          </a:p>
        </p:txBody>
      </p:sp>
      <p:cxnSp>
        <p:nvCxnSpPr>
          <p:cNvPr id="1793" name="Conector recto de flecha 1792">
            <a:extLst>
              <a:ext uri="{FF2B5EF4-FFF2-40B4-BE49-F238E27FC236}">
                <a16:creationId xmlns:a16="http://schemas.microsoft.com/office/drawing/2014/main" id="{BF54106B-D257-6E7D-2D60-BFF6AA9967F0}"/>
              </a:ext>
            </a:extLst>
          </p:cNvPr>
          <p:cNvCxnSpPr>
            <a:cxnSpLocks/>
            <a:stCxn id="1708" idx="1"/>
            <a:endCxn id="1792" idx="0"/>
          </p:cNvCxnSpPr>
          <p:nvPr/>
        </p:nvCxnSpPr>
        <p:spPr>
          <a:xfrm flipH="1">
            <a:off x="450605" y="1444571"/>
            <a:ext cx="726349" cy="52017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5" name="Grupo 1794">
            <a:extLst>
              <a:ext uri="{FF2B5EF4-FFF2-40B4-BE49-F238E27FC236}">
                <a16:creationId xmlns:a16="http://schemas.microsoft.com/office/drawing/2014/main" id="{635BC811-268F-3D68-B933-A10FB484792D}"/>
              </a:ext>
            </a:extLst>
          </p:cNvPr>
          <p:cNvGrpSpPr/>
          <p:nvPr/>
        </p:nvGrpSpPr>
        <p:grpSpPr>
          <a:xfrm>
            <a:off x="994688" y="1317169"/>
            <a:ext cx="128136" cy="128136"/>
            <a:chOff x="908127" y="1162591"/>
            <a:chExt cx="128136" cy="128136"/>
          </a:xfrm>
        </p:grpSpPr>
        <p:sp>
          <p:nvSpPr>
            <p:cNvPr id="1796" name="Elipse 1795">
              <a:extLst>
                <a:ext uri="{FF2B5EF4-FFF2-40B4-BE49-F238E27FC236}">
                  <a16:creationId xmlns:a16="http://schemas.microsoft.com/office/drawing/2014/main" id="{B6B14234-F2E8-9062-8569-817953008F22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98" name="Cruz 1797">
              <a:extLst>
                <a:ext uri="{FF2B5EF4-FFF2-40B4-BE49-F238E27FC236}">
                  <a16:creationId xmlns:a16="http://schemas.microsoft.com/office/drawing/2014/main" id="{4FB0258D-4244-B30B-2B26-3C8E01B806FB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1811" name="Conector: angular 1810">
            <a:extLst>
              <a:ext uri="{FF2B5EF4-FFF2-40B4-BE49-F238E27FC236}">
                <a16:creationId xmlns:a16="http://schemas.microsoft.com/office/drawing/2014/main" id="{4F4D5231-5A0B-24DB-7762-7E650033E63A}"/>
              </a:ext>
            </a:extLst>
          </p:cNvPr>
          <p:cNvCxnSpPr>
            <a:cxnSpLocks/>
            <a:stCxn id="1720" idx="1"/>
            <a:endCxn id="1907" idx="0"/>
          </p:cNvCxnSpPr>
          <p:nvPr/>
        </p:nvCxnSpPr>
        <p:spPr>
          <a:xfrm rot="10800000" flipV="1">
            <a:off x="1665341" y="2691746"/>
            <a:ext cx="2137292" cy="448116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8" name="Conector: angular 1817">
            <a:extLst>
              <a:ext uri="{FF2B5EF4-FFF2-40B4-BE49-F238E27FC236}">
                <a16:creationId xmlns:a16="http://schemas.microsoft.com/office/drawing/2014/main" id="{C9E61B1C-281C-AD64-E3B4-FFDF6BBC1D13}"/>
              </a:ext>
            </a:extLst>
          </p:cNvPr>
          <p:cNvCxnSpPr>
            <a:cxnSpLocks/>
            <a:stCxn id="1907" idx="2"/>
            <a:endCxn id="1722" idx="2"/>
          </p:cNvCxnSpPr>
          <p:nvPr/>
        </p:nvCxnSpPr>
        <p:spPr>
          <a:xfrm rot="5400000" flipH="1" flipV="1">
            <a:off x="2175883" y="2767334"/>
            <a:ext cx="292872" cy="1313957"/>
          </a:xfrm>
          <a:prstGeom prst="bentConnector3">
            <a:avLst>
              <a:gd name="adj1" fmla="val -78055"/>
            </a:avLst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5" name="Conector: angular 1824">
            <a:extLst>
              <a:ext uri="{FF2B5EF4-FFF2-40B4-BE49-F238E27FC236}">
                <a16:creationId xmlns:a16="http://schemas.microsoft.com/office/drawing/2014/main" id="{8917D384-5900-25FD-197B-C0677A49D1BE}"/>
              </a:ext>
            </a:extLst>
          </p:cNvPr>
          <p:cNvCxnSpPr>
            <a:cxnSpLocks/>
            <a:stCxn id="1720" idx="1"/>
            <a:endCxn id="1792" idx="2"/>
          </p:cNvCxnSpPr>
          <p:nvPr/>
        </p:nvCxnSpPr>
        <p:spPr>
          <a:xfrm rot="10800000">
            <a:off x="450605" y="2226352"/>
            <a:ext cx="3352028" cy="465394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40" name="Grupo 1839">
            <a:extLst>
              <a:ext uri="{FF2B5EF4-FFF2-40B4-BE49-F238E27FC236}">
                <a16:creationId xmlns:a16="http://schemas.microsoft.com/office/drawing/2014/main" id="{EF9FF8EA-4B16-163E-7FDC-0816A317D35F}"/>
              </a:ext>
            </a:extLst>
          </p:cNvPr>
          <p:cNvGrpSpPr/>
          <p:nvPr/>
        </p:nvGrpSpPr>
        <p:grpSpPr>
          <a:xfrm>
            <a:off x="1398608" y="2526993"/>
            <a:ext cx="128136" cy="128136"/>
            <a:chOff x="2606150" y="3355191"/>
            <a:chExt cx="128136" cy="128136"/>
          </a:xfrm>
        </p:grpSpPr>
        <p:sp>
          <p:nvSpPr>
            <p:cNvPr id="1841" name="Elipse 1840">
              <a:extLst>
                <a:ext uri="{FF2B5EF4-FFF2-40B4-BE49-F238E27FC236}">
                  <a16:creationId xmlns:a16="http://schemas.microsoft.com/office/drawing/2014/main" id="{79038347-4151-F091-F07D-2781D457B074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46" name="Triángulo isósceles 1845">
              <a:extLst>
                <a:ext uri="{FF2B5EF4-FFF2-40B4-BE49-F238E27FC236}">
                  <a16:creationId xmlns:a16="http://schemas.microsoft.com/office/drawing/2014/main" id="{E8820463-8E11-6FBC-0951-B143E59F6996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47" name="CuadroTexto 1846">
            <a:extLst>
              <a:ext uri="{FF2B5EF4-FFF2-40B4-BE49-F238E27FC236}">
                <a16:creationId xmlns:a16="http://schemas.microsoft.com/office/drawing/2014/main" id="{49C960AB-65D0-8E74-8928-058C87BACE0C}"/>
              </a:ext>
            </a:extLst>
          </p:cNvPr>
          <p:cNvSpPr txBox="1"/>
          <p:nvPr/>
        </p:nvSpPr>
        <p:spPr>
          <a:xfrm>
            <a:off x="-58327" y="2935707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</a:p>
        </p:txBody>
      </p:sp>
      <p:sp>
        <p:nvSpPr>
          <p:cNvPr id="1848" name="CuadroTexto 1847">
            <a:extLst>
              <a:ext uri="{FF2B5EF4-FFF2-40B4-BE49-F238E27FC236}">
                <a16:creationId xmlns:a16="http://schemas.microsoft.com/office/drawing/2014/main" id="{73D623E2-8CB3-BD98-1553-6D6837D4226E}"/>
              </a:ext>
            </a:extLst>
          </p:cNvPr>
          <p:cNvSpPr txBox="1"/>
          <p:nvPr/>
        </p:nvSpPr>
        <p:spPr>
          <a:xfrm>
            <a:off x="31151" y="5988679"/>
            <a:ext cx="2624653" cy="127727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En general, inhibición con carga energética elevada (exceso de ATP frente a ADP).</a:t>
            </a:r>
          </a:p>
          <a:p>
            <a:pPr algn="just"/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 insulina activa a la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la PFK-2 y la piruvato quinasa mediante desfosforilaciones</a:t>
            </a:r>
          </a:p>
        </p:txBody>
      </p:sp>
      <p:grpSp>
        <p:nvGrpSpPr>
          <p:cNvPr id="1849" name="Group 2114">
            <a:extLst>
              <a:ext uri="{FF2B5EF4-FFF2-40B4-BE49-F238E27FC236}">
                <a16:creationId xmlns:a16="http://schemas.microsoft.com/office/drawing/2014/main" id="{CFDA68A4-A6AB-80F9-7A39-9025F6411483}"/>
              </a:ext>
            </a:extLst>
          </p:cNvPr>
          <p:cNvGrpSpPr>
            <a:grpSpLocks/>
          </p:cNvGrpSpPr>
          <p:nvPr/>
        </p:nvGrpSpPr>
        <p:grpSpPr bwMode="auto">
          <a:xfrm>
            <a:off x="6648279" y="384981"/>
            <a:ext cx="407823" cy="447761"/>
            <a:chOff x="1211" y="2523"/>
            <a:chExt cx="464" cy="701"/>
          </a:xfrm>
        </p:grpSpPr>
        <p:sp>
          <p:nvSpPr>
            <p:cNvPr id="1850" name="Freeform 2115">
              <a:extLst>
                <a:ext uri="{FF2B5EF4-FFF2-40B4-BE49-F238E27FC236}">
                  <a16:creationId xmlns:a16="http://schemas.microsoft.com/office/drawing/2014/main" id="{6E9E6CD9-27E2-E499-D7E3-65AB28715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2523"/>
              <a:ext cx="244" cy="701"/>
            </a:xfrm>
            <a:custGeom>
              <a:avLst/>
              <a:gdLst>
                <a:gd name="T0" fmla="*/ 893 w 118"/>
                <a:gd name="T1" fmla="*/ 812 h 317"/>
                <a:gd name="T2" fmla="*/ 984 w 118"/>
                <a:gd name="T3" fmla="*/ 376 h 317"/>
                <a:gd name="T4" fmla="*/ 713 w 118"/>
                <a:gd name="T5" fmla="*/ 33 h 317"/>
                <a:gd name="T6" fmla="*/ 17 w 118"/>
                <a:gd name="T7" fmla="*/ 1448 h 317"/>
                <a:gd name="T8" fmla="*/ 680 w 118"/>
                <a:gd name="T9" fmla="*/ 3375 h 317"/>
                <a:gd name="T10" fmla="*/ 910 w 118"/>
                <a:gd name="T11" fmla="*/ 2132 h 317"/>
                <a:gd name="T12" fmla="*/ 753 w 118"/>
                <a:gd name="T13" fmla="*/ 1796 h 317"/>
                <a:gd name="T14" fmla="*/ 645 w 118"/>
                <a:gd name="T15" fmla="*/ 1404 h 317"/>
                <a:gd name="T16" fmla="*/ 777 w 118"/>
                <a:gd name="T17" fmla="*/ 982 h 317"/>
                <a:gd name="T18" fmla="*/ 893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solidFill>
              <a:srgbClr val="EB7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" name="Freeform 2116">
              <a:extLst>
                <a:ext uri="{FF2B5EF4-FFF2-40B4-BE49-F238E27FC236}">
                  <a16:creationId xmlns:a16="http://schemas.microsoft.com/office/drawing/2014/main" id="{0B8F3FAB-AB37-4798-B4EA-D5E133BB8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523"/>
              <a:ext cx="244" cy="701"/>
            </a:xfrm>
            <a:custGeom>
              <a:avLst/>
              <a:gdLst>
                <a:gd name="T0" fmla="*/ 141 w 118"/>
                <a:gd name="T1" fmla="*/ 812 h 317"/>
                <a:gd name="T2" fmla="*/ 60 w 118"/>
                <a:gd name="T3" fmla="*/ 376 h 317"/>
                <a:gd name="T4" fmla="*/ 316 w 118"/>
                <a:gd name="T5" fmla="*/ 33 h 317"/>
                <a:gd name="T6" fmla="*/ 1017 w 118"/>
                <a:gd name="T7" fmla="*/ 1448 h 317"/>
                <a:gd name="T8" fmla="*/ 356 w 118"/>
                <a:gd name="T9" fmla="*/ 3375 h 317"/>
                <a:gd name="T10" fmla="*/ 124 w 118"/>
                <a:gd name="T11" fmla="*/ 2132 h 317"/>
                <a:gd name="T12" fmla="*/ 292 w 118"/>
                <a:gd name="T13" fmla="*/ 1796 h 317"/>
                <a:gd name="T14" fmla="*/ 389 w 118"/>
                <a:gd name="T15" fmla="*/ 1404 h 317"/>
                <a:gd name="T16" fmla="*/ 265 w 118"/>
                <a:gd name="T17" fmla="*/ 982 h 317"/>
                <a:gd name="T18" fmla="*/ 141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solidFill>
              <a:srgbClr val="EB7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" name="Freeform 2117">
              <a:extLst>
                <a:ext uri="{FF2B5EF4-FFF2-40B4-BE49-F238E27FC236}">
                  <a16:creationId xmlns:a16="http://schemas.microsoft.com/office/drawing/2014/main" id="{1C0D557F-3541-3EDD-6AFC-50C5C632F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598"/>
              <a:ext cx="120" cy="610"/>
            </a:xfrm>
            <a:custGeom>
              <a:avLst/>
              <a:gdLst>
                <a:gd name="T0" fmla="*/ 52 w 58"/>
                <a:gd name="T1" fmla="*/ 9 h 276"/>
                <a:gd name="T2" fmla="*/ 159 w 58"/>
                <a:gd name="T3" fmla="*/ 444 h 276"/>
                <a:gd name="T4" fmla="*/ 283 w 58"/>
                <a:gd name="T5" fmla="*/ 614 h 276"/>
                <a:gd name="T6" fmla="*/ 408 w 58"/>
                <a:gd name="T7" fmla="*/ 1037 h 276"/>
                <a:gd name="T8" fmla="*/ 308 w 58"/>
                <a:gd name="T9" fmla="*/ 1426 h 276"/>
                <a:gd name="T10" fmla="*/ 141 w 58"/>
                <a:gd name="T11" fmla="*/ 1759 h 276"/>
                <a:gd name="T12" fmla="*/ 329 w 58"/>
                <a:gd name="T13" fmla="*/ 2946 h 276"/>
                <a:gd name="T14" fmla="*/ 337 w 58"/>
                <a:gd name="T15" fmla="*/ 2946 h 276"/>
                <a:gd name="T16" fmla="*/ 223 w 58"/>
                <a:gd name="T17" fmla="*/ 1759 h 276"/>
                <a:gd name="T18" fmla="*/ 416 w 58"/>
                <a:gd name="T19" fmla="*/ 1426 h 276"/>
                <a:gd name="T20" fmla="*/ 513 w 58"/>
                <a:gd name="T21" fmla="*/ 1037 h 276"/>
                <a:gd name="T22" fmla="*/ 381 w 58"/>
                <a:gd name="T23" fmla="*/ 597 h 276"/>
                <a:gd name="T24" fmla="*/ 52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6" y="1"/>
                  </a:moveTo>
                  <a:cubicBezTo>
                    <a:pt x="6" y="18"/>
                    <a:pt x="13" y="31"/>
                    <a:pt x="18" y="41"/>
                  </a:cubicBezTo>
                  <a:cubicBezTo>
                    <a:pt x="21" y="47"/>
                    <a:pt x="29" y="54"/>
                    <a:pt x="32" y="57"/>
                  </a:cubicBezTo>
                  <a:cubicBezTo>
                    <a:pt x="40" y="64"/>
                    <a:pt x="46" y="79"/>
                    <a:pt x="46" y="96"/>
                  </a:cubicBezTo>
                  <a:cubicBezTo>
                    <a:pt x="46" y="111"/>
                    <a:pt x="41" y="124"/>
                    <a:pt x="35" y="132"/>
                  </a:cubicBezTo>
                  <a:cubicBezTo>
                    <a:pt x="30" y="138"/>
                    <a:pt x="20" y="151"/>
                    <a:pt x="16" y="163"/>
                  </a:cubicBezTo>
                  <a:cubicBezTo>
                    <a:pt x="0" y="213"/>
                    <a:pt x="2" y="276"/>
                    <a:pt x="37" y="273"/>
                  </a:cubicBezTo>
                  <a:cubicBezTo>
                    <a:pt x="38" y="273"/>
                    <a:pt x="37" y="273"/>
                    <a:pt x="38" y="273"/>
                  </a:cubicBezTo>
                  <a:cubicBezTo>
                    <a:pt x="0" y="270"/>
                    <a:pt x="13" y="203"/>
                    <a:pt x="25" y="163"/>
                  </a:cubicBezTo>
                  <a:cubicBezTo>
                    <a:pt x="29" y="152"/>
                    <a:pt x="43" y="137"/>
                    <a:pt x="47" y="132"/>
                  </a:cubicBezTo>
                  <a:cubicBezTo>
                    <a:pt x="54" y="123"/>
                    <a:pt x="58" y="110"/>
                    <a:pt x="58" y="96"/>
                  </a:cubicBezTo>
                  <a:cubicBezTo>
                    <a:pt x="58" y="79"/>
                    <a:pt x="51" y="62"/>
                    <a:pt x="43" y="55"/>
                  </a:cubicBezTo>
                  <a:cubicBezTo>
                    <a:pt x="26" y="41"/>
                    <a:pt x="6" y="28"/>
                    <a:pt x="6" y="0"/>
                  </a:cubicBezTo>
                </a:path>
              </a:pathLst>
            </a:custGeom>
            <a:solidFill>
              <a:srgbClr val="F4A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" name="Freeform 2118">
              <a:extLst>
                <a:ext uri="{FF2B5EF4-FFF2-40B4-BE49-F238E27FC236}">
                  <a16:creationId xmlns:a16="http://schemas.microsoft.com/office/drawing/2014/main" id="{5FC93EBB-D39D-0E4D-6614-44BD3525C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2724"/>
              <a:ext cx="73" cy="234"/>
            </a:xfrm>
            <a:custGeom>
              <a:avLst/>
              <a:gdLst>
                <a:gd name="T0" fmla="*/ 144 w 35"/>
                <a:gd name="T1" fmla="*/ 0 h 106"/>
                <a:gd name="T2" fmla="*/ 273 w 35"/>
                <a:gd name="T3" fmla="*/ 419 h 106"/>
                <a:gd name="T4" fmla="*/ 173 w 35"/>
                <a:gd name="T5" fmla="*/ 808 h 106"/>
                <a:gd name="T6" fmla="*/ 0 w 35"/>
                <a:gd name="T7" fmla="*/ 1141 h 106"/>
                <a:gd name="T8" fmla="*/ 209 w 35"/>
                <a:gd name="T9" fmla="*/ 808 h 106"/>
                <a:gd name="T10" fmla="*/ 309 w 35"/>
                <a:gd name="T11" fmla="*/ 400 h 106"/>
                <a:gd name="T12" fmla="*/ 144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6" y="0"/>
                  </a:moveTo>
                  <a:cubicBezTo>
                    <a:pt x="24" y="7"/>
                    <a:pt x="30" y="22"/>
                    <a:pt x="30" y="39"/>
                  </a:cubicBezTo>
                  <a:cubicBezTo>
                    <a:pt x="30" y="54"/>
                    <a:pt x="25" y="67"/>
                    <a:pt x="19" y="75"/>
                  </a:cubicBezTo>
                  <a:cubicBezTo>
                    <a:pt x="14" y="81"/>
                    <a:pt x="4" y="94"/>
                    <a:pt x="0" y="106"/>
                  </a:cubicBezTo>
                  <a:cubicBezTo>
                    <a:pt x="5" y="95"/>
                    <a:pt x="15" y="88"/>
                    <a:pt x="23" y="75"/>
                  </a:cubicBezTo>
                  <a:cubicBezTo>
                    <a:pt x="31" y="63"/>
                    <a:pt x="35" y="50"/>
                    <a:pt x="34" y="37"/>
                  </a:cubicBezTo>
                  <a:cubicBezTo>
                    <a:pt x="32" y="23"/>
                    <a:pt x="26" y="4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" name="Freeform 2119">
              <a:extLst>
                <a:ext uri="{FF2B5EF4-FFF2-40B4-BE49-F238E27FC236}">
                  <a16:creationId xmlns:a16="http://schemas.microsoft.com/office/drawing/2014/main" id="{6326ABB5-EB2D-9C79-F932-85F31BAC0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2598"/>
              <a:ext cx="120" cy="610"/>
            </a:xfrm>
            <a:custGeom>
              <a:avLst/>
              <a:gdLst>
                <a:gd name="T0" fmla="*/ 461 w 58"/>
                <a:gd name="T1" fmla="*/ 9 h 276"/>
                <a:gd name="T2" fmla="*/ 356 w 58"/>
                <a:gd name="T3" fmla="*/ 444 h 276"/>
                <a:gd name="T4" fmla="*/ 232 w 58"/>
                <a:gd name="T5" fmla="*/ 614 h 276"/>
                <a:gd name="T6" fmla="*/ 108 w 58"/>
                <a:gd name="T7" fmla="*/ 1037 h 276"/>
                <a:gd name="T8" fmla="*/ 205 w 58"/>
                <a:gd name="T9" fmla="*/ 1426 h 276"/>
                <a:gd name="T10" fmla="*/ 372 w 58"/>
                <a:gd name="T11" fmla="*/ 1759 h 276"/>
                <a:gd name="T12" fmla="*/ 184 w 58"/>
                <a:gd name="T13" fmla="*/ 2946 h 276"/>
                <a:gd name="T14" fmla="*/ 176 w 58"/>
                <a:gd name="T15" fmla="*/ 2946 h 276"/>
                <a:gd name="T16" fmla="*/ 292 w 58"/>
                <a:gd name="T17" fmla="*/ 1759 h 276"/>
                <a:gd name="T18" fmla="*/ 99 w 58"/>
                <a:gd name="T19" fmla="*/ 1426 h 276"/>
                <a:gd name="T20" fmla="*/ 0 w 58"/>
                <a:gd name="T21" fmla="*/ 1037 h 276"/>
                <a:gd name="T22" fmla="*/ 132 w 58"/>
                <a:gd name="T23" fmla="*/ 597 h 276"/>
                <a:gd name="T24" fmla="*/ 461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52" y="1"/>
                  </a:moveTo>
                  <a:cubicBezTo>
                    <a:pt x="52" y="18"/>
                    <a:pt x="46" y="31"/>
                    <a:pt x="40" y="41"/>
                  </a:cubicBezTo>
                  <a:cubicBezTo>
                    <a:pt x="37" y="47"/>
                    <a:pt x="29" y="54"/>
                    <a:pt x="26" y="57"/>
                  </a:cubicBezTo>
                  <a:cubicBezTo>
                    <a:pt x="18" y="64"/>
                    <a:pt x="12" y="79"/>
                    <a:pt x="12" y="96"/>
                  </a:cubicBezTo>
                  <a:cubicBezTo>
                    <a:pt x="12" y="111"/>
                    <a:pt x="17" y="124"/>
                    <a:pt x="23" y="132"/>
                  </a:cubicBezTo>
                  <a:cubicBezTo>
                    <a:pt x="28" y="138"/>
                    <a:pt x="38" y="151"/>
                    <a:pt x="42" y="163"/>
                  </a:cubicBezTo>
                  <a:cubicBezTo>
                    <a:pt x="58" y="213"/>
                    <a:pt x="56" y="276"/>
                    <a:pt x="21" y="273"/>
                  </a:cubicBezTo>
                  <a:cubicBezTo>
                    <a:pt x="20" y="273"/>
                    <a:pt x="21" y="273"/>
                    <a:pt x="20" y="273"/>
                  </a:cubicBezTo>
                  <a:cubicBezTo>
                    <a:pt x="58" y="270"/>
                    <a:pt x="45" y="203"/>
                    <a:pt x="33" y="163"/>
                  </a:cubicBezTo>
                  <a:cubicBezTo>
                    <a:pt x="29" y="152"/>
                    <a:pt x="15" y="137"/>
                    <a:pt x="11" y="132"/>
                  </a:cubicBezTo>
                  <a:cubicBezTo>
                    <a:pt x="4" y="123"/>
                    <a:pt x="0" y="110"/>
                    <a:pt x="0" y="96"/>
                  </a:cubicBezTo>
                  <a:cubicBezTo>
                    <a:pt x="0" y="79"/>
                    <a:pt x="7" y="62"/>
                    <a:pt x="15" y="55"/>
                  </a:cubicBezTo>
                  <a:cubicBezTo>
                    <a:pt x="32" y="41"/>
                    <a:pt x="52" y="28"/>
                    <a:pt x="52" y="0"/>
                  </a:cubicBezTo>
                </a:path>
              </a:pathLst>
            </a:custGeom>
            <a:solidFill>
              <a:srgbClr val="E531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" name="Freeform 2120">
              <a:extLst>
                <a:ext uri="{FF2B5EF4-FFF2-40B4-BE49-F238E27FC236}">
                  <a16:creationId xmlns:a16="http://schemas.microsoft.com/office/drawing/2014/main" id="{717C1A2A-AC6F-EA4C-71EE-34F376114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2724"/>
              <a:ext cx="73" cy="234"/>
            </a:xfrm>
            <a:custGeom>
              <a:avLst/>
              <a:gdLst>
                <a:gd name="T0" fmla="*/ 173 w 35"/>
                <a:gd name="T1" fmla="*/ 0 h 106"/>
                <a:gd name="T2" fmla="*/ 44 w 35"/>
                <a:gd name="T3" fmla="*/ 419 h 106"/>
                <a:gd name="T4" fmla="*/ 144 w 35"/>
                <a:gd name="T5" fmla="*/ 808 h 106"/>
                <a:gd name="T6" fmla="*/ 317 w 35"/>
                <a:gd name="T7" fmla="*/ 1141 h 106"/>
                <a:gd name="T8" fmla="*/ 108 w 35"/>
                <a:gd name="T9" fmla="*/ 808 h 106"/>
                <a:gd name="T10" fmla="*/ 8 w 35"/>
                <a:gd name="T11" fmla="*/ 400 h 106"/>
                <a:gd name="T12" fmla="*/ 173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9" y="0"/>
                  </a:moveTo>
                  <a:cubicBezTo>
                    <a:pt x="11" y="7"/>
                    <a:pt x="5" y="22"/>
                    <a:pt x="5" y="39"/>
                  </a:cubicBezTo>
                  <a:cubicBezTo>
                    <a:pt x="5" y="54"/>
                    <a:pt x="10" y="67"/>
                    <a:pt x="16" y="75"/>
                  </a:cubicBezTo>
                  <a:cubicBezTo>
                    <a:pt x="21" y="81"/>
                    <a:pt x="31" y="94"/>
                    <a:pt x="35" y="106"/>
                  </a:cubicBezTo>
                  <a:cubicBezTo>
                    <a:pt x="30" y="95"/>
                    <a:pt x="20" y="88"/>
                    <a:pt x="12" y="75"/>
                  </a:cubicBezTo>
                  <a:cubicBezTo>
                    <a:pt x="4" y="63"/>
                    <a:pt x="0" y="50"/>
                    <a:pt x="1" y="37"/>
                  </a:cubicBezTo>
                  <a:cubicBezTo>
                    <a:pt x="3" y="23"/>
                    <a:pt x="9" y="4"/>
                    <a:pt x="19" y="0"/>
                  </a:cubicBezTo>
                  <a:close/>
                </a:path>
              </a:pathLst>
            </a:custGeom>
            <a:solidFill>
              <a:srgbClr val="C20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" name="Freeform 2121">
              <a:extLst>
                <a:ext uri="{FF2B5EF4-FFF2-40B4-BE49-F238E27FC236}">
                  <a16:creationId xmlns:a16="http://schemas.microsoft.com/office/drawing/2014/main" id="{68C3F03F-0A44-2BC7-BA14-E040C0E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525"/>
              <a:ext cx="160" cy="679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803 h 307"/>
                <a:gd name="T6" fmla="*/ 133 w 77"/>
                <a:gd name="T7" fmla="*/ 973 h 307"/>
                <a:gd name="T8" fmla="*/ 0 w 77"/>
                <a:gd name="T9" fmla="*/ 1393 h 307"/>
                <a:gd name="T10" fmla="*/ 108 w 77"/>
                <a:gd name="T11" fmla="*/ 1785 h 307"/>
                <a:gd name="T12" fmla="*/ 268 w 77"/>
                <a:gd name="T13" fmla="*/ 2119 h 307"/>
                <a:gd name="T14" fmla="*/ 199 w 77"/>
                <a:gd name="T15" fmla="*/ 3322 h 307"/>
                <a:gd name="T16" fmla="*/ 349 w 77"/>
                <a:gd name="T17" fmla="*/ 3267 h 307"/>
                <a:gd name="T18" fmla="*/ 492 w 77"/>
                <a:gd name="T19" fmla="*/ 3322 h 307"/>
                <a:gd name="T20" fmla="*/ 424 w 77"/>
                <a:gd name="T21" fmla="*/ 2119 h 307"/>
                <a:gd name="T22" fmla="*/ 592 w 77"/>
                <a:gd name="T23" fmla="*/ 1785 h 307"/>
                <a:gd name="T24" fmla="*/ 690 w 77"/>
                <a:gd name="T25" fmla="*/ 1393 h 307"/>
                <a:gd name="T26" fmla="*/ 565 w 77"/>
                <a:gd name="T27" fmla="*/ 973 h 307"/>
                <a:gd name="T28" fmla="*/ 441 w 77"/>
                <a:gd name="T29" fmla="*/ 803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solidFill>
              <a:srgbClr val="C20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" name="Freeform 2122">
              <a:extLst>
                <a:ext uri="{FF2B5EF4-FFF2-40B4-BE49-F238E27FC236}">
                  <a16:creationId xmlns:a16="http://schemas.microsoft.com/office/drawing/2014/main" id="{38D765D8-5179-871B-4C3F-FDAE6D226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530"/>
              <a:ext cx="177" cy="663"/>
            </a:xfrm>
            <a:custGeom>
              <a:avLst/>
              <a:gdLst>
                <a:gd name="T0" fmla="*/ 641 w 85"/>
                <a:gd name="T1" fmla="*/ 1543 h 300"/>
                <a:gd name="T2" fmla="*/ 35 w 85"/>
                <a:gd name="T3" fmla="*/ 88 h 300"/>
                <a:gd name="T4" fmla="*/ 17 w 85"/>
                <a:gd name="T5" fmla="*/ 88 h 300"/>
                <a:gd name="T6" fmla="*/ 125 w 85"/>
                <a:gd name="T7" fmla="*/ 53 h 300"/>
                <a:gd name="T8" fmla="*/ 758 w 85"/>
                <a:gd name="T9" fmla="*/ 1470 h 300"/>
                <a:gd name="T10" fmla="*/ 260 w 85"/>
                <a:gd name="T11" fmla="*/ 3238 h 300"/>
                <a:gd name="T12" fmla="*/ 641 w 85"/>
                <a:gd name="T13" fmla="*/ 1543 h 3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300">
                  <a:moveTo>
                    <a:pt x="71" y="143"/>
                  </a:moveTo>
                  <a:cubicBezTo>
                    <a:pt x="72" y="71"/>
                    <a:pt x="38" y="0"/>
                    <a:pt x="4" y="8"/>
                  </a:cubicBezTo>
                  <a:cubicBezTo>
                    <a:pt x="2" y="8"/>
                    <a:pt x="0" y="8"/>
                    <a:pt x="2" y="8"/>
                  </a:cubicBezTo>
                  <a:cubicBezTo>
                    <a:pt x="6" y="6"/>
                    <a:pt x="11" y="5"/>
                    <a:pt x="14" y="5"/>
                  </a:cubicBezTo>
                  <a:cubicBezTo>
                    <a:pt x="42" y="6"/>
                    <a:pt x="85" y="60"/>
                    <a:pt x="84" y="136"/>
                  </a:cubicBezTo>
                  <a:cubicBezTo>
                    <a:pt x="83" y="200"/>
                    <a:pt x="63" y="277"/>
                    <a:pt x="29" y="300"/>
                  </a:cubicBezTo>
                  <a:cubicBezTo>
                    <a:pt x="59" y="270"/>
                    <a:pt x="70" y="209"/>
                    <a:pt x="71" y="143"/>
                  </a:cubicBezTo>
                  <a:close/>
                </a:path>
              </a:pathLst>
            </a:custGeom>
            <a:solidFill>
              <a:srgbClr val="E531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" name="Freeform 2123">
              <a:extLst>
                <a:ext uri="{FF2B5EF4-FFF2-40B4-BE49-F238E27FC236}">
                  <a16:creationId xmlns:a16="http://schemas.microsoft.com/office/drawing/2014/main" id="{54835C1B-1BC0-1D9B-052E-3981103C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678"/>
              <a:ext cx="41" cy="307"/>
            </a:xfrm>
            <a:custGeom>
              <a:avLst/>
              <a:gdLst>
                <a:gd name="T0" fmla="*/ 0 w 20"/>
                <a:gd name="T1" fmla="*/ 0 h 139"/>
                <a:gd name="T2" fmla="*/ 43 w 20"/>
                <a:gd name="T3" fmla="*/ 1497 h 139"/>
                <a:gd name="T4" fmla="*/ 0 w 20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9">
                  <a:moveTo>
                    <a:pt x="0" y="0"/>
                  </a:moveTo>
                  <a:cubicBezTo>
                    <a:pt x="10" y="27"/>
                    <a:pt x="20" y="77"/>
                    <a:pt x="5" y="139"/>
                  </a:cubicBezTo>
                  <a:cubicBezTo>
                    <a:pt x="8" y="110"/>
                    <a:pt x="13" y="44"/>
                    <a:pt x="0" y="0"/>
                  </a:cubicBezTo>
                  <a:close/>
                </a:path>
              </a:pathLst>
            </a:custGeom>
            <a:solidFill>
              <a:srgbClr val="C200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" name="Freeform 2124">
              <a:extLst>
                <a:ext uri="{FF2B5EF4-FFF2-40B4-BE49-F238E27FC236}">
                  <a16:creationId xmlns:a16="http://schemas.microsoft.com/office/drawing/2014/main" id="{44BC27A0-4171-7F92-DBC3-46C62F25F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" y="2536"/>
              <a:ext cx="187" cy="650"/>
            </a:xfrm>
            <a:custGeom>
              <a:avLst/>
              <a:gdLst>
                <a:gd name="T0" fmla="*/ 91 w 90"/>
                <a:gd name="T1" fmla="*/ 1526 h 294"/>
                <a:gd name="T2" fmla="*/ 798 w 90"/>
                <a:gd name="T3" fmla="*/ 88 h 294"/>
                <a:gd name="T4" fmla="*/ 808 w 90"/>
                <a:gd name="T5" fmla="*/ 88 h 294"/>
                <a:gd name="T6" fmla="*/ 648 w 90"/>
                <a:gd name="T7" fmla="*/ 20 h 294"/>
                <a:gd name="T8" fmla="*/ 0 w 90"/>
                <a:gd name="T9" fmla="*/ 1457 h 294"/>
                <a:gd name="T10" fmla="*/ 492 w 90"/>
                <a:gd name="T11" fmla="*/ 3177 h 294"/>
                <a:gd name="T12" fmla="*/ 91 w 90"/>
                <a:gd name="T13" fmla="*/ 1526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294">
                  <a:moveTo>
                    <a:pt x="10" y="141"/>
                  </a:moveTo>
                  <a:cubicBezTo>
                    <a:pt x="10" y="65"/>
                    <a:pt x="58" y="6"/>
                    <a:pt x="89" y="8"/>
                  </a:cubicBezTo>
                  <a:cubicBezTo>
                    <a:pt x="90" y="8"/>
                    <a:pt x="90" y="8"/>
                    <a:pt x="90" y="8"/>
                  </a:cubicBezTo>
                  <a:cubicBezTo>
                    <a:pt x="84" y="4"/>
                    <a:pt x="77" y="2"/>
                    <a:pt x="72" y="2"/>
                  </a:cubicBezTo>
                  <a:cubicBezTo>
                    <a:pt x="40" y="0"/>
                    <a:pt x="0" y="58"/>
                    <a:pt x="0" y="135"/>
                  </a:cubicBezTo>
                  <a:cubicBezTo>
                    <a:pt x="0" y="199"/>
                    <a:pt x="21" y="271"/>
                    <a:pt x="55" y="294"/>
                  </a:cubicBezTo>
                  <a:cubicBezTo>
                    <a:pt x="25" y="264"/>
                    <a:pt x="10" y="207"/>
                    <a:pt x="10" y="141"/>
                  </a:cubicBezTo>
                  <a:close/>
                </a:path>
              </a:pathLst>
            </a:custGeom>
            <a:solidFill>
              <a:srgbClr val="F4A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" name="Freeform 2125">
              <a:extLst>
                <a:ext uri="{FF2B5EF4-FFF2-40B4-BE49-F238E27FC236}">
                  <a16:creationId xmlns:a16="http://schemas.microsoft.com/office/drawing/2014/main" id="{C9281C00-351F-F635-8EE0-90C0614B7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" y="2541"/>
              <a:ext cx="143" cy="294"/>
            </a:xfrm>
            <a:custGeom>
              <a:avLst/>
              <a:gdLst>
                <a:gd name="T0" fmla="*/ 0 w 69"/>
                <a:gd name="T1" fmla="*/ 1437 h 133"/>
                <a:gd name="T2" fmla="*/ 613 w 69"/>
                <a:gd name="T3" fmla="*/ 20 h 133"/>
                <a:gd name="T4" fmla="*/ 0 w 69"/>
                <a:gd name="T5" fmla="*/ 1437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33">
                  <a:moveTo>
                    <a:pt x="0" y="133"/>
                  </a:moveTo>
                  <a:cubicBezTo>
                    <a:pt x="0" y="56"/>
                    <a:pt x="38" y="0"/>
                    <a:pt x="69" y="2"/>
                  </a:cubicBezTo>
                  <a:cubicBezTo>
                    <a:pt x="52" y="7"/>
                    <a:pt x="11" y="38"/>
                    <a:pt x="0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" name="Freeform 2126">
              <a:extLst>
                <a:ext uri="{FF2B5EF4-FFF2-40B4-BE49-F238E27FC236}">
                  <a16:creationId xmlns:a16="http://schemas.microsoft.com/office/drawing/2014/main" id="{032AD396-D3C5-F513-BA3C-C768A7E33A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2" y="2525"/>
              <a:ext cx="160" cy="679"/>
            </a:xfrm>
            <a:custGeom>
              <a:avLst/>
              <a:gdLst>
                <a:gd name="T0" fmla="*/ 393 w 77"/>
                <a:gd name="T1" fmla="*/ 2240 h 307"/>
                <a:gd name="T2" fmla="*/ 405 w 77"/>
                <a:gd name="T3" fmla="*/ 2205 h 307"/>
                <a:gd name="T4" fmla="*/ 424 w 77"/>
                <a:gd name="T5" fmla="*/ 2119 h 307"/>
                <a:gd name="T6" fmla="*/ 592 w 77"/>
                <a:gd name="T7" fmla="*/ 1785 h 307"/>
                <a:gd name="T8" fmla="*/ 690 w 77"/>
                <a:gd name="T9" fmla="*/ 1393 h 307"/>
                <a:gd name="T10" fmla="*/ 565 w 77"/>
                <a:gd name="T11" fmla="*/ 973 h 307"/>
                <a:gd name="T12" fmla="*/ 441 w 77"/>
                <a:gd name="T13" fmla="*/ 803 h 307"/>
                <a:gd name="T14" fmla="*/ 376 w 77"/>
                <a:gd name="T15" fmla="*/ 597 h 307"/>
                <a:gd name="T16" fmla="*/ 376 w 77"/>
                <a:gd name="T17" fmla="*/ 573 h 307"/>
                <a:gd name="T18" fmla="*/ 368 w 77"/>
                <a:gd name="T19" fmla="*/ 518 h 307"/>
                <a:gd name="T20" fmla="*/ 357 w 77"/>
                <a:gd name="T21" fmla="*/ 367 h 307"/>
                <a:gd name="T22" fmla="*/ 617 w 77"/>
                <a:gd name="T23" fmla="*/ 20 h 307"/>
                <a:gd name="T24" fmla="*/ 648 w 77"/>
                <a:gd name="T25" fmla="*/ 20 h 307"/>
                <a:gd name="T26" fmla="*/ 657 w 77"/>
                <a:gd name="T27" fmla="*/ 20 h 307"/>
                <a:gd name="T28" fmla="*/ 349 w 77"/>
                <a:gd name="T29" fmla="*/ 0 h 307"/>
                <a:gd name="T30" fmla="*/ 349 w 77"/>
                <a:gd name="T31" fmla="*/ 0 h 307"/>
                <a:gd name="T32" fmla="*/ 25 w 77"/>
                <a:gd name="T33" fmla="*/ 20 h 307"/>
                <a:gd name="T34" fmla="*/ 73 w 77"/>
                <a:gd name="T35" fmla="*/ 20 h 307"/>
                <a:gd name="T36" fmla="*/ 341 w 77"/>
                <a:gd name="T37" fmla="*/ 367 h 307"/>
                <a:gd name="T38" fmla="*/ 251 w 77"/>
                <a:gd name="T39" fmla="*/ 803 h 307"/>
                <a:gd name="T40" fmla="*/ 133 w 77"/>
                <a:gd name="T41" fmla="*/ 973 h 307"/>
                <a:gd name="T42" fmla="*/ 0 w 77"/>
                <a:gd name="T43" fmla="*/ 1393 h 307"/>
                <a:gd name="T44" fmla="*/ 108 w 77"/>
                <a:gd name="T45" fmla="*/ 1785 h 307"/>
                <a:gd name="T46" fmla="*/ 268 w 77"/>
                <a:gd name="T47" fmla="*/ 2119 h 307"/>
                <a:gd name="T48" fmla="*/ 199 w 77"/>
                <a:gd name="T49" fmla="*/ 3322 h 307"/>
                <a:gd name="T50" fmla="*/ 349 w 77"/>
                <a:gd name="T51" fmla="*/ 3267 h 307"/>
                <a:gd name="T52" fmla="*/ 492 w 77"/>
                <a:gd name="T53" fmla="*/ 3322 h 307"/>
                <a:gd name="T54" fmla="*/ 384 w 77"/>
                <a:gd name="T55" fmla="*/ 2305 h 307"/>
                <a:gd name="T56" fmla="*/ 393 w 77"/>
                <a:gd name="T57" fmla="*/ 2240 h 307"/>
                <a:gd name="T58" fmla="*/ 260 w 77"/>
                <a:gd name="T59" fmla="*/ 1070 h 307"/>
                <a:gd name="T60" fmla="*/ 308 w 77"/>
                <a:gd name="T61" fmla="*/ 940 h 307"/>
                <a:gd name="T62" fmla="*/ 601 w 77"/>
                <a:gd name="T63" fmla="*/ 1223 h 307"/>
                <a:gd name="T64" fmla="*/ 501 w 77"/>
                <a:gd name="T65" fmla="*/ 1796 h 307"/>
                <a:gd name="T66" fmla="*/ 297 w 77"/>
                <a:gd name="T67" fmla="*/ 1946 h 307"/>
                <a:gd name="T68" fmla="*/ 199 w 77"/>
                <a:gd name="T69" fmla="*/ 1599 h 307"/>
                <a:gd name="T70" fmla="*/ 260 w 77"/>
                <a:gd name="T71" fmla="*/ 1070 h 30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7" h="307">
                  <a:moveTo>
                    <a:pt x="44" y="207"/>
                  </a:moveTo>
                  <a:cubicBezTo>
                    <a:pt x="45" y="206"/>
                    <a:pt x="45" y="205"/>
                    <a:pt x="45" y="204"/>
                  </a:cubicBezTo>
                  <a:cubicBezTo>
                    <a:pt x="46" y="201"/>
                    <a:pt x="47" y="198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6" y="68"/>
                    <a:pt x="44" y="62"/>
                    <a:pt x="42" y="55"/>
                  </a:cubicBezTo>
                  <a:cubicBezTo>
                    <a:pt x="42" y="54"/>
                    <a:pt x="42" y="54"/>
                    <a:pt x="42" y="53"/>
                  </a:cubicBezTo>
                  <a:cubicBezTo>
                    <a:pt x="41" y="52"/>
                    <a:pt x="41" y="50"/>
                    <a:pt x="41" y="48"/>
                  </a:cubicBezTo>
                  <a:cubicBezTo>
                    <a:pt x="40" y="43"/>
                    <a:pt x="40" y="39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0" y="2"/>
                    <a:pt x="71" y="2"/>
                    <a:pt x="72" y="2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62" y="1"/>
                    <a:pt x="51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7" y="293"/>
                    <a:pt x="36" y="249"/>
                    <a:pt x="43" y="213"/>
                  </a:cubicBezTo>
                  <a:cubicBezTo>
                    <a:pt x="43" y="211"/>
                    <a:pt x="44" y="209"/>
                    <a:pt x="44" y="207"/>
                  </a:cubicBezTo>
                  <a:close/>
                  <a:moveTo>
                    <a:pt x="29" y="99"/>
                  </a:moveTo>
                  <a:cubicBezTo>
                    <a:pt x="30" y="95"/>
                    <a:pt x="32" y="91"/>
                    <a:pt x="34" y="87"/>
                  </a:cubicBezTo>
                  <a:cubicBezTo>
                    <a:pt x="41" y="77"/>
                    <a:pt x="61" y="93"/>
                    <a:pt x="67" y="113"/>
                  </a:cubicBezTo>
                  <a:cubicBezTo>
                    <a:pt x="73" y="133"/>
                    <a:pt x="69" y="151"/>
                    <a:pt x="56" y="166"/>
                  </a:cubicBezTo>
                  <a:cubicBezTo>
                    <a:pt x="44" y="180"/>
                    <a:pt x="40" y="186"/>
                    <a:pt x="33" y="180"/>
                  </a:cubicBezTo>
                  <a:cubicBezTo>
                    <a:pt x="29" y="172"/>
                    <a:pt x="24" y="161"/>
                    <a:pt x="22" y="148"/>
                  </a:cubicBezTo>
                  <a:cubicBezTo>
                    <a:pt x="18" y="127"/>
                    <a:pt x="21" y="116"/>
                    <a:pt x="29" y="99"/>
                  </a:cubicBezTo>
                  <a:close/>
                </a:path>
              </a:pathLst>
            </a:custGeom>
            <a:solidFill>
              <a:srgbClr val="A70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" name="Freeform 2127">
              <a:extLst>
                <a:ext uri="{FF2B5EF4-FFF2-40B4-BE49-F238E27FC236}">
                  <a16:creationId xmlns:a16="http://schemas.microsoft.com/office/drawing/2014/main" id="{0EA40C47-BCD5-3293-B938-DE9EF610C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598"/>
              <a:ext cx="114" cy="606"/>
            </a:xfrm>
            <a:custGeom>
              <a:avLst/>
              <a:gdLst>
                <a:gd name="T0" fmla="*/ 267 w 55"/>
                <a:gd name="T1" fmla="*/ 1765 h 274"/>
                <a:gd name="T2" fmla="*/ 197 w 55"/>
                <a:gd name="T3" fmla="*/ 2964 h 274"/>
                <a:gd name="T4" fmla="*/ 348 w 55"/>
                <a:gd name="T5" fmla="*/ 2911 h 274"/>
                <a:gd name="T6" fmla="*/ 489 w 55"/>
                <a:gd name="T7" fmla="*/ 2964 h 274"/>
                <a:gd name="T8" fmla="*/ 417 w 55"/>
                <a:gd name="T9" fmla="*/ 1765 h 274"/>
                <a:gd name="T10" fmla="*/ 425 w 55"/>
                <a:gd name="T11" fmla="*/ 1741 h 274"/>
                <a:gd name="T12" fmla="*/ 357 w 55"/>
                <a:gd name="T13" fmla="*/ 1805 h 274"/>
                <a:gd name="T14" fmla="*/ 197 w 55"/>
                <a:gd name="T15" fmla="*/ 1473 h 274"/>
                <a:gd name="T16" fmla="*/ 151 w 55"/>
                <a:gd name="T17" fmla="*/ 734 h 274"/>
                <a:gd name="T18" fmla="*/ 276 w 55"/>
                <a:gd name="T19" fmla="*/ 553 h 274"/>
                <a:gd name="T20" fmla="*/ 456 w 55"/>
                <a:gd name="T21" fmla="*/ 489 h 274"/>
                <a:gd name="T22" fmla="*/ 456 w 55"/>
                <a:gd name="T23" fmla="*/ 476 h 274"/>
                <a:gd name="T24" fmla="*/ 437 w 55"/>
                <a:gd name="T25" fmla="*/ 445 h 274"/>
                <a:gd name="T26" fmla="*/ 357 w 55"/>
                <a:gd name="T27" fmla="*/ 9 h 274"/>
                <a:gd name="T28" fmla="*/ 357 w 55"/>
                <a:gd name="T29" fmla="*/ 0 h 274"/>
                <a:gd name="T30" fmla="*/ 340 w 55"/>
                <a:gd name="T31" fmla="*/ 9 h 274"/>
                <a:gd name="T32" fmla="*/ 249 w 55"/>
                <a:gd name="T33" fmla="*/ 445 h 274"/>
                <a:gd name="T34" fmla="*/ 133 w 55"/>
                <a:gd name="T35" fmla="*/ 617 h 274"/>
                <a:gd name="T36" fmla="*/ 0 w 55"/>
                <a:gd name="T37" fmla="*/ 1037 h 274"/>
                <a:gd name="T38" fmla="*/ 108 w 55"/>
                <a:gd name="T39" fmla="*/ 1429 h 274"/>
                <a:gd name="T40" fmla="*/ 267 w 55"/>
                <a:gd name="T41" fmla="*/ 1765 h 2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5" h="274">
                  <a:moveTo>
                    <a:pt x="30" y="163"/>
                  </a:moveTo>
                  <a:cubicBezTo>
                    <a:pt x="41" y="200"/>
                    <a:pt x="44" y="257"/>
                    <a:pt x="22" y="274"/>
                  </a:cubicBezTo>
                  <a:cubicBezTo>
                    <a:pt x="26" y="272"/>
                    <a:pt x="31" y="269"/>
                    <a:pt x="39" y="269"/>
                  </a:cubicBezTo>
                  <a:cubicBezTo>
                    <a:pt x="46" y="269"/>
                    <a:pt x="51" y="272"/>
                    <a:pt x="55" y="274"/>
                  </a:cubicBezTo>
                  <a:cubicBezTo>
                    <a:pt x="33" y="257"/>
                    <a:pt x="36" y="200"/>
                    <a:pt x="47" y="163"/>
                  </a:cubicBezTo>
                  <a:cubicBezTo>
                    <a:pt x="47" y="162"/>
                    <a:pt x="48" y="162"/>
                    <a:pt x="48" y="161"/>
                  </a:cubicBezTo>
                  <a:cubicBezTo>
                    <a:pt x="46" y="162"/>
                    <a:pt x="44" y="167"/>
                    <a:pt x="40" y="167"/>
                  </a:cubicBezTo>
                  <a:cubicBezTo>
                    <a:pt x="32" y="167"/>
                    <a:pt x="34" y="149"/>
                    <a:pt x="22" y="136"/>
                  </a:cubicBezTo>
                  <a:cubicBezTo>
                    <a:pt x="0" y="113"/>
                    <a:pt x="9" y="77"/>
                    <a:pt x="17" y="68"/>
                  </a:cubicBezTo>
                  <a:cubicBezTo>
                    <a:pt x="26" y="57"/>
                    <a:pt x="27" y="58"/>
                    <a:pt x="31" y="51"/>
                  </a:cubicBezTo>
                  <a:cubicBezTo>
                    <a:pt x="37" y="41"/>
                    <a:pt x="42" y="39"/>
                    <a:pt x="51" y="45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0" y="43"/>
                    <a:pt x="49" y="42"/>
                    <a:pt x="49" y="41"/>
                  </a:cubicBezTo>
                  <a:cubicBezTo>
                    <a:pt x="44" y="31"/>
                    <a:pt x="40" y="18"/>
                    <a:pt x="40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8" y="18"/>
                    <a:pt x="34" y="31"/>
                    <a:pt x="28" y="41"/>
                  </a:cubicBezTo>
                  <a:cubicBezTo>
                    <a:pt x="25" y="47"/>
                    <a:pt x="18" y="54"/>
                    <a:pt x="15" y="57"/>
                  </a:cubicBezTo>
                  <a:cubicBezTo>
                    <a:pt x="6" y="64"/>
                    <a:pt x="0" y="79"/>
                    <a:pt x="0" y="96"/>
                  </a:cubicBezTo>
                  <a:cubicBezTo>
                    <a:pt x="0" y="111"/>
                    <a:pt x="5" y="124"/>
                    <a:pt x="12" y="132"/>
                  </a:cubicBezTo>
                  <a:cubicBezTo>
                    <a:pt x="16" y="138"/>
                    <a:pt x="26" y="151"/>
                    <a:pt x="30" y="163"/>
                  </a:cubicBezTo>
                  <a:close/>
                </a:path>
              </a:pathLst>
            </a:custGeom>
            <a:solidFill>
              <a:srgbClr val="840B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" name="Freeform 2128">
              <a:extLst>
                <a:ext uri="{FF2B5EF4-FFF2-40B4-BE49-F238E27FC236}">
                  <a16:creationId xmlns:a16="http://schemas.microsoft.com/office/drawing/2014/main" id="{3A406E63-A173-5BE5-8F8C-4C5DAFA3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536"/>
              <a:ext cx="42" cy="53"/>
            </a:xfrm>
            <a:custGeom>
              <a:avLst/>
              <a:gdLst>
                <a:gd name="T0" fmla="*/ 0 w 20"/>
                <a:gd name="T1" fmla="*/ 33 h 24"/>
                <a:gd name="T2" fmla="*/ 185 w 20"/>
                <a:gd name="T3" fmla="*/ 44 h 24"/>
                <a:gd name="T4" fmla="*/ 128 w 20"/>
                <a:gd name="T5" fmla="*/ 117 h 24"/>
                <a:gd name="T6" fmla="*/ 92 w 20"/>
                <a:gd name="T7" fmla="*/ 258 h 24"/>
                <a:gd name="T8" fmla="*/ 8 w 20"/>
                <a:gd name="T9" fmla="*/ 4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">
                  <a:moveTo>
                    <a:pt x="0" y="3"/>
                  </a:moveTo>
                  <a:cubicBezTo>
                    <a:pt x="4" y="0"/>
                    <a:pt x="16" y="1"/>
                    <a:pt x="20" y="4"/>
                  </a:cubicBezTo>
                  <a:cubicBezTo>
                    <a:pt x="17" y="5"/>
                    <a:pt x="15" y="8"/>
                    <a:pt x="14" y="11"/>
                  </a:cubicBezTo>
                  <a:cubicBezTo>
                    <a:pt x="11" y="15"/>
                    <a:pt x="11" y="19"/>
                    <a:pt x="10" y="24"/>
                  </a:cubicBezTo>
                  <a:cubicBezTo>
                    <a:pt x="11" y="15"/>
                    <a:pt x="6" y="10"/>
                    <a:pt x="1" y="4"/>
                  </a:cubicBezTo>
                </a:path>
              </a:pathLst>
            </a:custGeom>
            <a:solidFill>
              <a:srgbClr val="840B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" name="Freeform 2129">
              <a:extLst>
                <a:ext uri="{FF2B5EF4-FFF2-40B4-BE49-F238E27FC236}">
                  <a16:creationId xmlns:a16="http://schemas.microsoft.com/office/drawing/2014/main" id="{0FBC7FF1-7349-DC5B-3FA8-D832C77B7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530"/>
              <a:ext cx="60" cy="2"/>
            </a:xfrm>
            <a:custGeom>
              <a:avLst/>
              <a:gdLst>
                <a:gd name="T0" fmla="*/ 0 w 29"/>
                <a:gd name="T1" fmla="*/ 8 h 1"/>
                <a:gd name="T2" fmla="*/ 257 w 29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">
                  <a:moveTo>
                    <a:pt x="0" y="1"/>
                  </a:moveTo>
                  <a:cubicBezTo>
                    <a:pt x="3" y="0"/>
                    <a:pt x="23" y="0"/>
                    <a:pt x="2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" name="Freeform 2130">
              <a:extLst>
                <a:ext uri="{FF2B5EF4-FFF2-40B4-BE49-F238E27FC236}">
                  <a16:creationId xmlns:a16="http://schemas.microsoft.com/office/drawing/2014/main" id="{D296EA31-AE22-2CDF-C8AE-13800CA8F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766"/>
              <a:ext cx="42" cy="124"/>
            </a:xfrm>
            <a:custGeom>
              <a:avLst/>
              <a:gdLst>
                <a:gd name="T0" fmla="*/ 92 w 20"/>
                <a:gd name="T1" fmla="*/ 0 h 56"/>
                <a:gd name="T2" fmla="*/ 0 w 20"/>
                <a:gd name="T3" fmla="*/ 609 h 56"/>
                <a:gd name="T4" fmla="*/ 92 w 20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6">
                  <a:moveTo>
                    <a:pt x="10" y="0"/>
                  </a:moveTo>
                  <a:cubicBezTo>
                    <a:pt x="14" y="9"/>
                    <a:pt x="20" y="34"/>
                    <a:pt x="0" y="56"/>
                  </a:cubicBezTo>
                  <a:cubicBezTo>
                    <a:pt x="7" y="45"/>
                    <a:pt x="14" y="24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Freeform 2131">
              <a:extLst>
                <a:ext uri="{FF2B5EF4-FFF2-40B4-BE49-F238E27FC236}">
                  <a16:creationId xmlns:a16="http://schemas.microsoft.com/office/drawing/2014/main" id="{40554CB4-D27C-5DD4-4F8E-09BD4201F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2523"/>
              <a:ext cx="244" cy="701"/>
            </a:xfrm>
            <a:custGeom>
              <a:avLst/>
              <a:gdLst>
                <a:gd name="T0" fmla="*/ 893 w 118"/>
                <a:gd name="T1" fmla="*/ 812 h 317"/>
                <a:gd name="T2" fmla="*/ 984 w 118"/>
                <a:gd name="T3" fmla="*/ 376 h 317"/>
                <a:gd name="T4" fmla="*/ 713 w 118"/>
                <a:gd name="T5" fmla="*/ 33 h 317"/>
                <a:gd name="T6" fmla="*/ 17 w 118"/>
                <a:gd name="T7" fmla="*/ 1448 h 317"/>
                <a:gd name="T8" fmla="*/ 680 w 118"/>
                <a:gd name="T9" fmla="*/ 3375 h 317"/>
                <a:gd name="T10" fmla="*/ 910 w 118"/>
                <a:gd name="T11" fmla="*/ 2132 h 317"/>
                <a:gd name="T12" fmla="*/ 753 w 118"/>
                <a:gd name="T13" fmla="*/ 1796 h 317"/>
                <a:gd name="T14" fmla="*/ 645 w 118"/>
                <a:gd name="T15" fmla="*/ 1404 h 317"/>
                <a:gd name="T16" fmla="*/ 777 w 118"/>
                <a:gd name="T17" fmla="*/ 982 h 317"/>
                <a:gd name="T18" fmla="*/ 893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" name="Freeform 2132">
              <a:extLst>
                <a:ext uri="{FF2B5EF4-FFF2-40B4-BE49-F238E27FC236}">
                  <a16:creationId xmlns:a16="http://schemas.microsoft.com/office/drawing/2014/main" id="{099BC423-C888-679F-CF6B-DA3214940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523"/>
              <a:ext cx="244" cy="701"/>
            </a:xfrm>
            <a:custGeom>
              <a:avLst/>
              <a:gdLst>
                <a:gd name="T0" fmla="*/ 141 w 118"/>
                <a:gd name="T1" fmla="*/ 812 h 317"/>
                <a:gd name="T2" fmla="*/ 60 w 118"/>
                <a:gd name="T3" fmla="*/ 376 h 317"/>
                <a:gd name="T4" fmla="*/ 316 w 118"/>
                <a:gd name="T5" fmla="*/ 33 h 317"/>
                <a:gd name="T6" fmla="*/ 1017 w 118"/>
                <a:gd name="T7" fmla="*/ 1448 h 317"/>
                <a:gd name="T8" fmla="*/ 356 w 118"/>
                <a:gd name="T9" fmla="*/ 3375 h 317"/>
                <a:gd name="T10" fmla="*/ 124 w 118"/>
                <a:gd name="T11" fmla="*/ 2132 h 317"/>
                <a:gd name="T12" fmla="*/ 292 w 118"/>
                <a:gd name="T13" fmla="*/ 1796 h 317"/>
                <a:gd name="T14" fmla="*/ 389 w 118"/>
                <a:gd name="T15" fmla="*/ 1404 h 317"/>
                <a:gd name="T16" fmla="*/ 265 w 118"/>
                <a:gd name="T17" fmla="*/ 982 h 317"/>
                <a:gd name="T18" fmla="*/ 141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" name="Freeform 2133">
              <a:extLst>
                <a:ext uri="{FF2B5EF4-FFF2-40B4-BE49-F238E27FC236}">
                  <a16:creationId xmlns:a16="http://schemas.microsoft.com/office/drawing/2014/main" id="{803249F4-592D-E144-314F-2DEB98061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525"/>
              <a:ext cx="160" cy="679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803 h 307"/>
                <a:gd name="T6" fmla="*/ 133 w 77"/>
                <a:gd name="T7" fmla="*/ 973 h 307"/>
                <a:gd name="T8" fmla="*/ 0 w 77"/>
                <a:gd name="T9" fmla="*/ 1393 h 307"/>
                <a:gd name="T10" fmla="*/ 108 w 77"/>
                <a:gd name="T11" fmla="*/ 1785 h 307"/>
                <a:gd name="T12" fmla="*/ 268 w 77"/>
                <a:gd name="T13" fmla="*/ 2119 h 307"/>
                <a:gd name="T14" fmla="*/ 199 w 77"/>
                <a:gd name="T15" fmla="*/ 3322 h 307"/>
                <a:gd name="T16" fmla="*/ 349 w 77"/>
                <a:gd name="T17" fmla="*/ 3267 h 307"/>
                <a:gd name="T18" fmla="*/ 492 w 77"/>
                <a:gd name="T19" fmla="*/ 3322 h 307"/>
                <a:gd name="T20" fmla="*/ 424 w 77"/>
                <a:gd name="T21" fmla="*/ 2119 h 307"/>
                <a:gd name="T22" fmla="*/ 592 w 77"/>
                <a:gd name="T23" fmla="*/ 1785 h 307"/>
                <a:gd name="T24" fmla="*/ 690 w 77"/>
                <a:gd name="T25" fmla="*/ 1393 h 307"/>
                <a:gd name="T26" fmla="*/ 565 w 77"/>
                <a:gd name="T27" fmla="*/ 973 h 307"/>
                <a:gd name="T28" fmla="*/ 441 w 77"/>
                <a:gd name="T29" fmla="*/ 803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61" name="CuadroTexto 2060">
            <a:extLst>
              <a:ext uri="{FF2B5EF4-FFF2-40B4-BE49-F238E27FC236}">
                <a16:creationId xmlns:a16="http://schemas.microsoft.com/office/drawing/2014/main" id="{F00DC0D1-0672-402D-257D-229FD84F590A}"/>
              </a:ext>
            </a:extLst>
          </p:cNvPr>
          <p:cNvSpPr txBox="1"/>
          <p:nvPr/>
        </p:nvSpPr>
        <p:spPr>
          <a:xfrm>
            <a:off x="6518963" y="42454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</a:p>
        </p:txBody>
      </p:sp>
      <p:sp>
        <p:nvSpPr>
          <p:cNvPr id="2063" name="CuadroTexto 2062">
            <a:extLst>
              <a:ext uri="{FF2B5EF4-FFF2-40B4-BE49-F238E27FC236}">
                <a16:creationId xmlns:a16="http://schemas.microsoft.com/office/drawing/2014/main" id="{0AC32942-89CA-4C7C-B59F-5FCD8186153F}"/>
              </a:ext>
            </a:extLst>
          </p:cNvPr>
          <p:cNvSpPr txBox="1"/>
          <p:nvPr/>
        </p:nvSpPr>
        <p:spPr>
          <a:xfrm>
            <a:off x="1209013" y="1504414"/>
            <a:ext cx="24609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(hígado, K</a:t>
            </a:r>
            <a:r>
              <a:rPr lang="es-ES" sz="900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M(glucosa)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=10 </a:t>
            </a:r>
            <a:r>
              <a:rPr lang="es-ES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2065" name="Conector: angular 2064">
            <a:extLst>
              <a:ext uri="{FF2B5EF4-FFF2-40B4-BE49-F238E27FC236}">
                <a16:creationId xmlns:a16="http://schemas.microsoft.com/office/drawing/2014/main" id="{EF698405-7CB1-DF7D-7089-196200C3955D}"/>
              </a:ext>
            </a:extLst>
          </p:cNvPr>
          <p:cNvCxnSpPr>
            <a:cxnSpLocks/>
            <a:stCxn id="2061" idx="2"/>
            <a:endCxn id="1859" idx="3"/>
          </p:cNvCxnSpPr>
          <p:nvPr/>
        </p:nvCxnSpPr>
        <p:spPr>
          <a:xfrm rot="5400000">
            <a:off x="5714480" y="389803"/>
            <a:ext cx="1226213" cy="105473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71" name="Grupo 2070">
            <a:extLst>
              <a:ext uri="{FF2B5EF4-FFF2-40B4-BE49-F238E27FC236}">
                <a16:creationId xmlns:a16="http://schemas.microsoft.com/office/drawing/2014/main" id="{D6B4D683-D7DF-9E05-A504-ADBBD986BA7D}"/>
              </a:ext>
            </a:extLst>
          </p:cNvPr>
          <p:cNvGrpSpPr/>
          <p:nvPr/>
        </p:nvGrpSpPr>
        <p:grpSpPr>
          <a:xfrm>
            <a:off x="6380005" y="1358487"/>
            <a:ext cx="128136" cy="128136"/>
            <a:chOff x="2606150" y="3355191"/>
            <a:chExt cx="128136" cy="128136"/>
          </a:xfrm>
        </p:grpSpPr>
        <p:sp>
          <p:nvSpPr>
            <p:cNvPr id="2072" name="Elipse 2071">
              <a:extLst>
                <a:ext uri="{FF2B5EF4-FFF2-40B4-BE49-F238E27FC236}">
                  <a16:creationId xmlns:a16="http://schemas.microsoft.com/office/drawing/2014/main" id="{9E09878A-6E5C-8C2A-F46D-FB5D224968B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73" name="Triángulo isósceles 2072">
              <a:extLst>
                <a:ext uri="{FF2B5EF4-FFF2-40B4-BE49-F238E27FC236}">
                  <a16:creationId xmlns:a16="http://schemas.microsoft.com/office/drawing/2014/main" id="{4332BC58-6F91-971B-8222-C762C3ACCE9A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074" name="Conector: angular 2073">
            <a:extLst>
              <a:ext uri="{FF2B5EF4-FFF2-40B4-BE49-F238E27FC236}">
                <a16:creationId xmlns:a16="http://schemas.microsoft.com/office/drawing/2014/main" id="{8BE1D6C4-641E-BAF9-69E5-8B9E6F78E968}"/>
              </a:ext>
            </a:extLst>
          </p:cNvPr>
          <p:cNvCxnSpPr>
            <a:cxnSpLocks/>
            <a:stCxn id="2061" idx="2"/>
          </p:cNvCxnSpPr>
          <p:nvPr/>
        </p:nvCxnSpPr>
        <p:spPr>
          <a:xfrm rot="5400000">
            <a:off x="4065419" y="-199244"/>
            <a:ext cx="2286227" cy="3292843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77" name="Grupo 2076">
            <a:extLst>
              <a:ext uri="{FF2B5EF4-FFF2-40B4-BE49-F238E27FC236}">
                <a16:creationId xmlns:a16="http://schemas.microsoft.com/office/drawing/2014/main" id="{1D1738B4-1202-9C47-F25D-E033EF30F920}"/>
              </a:ext>
            </a:extLst>
          </p:cNvPr>
          <p:cNvGrpSpPr/>
          <p:nvPr/>
        </p:nvGrpSpPr>
        <p:grpSpPr>
          <a:xfrm>
            <a:off x="6380005" y="2413917"/>
            <a:ext cx="128136" cy="128136"/>
            <a:chOff x="2606150" y="3355191"/>
            <a:chExt cx="128136" cy="128136"/>
          </a:xfrm>
        </p:grpSpPr>
        <p:sp>
          <p:nvSpPr>
            <p:cNvPr id="2078" name="Elipse 2077">
              <a:extLst>
                <a:ext uri="{FF2B5EF4-FFF2-40B4-BE49-F238E27FC236}">
                  <a16:creationId xmlns:a16="http://schemas.microsoft.com/office/drawing/2014/main" id="{1D2D3B3D-3E29-FF7C-D461-E2C93F3980E1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79" name="Triángulo isósceles 2078">
              <a:extLst>
                <a:ext uri="{FF2B5EF4-FFF2-40B4-BE49-F238E27FC236}">
                  <a16:creationId xmlns:a16="http://schemas.microsoft.com/office/drawing/2014/main" id="{F5CD0D07-4E15-3D50-C8DC-62D66406DAC1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080" name="Conector: angular 2079">
            <a:extLst>
              <a:ext uri="{FF2B5EF4-FFF2-40B4-BE49-F238E27FC236}">
                <a16:creationId xmlns:a16="http://schemas.microsoft.com/office/drawing/2014/main" id="{83750219-C29A-4D33-75FE-2D0C332BDFF5}"/>
              </a:ext>
            </a:extLst>
          </p:cNvPr>
          <p:cNvCxnSpPr>
            <a:cxnSpLocks/>
            <a:stCxn id="2061" idx="2"/>
            <a:endCxn id="1890" idx="3"/>
          </p:cNvCxnSpPr>
          <p:nvPr/>
        </p:nvCxnSpPr>
        <p:spPr>
          <a:xfrm rot="5400000">
            <a:off x="2545820" y="3848697"/>
            <a:ext cx="7853766" cy="764501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85" name="Grupo 2084">
            <a:extLst>
              <a:ext uri="{FF2B5EF4-FFF2-40B4-BE49-F238E27FC236}">
                <a16:creationId xmlns:a16="http://schemas.microsoft.com/office/drawing/2014/main" id="{08ACE9CD-E7D4-0EA0-11A9-8ED3FCCB90A5}"/>
              </a:ext>
            </a:extLst>
          </p:cNvPr>
          <p:cNvGrpSpPr/>
          <p:nvPr/>
        </p:nvGrpSpPr>
        <p:grpSpPr>
          <a:xfrm>
            <a:off x="6419447" y="7960895"/>
            <a:ext cx="128136" cy="128136"/>
            <a:chOff x="2606150" y="3355191"/>
            <a:chExt cx="128136" cy="128136"/>
          </a:xfrm>
        </p:grpSpPr>
        <p:sp>
          <p:nvSpPr>
            <p:cNvPr id="2086" name="Elipse 2085">
              <a:extLst>
                <a:ext uri="{FF2B5EF4-FFF2-40B4-BE49-F238E27FC236}">
                  <a16:creationId xmlns:a16="http://schemas.microsoft.com/office/drawing/2014/main" id="{3D84F5D7-63F2-AE81-E0D9-1432144ABA42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87" name="Triángulo isósceles 2086">
              <a:extLst>
                <a:ext uri="{FF2B5EF4-FFF2-40B4-BE49-F238E27FC236}">
                  <a16:creationId xmlns:a16="http://schemas.microsoft.com/office/drawing/2014/main" id="{138EA494-9D77-A241-C1BA-58E17D5B2EA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088" name="Grupo 2087">
            <a:extLst>
              <a:ext uri="{FF2B5EF4-FFF2-40B4-BE49-F238E27FC236}">
                <a16:creationId xmlns:a16="http://schemas.microsoft.com/office/drawing/2014/main" id="{A6356A6F-ABC4-DA8A-E8A2-36B1918C315C}"/>
              </a:ext>
            </a:extLst>
          </p:cNvPr>
          <p:cNvGrpSpPr/>
          <p:nvPr/>
        </p:nvGrpSpPr>
        <p:grpSpPr>
          <a:xfrm>
            <a:off x="5947803" y="2872439"/>
            <a:ext cx="128136" cy="128136"/>
            <a:chOff x="908127" y="1162591"/>
            <a:chExt cx="128136" cy="128136"/>
          </a:xfrm>
        </p:grpSpPr>
        <p:sp>
          <p:nvSpPr>
            <p:cNvPr id="2089" name="Elipse 2088">
              <a:extLst>
                <a:ext uri="{FF2B5EF4-FFF2-40B4-BE49-F238E27FC236}">
                  <a16:creationId xmlns:a16="http://schemas.microsoft.com/office/drawing/2014/main" id="{E196F0DE-8DA3-403F-C573-0AEE83849D26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90" name="Cruz 2089">
              <a:extLst>
                <a:ext uri="{FF2B5EF4-FFF2-40B4-BE49-F238E27FC236}">
                  <a16:creationId xmlns:a16="http://schemas.microsoft.com/office/drawing/2014/main" id="{ADF31B55-5047-9985-7D85-3FF1DA8D5995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91" name="CuadroTexto 2090">
            <a:extLst>
              <a:ext uri="{FF2B5EF4-FFF2-40B4-BE49-F238E27FC236}">
                <a16:creationId xmlns:a16="http://schemas.microsoft.com/office/drawing/2014/main" id="{30ECCAE1-ADBF-CA36-E5A4-8137B86307BA}"/>
              </a:ext>
            </a:extLst>
          </p:cNvPr>
          <p:cNvSpPr txBox="1"/>
          <p:nvPr/>
        </p:nvSpPr>
        <p:spPr>
          <a:xfrm>
            <a:off x="6164770" y="2913424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</a:p>
        </p:txBody>
      </p:sp>
      <p:cxnSp>
        <p:nvCxnSpPr>
          <p:cNvPr id="2092" name="Conector recto de flecha 2091">
            <a:extLst>
              <a:ext uri="{FF2B5EF4-FFF2-40B4-BE49-F238E27FC236}">
                <a16:creationId xmlns:a16="http://schemas.microsoft.com/office/drawing/2014/main" id="{C954BEAA-4DDD-0473-E92A-63D10D953574}"/>
              </a:ext>
            </a:extLst>
          </p:cNvPr>
          <p:cNvCxnSpPr>
            <a:cxnSpLocks/>
            <a:stCxn id="2091" idx="1"/>
            <a:endCxn id="1863" idx="3"/>
          </p:cNvCxnSpPr>
          <p:nvPr/>
        </p:nvCxnSpPr>
        <p:spPr>
          <a:xfrm flipH="1">
            <a:off x="5800215" y="3044229"/>
            <a:ext cx="36455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97" name="Grupo 2096">
            <a:extLst>
              <a:ext uri="{FF2B5EF4-FFF2-40B4-BE49-F238E27FC236}">
                <a16:creationId xmlns:a16="http://schemas.microsoft.com/office/drawing/2014/main" id="{A21B264D-750D-75BD-337C-441F415C1BEB}"/>
              </a:ext>
            </a:extLst>
          </p:cNvPr>
          <p:cNvGrpSpPr/>
          <p:nvPr/>
        </p:nvGrpSpPr>
        <p:grpSpPr>
          <a:xfrm>
            <a:off x="2533764" y="7693798"/>
            <a:ext cx="128136" cy="128136"/>
            <a:chOff x="908127" y="1162591"/>
            <a:chExt cx="128136" cy="128136"/>
          </a:xfrm>
        </p:grpSpPr>
        <p:sp>
          <p:nvSpPr>
            <p:cNvPr id="2098" name="Elipse 2097">
              <a:extLst>
                <a:ext uri="{FF2B5EF4-FFF2-40B4-BE49-F238E27FC236}">
                  <a16:creationId xmlns:a16="http://schemas.microsoft.com/office/drawing/2014/main" id="{AE56E0BB-1998-B465-D748-139362B0C305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99" name="Cruz 2098">
              <a:extLst>
                <a:ext uri="{FF2B5EF4-FFF2-40B4-BE49-F238E27FC236}">
                  <a16:creationId xmlns:a16="http://schemas.microsoft.com/office/drawing/2014/main" id="{DFFCBB3E-B38A-4939-AD09-CF0C18600B17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100" name="CuadroTexto 2099">
            <a:extLst>
              <a:ext uri="{FF2B5EF4-FFF2-40B4-BE49-F238E27FC236}">
                <a16:creationId xmlns:a16="http://schemas.microsoft.com/office/drawing/2014/main" id="{3167105D-781E-E0EB-55CF-275808CEC16F}"/>
              </a:ext>
            </a:extLst>
          </p:cNvPr>
          <p:cNvSpPr txBox="1"/>
          <p:nvPr/>
        </p:nvSpPr>
        <p:spPr>
          <a:xfrm>
            <a:off x="97097" y="7367824"/>
            <a:ext cx="212115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 de cadena larga</a:t>
            </a: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</a:p>
        </p:txBody>
      </p:sp>
      <p:cxnSp>
        <p:nvCxnSpPr>
          <p:cNvPr id="2102" name="Conector: angular 2101">
            <a:extLst>
              <a:ext uri="{FF2B5EF4-FFF2-40B4-BE49-F238E27FC236}">
                <a16:creationId xmlns:a16="http://schemas.microsoft.com/office/drawing/2014/main" id="{35CADB26-6187-AE6C-331F-47D2A77E5A1E}"/>
              </a:ext>
            </a:extLst>
          </p:cNvPr>
          <p:cNvCxnSpPr>
            <a:cxnSpLocks/>
            <a:stCxn id="2100" idx="3"/>
            <a:endCxn id="1891" idx="0"/>
          </p:cNvCxnSpPr>
          <p:nvPr/>
        </p:nvCxnSpPr>
        <p:spPr>
          <a:xfrm>
            <a:off x="2218255" y="7667906"/>
            <a:ext cx="745095" cy="363292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6" name="Conector: angular 2105">
            <a:extLst>
              <a:ext uri="{FF2B5EF4-FFF2-40B4-BE49-F238E27FC236}">
                <a16:creationId xmlns:a16="http://schemas.microsoft.com/office/drawing/2014/main" id="{4020805C-3BD7-B683-14E3-57B5D0C52031}"/>
              </a:ext>
            </a:extLst>
          </p:cNvPr>
          <p:cNvCxnSpPr>
            <a:cxnSpLocks/>
            <a:stCxn id="1721" idx="3"/>
            <a:endCxn id="1890" idx="3"/>
          </p:cNvCxnSpPr>
          <p:nvPr/>
        </p:nvCxnSpPr>
        <p:spPr>
          <a:xfrm>
            <a:off x="5255134" y="3421617"/>
            <a:ext cx="835318" cy="4736213"/>
          </a:xfrm>
          <a:prstGeom prst="bentConnector3">
            <a:avLst>
              <a:gd name="adj1" fmla="val 174282"/>
            </a:avLst>
          </a:prstGeom>
          <a:ln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4" name="CuadroTexto 2113">
            <a:extLst>
              <a:ext uri="{FF2B5EF4-FFF2-40B4-BE49-F238E27FC236}">
                <a16:creationId xmlns:a16="http://schemas.microsoft.com/office/drawing/2014/main" id="{ADF769E5-A151-D2ED-52C8-54B3D9B8875C}"/>
              </a:ext>
            </a:extLst>
          </p:cNvPr>
          <p:cNvSpPr txBox="1"/>
          <p:nvPr/>
        </p:nvSpPr>
        <p:spPr>
          <a:xfrm>
            <a:off x="4373348" y="8797919"/>
            <a:ext cx="21541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Balance neto: 2 ATP + 2 NADH</a:t>
            </a:r>
          </a:p>
        </p:txBody>
      </p:sp>
      <p:sp>
        <p:nvSpPr>
          <p:cNvPr id="2115" name="Cerrar llave 2114">
            <a:extLst>
              <a:ext uri="{FF2B5EF4-FFF2-40B4-BE49-F238E27FC236}">
                <a16:creationId xmlns:a16="http://schemas.microsoft.com/office/drawing/2014/main" id="{229E354A-98AC-9580-0D08-D8E7B7F9C0C1}"/>
              </a:ext>
            </a:extLst>
          </p:cNvPr>
          <p:cNvSpPr/>
          <p:nvPr/>
        </p:nvSpPr>
        <p:spPr>
          <a:xfrm>
            <a:off x="4248626" y="8705431"/>
            <a:ext cx="153723" cy="49589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41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270</Words>
  <Application>Microsoft Office PowerPoint</Application>
  <PresentationFormat>Personalizado</PresentationFormat>
  <Paragraphs>71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19</cp:revision>
  <dcterms:created xsi:type="dcterms:W3CDTF">2025-10-09T08:39:27Z</dcterms:created>
  <dcterms:modified xsi:type="dcterms:W3CDTF">2025-10-14T10:47:02Z</dcterms:modified>
</cp:coreProperties>
</file>