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</p:sldIdLst>
  <p:sldSz cx="7559675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5" d="100"/>
          <a:sy n="85" d="100"/>
        </p:scale>
        <p:origin x="1757" y="-5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6976" y="1749795"/>
            <a:ext cx="6425724" cy="3722335"/>
          </a:xfrm>
        </p:spPr>
        <p:txBody>
          <a:bodyPr anchor="b"/>
          <a:lstStyle>
            <a:lvl1pPr algn="ctr"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5615678"/>
            <a:ext cx="5669756" cy="2581379"/>
          </a:xfrm>
        </p:spPr>
        <p:txBody>
          <a:bodyPr/>
          <a:lstStyle>
            <a:lvl1pPr marL="0" indent="0" algn="ctr">
              <a:buNone/>
              <a:defRPr sz="1984"/>
            </a:lvl1pPr>
            <a:lvl2pPr marL="377967" indent="0" algn="ctr">
              <a:buNone/>
              <a:defRPr sz="1653"/>
            </a:lvl2pPr>
            <a:lvl3pPr marL="755934" indent="0" algn="ctr">
              <a:buNone/>
              <a:defRPr sz="1488"/>
            </a:lvl3pPr>
            <a:lvl4pPr marL="1133902" indent="0" algn="ctr">
              <a:buNone/>
              <a:defRPr sz="1323"/>
            </a:lvl4pPr>
            <a:lvl5pPr marL="1511869" indent="0" algn="ctr">
              <a:buNone/>
              <a:defRPr sz="1323"/>
            </a:lvl5pPr>
            <a:lvl6pPr marL="1889836" indent="0" algn="ctr">
              <a:buNone/>
              <a:defRPr sz="1323"/>
            </a:lvl6pPr>
            <a:lvl7pPr marL="2267803" indent="0" algn="ctr">
              <a:buNone/>
              <a:defRPr sz="1323"/>
            </a:lvl7pPr>
            <a:lvl8pPr marL="2645771" indent="0" algn="ctr">
              <a:buNone/>
              <a:defRPr sz="1323"/>
            </a:lvl8pPr>
            <a:lvl9pPr marL="3023738" indent="0" algn="ctr">
              <a:buNone/>
              <a:defRPr sz="1323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6564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72678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1" y="2665532"/>
            <a:ext cx="6520220" cy="4447496"/>
          </a:xfrm>
        </p:spPr>
        <p:txBody>
          <a:bodyPr anchor="b"/>
          <a:lstStyle>
            <a:lvl1pPr>
              <a:defRPr sz="496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1" y="7155103"/>
            <a:ext cx="6520220" cy="2338833"/>
          </a:xfrm>
        </p:spPr>
        <p:txBody>
          <a:bodyPr/>
          <a:lstStyle>
            <a:lvl1pPr marL="0" indent="0">
              <a:buNone/>
              <a:defRPr sz="1984">
                <a:solidFill>
                  <a:schemeClr val="tx1">
                    <a:tint val="82000"/>
                  </a:schemeClr>
                </a:solidFill>
              </a:defRPr>
            </a:lvl1pPr>
            <a:lvl2pPr marL="377967" indent="0">
              <a:buNone/>
              <a:defRPr sz="1653">
                <a:solidFill>
                  <a:schemeClr val="tx1">
                    <a:tint val="82000"/>
                  </a:schemeClr>
                </a:solidFill>
              </a:defRPr>
            </a:lvl2pPr>
            <a:lvl3pPr marL="755934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390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18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8983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780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577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3738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15000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2846200"/>
            <a:ext cx="3212862" cy="6783857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8171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569242"/>
            <a:ext cx="6520220" cy="20665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3" y="2620980"/>
            <a:ext cx="3198096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3" y="3905482"/>
            <a:ext cx="3198096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6" y="2620980"/>
            <a:ext cx="3213847" cy="1284502"/>
          </a:xfrm>
        </p:spPr>
        <p:txBody>
          <a:bodyPr anchor="b"/>
          <a:lstStyle>
            <a:lvl1pPr marL="0" indent="0">
              <a:buNone/>
              <a:defRPr sz="1984" b="1"/>
            </a:lvl1pPr>
            <a:lvl2pPr marL="377967" indent="0">
              <a:buNone/>
              <a:defRPr sz="1653" b="1"/>
            </a:lvl2pPr>
            <a:lvl3pPr marL="755934" indent="0">
              <a:buNone/>
              <a:defRPr sz="1488" b="1"/>
            </a:lvl3pPr>
            <a:lvl4pPr marL="1133902" indent="0">
              <a:buNone/>
              <a:defRPr sz="1323" b="1"/>
            </a:lvl4pPr>
            <a:lvl5pPr marL="1511869" indent="0">
              <a:buNone/>
              <a:defRPr sz="1323" b="1"/>
            </a:lvl5pPr>
            <a:lvl6pPr marL="1889836" indent="0">
              <a:buNone/>
              <a:defRPr sz="1323" b="1"/>
            </a:lvl6pPr>
            <a:lvl7pPr marL="2267803" indent="0">
              <a:buNone/>
              <a:defRPr sz="1323" b="1"/>
            </a:lvl7pPr>
            <a:lvl8pPr marL="2645771" indent="0">
              <a:buNone/>
              <a:defRPr sz="1323" b="1"/>
            </a:lvl8pPr>
            <a:lvl9pPr marL="3023738" indent="0">
              <a:buNone/>
              <a:defRPr sz="1323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6" y="3905482"/>
            <a:ext cx="3213847" cy="574437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39634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6557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8876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1539425"/>
            <a:ext cx="3827085" cy="7598117"/>
          </a:xfrm>
        </p:spPr>
        <p:txBody>
          <a:bodyPr/>
          <a:lstStyle>
            <a:lvl1pPr>
              <a:defRPr sz="2645"/>
            </a:lvl1pPr>
            <a:lvl2pPr>
              <a:defRPr sz="2315"/>
            </a:lvl2pPr>
            <a:lvl3pPr>
              <a:defRPr sz="1984"/>
            </a:lvl3pPr>
            <a:lvl4pPr>
              <a:defRPr sz="1653"/>
            </a:lvl4pPr>
            <a:lvl5pPr>
              <a:defRPr sz="1653"/>
            </a:lvl5pPr>
            <a:lvl6pPr>
              <a:defRPr sz="1653"/>
            </a:lvl6pPr>
            <a:lvl7pPr>
              <a:defRPr sz="1653"/>
            </a:lvl7pPr>
            <a:lvl8pPr>
              <a:defRPr sz="1653"/>
            </a:lvl8pPr>
            <a:lvl9pPr>
              <a:defRPr sz="1653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197398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712788"/>
            <a:ext cx="2438192" cy="2494756"/>
          </a:xfrm>
        </p:spPr>
        <p:txBody>
          <a:bodyPr anchor="b"/>
          <a:lstStyle>
            <a:lvl1pPr>
              <a:defRPr sz="2645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1539425"/>
            <a:ext cx="3827085" cy="7598117"/>
          </a:xfrm>
        </p:spPr>
        <p:txBody>
          <a:bodyPr anchor="t"/>
          <a:lstStyle>
            <a:lvl1pPr marL="0" indent="0">
              <a:buNone/>
              <a:defRPr sz="2645"/>
            </a:lvl1pPr>
            <a:lvl2pPr marL="377967" indent="0">
              <a:buNone/>
              <a:defRPr sz="2315"/>
            </a:lvl2pPr>
            <a:lvl3pPr marL="755934" indent="0">
              <a:buNone/>
              <a:defRPr sz="1984"/>
            </a:lvl3pPr>
            <a:lvl4pPr marL="1133902" indent="0">
              <a:buNone/>
              <a:defRPr sz="1653"/>
            </a:lvl4pPr>
            <a:lvl5pPr marL="1511869" indent="0">
              <a:buNone/>
              <a:defRPr sz="1653"/>
            </a:lvl5pPr>
            <a:lvl6pPr marL="1889836" indent="0">
              <a:buNone/>
              <a:defRPr sz="1653"/>
            </a:lvl6pPr>
            <a:lvl7pPr marL="2267803" indent="0">
              <a:buNone/>
              <a:defRPr sz="1653"/>
            </a:lvl7pPr>
            <a:lvl8pPr marL="2645771" indent="0">
              <a:buNone/>
              <a:defRPr sz="1653"/>
            </a:lvl8pPr>
            <a:lvl9pPr marL="3023738" indent="0">
              <a:buNone/>
              <a:defRPr sz="1653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3207544"/>
            <a:ext cx="2438192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7967" indent="0">
              <a:buNone/>
              <a:defRPr sz="1157"/>
            </a:lvl2pPr>
            <a:lvl3pPr marL="755934" indent="0">
              <a:buNone/>
              <a:defRPr sz="992"/>
            </a:lvl3pPr>
            <a:lvl4pPr marL="1133902" indent="0">
              <a:buNone/>
              <a:defRPr sz="827"/>
            </a:lvl4pPr>
            <a:lvl5pPr marL="1511869" indent="0">
              <a:buNone/>
              <a:defRPr sz="827"/>
            </a:lvl5pPr>
            <a:lvl6pPr marL="1889836" indent="0">
              <a:buNone/>
              <a:defRPr sz="827"/>
            </a:lvl6pPr>
            <a:lvl7pPr marL="2267803" indent="0">
              <a:buNone/>
              <a:defRPr sz="827"/>
            </a:lvl7pPr>
            <a:lvl8pPr marL="2645771" indent="0">
              <a:buNone/>
              <a:defRPr sz="827"/>
            </a:lvl8pPr>
            <a:lvl9pPr marL="3023738" indent="0">
              <a:buNone/>
              <a:defRPr sz="827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174720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1702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3" y="569240"/>
            <a:ext cx="1630055" cy="9060817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569240"/>
            <a:ext cx="4795669" cy="9060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680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569242"/>
            <a:ext cx="6520220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2846200"/>
            <a:ext cx="6520220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140DB7-FBAF-4D24-8F29-EB1A91FE30CB}" type="datetimeFigureOut">
              <a:rPr lang="es-ES" smtClean="0"/>
              <a:t>14/10/2025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9909729"/>
            <a:ext cx="2551390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9909729"/>
            <a:ext cx="1700927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EB224-FB9A-4209-ACAC-F83374CA0FC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75561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5934" rtl="0" eaLnBrk="1" latinLnBrk="0" hangingPunct="1">
        <a:lnSpc>
          <a:spcPct val="90000"/>
        </a:lnSpc>
        <a:spcBef>
          <a:spcPct val="0"/>
        </a:spcBef>
        <a:buNone/>
        <a:defRPr sz="363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8984" indent="-188984" algn="l" defTabSz="755934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6951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4" kern="1200">
          <a:solidFill>
            <a:schemeClr val="tx1"/>
          </a:solidFill>
          <a:latin typeface="+mn-lt"/>
          <a:ea typeface="+mn-ea"/>
          <a:cs typeface="+mn-cs"/>
        </a:defRPr>
      </a:lvl2pPr>
      <a:lvl3pPr marL="944918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3" kern="1200">
          <a:solidFill>
            <a:schemeClr val="tx1"/>
          </a:solidFill>
          <a:latin typeface="+mn-lt"/>
          <a:ea typeface="+mn-ea"/>
          <a:cs typeface="+mn-cs"/>
        </a:defRPr>
      </a:lvl3pPr>
      <a:lvl4pPr marL="1322885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0853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8820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6787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4754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2722" indent="-188984" algn="l" defTabSz="755934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7967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5934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3902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1869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89836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7803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5771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3738" algn="l" defTabSz="755934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A58B4A30-0701-4DEA-813A-5B5A90D4BBC4}"/>
              </a:ext>
            </a:extLst>
          </p:cNvPr>
          <p:cNvSpPr txBox="1"/>
          <p:nvPr/>
        </p:nvSpPr>
        <p:spPr>
          <a:xfrm>
            <a:off x="3555256" y="61292"/>
            <a:ext cx="449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grpSp>
        <p:nvGrpSpPr>
          <p:cNvPr id="5" name="Group 1385">
            <a:extLst>
              <a:ext uri="{FF2B5EF4-FFF2-40B4-BE49-F238E27FC236}">
                <a16:creationId xmlns:a16="http://schemas.microsoft.com/office/drawing/2014/main" id="{8D87B778-3098-B018-4857-DB72066D531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0" y="467350"/>
            <a:ext cx="1141095" cy="340150"/>
            <a:chOff x="446" y="1196"/>
            <a:chExt cx="1048" cy="312"/>
          </a:xfrm>
        </p:grpSpPr>
        <p:grpSp>
          <p:nvGrpSpPr>
            <p:cNvPr id="6" name="Group 1386">
              <a:extLst>
                <a:ext uri="{FF2B5EF4-FFF2-40B4-BE49-F238E27FC236}">
                  <a16:creationId xmlns:a16="http://schemas.microsoft.com/office/drawing/2014/main" id="{1581D637-391E-0299-78F0-7C1EE7D777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224" name="Oval 1387">
                <a:extLst>
                  <a:ext uri="{FF2B5EF4-FFF2-40B4-BE49-F238E27FC236}">
                    <a16:creationId xmlns:a16="http://schemas.microsoft.com/office/drawing/2014/main" id="{829F2814-BB33-D582-57BE-335CF729FA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5" name="Oval 1388">
                <a:extLst>
                  <a:ext uri="{FF2B5EF4-FFF2-40B4-BE49-F238E27FC236}">
                    <a16:creationId xmlns:a16="http://schemas.microsoft.com/office/drawing/2014/main" id="{7EF0CF6E-D8FA-C614-1CFC-C31F9E84DB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6" name="Freeform 1389">
                <a:extLst>
                  <a:ext uri="{FF2B5EF4-FFF2-40B4-BE49-F238E27FC236}">
                    <a16:creationId xmlns:a16="http://schemas.microsoft.com/office/drawing/2014/main" id="{BDE0C2A8-8315-EDB6-FE4E-1EFD8E434B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" name="Freeform 1390">
                <a:extLst>
                  <a:ext uri="{FF2B5EF4-FFF2-40B4-BE49-F238E27FC236}">
                    <a16:creationId xmlns:a16="http://schemas.microsoft.com/office/drawing/2014/main" id="{F620FECB-95D6-57CB-E4A6-C00DE1B70C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8" name="Freeform 1391">
                <a:extLst>
                  <a:ext uri="{FF2B5EF4-FFF2-40B4-BE49-F238E27FC236}">
                    <a16:creationId xmlns:a16="http://schemas.microsoft.com/office/drawing/2014/main" id="{782A97D2-0889-83FE-DCA9-3A0BB16431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" name="Oval 1392">
                <a:extLst>
                  <a:ext uri="{FF2B5EF4-FFF2-40B4-BE49-F238E27FC236}">
                    <a16:creationId xmlns:a16="http://schemas.microsoft.com/office/drawing/2014/main" id="{65CF0871-7792-4B79-C0E6-201A57CD93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" name="Group 1393">
              <a:extLst>
                <a:ext uri="{FF2B5EF4-FFF2-40B4-BE49-F238E27FC236}">
                  <a16:creationId xmlns:a16="http://schemas.microsoft.com/office/drawing/2014/main" id="{8D8975D8-A0CE-9072-6979-4E12EECCCC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218" name="Oval 1394">
                <a:extLst>
                  <a:ext uri="{FF2B5EF4-FFF2-40B4-BE49-F238E27FC236}">
                    <a16:creationId xmlns:a16="http://schemas.microsoft.com/office/drawing/2014/main" id="{634D7598-B894-A115-B8B5-0B70A77804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9" name="Oval 1395">
                <a:extLst>
                  <a:ext uri="{FF2B5EF4-FFF2-40B4-BE49-F238E27FC236}">
                    <a16:creationId xmlns:a16="http://schemas.microsoft.com/office/drawing/2014/main" id="{B6256B5E-1766-4009-E1D7-5CA3A5040B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20" name="Freeform 1396">
                <a:extLst>
                  <a:ext uri="{FF2B5EF4-FFF2-40B4-BE49-F238E27FC236}">
                    <a16:creationId xmlns:a16="http://schemas.microsoft.com/office/drawing/2014/main" id="{5409FDF3-CCA3-4859-B208-6CBBB4B370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" name="Freeform 1397">
                <a:extLst>
                  <a:ext uri="{FF2B5EF4-FFF2-40B4-BE49-F238E27FC236}">
                    <a16:creationId xmlns:a16="http://schemas.microsoft.com/office/drawing/2014/main" id="{A1C8D1F0-B54B-DD7C-1C42-03B77B0956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2" name="Freeform 1398">
                <a:extLst>
                  <a:ext uri="{FF2B5EF4-FFF2-40B4-BE49-F238E27FC236}">
                    <a16:creationId xmlns:a16="http://schemas.microsoft.com/office/drawing/2014/main" id="{7902D248-FBC2-52F2-9AA0-F0CEC9809D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3" name="Oval 1399">
                <a:extLst>
                  <a:ext uri="{FF2B5EF4-FFF2-40B4-BE49-F238E27FC236}">
                    <a16:creationId xmlns:a16="http://schemas.microsoft.com/office/drawing/2014/main" id="{96D9BF5B-E746-5BEE-7FB4-AE0E0BFD92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8" name="Group 1400">
              <a:extLst>
                <a:ext uri="{FF2B5EF4-FFF2-40B4-BE49-F238E27FC236}">
                  <a16:creationId xmlns:a16="http://schemas.microsoft.com/office/drawing/2014/main" id="{45DE4C97-1CA2-758B-28FC-444A1384C9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212" name="Oval 1401">
                <a:extLst>
                  <a:ext uri="{FF2B5EF4-FFF2-40B4-BE49-F238E27FC236}">
                    <a16:creationId xmlns:a16="http://schemas.microsoft.com/office/drawing/2014/main" id="{19D84B8F-C73A-F048-C21C-3C4AFE6E2C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3" name="Oval 1402">
                <a:extLst>
                  <a:ext uri="{FF2B5EF4-FFF2-40B4-BE49-F238E27FC236}">
                    <a16:creationId xmlns:a16="http://schemas.microsoft.com/office/drawing/2014/main" id="{22CE73C2-DD1E-810F-FF87-40362509BA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14" name="Freeform 1403">
                <a:extLst>
                  <a:ext uri="{FF2B5EF4-FFF2-40B4-BE49-F238E27FC236}">
                    <a16:creationId xmlns:a16="http://schemas.microsoft.com/office/drawing/2014/main" id="{D26C01BD-B194-F0D9-DF7A-F1C296004A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5" name="Freeform 1404">
                <a:extLst>
                  <a:ext uri="{FF2B5EF4-FFF2-40B4-BE49-F238E27FC236}">
                    <a16:creationId xmlns:a16="http://schemas.microsoft.com/office/drawing/2014/main" id="{3AFC5071-092D-7FB3-2DB4-DB95227C64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6" name="Freeform 1405">
                <a:extLst>
                  <a:ext uri="{FF2B5EF4-FFF2-40B4-BE49-F238E27FC236}">
                    <a16:creationId xmlns:a16="http://schemas.microsoft.com/office/drawing/2014/main" id="{A4A0010F-7221-3AA2-DF3F-788F57B5E8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7" name="Oval 1406">
                <a:extLst>
                  <a:ext uri="{FF2B5EF4-FFF2-40B4-BE49-F238E27FC236}">
                    <a16:creationId xmlns:a16="http://schemas.microsoft.com/office/drawing/2014/main" id="{19313F99-D309-175A-AD22-93D3852DDA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" name="Group 1407">
              <a:extLst>
                <a:ext uri="{FF2B5EF4-FFF2-40B4-BE49-F238E27FC236}">
                  <a16:creationId xmlns:a16="http://schemas.microsoft.com/office/drawing/2014/main" id="{BAFBD5AB-6CE0-7181-6264-C502217D807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206" name="Oval 1408">
                <a:extLst>
                  <a:ext uri="{FF2B5EF4-FFF2-40B4-BE49-F238E27FC236}">
                    <a16:creationId xmlns:a16="http://schemas.microsoft.com/office/drawing/2014/main" id="{E4978BFA-5359-C16F-A35F-7465BF064A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7" name="Oval 1409">
                <a:extLst>
                  <a:ext uri="{FF2B5EF4-FFF2-40B4-BE49-F238E27FC236}">
                    <a16:creationId xmlns:a16="http://schemas.microsoft.com/office/drawing/2014/main" id="{0A2830A4-A397-B72F-1B2E-B9DA738521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8" name="Freeform 1410">
                <a:extLst>
                  <a:ext uri="{FF2B5EF4-FFF2-40B4-BE49-F238E27FC236}">
                    <a16:creationId xmlns:a16="http://schemas.microsoft.com/office/drawing/2014/main" id="{F0E8D1B5-C582-0C46-BA5E-37E16BB728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Freeform 1411">
                <a:extLst>
                  <a:ext uri="{FF2B5EF4-FFF2-40B4-BE49-F238E27FC236}">
                    <a16:creationId xmlns:a16="http://schemas.microsoft.com/office/drawing/2014/main" id="{BAA2FAB1-8FC2-B5CC-E05C-0808CE2ADC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" name="Freeform 1412">
                <a:extLst>
                  <a:ext uri="{FF2B5EF4-FFF2-40B4-BE49-F238E27FC236}">
                    <a16:creationId xmlns:a16="http://schemas.microsoft.com/office/drawing/2014/main" id="{78D35550-ECFA-FD1E-F84E-8FB2DF37957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" name="Oval 1413">
                <a:extLst>
                  <a:ext uri="{FF2B5EF4-FFF2-40B4-BE49-F238E27FC236}">
                    <a16:creationId xmlns:a16="http://schemas.microsoft.com/office/drawing/2014/main" id="{03696915-42E2-765F-F861-38BE25E427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0" name="Group 1414">
              <a:extLst>
                <a:ext uri="{FF2B5EF4-FFF2-40B4-BE49-F238E27FC236}">
                  <a16:creationId xmlns:a16="http://schemas.microsoft.com/office/drawing/2014/main" id="{018CC1D5-A622-EC38-C23F-F68AC7FC127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200" name="Oval 1415">
                <a:extLst>
                  <a:ext uri="{FF2B5EF4-FFF2-40B4-BE49-F238E27FC236}">
                    <a16:creationId xmlns:a16="http://schemas.microsoft.com/office/drawing/2014/main" id="{3EC45BAE-793D-C272-BA1F-45BFECB027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1" name="Oval 1416">
                <a:extLst>
                  <a:ext uri="{FF2B5EF4-FFF2-40B4-BE49-F238E27FC236}">
                    <a16:creationId xmlns:a16="http://schemas.microsoft.com/office/drawing/2014/main" id="{4A1B075A-65F0-88BE-87B2-43BB7C6FFC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02" name="Freeform 1417">
                <a:extLst>
                  <a:ext uri="{FF2B5EF4-FFF2-40B4-BE49-F238E27FC236}">
                    <a16:creationId xmlns:a16="http://schemas.microsoft.com/office/drawing/2014/main" id="{3DF11396-938A-3812-8A10-71968FEC3C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Freeform 1418">
                <a:extLst>
                  <a:ext uri="{FF2B5EF4-FFF2-40B4-BE49-F238E27FC236}">
                    <a16:creationId xmlns:a16="http://schemas.microsoft.com/office/drawing/2014/main" id="{38BDFC83-9BF6-E1BD-7499-873AC7899C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Freeform 1419">
                <a:extLst>
                  <a:ext uri="{FF2B5EF4-FFF2-40B4-BE49-F238E27FC236}">
                    <a16:creationId xmlns:a16="http://schemas.microsoft.com/office/drawing/2014/main" id="{DB44DD30-8249-80A2-9D1A-680978A16E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Oval 1420">
                <a:extLst>
                  <a:ext uri="{FF2B5EF4-FFF2-40B4-BE49-F238E27FC236}">
                    <a16:creationId xmlns:a16="http://schemas.microsoft.com/office/drawing/2014/main" id="{C0049585-B1E6-C2DC-5329-3D2610C5BB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" name="Group 1421">
              <a:extLst>
                <a:ext uri="{FF2B5EF4-FFF2-40B4-BE49-F238E27FC236}">
                  <a16:creationId xmlns:a16="http://schemas.microsoft.com/office/drawing/2014/main" id="{17871DCE-0069-B5FB-9BC9-E6676B1147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94" name="Oval 1422">
                <a:extLst>
                  <a:ext uri="{FF2B5EF4-FFF2-40B4-BE49-F238E27FC236}">
                    <a16:creationId xmlns:a16="http://schemas.microsoft.com/office/drawing/2014/main" id="{77548EED-19E6-9444-5514-02877DF6AA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5" name="Oval 1423">
                <a:extLst>
                  <a:ext uri="{FF2B5EF4-FFF2-40B4-BE49-F238E27FC236}">
                    <a16:creationId xmlns:a16="http://schemas.microsoft.com/office/drawing/2014/main" id="{F559518C-B0B0-F657-1163-2742B4B70E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6" name="Freeform 1424">
                <a:extLst>
                  <a:ext uri="{FF2B5EF4-FFF2-40B4-BE49-F238E27FC236}">
                    <a16:creationId xmlns:a16="http://schemas.microsoft.com/office/drawing/2014/main" id="{2368E68F-A6C5-E9A6-8A4E-FF483018F5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7" name="Freeform 1425">
                <a:extLst>
                  <a:ext uri="{FF2B5EF4-FFF2-40B4-BE49-F238E27FC236}">
                    <a16:creationId xmlns:a16="http://schemas.microsoft.com/office/drawing/2014/main" id="{40F09D1B-24AA-C516-22EB-BC9482E751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8" name="Freeform 1426">
                <a:extLst>
                  <a:ext uri="{FF2B5EF4-FFF2-40B4-BE49-F238E27FC236}">
                    <a16:creationId xmlns:a16="http://schemas.microsoft.com/office/drawing/2014/main" id="{FC1E5878-E22B-C886-D9B5-36F3ED2A50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" name="Oval 1427">
                <a:extLst>
                  <a:ext uri="{FF2B5EF4-FFF2-40B4-BE49-F238E27FC236}">
                    <a16:creationId xmlns:a16="http://schemas.microsoft.com/office/drawing/2014/main" id="{52BCBB53-ED7A-9C50-A866-8E3A540F27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2" name="Group 1428">
              <a:extLst>
                <a:ext uri="{FF2B5EF4-FFF2-40B4-BE49-F238E27FC236}">
                  <a16:creationId xmlns:a16="http://schemas.microsoft.com/office/drawing/2014/main" id="{49D85AA1-6810-7660-0697-D452E8CABF2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88" name="Oval 1429">
                <a:extLst>
                  <a:ext uri="{FF2B5EF4-FFF2-40B4-BE49-F238E27FC236}">
                    <a16:creationId xmlns:a16="http://schemas.microsoft.com/office/drawing/2014/main" id="{651D4484-E228-8BDA-451A-380323453F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9" name="Oval 1430">
                <a:extLst>
                  <a:ext uri="{FF2B5EF4-FFF2-40B4-BE49-F238E27FC236}">
                    <a16:creationId xmlns:a16="http://schemas.microsoft.com/office/drawing/2014/main" id="{209699EA-A640-9CFD-F500-98DD3A8C2A7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90" name="Freeform 1431">
                <a:extLst>
                  <a:ext uri="{FF2B5EF4-FFF2-40B4-BE49-F238E27FC236}">
                    <a16:creationId xmlns:a16="http://schemas.microsoft.com/office/drawing/2014/main" id="{D98ECBCA-21E2-059C-CD1F-E79693DF58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" name="Freeform 1432">
                <a:extLst>
                  <a:ext uri="{FF2B5EF4-FFF2-40B4-BE49-F238E27FC236}">
                    <a16:creationId xmlns:a16="http://schemas.microsoft.com/office/drawing/2014/main" id="{FEF44CC6-D6FB-4AA8-4F17-A4DE449A2F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" name="Freeform 1433">
                <a:extLst>
                  <a:ext uri="{FF2B5EF4-FFF2-40B4-BE49-F238E27FC236}">
                    <a16:creationId xmlns:a16="http://schemas.microsoft.com/office/drawing/2014/main" id="{53204D3D-0E7F-47E8-141E-289EF4E806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" name="Oval 1434">
                <a:extLst>
                  <a:ext uri="{FF2B5EF4-FFF2-40B4-BE49-F238E27FC236}">
                    <a16:creationId xmlns:a16="http://schemas.microsoft.com/office/drawing/2014/main" id="{5BB1129C-BDB6-B316-0351-A65F943524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" name="Group 1435">
              <a:extLst>
                <a:ext uri="{FF2B5EF4-FFF2-40B4-BE49-F238E27FC236}">
                  <a16:creationId xmlns:a16="http://schemas.microsoft.com/office/drawing/2014/main" id="{0A142F80-28DD-D426-7ADF-B64A1B15E7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82" name="Oval 1436">
                <a:extLst>
                  <a:ext uri="{FF2B5EF4-FFF2-40B4-BE49-F238E27FC236}">
                    <a16:creationId xmlns:a16="http://schemas.microsoft.com/office/drawing/2014/main" id="{71BC7CFA-C758-337B-0951-BDF3F171D3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3" name="Oval 1437">
                <a:extLst>
                  <a:ext uri="{FF2B5EF4-FFF2-40B4-BE49-F238E27FC236}">
                    <a16:creationId xmlns:a16="http://schemas.microsoft.com/office/drawing/2014/main" id="{B42666BA-6DB5-96E6-3C20-BF0891C94A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84" name="Freeform 1438">
                <a:extLst>
                  <a:ext uri="{FF2B5EF4-FFF2-40B4-BE49-F238E27FC236}">
                    <a16:creationId xmlns:a16="http://schemas.microsoft.com/office/drawing/2014/main" id="{1A95C34A-50AA-CD30-AA72-C58D39B2F8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5" name="Freeform 1439">
                <a:extLst>
                  <a:ext uri="{FF2B5EF4-FFF2-40B4-BE49-F238E27FC236}">
                    <a16:creationId xmlns:a16="http://schemas.microsoft.com/office/drawing/2014/main" id="{38BA118F-DFB2-DCC0-1A9F-F3C7393773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6" name="Freeform 1440">
                <a:extLst>
                  <a:ext uri="{FF2B5EF4-FFF2-40B4-BE49-F238E27FC236}">
                    <a16:creationId xmlns:a16="http://schemas.microsoft.com/office/drawing/2014/main" id="{A24561F3-2EE4-75BD-AD54-62BAA9A8AF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" name="Oval 1441">
                <a:extLst>
                  <a:ext uri="{FF2B5EF4-FFF2-40B4-BE49-F238E27FC236}">
                    <a16:creationId xmlns:a16="http://schemas.microsoft.com/office/drawing/2014/main" id="{3F902FE6-EC0E-5C31-5673-4CD877D849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4" name="Group 1442">
              <a:extLst>
                <a:ext uri="{FF2B5EF4-FFF2-40B4-BE49-F238E27FC236}">
                  <a16:creationId xmlns:a16="http://schemas.microsoft.com/office/drawing/2014/main" id="{4A10BD07-2FC4-1207-F0F8-DF51EFEE898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76" name="Oval 1443">
                <a:extLst>
                  <a:ext uri="{FF2B5EF4-FFF2-40B4-BE49-F238E27FC236}">
                    <a16:creationId xmlns:a16="http://schemas.microsoft.com/office/drawing/2014/main" id="{811800A2-E51C-5947-2196-CC72C00E94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7" name="Oval 1444">
                <a:extLst>
                  <a:ext uri="{FF2B5EF4-FFF2-40B4-BE49-F238E27FC236}">
                    <a16:creationId xmlns:a16="http://schemas.microsoft.com/office/drawing/2014/main" id="{3B15FB54-447D-2ED1-176C-163543A0B6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8" name="Freeform 1445">
                <a:extLst>
                  <a:ext uri="{FF2B5EF4-FFF2-40B4-BE49-F238E27FC236}">
                    <a16:creationId xmlns:a16="http://schemas.microsoft.com/office/drawing/2014/main" id="{F0758232-E1EF-6799-B345-95C4AA47BF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" name="Freeform 1446">
                <a:extLst>
                  <a:ext uri="{FF2B5EF4-FFF2-40B4-BE49-F238E27FC236}">
                    <a16:creationId xmlns:a16="http://schemas.microsoft.com/office/drawing/2014/main" id="{4F8BD01E-D921-4BD2-4EAA-E928F2D4A1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" name="Freeform 1447">
                <a:extLst>
                  <a:ext uri="{FF2B5EF4-FFF2-40B4-BE49-F238E27FC236}">
                    <a16:creationId xmlns:a16="http://schemas.microsoft.com/office/drawing/2014/main" id="{9E4CDD2C-DF31-8EC9-A358-B2F670710E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" name="Oval 1448">
                <a:extLst>
                  <a:ext uri="{FF2B5EF4-FFF2-40B4-BE49-F238E27FC236}">
                    <a16:creationId xmlns:a16="http://schemas.microsoft.com/office/drawing/2014/main" id="{34C6D243-4691-0247-186D-D3E19D992E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5" name="Group 1449">
              <a:extLst>
                <a:ext uri="{FF2B5EF4-FFF2-40B4-BE49-F238E27FC236}">
                  <a16:creationId xmlns:a16="http://schemas.microsoft.com/office/drawing/2014/main" id="{6EDF1B72-E3FE-4AE4-5B59-324E7F1CA3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70" name="Oval 1450">
                <a:extLst>
                  <a:ext uri="{FF2B5EF4-FFF2-40B4-BE49-F238E27FC236}">
                    <a16:creationId xmlns:a16="http://schemas.microsoft.com/office/drawing/2014/main" id="{5ACEF556-E7CC-DBCC-A5BA-F4BA6E9D6A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1" name="Oval 1451">
                <a:extLst>
                  <a:ext uri="{FF2B5EF4-FFF2-40B4-BE49-F238E27FC236}">
                    <a16:creationId xmlns:a16="http://schemas.microsoft.com/office/drawing/2014/main" id="{A5F5D3C9-1914-D858-BD9A-56D1E0C39B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72" name="Freeform 1452">
                <a:extLst>
                  <a:ext uri="{FF2B5EF4-FFF2-40B4-BE49-F238E27FC236}">
                    <a16:creationId xmlns:a16="http://schemas.microsoft.com/office/drawing/2014/main" id="{96B58A78-A493-1D0A-4F99-6ADFA505DD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453">
                <a:extLst>
                  <a:ext uri="{FF2B5EF4-FFF2-40B4-BE49-F238E27FC236}">
                    <a16:creationId xmlns:a16="http://schemas.microsoft.com/office/drawing/2014/main" id="{53C8CF98-E61D-4CD1-480D-128BE1A3E7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1454">
                <a:extLst>
                  <a:ext uri="{FF2B5EF4-FFF2-40B4-BE49-F238E27FC236}">
                    <a16:creationId xmlns:a16="http://schemas.microsoft.com/office/drawing/2014/main" id="{8D5DE4C7-57CD-02F9-9E9A-C17241FE2A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" name="Oval 1455">
                <a:extLst>
                  <a:ext uri="{FF2B5EF4-FFF2-40B4-BE49-F238E27FC236}">
                    <a16:creationId xmlns:a16="http://schemas.microsoft.com/office/drawing/2014/main" id="{6F76D732-062A-6C74-0F7B-0B059C6FF7E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6" name="Group 1456">
              <a:extLst>
                <a:ext uri="{FF2B5EF4-FFF2-40B4-BE49-F238E27FC236}">
                  <a16:creationId xmlns:a16="http://schemas.microsoft.com/office/drawing/2014/main" id="{9740E337-2225-5245-D9ED-312C48852C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64" name="Oval 1457">
                <a:extLst>
                  <a:ext uri="{FF2B5EF4-FFF2-40B4-BE49-F238E27FC236}">
                    <a16:creationId xmlns:a16="http://schemas.microsoft.com/office/drawing/2014/main" id="{788D729C-A930-E482-77D1-687EEB2C9D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5" name="Oval 1458">
                <a:extLst>
                  <a:ext uri="{FF2B5EF4-FFF2-40B4-BE49-F238E27FC236}">
                    <a16:creationId xmlns:a16="http://schemas.microsoft.com/office/drawing/2014/main" id="{88AFB215-1A08-4F1F-D6FB-9000EE9B3B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6" name="Freeform 1459">
                <a:extLst>
                  <a:ext uri="{FF2B5EF4-FFF2-40B4-BE49-F238E27FC236}">
                    <a16:creationId xmlns:a16="http://schemas.microsoft.com/office/drawing/2014/main" id="{AAD2556A-C2F2-F93B-B314-F4B5791AD2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460">
                <a:extLst>
                  <a:ext uri="{FF2B5EF4-FFF2-40B4-BE49-F238E27FC236}">
                    <a16:creationId xmlns:a16="http://schemas.microsoft.com/office/drawing/2014/main" id="{241F0167-5FA7-E61F-9E6E-FA11D38463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1461">
                <a:extLst>
                  <a:ext uri="{FF2B5EF4-FFF2-40B4-BE49-F238E27FC236}">
                    <a16:creationId xmlns:a16="http://schemas.microsoft.com/office/drawing/2014/main" id="{25B5AB42-A6DE-2780-C807-F9A245651E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" name="Oval 1462">
                <a:extLst>
                  <a:ext uri="{FF2B5EF4-FFF2-40B4-BE49-F238E27FC236}">
                    <a16:creationId xmlns:a16="http://schemas.microsoft.com/office/drawing/2014/main" id="{4A576844-6A1D-26BF-A473-57676C3A0D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7" name="Group 1463">
              <a:extLst>
                <a:ext uri="{FF2B5EF4-FFF2-40B4-BE49-F238E27FC236}">
                  <a16:creationId xmlns:a16="http://schemas.microsoft.com/office/drawing/2014/main" id="{1D18A3E9-210C-7704-8026-F2BF08B0843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8" name="Oval 1464">
                <a:extLst>
                  <a:ext uri="{FF2B5EF4-FFF2-40B4-BE49-F238E27FC236}">
                    <a16:creationId xmlns:a16="http://schemas.microsoft.com/office/drawing/2014/main" id="{6C85ED0A-85F5-1FA0-58A7-BC67CCC55B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9" name="Oval 1465">
                <a:extLst>
                  <a:ext uri="{FF2B5EF4-FFF2-40B4-BE49-F238E27FC236}">
                    <a16:creationId xmlns:a16="http://schemas.microsoft.com/office/drawing/2014/main" id="{0C73A99C-7534-7373-F247-99B1C47BD4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60" name="Freeform 1466">
                <a:extLst>
                  <a:ext uri="{FF2B5EF4-FFF2-40B4-BE49-F238E27FC236}">
                    <a16:creationId xmlns:a16="http://schemas.microsoft.com/office/drawing/2014/main" id="{9B028B62-AE88-556C-C1A0-5C83855348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" name="Freeform 1467">
                <a:extLst>
                  <a:ext uri="{FF2B5EF4-FFF2-40B4-BE49-F238E27FC236}">
                    <a16:creationId xmlns:a16="http://schemas.microsoft.com/office/drawing/2014/main" id="{8E608E60-BA75-7A59-C368-903F2F23B7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" name="Freeform 1468">
                <a:extLst>
                  <a:ext uri="{FF2B5EF4-FFF2-40B4-BE49-F238E27FC236}">
                    <a16:creationId xmlns:a16="http://schemas.microsoft.com/office/drawing/2014/main" id="{7E566B3C-C8ED-10FF-FCCB-EED419376F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3" name="Oval 1469">
                <a:extLst>
                  <a:ext uri="{FF2B5EF4-FFF2-40B4-BE49-F238E27FC236}">
                    <a16:creationId xmlns:a16="http://schemas.microsoft.com/office/drawing/2014/main" id="{7D58E3E9-8B92-424E-B3E6-5728ABD53F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8" name="Group 1470">
              <a:extLst>
                <a:ext uri="{FF2B5EF4-FFF2-40B4-BE49-F238E27FC236}">
                  <a16:creationId xmlns:a16="http://schemas.microsoft.com/office/drawing/2014/main" id="{3B541E43-D477-BF6B-046D-16E5843AB4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2" name="Oval 1471">
                <a:extLst>
                  <a:ext uri="{FF2B5EF4-FFF2-40B4-BE49-F238E27FC236}">
                    <a16:creationId xmlns:a16="http://schemas.microsoft.com/office/drawing/2014/main" id="{BD66618E-D6E3-1A50-1B7F-F1DE51A32F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" name="Oval 1472">
                <a:extLst>
                  <a:ext uri="{FF2B5EF4-FFF2-40B4-BE49-F238E27FC236}">
                    <a16:creationId xmlns:a16="http://schemas.microsoft.com/office/drawing/2014/main" id="{A89EB033-D995-1ED4-E852-9C945A795C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" name="Freeform 1473">
                <a:extLst>
                  <a:ext uri="{FF2B5EF4-FFF2-40B4-BE49-F238E27FC236}">
                    <a16:creationId xmlns:a16="http://schemas.microsoft.com/office/drawing/2014/main" id="{263B79B9-4FC3-FF1D-67F4-E09418509A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" name="Freeform 1474">
                <a:extLst>
                  <a:ext uri="{FF2B5EF4-FFF2-40B4-BE49-F238E27FC236}">
                    <a16:creationId xmlns:a16="http://schemas.microsoft.com/office/drawing/2014/main" id="{6A61132E-F79A-3148-AB17-52813AEF37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" name="Freeform 1475">
                <a:extLst>
                  <a:ext uri="{FF2B5EF4-FFF2-40B4-BE49-F238E27FC236}">
                    <a16:creationId xmlns:a16="http://schemas.microsoft.com/office/drawing/2014/main" id="{13BAACE6-8871-5966-38F1-26F65F62D3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" name="Oval 1476">
                <a:extLst>
                  <a:ext uri="{FF2B5EF4-FFF2-40B4-BE49-F238E27FC236}">
                    <a16:creationId xmlns:a16="http://schemas.microsoft.com/office/drawing/2014/main" id="{DAD0F34B-676C-1550-F7B8-CA4DDCFEC0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9" name="Group 1477">
              <a:extLst>
                <a:ext uri="{FF2B5EF4-FFF2-40B4-BE49-F238E27FC236}">
                  <a16:creationId xmlns:a16="http://schemas.microsoft.com/office/drawing/2014/main" id="{85AE3320-7948-61BF-9C9F-1237BE16668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6" name="Oval 1478">
                <a:extLst>
                  <a:ext uri="{FF2B5EF4-FFF2-40B4-BE49-F238E27FC236}">
                    <a16:creationId xmlns:a16="http://schemas.microsoft.com/office/drawing/2014/main" id="{6FC848F3-EEA9-CAF4-EE48-A7BB673FCF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" name="Oval 1479">
                <a:extLst>
                  <a:ext uri="{FF2B5EF4-FFF2-40B4-BE49-F238E27FC236}">
                    <a16:creationId xmlns:a16="http://schemas.microsoft.com/office/drawing/2014/main" id="{B1462CC5-81D4-AE51-BE8F-401D651582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" name="Freeform 1480">
                <a:extLst>
                  <a:ext uri="{FF2B5EF4-FFF2-40B4-BE49-F238E27FC236}">
                    <a16:creationId xmlns:a16="http://schemas.microsoft.com/office/drawing/2014/main" id="{5F479325-7D6C-1626-3BCA-CF246803EDF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" name="Freeform 1481">
                <a:extLst>
                  <a:ext uri="{FF2B5EF4-FFF2-40B4-BE49-F238E27FC236}">
                    <a16:creationId xmlns:a16="http://schemas.microsoft.com/office/drawing/2014/main" id="{C6E6C0C6-9B85-3941-ACEA-867CE960E8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" name="Freeform 1482">
                <a:extLst>
                  <a:ext uri="{FF2B5EF4-FFF2-40B4-BE49-F238E27FC236}">
                    <a16:creationId xmlns:a16="http://schemas.microsoft.com/office/drawing/2014/main" id="{58F89D37-3908-546C-5429-1DE9F6906C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" name="Oval 1483">
                <a:extLst>
                  <a:ext uri="{FF2B5EF4-FFF2-40B4-BE49-F238E27FC236}">
                    <a16:creationId xmlns:a16="http://schemas.microsoft.com/office/drawing/2014/main" id="{B74582BF-6C5F-5FA4-CFD6-194E14649D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0" name="Group 1484">
              <a:extLst>
                <a:ext uri="{FF2B5EF4-FFF2-40B4-BE49-F238E27FC236}">
                  <a16:creationId xmlns:a16="http://schemas.microsoft.com/office/drawing/2014/main" id="{68393787-F9A5-E012-E77E-A675CF267DD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40" name="Oval 1485">
                <a:extLst>
                  <a:ext uri="{FF2B5EF4-FFF2-40B4-BE49-F238E27FC236}">
                    <a16:creationId xmlns:a16="http://schemas.microsoft.com/office/drawing/2014/main" id="{36E98B33-7859-A763-C761-E4B2551ADD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" name="Oval 1486">
                <a:extLst>
                  <a:ext uri="{FF2B5EF4-FFF2-40B4-BE49-F238E27FC236}">
                    <a16:creationId xmlns:a16="http://schemas.microsoft.com/office/drawing/2014/main" id="{F2200108-4E71-E44D-AB0D-2BC1DE4BCB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" name="Freeform 1487">
                <a:extLst>
                  <a:ext uri="{FF2B5EF4-FFF2-40B4-BE49-F238E27FC236}">
                    <a16:creationId xmlns:a16="http://schemas.microsoft.com/office/drawing/2014/main" id="{434BDADA-43E1-1641-C96E-DB78663B13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488">
                <a:extLst>
                  <a:ext uri="{FF2B5EF4-FFF2-40B4-BE49-F238E27FC236}">
                    <a16:creationId xmlns:a16="http://schemas.microsoft.com/office/drawing/2014/main" id="{80849FB0-8172-DC25-9C84-DBEC9F8568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1489">
                <a:extLst>
                  <a:ext uri="{FF2B5EF4-FFF2-40B4-BE49-F238E27FC236}">
                    <a16:creationId xmlns:a16="http://schemas.microsoft.com/office/drawing/2014/main" id="{29FB5418-3152-1D9A-630D-575B0891ED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Oval 1490">
                <a:extLst>
                  <a:ext uri="{FF2B5EF4-FFF2-40B4-BE49-F238E27FC236}">
                    <a16:creationId xmlns:a16="http://schemas.microsoft.com/office/drawing/2014/main" id="{0C307F4D-5D70-8EFC-1BB0-983F89D680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1" name="Group 1491">
              <a:extLst>
                <a:ext uri="{FF2B5EF4-FFF2-40B4-BE49-F238E27FC236}">
                  <a16:creationId xmlns:a16="http://schemas.microsoft.com/office/drawing/2014/main" id="{1BA5A523-E94E-94D2-50F2-8C59935E175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34" name="Oval 1492">
                <a:extLst>
                  <a:ext uri="{FF2B5EF4-FFF2-40B4-BE49-F238E27FC236}">
                    <a16:creationId xmlns:a16="http://schemas.microsoft.com/office/drawing/2014/main" id="{718417A1-CE2F-E9C8-6938-F7F909DE53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" name="Oval 1493">
                <a:extLst>
                  <a:ext uri="{FF2B5EF4-FFF2-40B4-BE49-F238E27FC236}">
                    <a16:creationId xmlns:a16="http://schemas.microsoft.com/office/drawing/2014/main" id="{A0C20B97-F4C0-D0D1-5F47-C12C644B89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6" name="Freeform 1494">
                <a:extLst>
                  <a:ext uri="{FF2B5EF4-FFF2-40B4-BE49-F238E27FC236}">
                    <a16:creationId xmlns:a16="http://schemas.microsoft.com/office/drawing/2014/main" id="{EA89A913-DD85-3DEC-7FEE-BEF6A92397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7" name="Freeform 1495">
                <a:extLst>
                  <a:ext uri="{FF2B5EF4-FFF2-40B4-BE49-F238E27FC236}">
                    <a16:creationId xmlns:a16="http://schemas.microsoft.com/office/drawing/2014/main" id="{8F724E0E-3890-125F-EDC2-7E093B1DE1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8" name="Freeform 1496">
                <a:extLst>
                  <a:ext uri="{FF2B5EF4-FFF2-40B4-BE49-F238E27FC236}">
                    <a16:creationId xmlns:a16="http://schemas.microsoft.com/office/drawing/2014/main" id="{FA1F3231-AC03-F461-2FA8-3C9860AC9B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" name="Oval 1497">
                <a:extLst>
                  <a:ext uri="{FF2B5EF4-FFF2-40B4-BE49-F238E27FC236}">
                    <a16:creationId xmlns:a16="http://schemas.microsoft.com/office/drawing/2014/main" id="{07A3B5D9-174F-F3C6-0AD8-01C8BBF3CF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2" name="Group 1498">
              <a:extLst>
                <a:ext uri="{FF2B5EF4-FFF2-40B4-BE49-F238E27FC236}">
                  <a16:creationId xmlns:a16="http://schemas.microsoft.com/office/drawing/2014/main" id="{A67FBB45-02A6-D8A6-491B-42BE0F3C545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8" name="Oval 1499">
                <a:extLst>
                  <a:ext uri="{FF2B5EF4-FFF2-40B4-BE49-F238E27FC236}">
                    <a16:creationId xmlns:a16="http://schemas.microsoft.com/office/drawing/2014/main" id="{BB3BF746-B247-4813-AB62-C8D5F3EE33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" name="Oval 1500">
                <a:extLst>
                  <a:ext uri="{FF2B5EF4-FFF2-40B4-BE49-F238E27FC236}">
                    <a16:creationId xmlns:a16="http://schemas.microsoft.com/office/drawing/2014/main" id="{EAF1A667-074C-FD7B-F9D6-47DA187A15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" name="Freeform 1501">
                <a:extLst>
                  <a:ext uri="{FF2B5EF4-FFF2-40B4-BE49-F238E27FC236}">
                    <a16:creationId xmlns:a16="http://schemas.microsoft.com/office/drawing/2014/main" id="{B019E3F1-28B6-34C7-D130-2819EC85E4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Freeform 1502">
                <a:extLst>
                  <a:ext uri="{FF2B5EF4-FFF2-40B4-BE49-F238E27FC236}">
                    <a16:creationId xmlns:a16="http://schemas.microsoft.com/office/drawing/2014/main" id="{2989C600-95CC-2787-3482-EB93CCB3C2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Freeform 1503">
                <a:extLst>
                  <a:ext uri="{FF2B5EF4-FFF2-40B4-BE49-F238E27FC236}">
                    <a16:creationId xmlns:a16="http://schemas.microsoft.com/office/drawing/2014/main" id="{907A5CC4-F47B-C9E5-ED62-C1E96E3381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" name="Oval 1504">
                <a:extLst>
                  <a:ext uri="{FF2B5EF4-FFF2-40B4-BE49-F238E27FC236}">
                    <a16:creationId xmlns:a16="http://schemas.microsoft.com/office/drawing/2014/main" id="{D39C1D07-1813-A803-85D8-EA7877865D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" name="Group 1505">
              <a:extLst>
                <a:ext uri="{FF2B5EF4-FFF2-40B4-BE49-F238E27FC236}">
                  <a16:creationId xmlns:a16="http://schemas.microsoft.com/office/drawing/2014/main" id="{F5FF8BBB-E4A7-6281-74FC-A51AD9A41D6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2" name="Oval 1506">
                <a:extLst>
                  <a:ext uri="{FF2B5EF4-FFF2-40B4-BE49-F238E27FC236}">
                    <a16:creationId xmlns:a16="http://schemas.microsoft.com/office/drawing/2014/main" id="{78108995-73CD-CAB5-8C99-DC34C6C0BC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" name="Oval 1507">
                <a:extLst>
                  <a:ext uri="{FF2B5EF4-FFF2-40B4-BE49-F238E27FC236}">
                    <a16:creationId xmlns:a16="http://schemas.microsoft.com/office/drawing/2014/main" id="{7AC7BB9C-DB58-63C8-B5DB-523B0C67B5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" name="Freeform 1508">
                <a:extLst>
                  <a:ext uri="{FF2B5EF4-FFF2-40B4-BE49-F238E27FC236}">
                    <a16:creationId xmlns:a16="http://schemas.microsoft.com/office/drawing/2014/main" id="{99ADE5FE-5C18-E967-F0AA-1D36D04491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Freeform 1509">
                <a:extLst>
                  <a:ext uri="{FF2B5EF4-FFF2-40B4-BE49-F238E27FC236}">
                    <a16:creationId xmlns:a16="http://schemas.microsoft.com/office/drawing/2014/main" id="{5CBD6F02-AA1B-0EB5-0C4E-C87A0D0A73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Freeform 1510">
                <a:extLst>
                  <a:ext uri="{FF2B5EF4-FFF2-40B4-BE49-F238E27FC236}">
                    <a16:creationId xmlns:a16="http://schemas.microsoft.com/office/drawing/2014/main" id="{D6D0AADD-64AC-8157-60D9-D78E90F62D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Oval 1511">
                <a:extLst>
                  <a:ext uri="{FF2B5EF4-FFF2-40B4-BE49-F238E27FC236}">
                    <a16:creationId xmlns:a16="http://schemas.microsoft.com/office/drawing/2014/main" id="{7BE3FCBC-7964-86A0-B12A-5E229CAB1C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" name="Group 1512">
              <a:extLst>
                <a:ext uri="{FF2B5EF4-FFF2-40B4-BE49-F238E27FC236}">
                  <a16:creationId xmlns:a16="http://schemas.microsoft.com/office/drawing/2014/main" id="{E54043B4-3697-7F13-7A8D-AA3E6F392B0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16" name="Oval 1513">
                <a:extLst>
                  <a:ext uri="{FF2B5EF4-FFF2-40B4-BE49-F238E27FC236}">
                    <a16:creationId xmlns:a16="http://schemas.microsoft.com/office/drawing/2014/main" id="{70BF1459-17F2-E283-1E79-6E67476C3D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" name="Oval 1514">
                <a:extLst>
                  <a:ext uri="{FF2B5EF4-FFF2-40B4-BE49-F238E27FC236}">
                    <a16:creationId xmlns:a16="http://schemas.microsoft.com/office/drawing/2014/main" id="{BD1A15D2-212F-5FA2-FEB0-D175B0DF7A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" name="Freeform 1515">
                <a:extLst>
                  <a:ext uri="{FF2B5EF4-FFF2-40B4-BE49-F238E27FC236}">
                    <a16:creationId xmlns:a16="http://schemas.microsoft.com/office/drawing/2014/main" id="{CEB10AD4-0024-5DBB-E53F-DF0B96E1D4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Freeform 1516">
                <a:extLst>
                  <a:ext uri="{FF2B5EF4-FFF2-40B4-BE49-F238E27FC236}">
                    <a16:creationId xmlns:a16="http://schemas.microsoft.com/office/drawing/2014/main" id="{A43340F3-4EB3-66A3-DB91-EC369D11FF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Freeform 1517">
                <a:extLst>
                  <a:ext uri="{FF2B5EF4-FFF2-40B4-BE49-F238E27FC236}">
                    <a16:creationId xmlns:a16="http://schemas.microsoft.com/office/drawing/2014/main" id="{8FAB02B2-E1A2-CE98-39CB-E483AB6856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Oval 1518">
                <a:extLst>
                  <a:ext uri="{FF2B5EF4-FFF2-40B4-BE49-F238E27FC236}">
                    <a16:creationId xmlns:a16="http://schemas.microsoft.com/office/drawing/2014/main" id="{1763A2C1-DBFA-0B14-F91D-34AC70338C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" name="Group 1519">
              <a:extLst>
                <a:ext uri="{FF2B5EF4-FFF2-40B4-BE49-F238E27FC236}">
                  <a16:creationId xmlns:a16="http://schemas.microsoft.com/office/drawing/2014/main" id="{BF9D83B3-BACE-B8B7-71C4-9A4D5774588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10" name="Oval 1520">
                <a:extLst>
                  <a:ext uri="{FF2B5EF4-FFF2-40B4-BE49-F238E27FC236}">
                    <a16:creationId xmlns:a16="http://schemas.microsoft.com/office/drawing/2014/main" id="{BDEC0D3D-57A0-D120-4450-6396C809B1C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" name="Oval 1521">
                <a:extLst>
                  <a:ext uri="{FF2B5EF4-FFF2-40B4-BE49-F238E27FC236}">
                    <a16:creationId xmlns:a16="http://schemas.microsoft.com/office/drawing/2014/main" id="{F3F7707F-576C-B529-1308-7DBF662711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" name="Freeform 1522">
                <a:extLst>
                  <a:ext uri="{FF2B5EF4-FFF2-40B4-BE49-F238E27FC236}">
                    <a16:creationId xmlns:a16="http://schemas.microsoft.com/office/drawing/2014/main" id="{F50B6126-67BE-84D2-8C7B-7A72CD54F4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Freeform 1523">
                <a:extLst>
                  <a:ext uri="{FF2B5EF4-FFF2-40B4-BE49-F238E27FC236}">
                    <a16:creationId xmlns:a16="http://schemas.microsoft.com/office/drawing/2014/main" id="{5314E122-0C0A-2AFF-A6DE-D141BFBCAA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Freeform 1524">
                <a:extLst>
                  <a:ext uri="{FF2B5EF4-FFF2-40B4-BE49-F238E27FC236}">
                    <a16:creationId xmlns:a16="http://schemas.microsoft.com/office/drawing/2014/main" id="{A1ED6725-ECD2-3D3D-6D2C-8DA7429D9C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Oval 1525">
                <a:extLst>
                  <a:ext uri="{FF2B5EF4-FFF2-40B4-BE49-F238E27FC236}">
                    <a16:creationId xmlns:a16="http://schemas.microsoft.com/office/drawing/2014/main" id="{5970A355-2F46-1758-63AB-0132E8EDA1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" name="Group 1526">
              <a:extLst>
                <a:ext uri="{FF2B5EF4-FFF2-40B4-BE49-F238E27FC236}">
                  <a16:creationId xmlns:a16="http://schemas.microsoft.com/office/drawing/2014/main" id="{12F5CA29-A9CA-46EC-9EBF-F7F9FFA09E7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4" name="Oval 1527">
                <a:extLst>
                  <a:ext uri="{FF2B5EF4-FFF2-40B4-BE49-F238E27FC236}">
                    <a16:creationId xmlns:a16="http://schemas.microsoft.com/office/drawing/2014/main" id="{E7ABDDD9-866A-A059-8AA2-AA1DA97E30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" name="Oval 1528">
                <a:extLst>
                  <a:ext uri="{FF2B5EF4-FFF2-40B4-BE49-F238E27FC236}">
                    <a16:creationId xmlns:a16="http://schemas.microsoft.com/office/drawing/2014/main" id="{E110C80F-9A93-6552-202C-44C56E7D46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" name="Freeform 1529">
                <a:extLst>
                  <a:ext uri="{FF2B5EF4-FFF2-40B4-BE49-F238E27FC236}">
                    <a16:creationId xmlns:a16="http://schemas.microsoft.com/office/drawing/2014/main" id="{5987253E-4A65-D595-E83D-D3E75FA1F1D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1530">
                <a:extLst>
                  <a:ext uri="{FF2B5EF4-FFF2-40B4-BE49-F238E27FC236}">
                    <a16:creationId xmlns:a16="http://schemas.microsoft.com/office/drawing/2014/main" id="{6118986B-6100-F93E-C561-1666EEAD97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" name="Freeform 1531">
                <a:extLst>
                  <a:ext uri="{FF2B5EF4-FFF2-40B4-BE49-F238E27FC236}">
                    <a16:creationId xmlns:a16="http://schemas.microsoft.com/office/drawing/2014/main" id="{64F749EB-2FBC-CD4E-C970-5B1A9FF7B0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" name="Oval 1532">
                <a:extLst>
                  <a:ext uri="{FF2B5EF4-FFF2-40B4-BE49-F238E27FC236}">
                    <a16:creationId xmlns:a16="http://schemas.microsoft.com/office/drawing/2014/main" id="{CA8FCBAE-BA0A-3CAE-A34C-BCDE056D04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7" name="Group 1533">
              <a:extLst>
                <a:ext uri="{FF2B5EF4-FFF2-40B4-BE49-F238E27FC236}">
                  <a16:creationId xmlns:a16="http://schemas.microsoft.com/office/drawing/2014/main" id="{CAA7538E-0CEE-EC46-830D-97945B1422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8" name="Oval 1534">
                <a:extLst>
                  <a:ext uri="{FF2B5EF4-FFF2-40B4-BE49-F238E27FC236}">
                    <a16:creationId xmlns:a16="http://schemas.microsoft.com/office/drawing/2014/main" id="{81BA2371-B7EC-E01F-0FEC-989A664814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" name="Oval 1535">
                <a:extLst>
                  <a:ext uri="{FF2B5EF4-FFF2-40B4-BE49-F238E27FC236}">
                    <a16:creationId xmlns:a16="http://schemas.microsoft.com/office/drawing/2014/main" id="{06150DFA-BAC8-73A1-05F1-0BDC735F65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" name="Freeform 1536">
                <a:extLst>
                  <a:ext uri="{FF2B5EF4-FFF2-40B4-BE49-F238E27FC236}">
                    <a16:creationId xmlns:a16="http://schemas.microsoft.com/office/drawing/2014/main" id="{CF37683C-D7F1-0C62-4D37-C56F051F25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" name="Freeform 1537">
                <a:extLst>
                  <a:ext uri="{FF2B5EF4-FFF2-40B4-BE49-F238E27FC236}">
                    <a16:creationId xmlns:a16="http://schemas.microsoft.com/office/drawing/2014/main" id="{E3A2A01A-2DAE-B5BC-C9C4-537803A29F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" name="Freeform 1538">
                <a:extLst>
                  <a:ext uri="{FF2B5EF4-FFF2-40B4-BE49-F238E27FC236}">
                    <a16:creationId xmlns:a16="http://schemas.microsoft.com/office/drawing/2014/main" id="{C2AD46DE-C8E3-8138-1873-C19459F155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Oval 1539">
                <a:extLst>
                  <a:ext uri="{FF2B5EF4-FFF2-40B4-BE49-F238E27FC236}">
                    <a16:creationId xmlns:a16="http://schemas.microsoft.com/office/drawing/2014/main" id="{DBF55873-680B-C45B-E4AA-8D5473E0380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8" name="Group 1540">
              <a:extLst>
                <a:ext uri="{FF2B5EF4-FFF2-40B4-BE49-F238E27FC236}">
                  <a16:creationId xmlns:a16="http://schemas.microsoft.com/office/drawing/2014/main" id="{497FFD21-5702-6ED0-D848-DF52B7697CA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2" name="Oval 1541">
                <a:extLst>
                  <a:ext uri="{FF2B5EF4-FFF2-40B4-BE49-F238E27FC236}">
                    <a16:creationId xmlns:a16="http://schemas.microsoft.com/office/drawing/2014/main" id="{A8578B7A-D960-87D2-70F6-BB42705996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" name="Oval 1542">
                <a:extLst>
                  <a:ext uri="{FF2B5EF4-FFF2-40B4-BE49-F238E27FC236}">
                    <a16:creationId xmlns:a16="http://schemas.microsoft.com/office/drawing/2014/main" id="{0644ECFA-FB34-658D-CCE4-932AF60CD9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" name="Freeform 1543">
                <a:extLst>
                  <a:ext uri="{FF2B5EF4-FFF2-40B4-BE49-F238E27FC236}">
                    <a16:creationId xmlns:a16="http://schemas.microsoft.com/office/drawing/2014/main" id="{151D1BD0-B459-645A-BE12-B8F4A53915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" name="Freeform 1544">
                <a:extLst>
                  <a:ext uri="{FF2B5EF4-FFF2-40B4-BE49-F238E27FC236}">
                    <a16:creationId xmlns:a16="http://schemas.microsoft.com/office/drawing/2014/main" id="{A4998BF8-5465-E602-0D9B-AF822F636F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1545">
                <a:extLst>
                  <a:ext uri="{FF2B5EF4-FFF2-40B4-BE49-F238E27FC236}">
                    <a16:creationId xmlns:a16="http://schemas.microsoft.com/office/drawing/2014/main" id="{EB589A18-288E-E563-E7B9-049D7621A5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Oval 1546">
                <a:extLst>
                  <a:ext uri="{FF2B5EF4-FFF2-40B4-BE49-F238E27FC236}">
                    <a16:creationId xmlns:a16="http://schemas.microsoft.com/office/drawing/2014/main" id="{7D1D8F14-B6B9-3C26-F936-351433EA51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9" name="Group 1547">
              <a:extLst>
                <a:ext uri="{FF2B5EF4-FFF2-40B4-BE49-F238E27FC236}">
                  <a16:creationId xmlns:a16="http://schemas.microsoft.com/office/drawing/2014/main" id="{1286AA8A-3F8F-1676-275A-A4E0B4B5DF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86" name="Oval 1548">
                <a:extLst>
                  <a:ext uri="{FF2B5EF4-FFF2-40B4-BE49-F238E27FC236}">
                    <a16:creationId xmlns:a16="http://schemas.microsoft.com/office/drawing/2014/main" id="{3AE2D4CD-9376-58AC-991D-7FC2040A25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" name="Oval 1549">
                <a:extLst>
                  <a:ext uri="{FF2B5EF4-FFF2-40B4-BE49-F238E27FC236}">
                    <a16:creationId xmlns:a16="http://schemas.microsoft.com/office/drawing/2014/main" id="{99BF0A39-9F82-FA29-CF7A-05DFBD5C8F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" name="Freeform 1550">
                <a:extLst>
                  <a:ext uri="{FF2B5EF4-FFF2-40B4-BE49-F238E27FC236}">
                    <a16:creationId xmlns:a16="http://schemas.microsoft.com/office/drawing/2014/main" id="{768A131B-1D6F-0310-E1E5-419713E0AC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" name="Freeform 1551">
                <a:extLst>
                  <a:ext uri="{FF2B5EF4-FFF2-40B4-BE49-F238E27FC236}">
                    <a16:creationId xmlns:a16="http://schemas.microsoft.com/office/drawing/2014/main" id="{C87B3014-3230-ED09-29FD-F8E62E1593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" name="Freeform 1552">
                <a:extLst>
                  <a:ext uri="{FF2B5EF4-FFF2-40B4-BE49-F238E27FC236}">
                    <a16:creationId xmlns:a16="http://schemas.microsoft.com/office/drawing/2014/main" id="{B90159C0-29FF-70C9-CA5B-DF789C55CB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1" name="Oval 1553">
                <a:extLst>
                  <a:ext uri="{FF2B5EF4-FFF2-40B4-BE49-F238E27FC236}">
                    <a16:creationId xmlns:a16="http://schemas.microsoft.com/office/drawing/2014/main" id="{575EBF99-377A-85C6-C407-169A00AB3D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0" name="Group 1554">
              <a:extLst>
                <a:ext uri="{FF2B5EF4-FFF2-40B4-BE49-F238E27FC236}">
                  <a16:creationId xmlns:a16="http://schemas.microsoft.com/office/drawing/2014/main" id="{B716903F-8B64-BEAA-5B28-8B31913C036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80" name="Oval 1555">
                <a:extLst>
                  <a:ext uri="{FF2B5EF4-FFF2-40B4-BE49-F238E27FC236}">
                    <a16:creationId xmlns:a16="http://schemas.microsoft.com/office/drawing/2014/main" id="{6B923092-5F70-B9CA-299C-68DB40B7F7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" name="Oval 1556">
                <a:extLst>
                  <a:ext uri="{FF2B5EF4-FFF2-40B4-BE49-F238E27FC236}">
                    <a16:creationId xmlns:a16="http://schemas.microsoft.com/office/drawing/2014/main" id="{751EEBAC-CA25-FBB5-31E6-48798C15DC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" name="Freeform 1557">
                <a:extLst>
                  <a:ext uri="{FF2B5EF4-FFF2-40B4-BE49-F238E27FC236}">
                    <a16:creationId xmlns:a16="http://schemas.microsoft.com/office/drawing/2014/main" id="{A99A49C3-817B-4833-AF1D-40E131933B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Freeform 1558">
                <a:extLst>
                  <a:ext uri="{FF2B5EF4-FFF2-40B4-BE49-F238E27FC236}">
                    <a16:creationId xmlns:a16="http://schemas.microsoft.com/office/drawing/2014/main" id="{C42338E3-EAED-80B9-B3D9-190CFA885A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Freeform 1559">
                <a:extLst>
                  <a:ext uri="{FF2B5EF4-FFF2-40B4-BE49-F238E27FC236}">
                    <a16:creationId xmlns:a16="http://schemas.microsoft.com/office/drawing/2014/main" id="{C60B707E-B535-D56A-FF05-534BCF022C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Oval 1560">
                <a:extLst>
                  <a:ext uri="{FF2B5EF4-FFF2-40B4-BE49-F238E27FC236}">
                    <a16:creationId xmlns:a16="http://schemas.microsoft.com/office/drawing/2014/main" id="{26EF3795-E903-345B-D838-45F9605B05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1" name="Group 1561">
              <a:extLst>
                <a:ext uri="{FF2B5EF4-FFF2-40B4-BE49-F238E27FC236}">
                  <a16:creationId xmlns:a16="http://schemas.microsoft.com/office/drawing/2014/main" id="{D0C6B129-5999-CF48-B37F-22E85DB9F8D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4" name="Oval 1562">
                <a:extLst>
                  <a:ext uri="{FF2B5EF4-FFF2-40B4-BE49-F238E27FC236}">
                    <a16:creationId xmlns:a16="http://schemas.microsoft.com/office/drawing/2014/main" id="{4286ACB2-5A9B-AA48-019A-097EC5B4C8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" name="Oval 1563">
                <a:extLst>
                  <a:ext uri="{FF2B5EF4-FFF2-40B4-BE49-F238E27FC236}">
                    <a16:creationId xmlns:a16="http://schemas.microsoft.com/office/drawing/2014/main" id="{E33CEFCC-0C4B-2B41-F2E3-277E172998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" name="Freeform 1564">
                <a:extLst>
                  <a:ext uri="{FF2B5EF4-FFF2-40B4-BE49-F238E27FC236}">
                    <a16:creationId xmlns:a16="http://schemas.microsoft.com/office/drawing/2014/main" id="{AE3C844F-D91A-85D1-5A1B-2592C66D17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Freeform 1565">
                <a:extLst>
                  <a:ext uri="{FF2B5EF4-FFF2-40B4-BE49-F238E27FC236}">
                    <a16:creationId xmlns:a16="http://schemas.microsoft.com/office/drawing/2014/main" id="{80056860-CF18-DF44-641E-CFA2978512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Freeform 1566">
                <a:extLst>
                  <a:ext uri="{FF2B5EF4-FFF2-40B4-BE49-F238E27FC236}">
                    <a16:creationId xmlns:a16="http://schemas.microsoft.com/office/drawing/2014/main" id="{AF11CA55-69CE-7ABC-C543-CB45B094C7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Oval 1567">
                <a:extLst>
                  <a:ext uri="{FF2B5EF4-FFF2-40B4-BE49-F238E27FC236}">
                    <a16:creationId xmlns:a16="http://schemas.microsoft.com/office/drawing/2014/main" id="{FEA06F04-028F-3958-ED79-72132232C6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2" name="Group 1568">
              <a:extLst>
                <a:ext uri="{FF2B5EF4-FFF2-40B4-BE49-F238E27FC236}">
                  <a16:creationId xmlns:a16="http://schemas.microsoft.com/office/drawing/2014/main" id="{EC448DD5-C3D6-823E-70BC-E00786F627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68" name="Oval 1569">
                <a:extLst>
                  <a:ext uri="{FF2B5EF4-FFF2-40B4-BE49-F238E27FC236}">
                    <a16:creationId xmlns:a16="http://schemas.microsoft.com/office/drawing/2014/main" id="{5A8C4509-7717-9E0B-513B-5E53EDF9C8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9" name="Oval 1570">
                <a:extLst>
                  <a:ext uri="{FF2B5EF4-FFF2-40B4-BE49-F238E27FC236}">
                    <a16:creationId xmlns:a16="http://schemas.microsoft.com/office/drawing/2014/main" id="{D0C554B1-B5A1-5263-3581-D5434E6AEA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0" name="Freeform 1571">
                <a:extLst>
                  <a:ext uri="{FF2B5EF4-FFF2-40B4-BE49-F238E27FC236}">
                    <a16:creationId xmlns:a16="http://schemas.microsoft.com/office/drawing/2014/main" id="{FF3E13A1-D57D-81C2-DF2D-12EF7A3E640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" name="Freeform 1572">
                <a:extLst>
                  <a:ext uri="{FF2B5EF4-FFF2-40B4-BE49-F238E27FC236}">
                    <a16:creationId xmlns:a16="http://schemas.microsoft.com/office/drawing/2014/main" id="{DA657CAC-0652-73FC-FCF7-4ADB868D2B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Freeform 1573">
                <a:extLst>
                  <a:ext uri="{FF2B5EF4-FFF2-40B4-BE49-F238E27FC236}">
                    <a16:creationId xmlns:a16="http://schemas.microsoft.com/office/drawing/2014/main" id="{66FCFC29-F698-C553-EA10-80B9C1A0C9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Oval 1574">
                <a:extLst>
                  <a:ext uri="{FF2B5EF4-FFF2-40B4-BE49-F238E27FC236}">
                    <a16:creationId xmlns:a16="http://schemas.microsoft.com/office/drawing/2014/main" id="{4BBE67FB-7CDD-E9A2-C846-9D070CAC8B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3" name="Group 1575">
              <a:extLst>
                <a:ext uri="{FF2B5EF4-FFF2-40B4-BE49-F238E27FC236}">
                  <a16:creationId xmlns:a16="http://schemas.microsoft.com/office/drawing/2014/main" id="{9F46CBD8-A540-A4AC-AFFD-440E8E1C1AC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62" name="Oval 1576">
                <a:extLst>
                  <a:ext uri="{FF2B5EF4-FFF2-40B4-BE49-F238E27FC236}">
                    <a16:creationId xmlns:a16="http://schemas.microsoft.com/office/drawing/2014/main" id="{CE6BFE9B-7A63-CF3A-10F5-16ACB3AB87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" name="Oval 1577">
                <a:extLst>
                  <a:ext uri="{FF2B5EF4-FFF2-40B4-BE49-F238E27FC236}">
                    <a16:creationId xmlns:a16="http://schemas.microsoft.com/office/drawing/2014/main" id="{9892E60F-A4D1-C0D9-4EE1-768DE41070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" name="Freeform 1578">
                <a:extLst>
                  <a:ext uri="{FF2B5EF4-FFF2-40B4-BE49-F238E27FC236}">
                    <a16:creationId xmlns:a16="http://schemas.microsoft.com/office/drawing/2014/main" id="{DE81B9EC-73F2-6852-ADA5-10012B9D40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" name="Freeform 1579">
                <a:extLst>
                  <a:ext uri="{FF2B5EF4-FFF2-40B4-BE49-F238E27FC236}">
                    <a16:creationId xmlns:a16="http://schemas.microsoft.com/office/drawing/2014/main" id="{B2FE627B-EABE-72B1-DA74-67883DF960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" name="Freeform 1580">
                <a:extLst>
                  <a:ext uri="{FF2B5EF4-FFF2-40B4-BE49-F238E27FC236}">
                    <a16:creationId xmlns:a16="http://schemas.microsoft.com/office/drawing/2014/main" id="{77528D1B-AAE4-5D3E-7555-42F489DDC9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" name="Oval 1581">
                <a:extLst>
                  <a:ext uri="{FF2B5EF4-FFF2-40B4-BE49-F238E27FC236}">
                    <a16:creationId xmlns:a16="http://schemas.microsoft.com/office/drawing/2014/main" id="{B5A4D67E-3334-8849-4EC1-1060285B56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4" name="Group 1582">
              <a:extLst>
                <a:ext uri="{FF2B5EF4-FFF2-40B4-BE49-F238E27FC236}">
                  <a16:creationId xmlns:a16="http://schemas.microsoft.com/office/drawing/2014/main" id="{2F6299AB-1E29-0894-9C70-D3DB93E5B0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6" name="Oval 1583">
                <a:extLst>
                  <a:ext uri="{FF2B5EF4-FFF2-40B4-BE49-F238E27FC236}">
                    <a16:creationId xmlns:a16="http://schemas.microsoft.com/office/drawing/2014/main" id="{F36AD839-84D2-8E8D-675F-4715633BCE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" name="Oval 1584">
                <a:extLst>
                  <a:ext uri="{FF2B5EF4-FFF2-40B4-BE49-F238E27FC236}">
                    <a16:creationId xmlns:a16="http://schemas.microsoft.com/office/drawing/2014/main" id="{59644996-EC9F-9EA6-426C-CE1F320E3EA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" name="Freeform 1585">
                <a:extLst>
                  <a:ext uri="{FF2B5EF4-FFF2-40B4-BE49-F238E27FC236}">
                    <a16:creationId xmlns:a16="http://schemas.microsoft.com/office/drawing/2014/main" id="{2E3C4083-BF40-9195-6284-F4A4900917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" name="Freeform 1586">
                <a:extLst>
                  <a:ext uri="{FF2B5EF4-FFF2-40B4-BE49-F238E27FC236}">
                    <a16:creationId xmlns:a16="http://schemas.microsoft.com/office/drawing/2014/main" id="{BEE858F3-40F7-0719-6F68-A231CF86B8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" name="Freeform 1587">
                <a:extLst>
                  <a:ext uri="{FF2B5EF4-FFF2-40B4-BE49-F238E27FC236}">
                    <a16:creationId xmlns:a16="http://schemas.microsoft.com/office/drawing/2014/main" id="{BCAF7DF5-30C1-0D65-F4DA-3C28EF2803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" name="Oval 1588">
                <a:extLst>
                  <a:ext uri="{FF2B5EF4-FFF2-40B4-BE49-F238E27FC236}">
                    <a16:creationId xmlns:a16="http://schemas.microsoft.com/office/drawing/2014/main" id="{6F439BD2-6959-20FF-CC82-5E784F55E8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5" name="Group 1589">
              <a:extLst>
                <a:ext uri="{FF2B5EF4-FFF2-40B4-BE49-F238E27FC236}">
                  <a16:creationId xmlns:a16="http://schemas.microsoft.com/office/drawing/2014/main" id="{3D56919F-1FC4-D557-5C60-6EFD73DCDF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50" name="Oval 1590">
                <a:extLst>
                  <a:ext uri="{FF2B5EF4-FFF2-40B4-BE49-F238E27FC236}">
                    <a16:creationId xmlns:a16="http://schemas.microsoft.com/office/drawing/2014/main" id="{E65F56B4-52AE-6336-F92B-A4A85D32B7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" name="Oval 1591">
                <a:extLst>
                  <a:ext uri="{FF2B5EF4-FFF2-40B4-BE49-F238E27FC236}">
                    <a16:creationId xmlns:a16="http://schemas.microsoft.com/office/drawing/2014/main" id="{9DA4084A-63AA-8978-8562-09874703DE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" name="Freeform 1592">
                <a:extLst>
                  <a:ext uri="{FF2B5EF4-FFF2-40B4-BE49-F238E27FC236}">
                    <a16:creationId xmlns:a16="http://schemas.microsoft.com/office/drawing/2014/main" id="{DCB45187-F076-D734-553D-861763AC90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" name="Freeform 1593">
                <a:extLst>
                  <a:ext uri="{FF2B5EF4-FFF2-40B4-BE49-F238E27FC236}">
                    <a16:creationId xmlns:a16="http://schemas.microsoft.com/office/drawing/2014/main" id="{37156923-F491-CEEA-4B56-8CA1D1C32D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Freeform 1594">
                <a:extLst>
                  <a:ext uri="{FF2B5EF4-FFF2-40B4-BE49-F238E27FC236}">
                    <a16:creationId xmlns:a16="http://schemas.microsoft.com/office/drawing/2014/main" id="{8C280A6C-838A-74C0-D97E-90771DEA64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" name="Oval 1595">
                <a:extLst>
                  <a:ext uri="{FF2B5EF4-FFF2-40B4-BE49-F238E27FC236}">
                    <a16:creationId xmlns:a16="http://schemas.microsoft.com/office/drawing/2014/main" id="{2F24E01C-BDF4-9152-90FD-E2DFC49C65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6" name="Group 1596">
              <a:extLst>
                <a:ext uri="{FF2B5EF4-FFF2-40B4-BE49-F238E27FC236}">
                  <a16:creationId xmlns:a16="http://schemas.microsoft.com/office/drawing/2014/main" id="{7C85E336-D27D-AA71-AB92-68CC10F32B8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4" name="Oval 1597">
                <a:extLst>
                  <a:ext uri="{FF2B5EF4-FFF2-40B4-BE49-F238E27FC236}">
                    <a16:creationId xmlns:a16="http://schemas.microsoft.com/office/drawing/2014/main" id="{B1AB7D63-6695-7A4D-3721-76D730263B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" name="Oval 1598">
                <a:extLst>
                  <a:ext uri="{FF2B5EF4-FFF2-40B4-BE49-F238E27FC236}">
                    <a16:creationId xmlns:a16="http://schemas.microsoft.com/office/drawing/2014/main" id="{B76197B2-D7E0-0D95-44C9-6DC7ADDDE6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6" name="Freeform 1599">
                <a:extLst>
                  <a:ext uri="{FF2B5EF4-FFF2-40B4-BE49-F238E27FC236}">
                    <a16:creationId xmlns:a16="http://schemas.microsoft.com/office/drawing/2014/main" id="{3AAC243A-F9A6-208B-691A-9D3DD02FAC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1600">
                <a:extLst>
                  <a:ext uri="{FF2B5EF4-FFF2-40B4-BE49-F238E27FC236}">
                    <a16:creationId xmlns:a16="http://schemas.microsoft.com/office/drawing/2014/main" id="{5D1B9BA9-8B61-4169-94DF-77F40760CC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8" name="Freeform 1601">
                <a:extLst>
                  <a:ext uri="{FF2B5EF4-FFF2-40B4-BE49-F238E27FC236}">
                    <a16:creationId xmlns:a16="http://schemas.microsoft.com/office/drawing/2014/main" id="{FD73B9C7-2659-1A8A-0B62-53E2408868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" name="Oval 1602">
                <a:extLst>
                  <a:ext uri="{FF2B5EF4-FFF2-40B4-BE49-F238E27FC236}">
                    <a16:creationId xmlns:a16="http://schemas.microsoft.com/office/drawing/2014/main" id="{05EAFF04-D2CC-443B-9196-0FFFDC34AD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37" name="Group 1603">
              <a:extLst>
                <a:ext uri="{FF2B5EF4-FFF2-40B4-BE49-F238E27FC236}">
                  <a16:creationId xmlns:a16="http://schemas.microsoft.com/office/drawing/2014/main" id="{F28351C7-4470-1D1B-80A3-3E977ECB27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38" name="Oval 1604">
                <a:extLst>
                  <a:ext uri="{FF2B5EF4-FFF2-40B4-BE49-F238E27FC236}">
                    <a16:creationId xmlns:a16="http://schemas.microsoft.com/office/drawing/2014/main" id="{CBB2BE89-3CB3-5F8C-D561-1B33CB445D8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" name="Oval 1605">
                <a:extLst>
                  <a:ext uri="{FF2B5EF4-FFF2-40B4-BE49-F238E27FC236}">
                    <a16:creationId xmlns:a16="http://schemas.microsoft.com/office/drawing/2014/main" id="{BDB90E45-64E5-3F0E-1423-37306B3FE7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" name="Freeform 1606">
                <a:extLst>
                  <a:ext uri="{FF2B5EF4-FFF2-40B4-BE49-F238E27FC236}">
                    <a16:creationId xmlns:a16="http://schemas.microsoft.com/office/drawing/2014/main" id="{6C28AB0E-3659-46A9-F0F8-FB2ABA1A34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1607">
                <a:extLst>
                  <a:ext uri="{FF2B5EF4-FFF2-40B4-BE49-F238E27FC236}">
                    <a16:creationId xmlns:a16="http://schemas.microsoft.com/office/drawing/2014/main" id="{FA60A2EE-B374-5C9D-64DE-B7F92F44B6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1608">
                <a:extLst>
                  <a:ext uri="{FF2B5EF4-FFF2-40B4-BE49-F238E27FC236}">
                    <a16:creationId xmlns:a16="http://schemas.microsoft.com/office/drawing/2014/main" id="{947C22DC-106A-04CF-5188-095B2456B7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Oval 1609">
                <a:extLst>
                  <a:ext uri="{FF2B5EF4-FFF2-40B4-BE49-F238E27FC236}">
                    <a16:creationId xmlns:a16="http://schemas.microsoft.com/office/drawing/2014/main" id="{08257124-3323-A24E-8AF3-7FDF91B1C7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230" name="Group 1385">
            <a:extLst>
              <a:ext uri="{FF2B5EF4-FFF2-40B4-BE49-F238E27FC236}">
                <a16:creationId xmlns:a16="http://schemas.microsoft.com/office/drawing/2014/main" id="{ABABB622-1D44-0DCD-62AA-2AAF3F09E97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148080" y="462270"/>
            <a:ext cx="1141095" cy="340150"/>
            <a:chOff x="446" y="1196"/>
            <a:chExt cx="1048" cy="312"/>
          </a:xfrm>
        </p:grpSpPr>
        <p:grpSp>
          <p:nvGrpSpPr>
            <p:cNvPr id="231" name="Group 1386">
              <a:extLst>
                <a:ext uri="{FF2B5EF4-FFF2-40B4-BE49-F238E27FC236}">
                  <a16:creationId xmlns:a16="http://schemas.microsoft.com/office/drawing/2014/main" id="{C42EC0AA-2B70-61BE-2CF4-ABCFCAA37F4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449" name="Oval 1387">
                <a:extLst>
                  <a:ext uri="{FF2B5EF4-FFF2-40B4-BE49-F238E27FC236}">
                    <a16:creationId xmlns:a16="http://schemas.microsoft.com/office/drawing/2014/main" id="{922A75B9-F8B9-A8AD-11E9-2DA822DB5B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0" name="Oval 1388">
                <a:extLst>
                  <a:ext uri="{FF2B5EF4-FFF2-40B4-BE49-F238E27FC236}">
                    <a16:creationId xmlns:a16="http://schemas.microsoft.com/office/drawing/2014/main" id="{EF6EEB66-2581-7B79-0A5B-B7BA1580E0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51" name="Freeform 1389">
                <a:extLst>
                  <a:ext uri="{FF2B5EF4-FFF2-40B4-BE49-F238E27FC236}">
                    <a16:creationId xmlns:a16="http://schemas.microsoft.com/office/drawing/2014/main" id="{39AB30F2-F738-5D63-2A8D-F36B785B3F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2" name="Freeform 1390">
                <a:extLst>
                  <a:ext uri="{FF2B5EF4-FFF2-40B4-BE49-F238E27FC236}">
                    <a16:creationId xmlns:a16="http://schemas.microsoft.com/office/drawing/2014/main" id="{537B239B-C5AC-5A8B-C5F1-E790DDCEBE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3" name="Freeform 1391">
                <a:extLst>
                  <a:ext uri="{FF2B5EF4-FFF2-40B4-BE49-F238E27FC236}">
                    <a16:creationId xmlns:a16="http://schemas.microsoft.com/office/drawing/2014/main" id="{EA481D62-A515-5A29-F54B-08CA1A725D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4" name="Oval 1392">
                <a:extLst>
                  <a:ext uri="{FF2B5EF4-FFF2-40B4-BE49-F238E27FC236}">
                    <a16:creationId xmlns:a16="http://schemas.microsoft.com/office/drawing/2014/main" id="{6E517EB4-1B24-856F-3821-1E315D9CA0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2" name="Group 1393">
              <a:extLst>
                <a:ext uri="{FF2B5EF4-FFF2-40B4-BE49-F238E27FC236}">
                  <a16:creationId xmlns:a16="http://schemas.microsoft.com/office/drawing/2014/main" id="{3CFD3F8E-9BAA-7C76-37A9-A7673ED1D2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443" name="Oval 1394">
                <a:extLst>
                  <a:ext uri="{FF2B5EF4-FFF2-40B4-BE49-F238E27FC236}">
                    <a16:creationId xmlns:a16="http://schemas.microsoft.com/office/drawing/2014/main" id="{4926F24E-6249-1EED-4C49-5CDE8926AA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4" name="Oval 1395">
                <a:extLst>
                  <a:ext uri="{FF2B5EF4-FFF2-40B4-BE49-F238E27FC236}">
                    <a16:creationId xmlns:a16="http://schemas.microsoft.com/office/drawing/2014/main" id="{D829680A-8EC6-6304-C774-AC3A805C81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45" name="Freeform 1396">
                <a:extLst>
                  <a:ext uri="{FF2B5EF4-FFF2-40B4-BE49-F238E27FC236}">
                    <a16:creationId xmlns:a16="http://schemas.microsoft.com/office/drawing/2014/main" id="{2CF07D3E-9B04-98FB-5F6C-52BA252C68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6" name="Freeform 1397">
                <a:extLst>
                  <a:ext uri="{FF2B5EF4-FFF2-40B4-BE49-F238E27FC236}">
                    <a16:creationId xmlns:a16="http://schemas.microsoft.com/office/drawing/2014/main" id="{7E89BE80-ACB5-2A8D-6F70-CC8F687146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7" name="Freeform 1398">
                <a:extLst>
                  <a:ext uri="{FF2B5EF4-FFF2-40B4-BE49-F238E27FC236}">
                    <a16:creationId xmlns:a16="http://schemas.microsoft.com/office/drawing/2014/main" id="{E9F5C43B-C160-469A-D5DB-899DB34BFE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8" name="Oval 1399">
                <a:extLst>
                  <a:ext uri="{FF2B5EF4-FFF2-40B4-BE49-F238E27FC236}">
                    <a16:creationId xmlns:a16="http://schemas.microsoft.com/office/drawing/2014/main" id="{773FB0BE-785A-EFBD-1F04-4E445FF89C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3" name="Group 1400">
              <a:extLst>
                <a:ext uri="{FF2B5EF4-FFF2-40B4-BE49-F238E27FC236}">
                  <a16:creationId xmlns:a16="http://schemas.microsoft.com/office/drawing/2014/main" id="{0BC2A33E-B399-C6A6-B1D5-9F691D6490E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437" name="Oval 1401">
                <a:extLst>
                  <a:ext uri="{FF2B5EF4-FFF2-40B4-BE49-F238E27FC236}">
                    <a16:creationId xmlns:a16="http://schemas.microsoft.com/office/drawing/2014/main" id="{85C8DD53-FDA2-4FA3-92D0-8583973C55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8" name="Oval 1402">
                <a:extLst>
                  <a:ext uri="{FF2B5EF4-FFF2-40B4-BE49-F238E27FC236}">
                    <a16:creationId xmlns:a16="http://schemas.microsoft.com/office/drawing/2014/main" id="{E336C949-3C7D-0A55-D9FE-AAB382C048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9" name="Freeform 1403">
                <a:extLst>
                  <a:ext uri="{FF2B5EF4-FFF2-40B4-BE49-F238E27FC236}">
                    <a16:creationId xmlns:a16="http://schemas.microsoft.com/office/drawing/2014/main" id="{D2FC1C53-7899-D4A6-6E09-2DAEC8B9C8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0" name="Freeform 1404">
                <a:extLst>
                  <a:ext uri="{FF2B5EF4-FFF2-40B4-BE49-F238E27FC236}">
                    <a16:creationId xmlns:a16="http://schemas.microsoft.com/office/drawing/2014/main" id="{52750A08-2C23-8AE2-54CB-876A305642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1" name="Freeform 1405">
                <a:extLst>
                  <a:ext uri="{FF2B5EF4-FFF2-40B4-BE49-F238E27FC236}">
                    <a16:creationId xmlns:a16="http://schemas.microsoft.com/office/drawing/2014/main" id="{197C3BED-AAA8-74F9-9CF3-803A138D85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2" name="Oval 1406">
                <a:extLst>
                  <a:ext uri="{FF2B5EF4-FFF2-40B4-BE49-F238E27FC236}">
                    <a16:creationId xmlns:a16="http://schemas.microsoft.com/office/drawing/2014/main" id="{7C35D420-8B6C-88D9-CB03-9382BE4B15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4" name="Group 1407">
              <a:extLst>
                <a:ext uri="{FF2B5EF4-FFF2-40B4-BE49-F238E27FC236}">
                  <a16:creationId xmlns:a16="http://schemas.microsoft.com/office/drawing/2014/main" id="{E9630DDB-B4EA-E4B4-F758-7517AA0F12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431" name="Oval 1408">
                <a:extLst>
                  <a:ext uri="{FF2B5EF4-FFF2-40B4-BE49-F238E27FC236}">
                    <a16:creationId xmlns:a16="http://schemas.microsoft.com/office/drawing/2014/main" id="{CF818511-8121-EE94-DE9F-FFAE966282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2" name="Oval 1409">
                <a:extLst>
                  <a:ext uri="{FF2B5EF4-FFF2-40B4-BE49-F238E27FC236}">
                    <a16:creationId xmlns:a16="http://schemas.microsoft.com/office/drawing/2014/main" id="{172D0253-E075-0CD6-5A77-19088AEB7C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33" name="Freeform 1410">
                <a:extLst>
                  <a:ext uri="{FF2B5EF4-FFF2-40B4-BE49-F238E27FC236}">
                    <a16:creationId xmlns:a16="http://schemas.microsoft.com/office/drawing/2014/main" id="{5A764ECF-91AB-1583-C50D-5391C74C02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4" name="Freeform 1411">
                <a:extLst>
                  <a:ext uri="{FF2B5EF4-FFF2-40B4-BE49-F238E27FC236}">
                    <a16:creationId xmlns:a16="http://schemas.microsoft.com/office/drawing/2014/main" id="{5C8508D8-0C97-871F-C6EA-786C92CF7A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5" name="Freeform 1412">
                <a:extLst>
                  <a:ext uri="{FF2B5EF4-FFF2-40B4-BE49-F238E27FC236}">
                    <a16:creationId xmlns:a16="http://schemas.microsoft.com/office/drawing/2014/main" id="{73863642-F8E0-00B5-E62E-8CE91C8444C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6" name="Oval 1413">
                <a:extLst>
                  <a:ext uri="{FF2B5EF4-FFF2-40B4-BE49-F238E27FC236}">
                    <a16:creationId xmlns:a16="http://schemas.microsoft.com/office/drawing/2014/main" id="{E1DAFC5F-509D-FD5A-6AAD-7A246A9119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5" name="Group 1414">
              <a:extLst>
                <a:ext uri="{FF2B5EF4-FFF2-40B4-BE49-F238E27FC236}">
                  <a16:creationId xmlns:a16="http://schemas.microsoft.com/office/drawing/2014/main" id="{3D681053-675F-94FB-320A-F9EB21C16F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425" name="Oval 1415">
                <a:extLst>
                  <a:ext uri="{FF2B5EF4-FFF2-40B4-BE49-F238E27FC236}">
                    <a16:creationId xmlns:a16="http://schemas.microsoft.com/office/drawing/2014/main" id="{1592F1BB-F224-1F23-2F7F-C77B2F5172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6" name="Oval 1416">
                <a:extLst>
                  <a:ext uri="{FF2B5EF4-FFF2-40B4-BE49-F238E27FC236}">
                    <a16:creationId xmlns:a16="http://schemas.microsoft.com/office/drawing/2014/main" id="{D0F65908-85C9-3853-9A17-1CA7642F471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7" name="Freeform 1417">
                <a:extLst>
                  <a:ext uri="{FF2B5EF4-FFF2-40B4-BE49-F238E27FC236}">
                    <a16:creationId xmlns:a16="http://schemas.microsoft.com/office/drawing/2014/main" id="{781C9E5D-D7D6-3BFF-6CDB-9BCCF11F11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8" name="Freeform 1418">
                <a:extLst>
                  <a:ext uri="{FF2B5EF4-FFF2-40B4-BE49-F238E27FC236}">
                    <a16:creationId xmlns:a16="http://schemas.microsoft.com/office/drawing/2014/main" id="{ABBE3E2E-5A55-F7C0-11E5-81054DAB4C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9" name="Freeform 1419">
                <a:extLst>
                  <a:ext uri="{FF2B5EF4-FFF2-40B4-BE49-F238E27FC236}">
                    <a16:creationId xmlns:a16="http://schemas.microsoft.com/office/drawing/2014/main" id="{2DD05A55-CB1D-3751-4075-997A12DE42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0" name="Oval 1420">
                <a:extLst>
                  <a:ext uri="{FF2B5EF4-FFF2-40B4-BE49-F238E27FC236}">
                    <a16:creationId xmlns:a16="http://schemas.microsoft.com/office/drawing/2014/main" id="{C685D566-3C39-DA96-EAAA-97FA5641E1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6" name="Group 1421">
              <a:extLst>
                <a:ext uri="{FF2B5EF4-FFF2-40B4-BE49-F238E27FC236}">
                  <a16:creationId xmlns:a16="http://schemas.microsoft.com/office/drawing/2014/main" id="{AAD7CA3E-C509-6774-7BD4-2083536F61A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419" name="Oval 1422">
                <a:extLst>
                  <a:ext uri="{FF2B5EF4-FFF2-40B4-BE49-F238E27FC236}">
                    <a16:creationId xmlns:a16="http://schemas.microsoft.com/office/drawing/2014/main" id="{E59216B9-870A-6641-E71B-8944630FF0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0" name="Oval 1423">
                <a:extLst>
                  <a:ext uri="{FF2B5EF4-FFF2-40B4-BE49-F238E27FC236}">
                    <a16:creationId xmlns:a16="http://schemas.microsoft.com/office/drawing/2014/main" id="{996351DE-FFA0-179B-E672-49B964DA14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21" name="Freeform 1424">
                <a:extLst>
                  <a:ext uri="{FF2B5EF4-FFF2-40B4-BE49-F238E27FC236}">
                    <a16:creationId xmlns:a16="http://schemas.microsoft.com/office/drawing/2014/main" id="{249C4674-89CB-E851-8B4B-E066D80C88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2" name="Freeform 1425">
                <a:extLst>
                  <a:ext uri="{FF2B5EF4-FFF2-40B4-BE49-F238E27FC236}">
                    <a16:creationId xmlns:a16="http://schemas.microsoft.com/office/drawing/2014/main" id="{7911475B-6E3D-B314-61AD-4CD0733540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3" name="Freeform 1426">
                <a:extLst>
                  <a:ext uri="{FF2B5EF4-FFF2-40B4-BE49-F238E27FC236}">
                    <a16:creationId xmlns:a16="http://schemas.microsoft.com/office/drawing/2014/main" id="{72E53EBE-C724-6D29-75D5-1340DE741D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4" name="Oval 1427">
                <a:extLst>
                  <a:ext uri="{FF2B5EF4-FFF2-40B4-BE49-F238E27FC236}">
                    <a16:creationId xmlns:a16="http://schemas.microsoft.com/office/drawing/2014/main" id="{4E349035-A86D-E4EA-BB8A-2D524100BA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7" name="Group 1428">
              <a:extLst>
                <a:ext uri="{FF2B5EF4-FFF2-40B4-BE49-F238E27FC236}">
                  <a16:creationId xmlns:a16="http://schemas.microsoft.com/office/drawing/2014/main" id="{3EBC6B0C-DA38-92D2-6B16-49F1CB4C397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413" name="Oval 1429">
                <a:extLst>
                  <a:ext uri="{FF2B5EF4-FFF2-40B4-BE49-F238E27FC236}">
                    <a16:creationId xmlns:a16="http://schemas.microsoft.com/office/drawing/2014/main" id="{19B84944-04EA-90DD-E00A-B1EBD076CF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4" name="Oval 1430">
                <a:extLst>
                  <a:ext uri="{FF2B5EF4-FFF2-40B4-BE49-F238E27FC236}">
                    <a16:creationId xmlns:a16="http://schemas.microsoft.com/office/drawing/2014/main" id="{0D35E362-5A83-F671-10D7-80631F33CC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15" name="Freeform 1431">
                <a:extLst>
                  <a:ext uri="{FF2B5EF4-FFF2-40B4-BE49-F238E27FC236}">
                    <a16:creationId xmlns:a16="http://schemas.microsoft.com/office/drawing/2014/main" id="{F511EB30-CCB1-8BC5-B283-750656F4F3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6" name="Freeform 1432">
                <a:extLst>
                  <a:ext uri="{FF2B5EF4-FFF2-40B4-BE49-F238E27FC236}">
                    <a16:creationId xmlns:a16="http://schemas.microsoft.com/office/drawing/2014/main" id="{3458C2CF-B201-EC38-997E-EDDDFDAA76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7" name="Freeform 1433">
                <a:extLst>
                  <a:ext uri="{FF2B5EF4-FFF2-40B4-BE49-F238E27FC236}">
                    <a16:creationId xmlns:a16="http://schemas.microsoft.com/office/drawing/2014/main" id="{F35DC335-5BE6-6D71-6ABE-7002FA3F51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8" name="Oval 1434">
                <a:extLst>
                  <a:ext uri="{FF2B5EF4-FFF2-40B4-BE49-F238E27FC236}">
                    <a16:creationId xmlns:a16="http://schemas.microsoft.com/office/drawing/2014/main" id="{F2C306CF-AB5C-BA45-9A81-2C2FC6EECF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8" name="Group 1435">
              <a:extLst>
                <a:ext uri="{FF2B5EF4-FFF2-40B4-BE49-F238E27FC236}">
                  <a16:creationId xmlns:a16="http://schemas.microsoft.com/office/drawing/2014/main" id="{A0A1AED6-1C25-9BF7-9C1E-3CBCF1B6084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407" name="Oval 1436">
                <a:extLst>
                  <a:ext uri="{FF2B5EF4-FFF2-40B4-BE49-F238E27FC236}">
                    <a16:creationId xmlns:a16="http://schemas.microsoft.com/office/drawing/2014/main" id="{BC2CC54B-0B51-B7B9-03AD-04C8636DA8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8" name="Oval 1437">
                <a:extLst>
                  <a:ext uri="{FF2B5EF4-FFF2-40B4-BE49-F238E27FC236}">
                    <a16:creationId xmlns:a16="http://schemas.microsoft.com/office/drawing/2014/main" id="{70FC1A3A-9349-D3F1-3DB6-F3EA25C2E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9" name="Freeform 1438">
                <a:extLst>
                  <a:ext uri="{FF2B5EF4-FFF2-40B4-BE49-F238E27FC236}">
                    <a16:creationId xmlns:a16="http://schemas.microsoft.com/office/drawing/2014/main" id="{56CCDD78-A813-4098-0986-F62D7CDE33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0" name="Freeform 1439">
                <a:extLst>
                  <a:ext uri="{FF2B5EF4-FFF2-40B4-BE49-F238E27FC236}">
                    <a16:creationId xmlns:a16="http://schemas.microsoft.com/office/drawing/2014/main" id="{A2C38CAE-34C7-BFFF-B273-810C8E3012E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1" name="Freeform 1440">
                <a:extLst>
                  <a:ext uri="{FF2B5EF4-FFF2-40B4-BE49-F238E27FC236}">
                    <a16:creationId xmlns:a16="http://schemas.microsoft.com/office/drawing/2014/main" id="{B6A1529C-04DD-81DB-40AC-BD1DF251FD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2" name="Oval 1441">
                <a:extLst>
                  <a:ext uri="{FF2B5EF4-FFF2-40B4-BE49-F238E27FC236}">
                    <a16:creationId xmlns:a16="http://schemas.microsoft.com/office/drawing/2014/main" id="{286D19E5-A01A-B33F-9E0C-6BB68C0877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39" name="Group 1442">
              <a:extLst>
                <a:ext uri="{FF2B5EF4-FFF2-40B4-BE49-F238E27FC236}">
                  <a16:creationId xmlns:a16="http://schemas.microsoft.com/office/drawing/2014/main" id="{FD8E269B-D8CD-3C8D-D374-4A4836BA42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401" name="Oval 1443">
                <a:extLst>
                  <a:ext uri="{FF2B5EF4-FFF2-40B4-BE49-F238E27FC236}">
                    <a16:creationId xmlns:a16="http://schemas.microsoft.com/office/drawing/2014/main" id="{E057492C-6AA3-97E1-A6B9-EC6300613C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2" name="Oval 1444">
                <a:extLst>
                  <a:ext uri="{FF2B5EF4-FFF2-40B4-BE49-F238E27FC236}">
                    <a16:creationId xmlns:a16="http://schemas.microsoft.com/office/drawing/2014/main" id="{5A925E87-B002-5A16-B6C4-0B41935545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03" name="Freeform 1445">
                <a:extLst>
                  <a:ext uri="{FF2B5EF4-FFF2-40B4-BE49-F238E27FC236}">
                    <a16:creationId xmlns:a16="http://schemas.microsoft.com/office/drawing/2014/main" id="{619CB8EF-62D0-EC6E-BF13-64609D2BE5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4" name="Freeform 1446">
                <a:extLst>
                  <a:ext uri="{FF2B5EF4-FFF2-40B4-BE49-F238E27FC236}">
                    <a16:creationId xmlns:a16="http://schemas.microsoft.com/office/drawing/2014/main" id="{DAA01186-5A56-5FBB-D3B3-7ED433B2A3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5" name="Freeform 1447">
                <a:extLst>
                  <a:ext uri="{FF2B5EF4-FFF2-40B4-BE49-F238E27FC236}">
                    <a16:creationId xmlns:a16="http://schemas.microsoft.com/office/drawing/2014/main" id="{52253D0C-3937-CF16-B785-B6A0318801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6" name="Oval 1448">
                <a:extLst>
                  <a:ext uri="{FF2B5EF4-FFF2-40B4-BE49-F238E27FC236}">
                    <a16:creationId xmlns:a16="http://schemas.microsoft.com/office/drawing/2014/main" id="{566984CF-F897-CE22-8AE0-1E1100CAC7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0" name="Group 1449">
              <a:extLst>
                <a:ext uri="{FF2B5EF4-FFF2-40B4-BE49-F238E27FC236}">
                  <a16:creationId xmlns:a16="http://schemas.microsoft.com/office/drawing/2014/main" id="{049D7138-8F4E-41E6-88FE-AE14792480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395" name="Oval 1450">
                <a:extLst>
                  <a:ext uri="{FF2B5EF4-FFF2-40B4-BE49-F238E27FC236}">
                    <a16:creationId xmlns:a16="http://schemas.microsoft.com/office/drawing/2014/main" id="{5BBB7424-8E92-7B08-70B6-DFEB6EE947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6" name="Oval 1451">
                <a:extLst>
                  <a:ext uri="{FF2B5EF4-FFF2-40B4-BE49-F238E27FC236}">
                    <a16:creationId xmlns:a16="http://schemas.microsoft.com/office/drawing/2014/main" id="{05F9310D-0C43-EFF1-CF7B-1AAD5D2C17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7" name="Freeform 1452">
                <a:extLst>
                  <a:ext uri="{FF2B5EF4-FFF2-40B4-BE49-F238E27FC236}">
                    <a16:creationId xmlns:a16="http://schemas.microsoft.com/office/drawing/2014/main" id="{A61BE7B7-FBEC-98BF-12D7-EEA125DFDB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8" name="Freeform 1453">
                <a:extLst>
                  <a:ext uri="{FF2B5EF4-FFF2-40B4-BE49-F238E27FC236}">
                    <a16:creationId xmlns:a16="http://schemas.microsoft.com/office/drawing/2014/main" id="{7B9405E9-CC9F-9F98-B3CC-0D956B2254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9" name="Freeform 1454">
                <a:extLst>
                  <a:ext uri="{FF2B5EF4-FFF2-40B4-BE49-F238E27FC236}">
                    <a16:creationId xmlns:a16="http://schemas.microsoft.com/office/drawing/2014/main" id="{68F641C3-9285-BBC7-A530-76E39BB64F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0" name="Oval 1455">
                <a:extLst>
                  <a:ext uri="{FF2B5EF4-FFF2-40B4-BE49-F238E27FC236}">
                    <a16:creationId xmlns:a16="http://schemas.microsoft.com/office/drawing/2014/main" id="{025AB66C-9B42-249B-9AF4-86F583C3A0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1" name="Group 1456">
              <a:extLst>
                <a:ext uri="{FF2B5EF4-FFF2-40B4-BE49-F238E27FC236}">
                  <a16:creationId xmlns:a16="http://schemas.microsoft.com/office/drawing/2014/main" id="{8A317959-BA19-B662-A526-5F5A128BA8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389" name="Oval 1457">
                <a:extLst>
                  <a:ext uri="{FF2B5EF4-FFF2-40B4-BE49-F238E27FC236}">
                    <a16:creationId xmlns:a16="http://schemas.microsoft.com/office/drawing/2014/main" id="{74C07756-3D77-8FDF-9D38-343B227523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0" name="Oval 1458">
                <a:extLst>
                  <a:ext uri="{FF2B5EF4-FFF2-40B4-BE49-F238E27FC236}">
                    <a16:creationId xmlns:a16="http://schemas.microsoft.com/office/drawing/2014/main" id="{CBB9078A-C3CF-145E-E4FE-4AA81346B3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91" name="Freeform 1459">
                <a:extLst>
                  <a:ext uri="{FF2B5EF4-FFF2-40B4-BE49-F238E27FC236}">
                    <a16:creationId xmlns:a16="http://schemas.microsoft.com/office/drawing/2014/main" id="{9287775A-40B9-3CB6-D1F1-A285BCF12E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2" name="Freeform 1460">
                <a:extLst>
                  <a:ext uri="{FF2B5EF4-FFF2-40B4-BE49-F238E27FC236}">
                    <a16:creationId xmlns:a16="http://schemas.microsoft.com/office/drawing/2014/main" id="{21D2E5B4-C683-3AB2-DE27-4F3855ED29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3" name="Freeform 1461">
                <a:extLst>
                  <a:ext uri="{FF2B5EF4-FFF2-40B4-BE49-F238E27FC236}">
                    <a16:creationId xmlns:a16="http://schemas.microsoft.com/office/drawing/2014/main" id="{F3F7061E-1BD1-E090-6E12-0FA032142C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4" name="Oval 1462">
                <a:extLst>
                  <a:ext uri="{FF2B5EF4-FFF2-40B4-BE49-F238E27FC236}">
                    <a16:creationId xmlns:a16="http://schemas.microsoft.com/office/drawing/2014/main" id="{30B593BE-2408-A538-0689-53AADC939A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2" name="Group 1463">
              <a:extLst>
                <a:ext uri="{FF2B5EF4-FFF2-40B4-BE49-F238E27FC236}">
                  <a16:creationId xmlns:a16="http://schemas.microsoft.com/office/drawing/2014/main" id="{7B91B539-734D-0B79-F582-F024A000791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383" name="Oval 1464">
                <a:extLst>
                  <a:ext uri="{FF2B5EF4-FFF2-40B4-BE49-F238E27FC236}">
                    <a16:creationId xmlns:a16="http://schemas.microsoft.com/office/drawing/2014/main" id="{4A396888-D540-76F7-D057-C1A01595C8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4" name="Oval 1465">
                <a:extLst>
                  <a:ext uri="{FF2B5EF4-FFF2-40B4-BE49-F238E27FC236}">
                    <a16:creationId xmlns:a16="http://schemas.microsoft.com/office/drawing/2014/main" id="{EE9EB90D-B606-9051-D00C-2B05F6E1AC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85" name="Freeform 1466">
                <a:extLst>
                  <a:ext uri="{FF2B5EF4-FFF2-40B4-BE49-F238E27FC236}">
                    <a16:creationId xmlns:a16="http://schemas.microsoft.com/office/drawing/2014/main" id="{C907C738-EE92-CDEF-CFFA-41003DE99C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6" name="Freeform 1467">
                <a:extLst>
                  <a:ext uri="{FF2B5EF4-FFF2-40B4-BE49-F238E27FC236}">
                    <a16:creationId xmlns:a16="http://schemas.microsoft.com/office/drawing/2014/main" id="{DEFAE477-0BC5-F55F-A45F-513018FE14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7" name="Freeform 1468">
                <a:extLst>
                  <a:ext uri="{FF2B5EF4-FFF2-40B4-BE49-F238E27FC236}">
                    <a16:creationId xmlns:a16="http://schemas.microsoft.com/office/drawing/2014/main" id="{187EB325-8EA8-3A0A-EA78-22C28862CD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8" name="Oval 1469">
                <a:extLst>
                  <a:ext uri="{FF2B5EF4-FFF2-40B4-BE49-F238E27FC236}">
                    <a16:creationId xmlns:a16="http://schemas.microsoft.com/office/drawing/2014/main" id="{52F6B47A-E799-E30F-FBB4-B5D3761BF4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3" name="Group 1470">
              <a:extLst>
                <a:ext uri="{FF2B5EF4-FFF2-40B4-BE49-F238E27FC236}">
                  <a16:creationId xmlns:a16="http://schemas.microsoft.com/office/drawing/2014/main" id="{6512D95B-CEA7-0853-0DF8-831D684DF0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377" name="Oval 1471">
                <a:extLst>
                  <a:ext uri="{FF2B5EF4-FFF2-40B4-BE49-F238E27FC236}">
                    <a16:creationId xmlns:a16="http://schemas.microsoft.com/office/drawing/2014/main" id="{CEBA685F-6367-789D-09D0-15110483C9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8" name="Oval 1472">
                <a:extLst>
                  <a:ext uri="{FF2B5EF4-FFF2-40B4-BE49-F238E27FC236}">
                    <a16:creationId xmlns:a16="http://schemas.microsoft.com/office/drawing/2014/main" id="{99839C20-0F35-18E7-F937-4AB1CD9A54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9" name="Freeform 1473">
                <a:extLst>
                  <a:ext uri="{FF2B5EF4-FFF2-40B4-BE49-F238E27FC236}">
                    <a16:creationId xmlns:a16="http://schemas.microsoft.com/office/drawing/2014/main" id="{0942FCC1-D5EC-B425-FA1B-EBA36A1C95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0" name="Freeform 1474">
                <a:extLst>
                  <a:ext uri="{FF2B5EF4-FFF2-40B4-BE49-F238E27FC236}">
                    <a16:creationId xmlns:a16="http://schemas.microsoft.com/office/drawing/2014/main" id="{66019A08-A140-F591-9F01-EABBD98B14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1" name="Freeform 1475">
                <a:extLst>
                  <a:ext uri="{FF2B5EF4-FFF2-40B4-BE49-F238E27FC236}">
                    <a16:creationId xmlns:a16="http://schemas.microsoft.com/office/drawing/2014/main" id="{7895B2E6-797B-2282-8238-13F4A345A2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2" name="Oval 1476">
                <a:extLst>
                  <a:ext uri="{FF2B5EF4-FFF2-40B4-BE49-F238E27FC236}">
                    <a16:creationId xmlns:a16="http://schemas.microsoft.com/office/drawing/2014/main" id="{312EE061-0081-204C-1892-EBF4719B80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4" name="Group 1477">
              <a:extLst>
                <a:ext uri="{FF2B5EF4-FFF2-40B4-BE49-F238E27FC236}">
                  <a16:creationId xmlns:a16="http://schemas.microsoft.com/office/drawing/2014/main" id="{6F40CDD0-B5B1-AD20-AE3B-FD398E1F849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371" name="Oval 1478">
                <a:extLst>
                  <a:ext uri="{FF2B5EF4-FFF2-40B4-BE49-F238E27FC236}">
                    <a16:creationId xmlns:a16="http://schemas.microsoft.com/office/drawing/2014/main" id="{8625B83D-4523-CF46-12F1-10AA4BB3AB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2" name="Oval 1479">
                <a:extLst>
                  <a:ext uri="{FF2B5EF4-FFF2-40B4-BE49-F238E27FC236}">
                    <a16:creationId xmlns:a16="http://schemas.microsoft.com/office/drawing/2014/main" id="{F5E13B44-CC41-BAC4-94BE-9E6DF6DA94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73" name="Freeform 1480">
                <a:extLst>
                  <a:ext uri="{FF2B5EF4-FFF2-40B4-BE49-F238E27FC236}">
                    <a16:creationId xmlns:a16="http://schemas.microsoft.com/office/drawing/2014/main" id="{8630C3FA-DA6D-3009-E5EB-5480336C2FB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4" name="Freeform 1481">
                <a:extLst>
                  <a:ext uri="{FF2B5EF4-FFF2-40B4-BE49-F238E27FC236}">
                    <a16:creationId xmlns:a16="http://schemas.microsoft.com/office/drawing/2014/main" id="{C02C000B-EFF6-1CB3-1B5F-E1B3049524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5" name="Freeform 1482">
                <a:extLst>
                  <a:ext uri="{FF2B5EF4-FFF2-40B4-BE49-F238E27FC236}">
                    <a16:creationId xmlns:a16="http://schemas.microsoft.com/office/drawing/2014/main" id="{91B7C0C8-BD97-7074-9588-797486BB79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6" name="Oval 1483">
                <a:extLst>
                  <a:ext uri="{FF2B5EF4-FFF2-40B4-BE49-F238E27FC236}">
                    <a16:creationId xmlns:a16="http://schemas.microsoft.com/office/drawing/2014/main" id="{2DD3E5CA-529D-12D4-9B90-02F4F814C2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5" name="Group 1484">
              <a:extLst>
                <a:ext uri="{FF2B5EF4-FFF2-40B4-BE49-F238E27FC236}">
                  <a16:creationId xmlns:a16="http://schemas.microsoft.com/office/drawing/2014/main" id="{C7506814-2375-AD23-82EF-BEF2205BC3A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365" name="Oval 1485">
                <a:extLst>
                  <a:ext uri="{FF2B5EF4-FFF2-40B4-BE49-F238E27FC236}">
                    <a16:creationId xmlns:a16="http://schemas.microsoft.com/office/drawing/2014/main" id="{E2EF125A-219A-A685-20F8-0C45C55C0A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6" name="Oval 1486">
                <a:extLst>
                  <a:ext uri="{FF2B5EF4-FFF2-40B4-BE49-F238E27FC236}">
                    <a16:creationId xmlns:a16="http://schemas.microsoft.com/office/drawing/2014/main" id="{16020557-AEC7-DF10-0F30-A1A640B76A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7" name="Freeform 1487">
                <a:extLst>
                  <a:ext uri="{FF2B5EF4-FFF2-40B4-BE49-F238E27FC236}">
                    <a16:creationId xmlns:a16="http://schemas.microsoft.com/office/drawing/2014/main" id="{FD1899BC-3579-F84F-175D-9EA72932A9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8" name="Freeform 1488">
                <a:extLst>
                  <a:ext uri="{FF2B5EF4-FFF2-40B4-BE49-F238E27FC236}">
                    <a16:creationId xmlns:a16="http://schemas.microsoft.com/office/drawing/2014/main" id="{70A2DFEE-517A-53B7-6AB9-FDAB38D877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9" name="Freeform 1489">
                <a:extLst>
                  <a:ext uri="{FF2B5EF4-FFF2-40B4-BE49-F238E27FC236}">
                    <a16:creationId xmlns:a16="http://schemas.microsoft.com/office/drawing/2014/main" id="{2E2A5641-7A9C-3233-6DBF-7F181B5C8B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0" name="Oval 1490">
                <a:extLst>
                  <a:ext uri="{FF2B5EF4-FFF2-40B4-BE49-F238E27FC236}">
                    <a16:creationId xmlns:a16="http://schemas.microsoft.com/office/drawing/2014/main" id="{BBE90C2C-4C11-19DB-0C3C-6949FB52D3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6" name="Group 1491">
              <a:extLst>
                <a:ext uri="{FF2B5EF4-FFF2-40B4-BE49-F238E27FC236}">
                  <a16:creationId xmlns:a16="http://schemas.microsoft.com/office/drawing/2014/main" id="{31E48454-3053-CA5E-B49A-753E1DAD85F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359" name="Oval 1492">
                <a:extLst>
                  <a:ext uri="{FF2B5EF4-FFF2-40B4-BE49-F238E27FC236}">
                    <a16:creationId xmlns:a16="http://schemas.microsoft.com/office/drawing/2014/main" id="{0D0C4C70-21C1-5024-1BD6-F66EEA348F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0" name="Oval 1493">
                <a:extLst>
                  <a:ext uri="{FF2B5EF4-FFF2-40B4-BE49-F238E27FC236}">
                    <a16:creationId xmlns:a16="http://schemas.microsoft.com/office/drawing/2014/main" id="{066304FA-6490-23A9-D3E5-9528B7E304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61" name="Freeform 1494">
                <a:extLst>
                  <a:ext uri="{FF2B5EF4-FFF2-40B4-BE49-F238E27FC236}">
                    <a16:creationId xmlns:a16="http://schemas.microsoft.com/office/drawing/2014/main" id="{0698B2FE-1882-0FDA-F20E-034DA03A12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2" name="Freeform 1495">
                <a:extLst>
                  <a:ext uri="{FF2B5EF4-FFF2-40B4-BE49-F238E27FC236}">
                    <a16:creationId xmlns:a16="http://schemas.microsoft.com/office/drawing/2014/main" id="{89BD37B2-8698-C101-58EC-78E3B757EB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3" name="Freeform 1496">
                <a:extLst>
                  <a:ext uri="{FF2B5EF4-FFF2-40B4-BE49-F238E27FC236}">
                    <a16:creationId xmlns:a16="http://schemas.microsoft.com/office/drawing/2014/main" id="{4D49AE37-FE1F-ECE7-2AD6-184B7495A9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4" name="Oval 1497">
                <a:extLst>
                  <a:ext uri="{FF2B5EF4-FFF2-40B4-BE49-F238E27FC236}">
                    <a16:creationId xmlns:a16="http://schemas.microsoft.com/office/drawing/2014/main" id="{58F56478-E13B-5D76-FA5B-09B163E467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7" name="Group 1498">
              <a:extLst>
                <a:ext uri="{FF2B5EF4-FFF2-40B4-BE49-F238E27FC236}">
                  <a16:creationId xmlns:a16="http://schemas.microsoft.com/office/drawing/2014/main" id="{CE3E71CE-1FE2-AFCF-C2F8-B3D2F50303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353" name="Oval 1499">
                <a:extLst>
                  <a:ext uri="{FF2B5EF4-FFF2-40B4-BE49-F238E27FC236}">
                    <a16:creationId xmlns:a16="http://schemas.microsoft.com/office/drawing/2014/main" id="{40E2724F-D693-618D-AFA2-B3C7C0C8EF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4" name="Oval 1500">
                <a:extLst>
                  <a:ext uri="{FF2B5EF4-FFF2-40B4-BE49-F238E27FC236}">
                    <a16:creationId xmlns:a16="http://schemas.microsoft.com/office/drawing/2014/main" id="{B6B74171-22F4-6F30-7C43-9A6A18543F3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55" name="Freeform 1501">
                <a:extLst>
                  <a:ext uri="{FF2B5EF4-FFF2-40B4-BE49-F238E27FC236}">
                    <a16:creationId xmlns:a16="http://schemas.microsoft.com/office/drawing/2014/main" id="{DE11A52F-3B20-D1DE-9EBA-20F59C5A31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6" name="Freeform 1502">
                <a:extLst>
                  <a:ext uri="{FF2B5EF4-FFF2-40B4-BE49-F238E27FC236}">
                    <a16:creationId xmlns:a16="http://schemas.microsoft.com/office/drawing/2014/main" id="{7C9EA4CB-6DD1-F593-6032-43D16D0F4C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7" name="Freeform 1503">
                <a:extLst>
                  <a:ext uri="{FF2B5EF4-FFF2-40B4-BE49-F238E27FC236}">
                    <a16:creationId xmlns:a16="http://schemas.microsoft.com/office/drawing/2014/main" id="{DDB2337A-C662-4F42-42D6-3688705C19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8" name="Oval 1504">
                <a:extLst>
                  <a:ext uri="{FF2B5EF4-FFF2-40B4-BE49-F238E27FC236}">
                    <a16:creationId xmlns:a16="http://schemas.microsoft.com/office/drawing/2014/main" id="{96A2E1C6-11A0-7DC1-2724-928139A630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8" name="Group 1505">
              <a:extLst>
                <a:ext uri="{FF2B5EF4-FFF2-40B4-BE49-F238E27FC236}">
                  <a16:creationId xmlns:a16="http://schemas.microsoft.com/office/drawing/2014/main" id="{0BB2DDE5-E708-AC02-715F-5F37F3BE25D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347" name="Oval 1506">
                <a:extLst>
                  <a:ext uri="{FF2B5EF4-FFF2-40B4-BE49-F238E27FC236}">
                    <a16:creationId xmlns:a16="http://schemas.microsoft.com/office/drawing/2014/main" id="{342692A0-1791-A33F-1D3E-D070C82CB3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8" name="Oval 1507">
                <a:extLst>
                  <a:ext uri="{FF2B5EF4-FFF2-40B4-BE49-F238E27FC236}">
                    <a16:creationId xmlns:a16="http://schemas.microsoft.com/office/drawing/2014/main" id="{3AA96A3C-8FE3-CA77-30E5-11F375EB74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9" name="Freeform 1508">
                <a:extLst>
                  <a:ext uri="{FF2B5EF4-FFF2-40B4-BE49-F238E27FC236}">
                    <a16:creationId xmlns:a16="http://schemas.microsoft.com/office/drawing/2014/main" id="{C9847059-9269-183F-EDF5-7DD6042AD7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0" name="Freeform 1509">
                <a:extLst>
                  <a:ext uri="{FF2B5EF4-FFF2-40B4-BE49-F238E27FC236}">
                    <a16:creationId xmlns:a16="http://schemas.microsoft.com/office/drawing/2014/main" id="{92820A58-7966-63D6-BDCA-897FE65DBC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1" name="Freeform 1510">
                <a:extLst>
                  <a:ext uri="{FF2B5EF4-FFF2-40B4-BE49-F238E27FC236}">
                    <a16:creationId xmlns:a16="http://schemas.microsoft.com/office/drawing/2014/main" id="{6034E802-3445-6D0A-212E-35AC102E2B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2" name="Oval 1511">
                <a:extLst>
                  <a:ext uri="{FF2B5EF4-FFF2-40B4-BE49-F238E27FC236}">
                    <a16:creationId xmlns:a16="http://schemas.microsoft.com/office/drawing/2014/main" id="{DD1A0B47-C213-13F7-F96E-51FB909982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49" name="Group 1512">
              <a:extLst>
                <a:ext uri="{FF2B5EF4-FFF2-40B4-BE49-F238E27FC236}">
                  <a16:creationId xmlns:a16="http://schemas.microsoft.com/office/drawing/2014/main" id="{684A4070-D88F-A522-8BF2-28A3F3355B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341" name="Oval 1513">
                <a:extLst>
                  <a:ext uri="{FF2B5EF4-FFF2-40B4-BE49-F238E27FC236}">
                    <a16:creationId xmlns:a16="http://schemas.microsoft.com/office/drawing/2014/main" id="{F4E30DCD-AE03-F94F-D102-5531ECE031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2" name="Oval 1514">
                <a:extLst>
                  <a:ext uri="{FF2B5EF4-FFF2-40B4-BE49-F238E27FC236}">
                    <a16:creationId xmlns:a16="http://schemas.microsoft.com/office/drawing/2014/main" id="{F870C99D-3150-2CA9-CD82-CF3B3C22DD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43" name="Freeform 1515">
                <a:extLst>
                  <a:ext uri="{FF2B5EF4-FFF2-40B4-BE49-F238E27FC236}">
                    <a16:creationId xmlns:a16="http://schemas.microsoft.com/office/drawing/2014/main" id="{1246263B-2C86-4F1E-9BC2-77AE119916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4" name="Freeform 1516">
                <a:extLst>
                  <a:ext uri="{FF2B5EF4-FFF2-40B4-BE49-F238E27FC236}">
                    <a16:creationId xmlns:a16="http://schemas.microsoft.com/office/drawing/2014/main" id="{5E2CF596-414F-F4C5-84F0-78B4B3376C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5" name="Freeform 1517">
                <a:extLst>
                  <a:ext uri="{FF2B5EF4-FFF2-40B4-BE49-F238E27FC236}">
                    <a16:creationId xmlns:a16="http://schemas.microsoft.com/office/drawing/2014/main" id="{26550731-E654-CD62-0BED-95C22A5FA3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6" name="Oval 1518">
                <a:extLst>
                  <a:ext uri="{FF2B5EF4-FFF2-40B4-BE49-F238E27FC236}">
                    <a16:creationId xmlns:a16="http://schemas.microsoft.com/office/drawing/2014/main" id="{6FAF5D56-FCF0-B177-D707-939A243E052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0" name="Group 1519">
              <a:extLst>
                <a:ext uri="{FF2B5EF4-FFF2-40B4-BE49-F238E27FC236}">
                  <a16:creationId xmlns:a16="http://schemas.microsoft.com/office/drawing/2014/main" id="{BFA6A38F-4E72-147B-AF01-BA1F73C6C49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335" name="Oval 1520">
                <a:extLst>
                  <a:ext uri="{FF2B5EF4-FFF2-40B4-BE49-F238E27FC236}">
                    <a16:creationId xmlns:a16="http://schemas.microsoft.com/office/drawing/2014/main" id="{864AE8AA-9926-B4A2-C1FD-9B7BE7232A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6" name="Oval 1521">
                <a:extLst>
                  <a:ext uri="{FF2B5EF4-FFF2-40B4-BE49-F238E27FC236}">
                    <a16:creationId xmlns:a16="http://schemas.microsoft.com/office/drawing/2014/main" id="{D7A8EDAF-3DEC-9386-CAC8-A3D2B8CAC67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7" name="Freeform 1522">
                <a:extLst>
                  <a:ext uri="{FF2B5EF4-FFF2-40B4-BE49-F238E27FC236}">
                    <a16:creationId xmlns:a16="http://schemas.microsoft.com/office/drawing/2014/main" id="{A1BB6AAF-BCD9-9DD4-ED5B-2F52736D08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8" name="Freeform 1523">
                <a:extLst>
                  <a:ext uri="{FF2B5EF4-FFF2-40B4-BE49-F238E27FC236}">
                    <a16:creationId xmlns:a16="http://schemas.microsoft.com/office/drawing/2014/main" id="{62626FC6-D6F8-A267-3A15-68FA8DFD18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9" name="Freeform 1524">
                <a:extLst>
                  <a:ext uri="{FF2B5EF4-FFF2-40B4-BE49-F238E27FC236}">
                    <a16:creationId xmlns:a16="http://schemas.microsoft.com/office/drawing/2014/main" id="{28A7CC56-BD46-7817-E4B4-2B7072DC60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0" name="Oval 1525">
                <a:extLst>
                  <a:ext uri="{FF2B5EF4-FFF2-40B4-BE49-F238E27FC236}">
                    <a16:creationId xmlns:a16="http://schemas.microsoft.com/office/drawing/2014/main" id="{E1BEAF6F-3BF4-8A37-AA44-85EE21A42B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1" name="Group 1526">
              <a:extLst>
                <a:ext uri="{FF2B5EF4-FFF2-40B4-BE49-F238E27FC236}">
                  <a16:creationId xmlns:a16="http://schemas.microsoft.com/office/drawing/2014/main" id="{8F11E3BE-DBD3-C77D-1746-B63DAC33EB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329" name="Oval 1527">
                <a:extLst>
                  <a:ext uri="{FF2B5EF4-FFF2-40B4-BE49-F238E27FC236}">
                    <a16:creationId xmlns:a16="http://schemas.microsoft.com/office/drawing/2014/main" id="{7B765D5C-622E-068A-0079-9C4EC7D9DE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0" name="Oval 1528">
                <a:extLst>
                  <a:ext uri="{FF2B5EF4-FFF2-40B4-BE49-F238E27FC236}">
                    <a16:creationId xmlns:a16="http://schemas.microsoft.com/office/drawing/2014/main" id="{E7161E17-2707-89E5-F865-6E6450AF68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31" name="Freeform 1529">
                <a:extLst>
                  <a:ext uri="{FF2B5EF4-FFF2-40B4-BE49-F238E27FC236}">
                    <a16:creationId xmlns:a16="http://schemas.microsoft.com/office/drawing/2014/main" id="{7E34E1CE-EBE2-D701-45FC-CD24157D3A8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2" name="Freeform 1530">
                <a:extLst>
                  <a:ext uri="{FF2B5EF4-FFF2-40B4-BE49-F238E27FC236}">
                    <a16:creationId xmlns:a16="http://schemas.microsoft.com/office/drawing/2014/main" id="{A1155DBC-0D95-E815-8A9A-E7B6A3A3B3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3" name="Freeform 1531">
                <a:extLst>
                  <a:ext uri="{FF2B5EF4-FFF2-40B4-BE49-F238E27FC236}">
                    <a16:creationId xmlns:a16="http://schemas.microsoft.com/office/drawing/2014/main" id="{9EF35BBB-A452-E22E-A15A-E486EE7813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4" name="Oval 1532">
                <a:extLst>
                  <a:ext uri="{FF2B5EF4-FFF2-40B4-BE49-F238E27FC236}">
                    <a16:creationId xmlns:a16="http://schemas.microsoft.com/office/drawing/2014/main" id="{C595864A-73E9-1F7D-006B-F8DC9C519C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2" name="Group 1533">
              <a:extLst>
                <a:ext uri="{FF2B5EF4-FFF2-40B4-BE49-F238E27FC236}">
                  <a16:creationId xmlns:a16="http://schemas.microsoft.com/office/drawing/2014/main" id="{D5AFB02E-8358-9D4C-0696-E56C341034E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323" name="Oval 1534">
                <a:extLst>
                  <a:ext uri="{FF2B5EF4-FFF2-40B4-BE49-F238E27FC236}">
                    <a16:creationId xmlns:a16="http://schemas.microsoft.com/office/drawing/2014/main" id="{D23B400D-0FD0-6EF3-093A-526856B173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4" name="Oval 1535">
                <a:extLst>
                  <a:ext uri="{FF2B5EF4-FFF2-40B4-BE49-F238E27FC236}">
                    <a16:creationId xmlns:a16="http://schemas.microsoft.com/office/drawing/2014/main" id="{7742F461-B861-DEC3-7FCF-70D959D1432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25" name="Freeform 1536">
                <a:extLst>
                  <a:ext uri="{FF2B5EF4-FFF2-40B4-BE49-F238E27FC236}">
                    <a16:creationId xmlns:a16="http://schemas.microsoft.com/office/drawing/2014/main" id="{1762C41B-42CB-6109-B580-3EE2B6F2A1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6" name="Freeform 1537">
                <a:extLst>
                  <a:ext uri="{FF2B5EF4-FFF2-40B4-BE49-F238E27FC236}">
                    <a16:creationId xmlns:a16="http://schemas.microsoft.com/office/drawing/2014/main" id="{9D7418F5-208B-E341-E84B-F69419C274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7" name="Freeform 1538">
                <a:extLst>
                  <a:ext uri="{FF2B5EF4-FFF2-40B4-BE49-F238E27FC236}">
                    <a16:creationId xmlns:a16="http://schemas.microsoft.com/office/drawing/2014/main" id="{3E0AFD06-CD93-1035-A60D-E0F709DE4DC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8" name="Oval 1539">
                <a:extLst>
                  <a:ext uri="{FF2B5EF4-FFF2-40B4-BE49-F238E27FC236}">
                    <a16:creationId xmlns:a16="http://schemas.microsoft.com/office/drawing/2014/main" id="{397D77B7-5F0C-C18E-1D24-D8B0A54C6C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3" name="Group 1540">
              <a:extLst>
                <a:ext uri="{FF2B5EF4-FFF2-40B4-BE49-F238E27FC236}">
                  <a16:creationId xmlns:a16="http://schemas.microsoft.com/office/drawing/2014/main" id="{940BBD7C-B660-A376-3FDB-EADC51140E4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317" name="Oval 1541">
                <a:extLst>
                  <a:ext uri="{FF2B5EF4-FFF2-40B4-BE49-F238E27FC236}">
                    <a16:creationId xmlns:a16="http://schemas.microsoft.com/office/drawing/2014/main" id="{8037263E-51A2-D36F-9F88-1107337612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8" name="Oval 1542">
                <a:extLst>
                  <a:ext uri="{FF2B5EF4-FFF2-40B4-BE49-F238E27FC236}">
                    <a16:creationId xmlns:a16="http://schemas.microsoft.com/office/drawing/2014/main" id="{A99F27E2-93C5-431C-4D56-577AD03F74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9" name="Freeform 1543">
                <a:extLst>
                  <a:ext uri="{FF2B5EF4-FFF2-40B4-BE49-F238E27FC236}">
                    <a16:creationId xmlns:a16="http://schemas.microsoft.com/office/drawing/2014/main" id="{A0853310-380C-E3E4-C150-243E595662E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0" name="Freeform 1544">
                <a:extLst>
                  <a:ext uri="{FF2B5EF4-FFF2-40B4-BE49-F238E27FC236}">
                    <a16:creationId xmlns:a16="http://schemas.microsoft.com/office/drawing/2014/main" id="{9B3956CE-3711-60EB-D58F-FB27EB8958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1" name="Freeform 1545">
                <a:extLst>
                  <a:ext uri="{FF2B5EF4-FFF2-40B4-BE49-F238E27FC236}">
                    <a16:creationId xmlns:a16="http://schemas.microsoft.com/office/drawing/2014/main" id="{C0796C15-FFC2-D1E9-DC7D-511E6AB8FA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2" name="Oval 1546">
                <a:extLst>
                  <a:ext uri="{FF2B5EF4-FFF2-40B4-BE49-F238E27FC236}">
                    <a16:creationId xmlns:a16="http://schemas.microsoft.com/office/drawing/2014/main" id="{61C3873E-363E-454A-A1C0-46CBCCD623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4" name="Group 1547">
              <a:extLst>
                <a:ext uri="{FF2B5EF4-FFF2-40B4-BE49-F238E27FC236}">
                  <a16:creationId xmlns:a16="http://schemas.microsoft.com/office/drawing/2014/main" id="{819B0F0A-6225-CC99-6E4C-7069BB1521B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311" name="Oval 1548">
                <a:extLst>
                  <a:ext uri="{FF2B5EF4-FFF2-40B4-BE49-F238E27FC236}">
                    <a16:creationId xmlns:a16="http://schemas.microsoft.com/office/drawing/2014/main" id="{05A2179D-88F6-39F7-1C8A-A703EF4A12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2" name="Oval 1549">
                <a:extLst>
                  <a:ext uri="{FF2B5EF4-FFF2-40B4-BE49-F238E27FC236}">
                    <a16:creationId xmlns:a16="http://schemas.microsoft.com/office/drawing/2014/main" id="{D8BA4FE4-58BC-FD0B-66C3-7DD357B6D8D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13" name="Freeform 1550">
                <a:extLst>
                  <a:ext uri="{FF2B5EF4-FFF2-40B4-BE49-F238E27FC236}">
                    <a16:creationId xmlns:a16="http://schemas.microsoft.com/office/drawing/2014/main" id="{8E40E3EB-6AC3-F065-5A57-25C7D66F03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4" name="Freeform 1551">
                <a:extLst>
                  <a:ext uri="{FF2B5EF4-FFF2-40B4-BE49-F238E27FC236}">
                    <a16:creationId xmlns:a16="http://schemas.microsoft.com/office/drawing/2014/main" id="{ED3CA91F-DC31-CF57-09EA-CDF517BC59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5" name="Freeform 1552">
                <a:extLst>
                  <a:ext uri="{FF2B5EF4-FFF2-40B4-BE49-F238E27FC236}">
                    <a16:creationId xmlns:a16="http://schemas.microsoft.com/office/drawing/2014/main" id="{DBFD3C77-8C9F-C810-62DB-792E9CB851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6" name="Oval 1553">
                <a:extLst>
                  <a:ext uri="{FF2B5EF4-FFF2-40B4-BE49-F238E27FC236}">
                    <a16:creationId xmlns:a16="http://schemas.microsoft.com/office/drawing/2014/main" id="{F090AB4D-12CA-FE4E-5B6C-7A15774ED1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5" name="Group 1554">
              <a:extLst>
                <a:ext uri="{FF2B5EF4-FFF2-40B4-BE49-F238E27FC236}">
                  <a16:creationId xmlns:a16="http://schemas.microsoft.com/office/drawing/2014/main" id="{0C0AD069-591F-5D99-0824-7FE1DC64C4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305" name="Oval 1555">
                <a:extLst>
                  <a:ext uri="{FF2B5EF4-FFF2-40B4-BE49-F238E27FC236}">
                    <a16:creationId xmlns:a16="http://schemas.microsoft.com/office/drawing/2014/main" id="{68C78EBD-D30D-23D9-CD14-F3430CD5D8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6" name="Oval 1556">
                <a:extLst>
                  <a:ext uri="{FF2B5EF4-FFF2-40B4-BE49-F238E27FC236}">
                    <a16:creationId xmlns:a16="http://schemas.microsoft.com/office/drawing/2014/main" id="{F54E86A6-8CCB-B071-45A8-D01FE45149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7" name="Freeform 1557">
                <a:extLst>
                  <a:ext uri="{FF2B5EF4-FFF2-40B4-BE49-F238E27FC236}">
                    <a16:creationId xmlns:a16="http://schemas.microsoft.com/office/drawing/2014/main" id="{0CB7B194-7446-0E7E-2EF8-A11DB01D3BD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8" name="Freeform 1558">
                <a:extLst>
                  <a:ext uri="{FF2B5EF4-FFF2-40B4-BE49-F238E27FC236}">
                    <a16:creationId xmlns:a16="http://schemas.microsoft.com/office/drawing/2014/main" id="{6D45C077-825D-F292-6AF1-309A452D67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9" name="Freeform 1559">
                <a:extLst>
                  <a:ext uri="{FF2B5EF4-FFF2-40B4-BE49-F238E27FC236}">
                    <a16:creationId xmlns:a16="http://schemas.microsoft.com/office/drawing/2014/main" id="{E2314FC3-B72F-AD5F-9B0E-28CC530787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0" name="Oval 1560">
                <a:extLst>
                  <a:ext uri="{FF2B5EF4-FFF2-40B4-BE49-F238E27FC236}">
                    <a16:creationId xmlns:a16="http://schemas.microsoft.com/office/drawing/2014/main" id="{64DF0A70-79AE-C825-5E84-22C6AF53FD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6" name="Group 1561">
              <a:extLst>
                <a:ext uri="{FF2B5EF4-FFF2-40B4-BE49-F238E27FC236}">
                  <a16:creationId xmlns:a16="http://schemas.microsoft.com/office/drawing/2014/main" id="{5A1D15AC-AF9F-9495-9155-CF277B1BB19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299" name="Oval 1562">
                <a:extLst>
                  <a:ext uri="{FF2B5EF4-FFF2-40B4-BE49-F238E27FC236}">
                    <a16:creationId xmlns:a16="http://schemas.microsoft.com/office/drawing/2014/main" id="{837F0E11-58E8-9818-0BDD-9DDE4D55CB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0" name="Oval 1563">
                <a:extLst>
                  <a:ext uri="{FF2B5EF4-FFF2-40B4-BE49-F238E27FC236}">
                    <a16:creationId xmlns:a16="http://schemas.microsoft.com/office/drawing/2014/main" id="{E8A5472E-3695-49C3-3779-1684725F88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301" name="Freeform 1564">
                <a:extLst>
                  <a:ext uri="{FF2B5EF4-FFF2-40B4-BE49-F238E27FC236}">
                    <a16:creationId xmlns:a16="http://schemas.microsoft.com/office/drawing/2014/main" id="{F63F07C2-DF09-2B3D-8931-21F60F57A26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2" name="Freeform 1565">
                <a:extLst>
                  <a:ext uri="{FF2B5EF4-FFF2-40B4-BE49-F238E27FC236}">
                    <a16:creationId xmlns:a16="http://schemas.microsoft.com/office/drawing/2014/main" id="{24661515-D391-5DB6-2FD3-44EFA6851F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3" name="Freeform 1566">
                <a:extLst>
                  <a:ext uri="{FF2B5EF4-FFF2-40B4-BE49-F238E27FC236}">
                    <a16:creationId xmlns:a16="http://schemas.microsoft.com/office/drawing/2014/main" id="{3F9308E9-602D-DCD3-6D04-BC0A666920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4" name="Oval 1567">
                <a:extLst>
                  <a:ext uri="{FF2B5EF4-FFF2-40B4-BE49-F238E27FC236}">
                    <a16:creationId xmlns:a16="http://schemas.microsoft.com/office/drawing/2014/main" id="{EC9CB695-0DAA-841B-F60A-271806B1DC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7" name="Group 1568">
              <a:extLst>
                <a:ext uri="{FF2B5EF4-FFF2-40B4-BE49-F238E27FC236}">
                  <a16:creationId xmlns:a16="http://schemas.microsoft.com/office/drawing/2014/main" id="{AAF33443-812A-0E15-A810-A17CCE0403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293" name="Oval 1569">
                <a:extLst>
                  <a:ext uri="{FF2B5EF4-FFF2-40B4-BE49-F238E27FC236}">
                    <a16:creationId xmlns:a16="http://schemas.microsoft.com/office/drawing/2014/main" id="{F7C372DF-D27E-5E37-9E99-6BA0561753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4" name="Oval 1570">
                <a:extLst>
                  <a:ext uri="{FF2B5EF4-FFF2-40B4-BE49-F238E27FC236}">
                    <a16:creationId xmlns:a16="http://schemas.microsoft.com/office/drawing/2014/main" id="{D26D4D3D-63D2-10E3-FB85-7A677BFAFC7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95" name="Freeform 1571">
                <a:extLst>
                  <a:ext uri="{FF2B5EF4-FFF2-40B4-BE49-F238E27FC236}">
                    <a16:creationId xmlns:a16="http://schemas.microsoft.com/office/drawing/2014/main" id="{DA2B5A8A-3EEE-9E22-4E95-01354F2B27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6" name="Freeform 1572">
                <a:extLst>
                  <a:ext uri="{FF2B5EF4-FFF2-40B4-BE49-F238E27FC236}">
                    <a16:creationId xmlns:a16="http://schemas.microsoft.com/office/drawing/2014/main" id="{2DCA7B08-3A8D-47F1-6DA6-D3602E6DCA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7" name="Freeform 1573">
                <a:extLst>
                  <a:ext uri="{FF2B5EF4-FFF2-40B4-BE49-F238E27FC236}">
                    <a16:creationId xmlns:a16="http://schemas.microsoft.com/office/drawing/2014/main" id="{9E525179-6ACF-4F65-DDFB-98032E9A54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8" name="Oval 1574">
                <a:extLst>
                  <a:ext uri="{FF2B5EF4-FFF2-40B4-BE49-F238E27FC236}">
                    <a16:creationId xmlns:a16="http://schemas.microsoft.com/office/drawing/2014/main" id="{25FDFAC6-6D71-8F49-834C-60CCB31DBD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8" name="Group 1575">
              <a:extLst>
                <a:ext uri="{FF2B5EF4-FFF2-40B4-BE49-F238E27FC236}">
                  <a16:creationId xmlns:a16="http://schemas.microsoft.com/office/drawing/2014/main" id="{FF3D2CF1-F8E9-4E19-C7C2-96989278CB2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287" name="Oval 1576">
                <a:extLst>
                  <a:ext uri="{FF2B5EF4-FFF2-40B4-BE49-F238E27FC236}">
                    <a16:creationId xmlns:a16="http://schemas.microsoft.com/office/drawing/2014/main" id="{63B6EA21-9047-A280-96FD-91C4A4C81F1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8" name="Oval 1577">
                <a:extLst>
                  <a:ext uri="{FF2B5EF4-FFF2-40B4-BE49-F238E27FC236}">
                    <a16:creationId xmlns:a16="http://schemas.microsoft.com/office/drawing/2014/main" id="{BFC36400-44B5-DE6D-38A9-D82343A405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9" name="Freeform 1578">
                <a:extLst>
                  <a:ext uri="{FF2B5EF4-FFF2-40B4-BE49-F238E27FC236}">
                    <a16:creationId xmlns:a16="http://schemas.microsoft.com/office/drawing/2014/main" id="{05C4B153-9B82-6662-2AD1-868A0B0414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0" name="Freeform 1579">
                <a:extLst>
                  <a:ext uri="{FF2B5EF4-FFF2-40B4-BE49-F238E27FC236}">
                    <a16:creationId xmlns:a16="http://schemas.microsoft.com/office/drawing/2014/main" id="{74FD5B04-0AFE-1D2E-1F18-E4AA6F7169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1" name="Freeform 1580">
                <a:extLst>
                  <a:ext uri="{FF2B5EF4-FFF2-40B4-BE49-F238E27FC236}">
                    <a16:creationId xmlns:a16="http://schemas.microsoft.com/office/drawing/2014/main" id="{B548CEFA-82BF-43B8-B602-0A19B2B238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2" name="Oval 1581">
                <a:extLst>
                  <a:ext uri="{FF2B5EF4-FFF2-40B4-BE49-F238E27FC236}">
                    <a16:creationId xmlns:a16="http://schemas.microsoft.com/office/drawing/2014/main" id="{5AB7CF30-7CF0-7726-96B8-C910C8B9F6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59" name="Group 1582">
              <a:extLst>
                <a:ext uri="{FF2B5EF4-FFF2-40B4-BE49-F238E27FC236}">
                  <a16:creationId xmlns:a16="http://schemas.microsoft.com/office/drawing/2014/main" id="{DA2197DB-853C-DFA0-D65B-8D952B6DFBC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281" name="Oval 1583">
                <a:extLst>
                  <a:ext uri="{FF2B5EF4-FFF2-40B4-BE49-F238E27FC236}">
                    <a16:creationId xmlns:a16="http://schemas.microsoft.com/office/drawing/2014/main" id="{4E141827-8BCD-511B-33C3-795DB69685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2" name="Oval 1584">
                <a:extLst>
                  <a:ext uri="{FF2B5EF4-FFF2-40B4-BE49-F238E27FC236}">
                    <a16:creationId xmlns:a16="http://schemas.microsoft.com/office/drawing/2014/main" id="{C4DED3D7-017F-4CFE-B803-04C51A9985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83" name="Freeform 1585">
                <a:extLst>
                  <a:ext uri="{FF2B5EF4-FFF2-40B4-BE49-F238E27FC236}">
                    <a16:creationId xmlns:a16="http://schemas.microsoft.com/office/drawing/2014/main" id="{BF4EA182-4702-E6D8-4132-F7E3C1DC22D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4" name="Freeform 1586">
                <a:extLst>
                  <a:ext uri="{FF2B5EF4-FFF2-40B4-BE49-F238E27FC236}">
                    <a16:creationId xmlns:a16="http://schemas.microsoft.com/office/drawing/2014/main" id="{088B213B-7393-E3E5-655B-629F721754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5" name="Freeform 1587">
                <a:extLst>
                  <a:ext uri="{FF2B5EF4-FFF2-40B4-BE49-F238E27FC236}">
                    <a16:creationId xmlns:a16="http://schemas.microsoft.com/office/drawing/2014/main" id="{E7B5FB61-FB0C-D5FD-9694-427F4C50A2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" name="Oval 1588">
                <a:extLst>
                  <a:ext uri="{FF2B5EF4-FFF2-40B4-BE49-F238E27FC236}">
                    <a16:creationId xmlns:a16="http://schemas.microsoft.com/office/drawing/2014/main" id="{D23B2AC3-DA0F-D8C3-702C-E1E914DA6D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0" name="Group 1589">
              <a:extLst>
                <a:ext uri="{FF2B5EF4-FFF2-40B4-BE49-F238E27FC236}">
                  <a16:creationId xmlns:a16="http://schemas.microsoft.com/office/drawing/2014/main" id="{7E0CB074-78AF-891F-8A11-4022FA90C08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275" name="Oval 1590">
                <a:extLst>
                  <a:ext uri="{FF2B5EF4-FFF2-40B4-BE49-F238E27FC236}">
                    <a16:creationId xmlns:a16="http://schemas.microsoft.com/office/drawing/2014/main" id="{DB0F4E37-E724-A63B-29F1-9A6759822E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6" name="Oval 1591">
                <a:extLst>
                  <a:ext uri="{FF2B5EF4-FFF2-40B4-BE49-F238E27FC236}">
                    <a16:creationId xmlns:a16="http://schemas.microsoft.com/office/drawing/2014/main" id="{154C409D-47D8-EE62-F24C-BD5E9A4036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7" name="Freeform 1592">
                <a:extLst>
                  <a:ext uri="{FF2B5EF4-FFF2-40B4-BE49-F238E27FC236}">
                    <a16:creationId xmlns:a16="http://schemas.microsoft.com/office/drawing/2014/main" id="{B0D807CA-84A6-8FEE-FDFB-E8D19EA245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8" name="Freeform 1593">
                <a:extLst>
                  <a:ext uri="{FF2B5EF4-FFF2-40B4-BE49-F238E27FC236}">
                    <a16:creationId xmlns:a16="http://schemas.microsoft.com/office/drawing/2014/main" id="{D86B92E1-8067-C954-C994-99CC7A3AD1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9" name="Freeform 1594">
                <a:extLst>
                  <a:ext uri="{FF2B5EF4-FFF2-40B4-BE49-F238E27FC236}">
                    <a16:creationId xmlns:a16="http://schemas.microsoft.com/office/drawing/2014/main" id="{B4B5B5A8-3C56-21E1-22FA-6DD5A2CAD9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0" name="Oval 1595">
                <a:extLst>
                  <a:ext uri="{FF2B5EF4-FFF2-40B4-BE49-F238E27FC236}">
                    <a16:creationId xmlns:a16="http://schemas.microsoft.com/office/drawing/2014/main" id="{05FCA69B-8C76-DCA0-895E-E217F93086B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1" name="Group 1596">
              <a:extLst>
                <a:ext uri="{FF2B5EF4-FFF2-40B4-BE49-F238E27FC236}">
                  <a16:creationId xmlns:a16="http://schemas.microsoft.com/office/drawing/2014/main" id="{D01C0111-3226-37A1-4930-DDE858C1950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269" name="Oval 1597">
                <a:extLst>
                  <a:ext uri="{FF2B5EF4-FFF2-40B4-BE49-F238E27FC236}">
                    <a16:creationId xmlns:a16="http://schemas.microsoft.com/office/drawing/2014/main" id="{E1AA2639-0F38-2587-1692-CD9D6EB3DE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0" name="Oval 1598">
                <a:extLst>
                  <a:ext uri="{FF2B5EF4-FFF2-40B4-BE49-F238E27FC236}">
                    <a16:creationId xmlns:a16="http://schemas.microsoft.com/office/drawing/2014/main" id="{BBDEE6D5-C3A1-CF88-0C51-477CDBEDBC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71" name="Freeform 1599">
                <a:extLst>
                  <a:ext uri="{FF2B5EF4-FFF2-40B4-BE49-F238E27FC236}">
                    <a16:creationId xmlns:a16="http://schemas.microsoft.com/office/drawing/2014/main" id="{2018A378-692E-0D24-CFEB-C7F20A87CB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" name="Freeform 1600">
                <a:extLst>
                  <a:ext uri="{FF2B5EF4-FFF2-40B4-BE49-F238E27FC236}">
                    <a16:creationId xmlns:a16="http://schemas.microsoft.com/office/drawing/2014/main" id="{902418BE-6CCD-F5F3-FEBC-A0A3E4D13E3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" name="Freeform 1601">
                <a:extLst>
                  <a:ext uri="{FF2B5EF4-FFF2-40B4-BE49-F238E27FC236}">
                    <a16:creationId xmlns:a16="http://schemas.microsoft.com/office/drawing/2014/main" id="{A93F4342-B70D-9ECC-BD9F-A1FDFC453E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" name="Oval 1602">
                <a:extLst>
                  <a:ext uri="{FF2B5EF4-FFF2-40B4-BE49-F238E27FC236}">
                    <a16:creationId xmlns:a16="http://schemas.microsoft.com/office/drawing/2014/main" id="{9044887F-A424-042B-F6DB-3217A3E6DD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262" name="Group 1603">
              <a:extLst>
                <a:ext uri="{FF2B5EF4-FFF2-40B4-BE49-F238E27FC236}">
                  <a16:creationId xmlns:a16="http://schemas.microsoft.com/office/drawing/2014/main" id="{161FF8F9-D377-BC8B-3798-BC95BFB5BA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263" name="Oval 1604">
                <a:extLst>
                  <a:ext uri="{FF2B5EF4-FFF2-40B4-BE49-F238E27FC236}">
                    <a16:creationId xmlns:a16="http://schemas.microsoft.com/office/drawing/2014/main" id="{BB23EB7D-8886-9E95-F2EB-58F94F9FDF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4" name="Oval 1605">
                <a:extLst>
                  <a:ext uri="{FF2B5EF4-FFF2-40B4-BE49-F238E27FC236}">
                    <a16:creationId xmlns:a16="http://schemas.microsoft.com/office/drawing/2014/main" id="{7DB720CD-8913-CC63-5CFD-B4DDF73D8A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265" name="Freeform 1606">
                <a:extLst>
                  <a:ext uri="{FF2B5EF4-FFF2-40B4-BE49-F238E27FC236}">
                    <a16:creationId xmlns:a16="http://schemas.microsoft.com/office/drawing/2014/main" id="{435E20AD-05DC-1C21-75BB-454946711A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6" name="Freeform 1607">
                <a:extLst>
                  <a:ext uri="{FF2B5EF4-FFF2-40B4-BE49-F238E27FC236}">
                    <a16:creationId xmlns:a16="http://schemas.microsoft.com/office/drawing/2014/main" id="{B362E037-5CFE-44D4-C218-7732CE416C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7" name="Freeform 1608">
                <a:extLst>
                  <a:ext uri="{FF2B5EF4-FFF2-40B4-BE49-F238E27FC236}">
                    <a16:creationId xmlns:a16="http://schemas.microsoft.com/office/drawing/2014/main" id="{BEED3408-A43C-E4D2-9E22-CD7FF0857F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8" name="Oval 1609">
                <a:extLst>
                  <a:ext uri="{FF2B5EF4-FFF2-40B4-BE49-F238E27FC236}">
                    <a16:creationId xmlns:a16="http://schemas.microsoft.com/office/drawing/2014/main" id="{A37D58A1-8D9A-75FC-83E2-49278BC12E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455" name="Group 1385">
            <a:extLst>
              <a:ext uri="{FF2B5EF4-FFF2-40B4-BE49-F238E27FC236}">
                <a16:creationId xmlns:a16="http://schemas.microsoft.com/office/drawing/2014/main" id="{DAE13844-E241-97A6-F5F3-9CBE7FE5FCF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287524" y="452110"/>
            <a:ext cx="1141095" cy="340150"/>
            <a:chOff x="446" y="1196"/>
            <a:chExt cx="1048" cy="312"/>
          </a:xfrm>
        </p:grpSpPr>
        <p:grpSp>
          <p:nvGrpSpPr>
            <p:cNvPr id="456" name="Group 1386">
              <a:extLst>
                <a:ext uri="{FF2B5EF4-FFF2-40B4-BE49-F238E27FC236}">
                  <a16:creationId xmlns:a16="http://schemas.microsoft.com/office/drawing/2014/main" id="{392E6371-8A32-10D1-0E4D-A7EFB10FC9A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674" name="Oval 1387">
                <a:extLst>
                  <a:ext uri="{FF2B5EF4-FFF2-40B4-BE49-F238E27FC236}">
                    <a16:creationId xmlns:a16="http://schemas.microsoft.com/office/drawing/2014/main" id="{031357CF-189E-3B1D-9356-608C5F7A36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5" name="Oval 1388">
                <a:extLst>
                  <a:ext uri="{FF2B5EF4-FFF2-40B4-BE49-F238E27FC236}">
                    <a16:creationId xmlns:a16="http://schemas.microsoft.com/office/drawing/2014/main" id="{F16CF7E5-6603-B7D2-85B4-C0F5D93C69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6" name="Freeform 1389">
                <a:extLst>
                  <a:ext uri="{FF2B5EF4-FFF2-40B4-BE49-F238E27FC236}">
                    <a16:creationId xmlns:a16="http://schemas.microsoft.com/office/drawing/2014/main" id="{3AD01ADD-E55F-A595-5C3E-BB7888A993F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7" name="Freeform 1390">
                <a:extLst>
                  <a:ext uri="{FF2B5EF4-FFF2-40B4-BE49-F238E27FC236}">
                    <a16:creationId xmlns:a16="http://schemas.microsoft.com/office/drawing/2014/main" id="{FE617B0D-8784-73B0-C79F-3993E3F4AE5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8" name="Freeform 1391">
                <a:extLst>
                  <a:ext uri="{FF2B5EF4-FFF2-40B4-BE49-F238E27FC236}">
                    <a16:creationId xmlns:a16="http://schemas.microsoft.com/office/drawing/2014/main" id="{C2151E1A-8B06-789D-21B8-B4482BFA37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9" name="Oval 1392">
                <a:extLst>
                  <a:ext uri="{FF2B5EF4-FFF2-40B4-BE49-F238E27FC236}">
                    <a16:creationId xmlns:a16="http://schemas.microsoft.com/office/drawing/2014/main" id="{699B73CF-CCDA-115D-541D-CA0DEB16FA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7" name="Group 1393">
              <a:extLst>
                <a:ext uri="{FF2B5EF4-FFF2-40B4-BE49-F238E27FC236}">
                  <a16:creationId xmlns:a16="http://schemas.microsoft.com/office/drawing/2014/main" id="{27279010-2979-1D51-D071-0760CAD17C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668" name="Oval 1394">
                <a:extLst>
                  <a:ext uri="{FF2B5EF4-FFF2-40B4-BE49-F238E27FC236}">
                    <a16:creationId xmlns:a16="http://schemas.microsoft.com/office/drawing/2014/main" id="{5B77181A-7949-115B-3F07-50134855C43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9" name="Oval 1395">
                <a:extLst>
                  <a:ext uri="{FF2B5EF4-FFF2-40B4-BE49-F238E27FC236}">
                    <a16:creationId xmlns:a16="http://schemas.microsoft.com/office/drawing/2014/main" id="{AB486FDD-0761-40A8-C9B7-39AF5634E86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70" name="Freeform 1396">
                <a:extLst>
                  <a:ext uri="{FF2B5EF4-FFF2-40B4-BE49-F238E27FC236}">
                    <a16:creationId xmlns:a16="http://schemas.microsoft.com/office/drawing/2014/main" id="{45300CF5-CA4E-D5E6-F46B-FEED5485BA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1" name="Freeform 1397">
                <a:extLst>
                  <a:ext uri="{FF2B5EF4-FFF2-40B4-BE49-F238E27FC236}">
                    <a16:creationId xmlns:a16="http://schemas.microsoft.com/office/drawing/2014/main" id="{9520AC90-22F3-801D-3DC1-B173C02E3D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2" name="Freeform 1398">
                <a:extLst>
                  <a:ext uri="{FF2B5EF4-FFF2-40B4-BE49-F238E27FC236}">
                    <a16:creationId xmlns:a16="http://schemas.microsoft.com/office/drawing/2014/main" id="{4FD0F5F9-B4B3-7340-CFD9-FADF60BA37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73" name="Oval 1399">
                <a:extLst>
                  <a:ext uri="{FF2B5EF4-FFF2-40B4-BE49-F238E27FC236}">
                    <a16:creationId xmlns:a16="http://schemas.microsoft.com/office/drawing/2014/main" id="{18FAEA2F-D3A7-7179-3318-B9AE1F93BB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8" name="Group 1400">
              <a:extLst>
                <a:ext uri="{FF2B5EF4-FFF2-40B4-BE49-F238E27FC236}">
                  <a16:creationId xmlns:a16="http://schemas.microsoft.com/office/drawing/2014/main" id="{577B3090-A58B-8B53-01FF-F03CF3E0AE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662" name="Oval 1401">
                <a:extLst>
                  <a:ext uri="{FF2B5EF4-FFF2-40B4-BE49-F238E27FC236}">
                    <a16:creationId xmlns:a16="http://schemas.microsoft.com/office/drawing/2014/main" id="{41A37BCA-CCB6-7D47-7C54-480376A1038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3" name="Oval 1402">
                <a:extLst>
                  <a:ext uri="{FF2B5EF4-FFF2-40B4-BE49-F238E27FC236}">
                    <a16:creationId xmlns:a16="http://schemas.microsoft.com/office/drawing/2014/main" id="{F1AAEC1A-9A42-A80E-8F65-96F4259DEB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64" name="Freeform 1403">
                <a:extLst>
                  <a:ext uri="{FF2B5EF4-FFF2-40B4-BE49-F238E27FC236}">
                    <a16:creationId xmlns:a16="http://schemas.microsoft.com/office/drawing/2014/main" id="{A6E30495-79D7-EEB7-30DA-93D677F40C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5" name="Freeform 1404">
                <a:extLst>
                  <a:ext uri="{FF2B5EF4-FFF2-40B4-BE49-F238E27FC236}">
                    <a16:creationId xmlns:a16="http://schemas.microsoft.com/office/drawing/2014/main" id="{6519F749-D2F8-3BD7-5E30-651C9667887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6" name="Freeform 1405">
                <a:extLst>
                  <a:ext uri="{FF2B5EF4-FFF2-40B4-BE49-F238E27FC236}">
                    <a16:creationId xmlns:a16="http://schemas.microsoft.com/office/drawing/2014/main" id="{C4C966F2-9527-D116-1413-68F33D87D1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7" name="Oval 1406">
                <a:extLst>
                  <a:ext uri="{FF2B5EF4-FFF2-40B4-BE49-F238E27FC236}">
                    <a16:creationId xmlns:a16="http://schemas.microsoft.com/office/drawing/2014/main" id="{DD088B4D-FDB7-9CE8-C26A-514013DACCB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59" name="Group 1407">
              <a:extLst>
                <a:ext uri="{FF2B5EF4-FFF2-40B4-BE49-F238E27FC236}">
                  <a16:creationId xmlns:a16="http://schemas.microsoft.com/office/drawing/2014/main" id="{73D14096-7265-46DB-3884-C4C764FDBF9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656" name="Oval 1408">
                <a:extLst>
                  <a:ext uri="{FF2B5EF4-FFF2-40B4-BE49-F238E27FC236}">
                    <a16:creationId xmlns:a16="http://schemas.microsoft.com/office/drawing/2014/main" id="{78ECA36D-4298-648A-3065-F776317251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7" name="Oval 1409">
                <a:extLst>
                  <a:ext uri="{FF2B5EF4-FFF2-40B4-BE49-F238E27FC236}">
                    <a16:creationId xmlns:a16="http://schemas.microsoft.com/office/drawing/2014/main" id="{33DB1C7D-32D0-2A37-E3BF-236D2B59DF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8" name="Freeform 1410">
                <a:extLst>
                  <a:ext uri="{FF2B5EF4-FFF2-40B4-BE49-F238E27FC236}">
                    <a16:creationId xmlns:a16="http://schemas.microsoft.com/office/drawing/2014/main" id="{2F52B118-1764-4027-9C40-78A40A09A5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9" name="Freeform 1411">
                <a:extLst>
                  <a:ext uri="{FF2B5EF4-FFF2-40B4-BE49-F238E27FC236}">
                    <a16:creationId xmlns:a16="http://schemas.microsoft.com/office/drawing/2014/main" id="{A84C17FE-85D1-A340-C241-CBF59A2A19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0" name="Freeform 1412">
                <a:extLst>
                  <a:ext uri="{FF2B5EF4-FFF2-40B4-BE49-F238E27FC236}">
                    <a16:creationId xmlns:a16="http://schemas.microsoft.com/office/drawing/2014/main" id="{52D82209-8CCF-B05D-2100-FB906A85D4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61" name="Oval 1413">
                <a:extLst>
                  <a:ext uri="{FF2B5EF4-FFF2-40B4-BE49-F238E27FC236}">
                    <a16:creationId xmlns:a16="http://schemas.microsoft.com/office/drawing/2014/main" id="{1CB9E8DD-00F0-FE1F-A194-36630FE38D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0" name="Group 1414">
              <a:extLst>
                <a:ext uri="{FF2B5EF4-FFF2-40B4-BE49-F238E27FC236}">
                  <a16:creationId xmlns:a16="http://schemas.microsoft.com/office/drawing/2014/main" id="{3F84CA83-C8DA-5F3F-6296-CDE8499A96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650" name="Oval 1415">
                <a:extLst>
                  <a:ext uri="{FF2B5EF4-FFF2-40B4-BE49-F238E27FC236}">
                    <a16:creationId xmlns:a16="http://schemas.microsoft.com/office/drawing/2014/main" id="{A3EFDC3C-1662-1A96-8C19-2EE038E84C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1" name="Oval 1416">
                <a:extLst>
                  <a:ext uri="{FF2B5EF4-FFF2-40B4-BE49-F238E27FC236}">
                    <a16:creationId xmlns:a16="http://schemas.microsoft.com/office/drawing/2014/main" id="{065DFA29-9B51-D6DE-ECA8-E2AB1CE071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52" name="Freeform 1417">
                <a:extLst>
                  <a:ext uri="{FF2B5EF4-FFF2-40B4-BE49-F238E27FC236}">
                    <a16:creationId xmlns:a16="http://schemas.microsoft.com/office/drawing/2014/main" id="{0F908D97-AD19-55E1-391D-98AD2C37A4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3" name="Freeform 1418">
                <a:extLst>
                  <a:ext uri="{FF2B5EF4-FFF2-40B4-BE49-F238E27FC236}">
                    <a16:creationId xmlns:a16="http://schemas.microsoft.com/office/drawing/2014/main" id="{9247658F-C1F2-A067-73F0-B5635A37DD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4" name="Freeform 1419">
                <a:extLst>
                  <a:ext uri="{FF2B5EF4-FFF2-40B4-BE49-F238E27FC236}">
                    <a16:creationId xmlns:a16="http://schemas.microsoft.com/office/drawing/2014/main" id="{CD4406DB-6BC2-523B-E51A-A73644DE87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55" name="Oval 1420">
                <a:extLst>
                  <a:ext uri="{FF2B5EF4-FFF2-40B4-BE49-F238E27FC236}">
                    <a16:creationId xmlns:a16="http://schemas.microsoft.com/office/drawing/2014/main" id="{3779E0A6-058B-1B6D-104F-EAAE2692DA7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1" name="Group 1421">
              <a:extLst>
                <a:ext uri="{FF2B5EF4-FFF2-40B4-BE49-F238E27FC236}">
                  <a16:creationId xmlns:a16="http://schemas.microsoft.com/office/drawing/2014/main" id="{DD825B27-6E5A-B01B-84BE-F4143487943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644" name="Oval 1422">
                <a:extLst>
                  <a:ext uri="{FF2B5EF4-FFF2-40B4-BE49-F238E27FC236}">
                    <a16:creationId xmlns:a16="http://schemas.microsoft.com/office/drawing/2014/main" id="{20F3D189-5A30-5020-8397-B8E1BB53ABA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5" name="Oval 1423">
                <a:extLst>
                  <a:ext uri="{FF2B5EF4-FFF2-40B4-BE49-F238E27FC236}">
                    <a16:creationId xmlns:a16="http://schemas.microsoft.com/office/drawing/2014/main" id="{3027D9BD-7CD3-EF54-2ADD-68A21EFBA9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6" name="Freeform 1424">
                <a:extLst>
                  <a:ext uri="{FF2B5EF4-FFF2-40B4-BE49-F238E27FC236}">
                    <a16:creationId xmlns:a16="http://schemas.microsoft.com/office/drawing/2014/main" id="{8AAA00FF-333F-F441-E044-ADE8768612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7" name="Freeform 1425">
                <a:extLst>
                  <a:ext uri="{FF2B5EF4-FFF2-40B4-BE49-F238E27FC236}">
                    <a16:creationId xmlns:a16="http://schemas.microsoft.com/office/drawing/2014/main" id="{841D4BD6-25C3-D6C0-2083-2F008F7174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8" name="Freeform 1426">
                <a:extLst>
                  <a:ext uri="{FF2B5EF4-FFF2-40B4-BE49-F238E27FC236}">
                    <a16:creationId xmlns:a16="http://schemas.microsoft.com/office/drawing/2014/main" id="{32A91BE6-0020-E89E-FF32-82F04D2CEBC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9" name="Oval 1427">
                <a:extLst>
                  <a:ext uri="{FF2B5EF4-FFF2-40B4-BE49-F238E27FC236}">
                    <a16:creationId xmlns:a16="http://schemas.microsoft.com/office/drawing/2014/main" id="{2E16F2F7-0253-D88A-2E34-45688ECD4E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2" name="Group 1428">
              <a:extLst>
                <a:ext uri="{FF2B5EF4-FFF2-40B4-BE49-F238E27FC236}">
                  <a16:creationId xmlns:a16="http://schemas.microsoft.com/office/drawing/2014/main" id="{9C6A6DE8-E7C3-F365-578C-A66EE21C4FB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638" name="Oval 1429">
                <a:extLst>
                  <a:ext uri="{FF2B5EF4-FFF2-40B4-BE49-F238E27FC236}">
                    <a16:creationId xmlns:a16="http://schemas.microsoft.com/office/drawing/2014/main" id="{FFA771F9-FE2F-83F6-A30D-D72D4DF184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9" name="Oval 1430">
                <a:extLst>
                  <a:ext uri="{FF2B5EF4-FFF2-40B4-BE49-F238E27FC236}">
                    <a16:creationId xmlns:a16="http://schemas.microsoft.com/office/drawing/2014/main" id="{32E99ACB-1CCA-5C29-CDAE-FB78430C62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40" name="Freeform 1431">
                <a:extLst>
                  <a:ext uri="{FF2B5EF4-FFF2-40B4-BE49-F238E27FC236}">
                    <a16:creationId xmlns:a16="http://schemas.microsoft.com/office/drawing/2014/main" id="{AECF59A4-255C-1076-C52E-F25C8D0F02F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1" name="Freeform 1432">
                <a:extLst>
                  <a:ext uri="{FF2B5EF4-FFF2-40B4-BE49-F238E27FC236}">
                    <a16:creationId xmlns:a16="http://schemas.microsoft.com/office/drawing/2014/main" id="{F7328943-449E-DD86-8F7F-A5E12B3E33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2" name="Freeform 1433">
                <a:extLst>
                  <a:ext uri="{FF2B5EF4-FFF2-40B4-BE49-F238E27FC236}">
                    <a16:creationId xmlns:a16="http://schemas.microsoft.com/office/drawing/2014/main" id="{3B710BCE-121E-9D08-579A-C888514881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43" name="Oval 1434">
                <a:extLst>
                  <a:ext uri="{FF2B5EF4-FFF2-40B4-BE49-F238E27FC236}">
                    <a16:creationId xmlns:a16="http://schemas.microsoft.com/office/drawing/2014/main" id="{25256AA4-736A-AB6F-2878-FDDF585FE8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3" name="Group 1435">
              <a:extLst>
                <a:ext uri="{FF2B5EF4-FFF2-40B4-BE49-F238E27FC236}">
                  <a16:creationId xmlns:a16="http://schemas.microsoft.com/office/drawing/2014/main" id="{377B7A5A-07D3-B3F3-3B84-9A873FE3FF2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632" name="Oval 1436">
                <a:extLst>
                  <a:ext uri="{FF2B5EF4-FFF2-40B4-BE49-F238E27FC236}">
                    <a16:creationId xmlns:a16="http://schemas.microsoft.com/office/drawing/2014/main" id="{AB18CCE3-2783-D937-BC3F-6017763A0F1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3" name="Oval 1437">
                <a:extLst>
                  <a:ext uri="{FF2B5EF4-FFF2-40B4-BE49-F238E27FC236}">
                    <a16:creationId xmlns:a16="http://schemas.microsoft.com/office/drawing/2014/main" id="{B429A3F0-34A1-6954-E6C9-FDACADAFCA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34" name="Freeform 1438">
                <a:extLst>
                  <a:ext uri="{FF2B5EF4-FFF2-40B4-BE49-F238E27FC236}">
                    <a16:creationId xmlns:a16="http://schemas.microsoft.com/office/drawing/2014/main" id="{18F65DE1-A324-A1BD-0F48-41DAB1B0081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5" name="Freeform 1439">
                <a:extLst>
                  <a:ext uri="{FF2B5EF4-FFF2-40B4-BE49-F238E27FC236}">
                    <a16:creationId xmlns:a16="http://schemas.microsoft.com/office/drawing/2014/main" id="{90D5F407-BCE5-0186-126B-A2E576C9E2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6" name="Freeform 1440">
                <a:extLst>
                  <a:ext uri="{FF2B5EF4-FFF2-40B4-BE49-F238E27FC236}">
                    <a16:creationId xmlns:a16="http://schemas.microsoft.com/office/drawing/2014/main" id="{F6000F2F-DA54-CD5B-5DB1-43A10D7CFE5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7" name="Oval 1441">
                <a:extLst>
                  <a:ext uri="{FF2B5EF4-FFF2-40B4-BE49-F238E27FC236}">
                    <a16:creationId xmlns:a16="http://schemas.microsoft.com/office/drawing/2014/main" id="{95B1522A-E562-EC6F-5003-3BC2FCBAB7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4" name="Group 1442">
              <a:extLst>
                <a:ext uri="{FF2B5EF4-FFF2-40B4-BE49-F238E27FC236}">
                  <a16:creationId xmlns:a16="http://schemas.microsoft.com/office/drawing/2014/main" id="{D0C42CC9-2B04-83DF-6482-E263AAF4E08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626" name="Oval 1443">
                <a:extLst>
                  <a:ext uri="{FF2B5EF4-FFF2-40B4-BE49-F238E27FC236}">
                    <a16:creationId xmlns:a16="http://schemas.microsoft.com/office/drawing/2014/main" id="{7F5B7B6D-6702-3E96-D9FC-49D1542AAEA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7" name="Oval 1444">
                <a:extLst>
                  <a:ext uri="{FF2B5EF4-FFF2-40B4-BE49-F238E27FC236}">
                    <a16:creationId xmlns:a16="http://schemas.microsoft.com/office/drawing/2014/main" id="{CA7B023B-B7EF-3778-C1A1-7A8AEC596C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8" name="Freeform 1445">
                <a:extLst>
                  <a:ext uri="{FF2B5EF4-FFF2-40B4-BE49-F238E27FC236}">
                    <a16:creationId xmlns:a16="http://schemas.microsoft.com/office/drawing/2014/main" id="{1825C360-8C34-B2B8-563D-4B6FB4DB32D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9" name="Freeform 1446">
                <a:extLst>
                  <a:ext uri="{FF2B5EF4-FFF2-40B4-BE49-F238E27FC236}">
                    <a16:creationId xmlns:a16="http://schemas.microsoft.com/office/drawing/2014/main" id="{F0BC9598-CA95-E981-8EB9-EA710C8696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0" name="Freeform 1447">
                <a:extLst>
                  <a:ext uri="{FF2B5EF4-FFF2-40B4-BE49-F238E27FC236}">
                    <a16:creationId xmlns:a16="http://schemas.microsoft.com/office/drawing/2014/main" id="{025C2EB4-E911-5B10-7773-4E24D6181C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31" name="Oval 1448">
                <a:extLst>
                  <a:ext uri="{FF2B5EF4-FFF2-40B4-BE49-F238E27FC236}">
                    <a16:creationId xmlns:a16="http://schemas.microsoft.com/office/drawing/2014/main" id="{2C98BB28-C682-C7CD-DD01-320D8D4CC5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5" name="Group 1449">
              <a:extLst>
                <a:ext uri="{FF2B5EF4-FFF2-40B4-BE49-F238E27FC236}">
                  <a16:creationId xmlns:a16="http://schemas.microsoft.com/office/drawing/2014/main" id="{0D4482EC-148C-8D28-3DF5-7203967097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620" name="Oval 1450">
                <a:extLst>
                  <a:ext uri="{FF2B5EF4-FFF2-40B4-BE49-F238E27FC236}">
                    <a16:creationId xmlns:a16="http://schemas.microsoft.com/office/drawing/2014/main" id="{6175C386-054F-68D2-0C05-C52ECADDB5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1" name="Oval 1451">
                <a:extLst>
                  <a:ext uri="{FF2B5EF4-FFF2-40B4-BE49-F238E27FC236}">
                    <a16:creationId xmlns:a16="http://schemas.microsoft.com/office/drawing/2014/main" id="{E44B4FD9-EBFA-6ED3-EBE8-2844CBE65A0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22" name="Freeform 1452">
                <a:extLst>
                  <a:ext uri="{FF2B5EF4-FFF2-40B4-BE49-F238E27FC236}">
                    <a16:creationId xmlns:a16="http://schemas.microsoft.com/office/drawing/2014/main" id="{58E01F32-1E8A-3799-B831-D702459B3AB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3" name="Freeform 1453">
                <a:extLst>
                  <a:ext uri="{FF2B5EF4-FFF2-40B4-BE49-F238E27FC236}">
                    <a16:creationId xmlns:a16="http://schemas.microsoft.com/office/drawing/2014/main" id="{72E1CF93-31D4-1D7F-8562-8165EB2A92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4" name="Freeform 1454">
                <a:extLst>
                  <a:ext uri="{FF2B5EF4-FFF2-40B4-BE49-F238E27FC236}">
                    <a16:creationId xmlns:a16="http://schemas.microsoft.com/office/drawing/2014/main" id="{59B2D248-2A9E-C678-0C8D-8F1B01E599D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5" name="Oval 1455">
                <a:extLst>
                  <a:ext uri="{FF2B5EF4-FFF2-40B4-BE49-F238E27FC236}">
                    <a16:creationId xmlns:a16="http://schemas.microsoft.com/office/drawing/2014/main" id="{2ED4FB61-881D-6EF8-7C56-EB113010E2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6" name="Group 1456">
              <a:extLst>
                <a:ext uri="{FF2B5EF4-FFF2-40B4-BE49-F238E27FC236}">
                  <a16:creationId xmlns:a16="http://schemas.microsoft.com/office/drawing/2014/main" id="{DC2A8D23-66A0-F311-EBC6-575DEDDA583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614" name="Oval 1457">
                <a:extLst>
                  <a:ext uri="{FF2B5EF4-FFF2-40B4-BE49-F238E27FC236}">
                    <a16:creationId xmlns:a16="http://schemas.microsoft.com/office/drawing/2014/main" id="{A26FBE99-4121-0087-B7A1-425F53D026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5" name="Oval 1458">
                <a:extLst>
                  <a:ext uri="{FF2B5EF4-FFF2-40B4-BE49-F238E27FC236}">
                    <a16:creationId xmlns:a16="http://schemas.microsoft.com/office/drawing/2014/main" id="{4C93CC9D-8D7F-37DA-14BA-0BB68C9E5E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6" name="Freeform 1459">
                <a:extLst>
                  <a:ext uri="{FF2B5EF4-FFF2-40B4-BE49-F238E27FC236}">
                    <a16:creationId xmlns:a16="http://schemas.microsoft.com/office/drawing/2014/main" id="{4B28A7BE-47A9-9D3C-4706-5DB36458AF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7" name="Freeform 1460">
                <a:extLst>
                  <a:ext uri="{FF2B5EF4-FFF2-40B4-BE49-F238E27FC236}">
                    <a16:creationId xmlns:a16="http://schemas.microsoft.com/office/drawing/2014/main" id="{E83C2CBD-7286-E90C-5D55-6E6F1A4ACD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8" name="Freeform 1461">
                <a:extLst>
                  <a:ext uri="{FF2B5EF4-FFF2-40B4-BE49-F238E27FC236}">
                    <a16:creationId xmlns:a16="http://schemas.microsoft.com/office/drawing/2014/main" id="{DB88D525-777A-2C30-5411-677914BC74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9" name="Oval 1462">
                <a:extLst>
                  <a:ext uri="{FF2B5EF4-FFF2-40B4-BE49-F238E27FC236}">
                    <a16:creationId xmlns:a16="http://schemas.microsoft.com/office/drawing/2014/main" id="{C22DFF94-9EAE-5F05-54B6-F8387463DF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7" name="Group 1463">
              <a:extLst>
                <a:ext uri="{FF2B5EF4-FFF2-40B4-BE49-F238E27FC236}">
                  <a16:creationId xmlns:a16="http://schemas.microsoft.com/office/drawing/2014/main" id="{0CE87EA6-8EA7-CE04-94E8-137EA5AF868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608" name="Oval 1464">
                <a:extLst>
                  <a:ext uri="{FF2B5EF4-FFF2-40B4-BE49-F238E27FC236}">
                    <a16:creationId xmlns:a16="http://schemas.microsoft.com/office/drawing/2014/main" id="{216DB09E-38E0-ECE8-4F88-75C91D266C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9" name="Oval 1465">
                <a:extLst>
                  <a:ext uri="{FF2B5EF4-FFF2-40B4-BE49-F238E27FC236}">
                    <a16:creationId xmlns:a16="http://schemas.microsoft.com/office/drawing/2014/main" id="{8C9B7412-7131-581A-3F90-8C2167E168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10" name="Freeform 1466">
                <a:extLst>
                  <a:ext uri="{FF2B5EF4-FFF2-40B4-BE49-F238E27FC236}">
                    <a16:creationId xmlns:a16="http://schemas.microsoft.com/office/drawing/2014/main" id="{3CFA7680-87B3-87E2-20B6-B64FD7D719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1" name="Freeform 1467">
                <a:extLst>
                  <a:ext uri="{FF2B5EF4-FFF2-40B4-BE49-F238E27FC236}">
                    <a16:creationId xmlns:a16="http://schemas.microsoft.com/office/drawing/2014/main" id="{1A852817-8B8D-06BD-30D0-6EE808D0DE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2" name="Freeform 1468">
                <a:extLst>
                  <a:ext uri="{FF2B5EF4-FFF2-40B4-BE49-F238E27FC236}">
                    <a16:creationId xmlns:a16="http://schemas.microsoft.com/office/drawing/2014/main" id="{CE4404D8-BB91-F997-18BB-20F5D2FC6E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13" name="Oval 1469">
                <a:extLst>
                  <a:ext uri="{FF2B5EF4-FFF2-40B4-BE49-F238E27FC236}">
                    <a16:creationId xmlns:a16="http://schemas.microsoft.com/office/drawing/2014/main" id="{7ABE99A4-950E-E661-E75E-03049504E1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8" name="Group 1470">
              <a:extLst>
                <a:ext uri="{FF2B5EF4-FFF2-40B4-BE49-F238E27FC236}">
                  <a16:creationId xmlns:a16="http://schemas.microsoft.com/office/drawing/2014/main" id="{AA361190-7A33-3377-43D8-4C4949C81B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602" name="Oval 1471">
                <a:extLst>
                  <a:ext uri="{FF2B5EF4-FFF2-40B4-BE49-F238E27FC236}">
                    <a16:creationId xmlns:a16="http://schemas.microsoft.com/office/drawing/2014/main" id="{471D9418-DC4B-3BEB-C376-05177746B3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3" name="Oval 1472">
                <a:extLst>
                  <a:ext uri="{FF2B5EF4-FFF2-40B4-BE49-F238E27FC236}">
                    <a16:creationId xmlns:a16="http://schemas.microsoft.com/office/drawing/2014/main" id="{67DA6485-8969-3CE0-6D5A-2A5D5D568EF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604" name="Freeform 1473">
                <a:extLst>
                  <a:ext uri="{FF2B5EF4-FFF2-40B4-BE49-F238E27FC236}">
                    <a16:creationId xmlns:a16="http://schemas.microsoft.com/office/drawing/2014/main" id="{D767A4D8-E648-B42D-C556-99F3DD28F5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5" name="Freeform 1474">
                <a:extLst>
                  <a:ext uri="{FF2B5EF4-FFF2-40B4-BE49-F238E27FC236}">
                    <a16:creationId xmlns:a16="http://schemas.microsoft.com/office/drawing/2014/main" id="{7A939D83-4F9D-D55C-E40D-BDCA088843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6" name="Freeform 1475">
                <a:extLst>
                  <a:ext uri="{FF2B5EF4-FFF2-40B4-BE49-F238E27FC236}">
                    <a16:creationId xmlns:a16="http://schemas.microsoft.com/office/drawing/2014/main" id="{65E1C213-CC3E-C8CF-122E-00F307AFDE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7" name="Oval 1476">
                <a:extLst>
                  <a:ext uri="{FF2B5EF4-FFF2-40B4-BE49-F238E27FC236}">
                    <a16:creationId xmlns:a16="http://schemas.microsoft.com/office/drawing/2014/main" id="{DBFC9711-29A0-6FEE-5AB3-D52B785470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69" name="Group 1477">
              <a:extLst>
                <a:ext uri="{FF2B5EF4-FFF2-40B4-BE49-F238E27FC236}">
                  <a16:creationId xmlns:a16="http://schemas.microsoft.com/office/drawing/2014/main" id="{49DD6925-D142-D06A-7F51-D7B10861C6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596" name="Oval 1478">
                <a:extLst>
                  <a:ext uri="{FF2B5EF4-FFF2-40B4-BE49-F238E27FC236}">
                    <a16:creationId xmlns:a16="http://schemas.microsoft.com/office/drawing/2014/main" id="{9C968B48-DBAF-0A9B-A702-31A75639CA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7" name="Oval 1479">
                <a:extLst>
                  <a:ext uri="{FF2B5EF4-FFF2-40B4-BE49-F238E27FC236}">
                    <a16:creationId xmlns:a16="http://schemas.microsoft.com/office/drawing/2014/main" id="{656D8FB3-3CD1-FC9B-E0E7-2FD59EE197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8" name="Freeform 1480">
                <a:extLst>
                  <a:ext uri="{FF2B5EF4-FFF2-40B4-BE49-F238E27FC236}">
                    <a16:creationId xmlns:a16="http://schemas.microsoft.com/office/drawing/2014/main" id="{E940219B-E302-921D-9905-69E0887B5D8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9" name="Freeform 1481">
                <a:extLst>
                  <a:ext uri="{FF2B5EF4-FFF2-40B4-BE49-F238E27FC236}">
                    <a16:creationId xmlns:a16="http://schemas.microsoft.com/office/drawing/2014/main" id="{B916389B-28CA-5755-440C-21BEBD7C0E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0" name="Freeform 1482">
                <a:extLst>
                  <a:ext uri="{FF2B5EF4-FFF2-40B4-BE49-F238E27FC236}">
                    <a16:creationId xmlns:a16="http://schemas.microsoft.com/office/drawing/2014/main" id="{1551F5FE-CF67-A651-8166-3494F271DB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01" name="Oval 1483">
                <a:extLst>
                  <a:ext uri="{FF2B5EF4-FFF2-40B4-BE49-F238E27FC236}">
                    <a16:creationId xmlns:a16="http://schemas.microsoft.com/office/drawing/2014/main" id="{6C077FF4-CD4E-3439-4A98-329F380F05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0" name="Group 1484">
              <a:extLst>
                <a:ext uri="{FF2B5EF4-FFF2-40B4-BE49-F238E27FC236}">
                  <a16:creationId xmlns:a16="http://schemas.microsoft.com/office/drawing/2014/main" id="{7EB62F23-B849-1568-B427-527DDE276E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590" name="Oval 1485">
                <a:extLst>
                  <a:ext uri="{FF2B5EF4-FFF2-40B4-BE49-F238E27FC236}">
                    <a16:creationId xmlns:a16="http://schemas.microsoft.com/office/drawing/2014/main" id="{7BC78269-79D3-DF66-89B0-6DF6C5B1FE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1" name="Oval 1486">
                <a:extLst>
                  <a:ext uri="{FF2B5EF4-FFF2-40B4-BE49-F238E27FC236}">
                    <a16:creationId xmlns:a16="http://schemas.microsoft.com/office/drawing/2014/main" id="{80131B9E-0CA8-526E-3015-002386476D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92" name="Freeform 1487">
                <a:extLst>
                  <a:ext uri="{FF2B5EF4-FFF2-40B4-BE49-F238E27FC236}">
                    <a16:creationId xmlns:a16="http://schemas.microsoft.com/office/drawing/2014/main" id="{5580D195-A8C3-6C7C-A4D3-1E0913DA3F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3" name="Freeform 1488">
                <a:extLst>
                  <a:ext uri="{FF2B5EF4-FFF2-40B4-BE49-F238E27FC236}">
                    <a16:creationId xmlns:a16="http://schemas.microsoft.com/office/drawing/2014/main" id="{56DA2674-53FD-1B19-FF0B-4637CD7D9D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4" name="Freeform 1489">
                <a:extLst>
                  <a:ext uri="{FF2B5EF4-FFF2-40B4-BE49-F238E27FC236}">
                    <a16:creationId xmlns:a16="http://schemas.microsoft.com/office/drawing/2014/main" id="{6E6DFE77-91C0-5F93-2238-30D675E511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95" name="Oval 1490">
                <a:extLst>
                  <a:ext uri="{FF2B5EF4-FFF2-40B4-BE49-F238E27FC236}">
                    <a16:creationId xmlns:a16="http://schemas.microsoft.com/office/drawing/2014/main" id="{F4440EEF-4409-40D7-8B0D-58F43BB6C5A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1" name="Group 1491">
              <a:extLst>
                <a:ext uri="{FF2B5EF4-FFF2-40B4-BE49-F238E27FC236}">
                  <a16:creationId xmlns:a16="http://schemas.microsoft.com/office/drawing/2014/main" id="{32E787F9-3097-3A80-11A0-17190BADC86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584" name="Oval 1492">
                <a:extLst>
                  <a:ext uri="{FF2B5EF4-FFF2-40B4-BE49-F238E27FC236}">
                    <a16:creationId xmlns:a16="http://schemas.microsoft.com/office/drawing/2014/main" id="{7C8738AB-53B5-8F23-0D18-8D47E01503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5" name="Oval 1493">
                <a:extLst>
                  <a:ext uri="{FF2B5EF4-FFF2-40B4-BE49-F238E27FC236}">
                    <a16:creationId xmlns:a16="http://schemas.microsoft.com/office/drawing/2014/main" id="{A3C00AF2-DADD-D2AC-E28C-42A228F372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6" name="Freeform 1494">
                <a:extLst>
                  <a:ext uri="{FF2B5EF4-FFF2-40B4-BE49-F238E27FC236}">
                    <a16:creationId xmlns:a16="http://schemas.microsoft.com/office/drawing/2014/main" id="{5424C732-D52D-B211-0D0B-CFB3A887EA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7" name="Freeform 1495">
                <a:extLst>
                  <a:ext uri="{FF2B5EF4-FFF2-40B4-BE49-F238E27FC236}">
                    <a16:creationId xmlns:a16="http://schemas.microsoft.com/office/drawing/2014/main" id="{A27CF4B6-A4F2-94FE-0B59-D2841C306C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8" name="Freeform 1496">
                <a:extLst>
                  <a:ext uri="{FF2B5EF4-FFF2-40B4-BE49-F238E27FC236}">
                    <a16:creationId xmlns:a16="http://schemas.microsoft.com/office/drawing/2014/main" id="{CE2F8F99-CDBA-54DE-CD36-5896A676A8D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9" name="Oval 1497">
                <a:extLst>
                  <a:ext uri="{FF2B5EF4-FFF2-40B4-BE49-F238E27FC236}">
                    <a16:creationId xmlns:a16="http://schemas.microsoft.com/office/drawing/2014/main" id="{8B37C610-7706-BF9C-3A27-4384886692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2" name="Group 1498">
              <a:extLst>
                <a:ext uri="{FF2B5EF4-FFF2-40B4-BE49-F238E27FC236}">
                  <a16:creationId xmlns:a16="http://schemas.microsoft.com/office/drawing/2014/main" id="{27CDFEF3-2D85-165A-5851-6D1FA52C51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578" name="Oval 1499">
                <a:extLst>
                  <a:ext uri="{FF2B5EF4-FFF2-40B4-BE49-F238E27FC236}">
                    <a16:creationId xmlns:a16="http://schemas.microsoft.com/office/drawing/2014/main" id="{CB86F568-F19E-0225-9520-C4FCE643DA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9" name="Oval 1500">
                <a:extLst>
                  <a:ext uri="{FF2B5EF4-FFF2-40B4-BE49-F238E27FC236}">
                    <a16:creationId xmlns:a16="http://schemas.microsoft.com/office/drawing/2014/main" id="{9A77D840-19EA-D293-B685-0E9F9F8187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80" name="Freeform 1501">
                <a:extLst>
                  <a:ext uri="{FF2B5EF4-FFF2-40B4-BE49-F238E27FC236}">
                    <a16:creationId xmlns:a16="http://schemas.microsoft.com/office/drawing/2014/main" id="{CA07AFC5-F2BE-6447-6413-8AE0E08C12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1" name="Freeform 1502">
                <a:extLst>
                  <a:ext uri="{FF2B5EF4-FFF2-40B4-BE49-F238E27FC236}">
                    <a16:creationId xmlns:a16="http://schemas.microsoft.com/office/drawing/2014/main" id="{E28753E4-AB3D-1AAC-3752-CB6ED5E95B6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2" name="Freeform 1503">
                <a:extLst>
                  <a:ext uri="{FF2B5EF4-FFF2-40B4-BE49-F238E27FC236}">
                    <a16:creationId xmlns:a16="http://schemas.microsoft.com/office/drawing/2014/main" id="{1CB3822F-B746-DCB4-2E76-94D80B041A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83" name="Oval 1504">
                <a:extLst>
                  <a:ext uri="{FF2B5EF4-FFF2-40B4-BE49-F238E27FC236}">
                    <a16:creationId xmlns:a16="http://schemas.microsoft.com/office/drawing/2014/main" id="{4B65992B-0FC8-0DDC-5B25-C1F4563D32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3" name="Group 1505">
              <a:extLst>
                <a:ext uri="{FF2B5EF4-FFF2-40B4-BE49-F238E27FC236}">
                  <a16:creationId xmlns:a16="http://schemas.microsoft.com/office/drawing/2014/main" id="{FB1FEB05-FDB8-8AC4-B386-E6821FF1FD9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572" name="Oval 1506">
                <a:extLst>
                  <a:ext uri="{FF2B5EF4-FFF2-40B4-BE49-F238E27FC236}">
                    <a16:creationId xmlns:a16="http://schemas.microsoft.com/office/drawing/2014/main" id="{5BEE8B6E-82E6-EED1-9471-ADEBAC0231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3" name="Oval 1507">
                <a:extLst>
                  <a:ext uri="{FF2B5EF4-FFF2-40B4-BE49-F238E27FC236}">
                    <a16:creationId xmlns:a16="http://schemas.microsoft.com/office/drawing/2014/main" id="{51A3A092-DA94-ABC1-610E-48E8501E9B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74" name="Freeform 1508">
                <a:extLst>
                  <a:ext uri="{FF2B5EF4-FFF2-40B4-BE49-F238E27FC236}">
                    <a16:creationId xmlns:a16="http://schemas.microsoft.com/office/drawing/2014/main" id="{B3007716-92C5-8634-4799-7B6036CA9A9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5" name="Freeform 1509">
                <a:extLst>
                  <a:ext uri="{FF2B5EF4-FFF2-40B4-BE49-F238E27FC236}">
                    <a16:creationId xmlns:a16="http://schemas.microsoft.com/office/drawing/2014/main" id="{52982DCC-6F2E-D52F-B292-C02716B8ED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6" name="Freeform 1510">
                <a:extLst>
                  <a:ext uri="{FF2B5EF4-FFF2-40B4-BE49-F238E27FC236}">
                    <a16:creationId xmlns:a16="http://schemas.microsoft.com/office/drawing/2014/main" id="{24C89A37-75E1-D310-A7F0-61F9C471E74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7" name="Oval 1511">
                <a:extLst>
                  <a:ext uri="{FF2B5EF4-FFF2-40B4-BE49-F238E27FC236}">
                    <a16:creationId xmlns:a16="http://schemas.microsoft.com/office/drawing/2014/main" id="{DDC0CF5A-E08C-E736-6E83-A1FBBAEF3B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4" name="Group 1512">
              <a:extLst>
                <a:ext uri="{FF2B5EF4-FFF2-40B4-BE49-F238E27FC236}">
                  <a16:creationId xmlns:a16="http://schemas.microsoft.com/office/drawing/2014/main" id="{270A9AE5-85F0-2B6D-47F6-655B317C90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566" name="Oval 1513">
                <a:extLst>
                  <a:ext uri="{FF2B5EF4-FFF2-40B4-BE49-F238E27FC236}">
                    <a16:creationId xmlns:a16="http://schemas.microsoft.com/office/drawing/2014/main" id="{F5CD92BA-6156-C62E-BABD-4E4A06E906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7" name="Oval 1514">
                <a:extLst>
                  <a:ext uri="{FF2B5EF4-FFF2-40B4-BE49-F238E27FC236}">
                    <a16:creationId xmlns:a16="http://schemas.microsoft.com/office/drawing/2014/main" id="{92E6D279-001B-D2AC-C394-A654034041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8" name="Freeform 1515">
                <a:extLst>
                  <a:ext uri="{FF2B5EF4-FFF2-40B4-BE49-F238E27FC236}">
                    <a16:creationId xmlns:a16="http://schemas.microsoft.com/office/drawing/2014/main" id="{DE1163CE-6E55-570B-017A-05EA3835DA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9" name="Freeform 1516">
                <a:extLst>
                  <a:ext uri="{FF2B5EF4-FFF2-40B4-BE49-F238E27FC236}">
                    <a16:creationId xmlns:a16="http://schemas.microsoft.com/office/drawing/2014/main" id="{D4B5513E-6AF7-B392-7177-D45ABA1387F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0" name="Freeform 1517">
                <a:extLst>
                  <a:ext uri="{FF2B5EF4-FFF2-40B4-BE49-F238E27FC236}">
                    <a16:creationId xmlns:a16="http://schemas.microsoft.com/office/drawing/2014/main" id="{4B725904-490E-B62F-808D-41FC9FE278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71" name="Oval 1518">
                <a:extLst>
                  <a:ext uri="{FF2B5EF4-FFF2-40B4-BE49-F238E27FC236}">
                    <a16:creationId xmlns:a16="http://schemas.microsoft.com/office/drawing/2014/main" id="{06A089A0-10A1-43A5-DF8B-ACCE90677C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5" name="Group 1519">
              <a:extLst>
                <a:ext uri="{FF2B5EF4-FFF2-40B4-BE49-F238E27FC236}">
                  <a16:creationId xmlns:a16="http://schemas.microsoft.com/office/drawing/2014/main" id="{2DBBBCE0-CF25-29C3-20C6-8A3FC9406AD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560" name="Oval 1520">
                <a:extLst>
                  <a:ext uri="{FF2B5EF4-FFF2-40B4-BE49-F238E27FC236}">
                    <a16:creationId xmlns:a16="http://schemas.microsoft.com/office/drawing/2014/main" id="{A6F03EB6-78F3-263C-750A-E5126F78B7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1" name="Oval 1521">
                <a:extLst>
                  <a:ext uri="{FF2B5EF4-FFF2-40B4-BE49-F238E27FC236}">
                    <a16:creationId xmlns:a16="http://schemas.microsoft.com/office/drawing/2014/main" id="{AEECD79E-1376-F6D9-F613-115D26C3AB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62" name="Freeform 1522">
                <a:extLst>
                  <a:ext uri="{FF2B5EF4-FFF2-40B4-BE49-F238E27FC236}">
                    <a16:creationId xmlns:a16="http://schemas.microsoft.com/office/drawing/2014/main" id="{A148F623-0DEC-87B9-5B45-A0DBDEC488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3" name="Freeform 1523">
                <a:extLst>
                  <a:ext uri="{FF2B5EF4-FFF2-40B4-BE49-F238E27FC236}">
                    <a16:creationId xmlns:a16="http://schemas.microsoft.com/office/drawing/2014/main" id="{7E3223A8-5EDB-80F1-1742-A761B32990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4" name="Freeform 1524">
                <a:extLst>
                  <a:ext uri="{FF2B5EF4-FFF2-40B4-BE49-F238E27FC236}">
                    <a16:creationId xmlns:a16="http://schemas.microsoft.com/office/drawing/2014/main" id="{C6169FEC-5778-0D45-2BAA-97F4378156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5" name="Oval 1525">
                <a:extLst>
                  <a:ext uri="{FF2B5EF4-FFF2-40B4-BE49-F238E27FC236}">
                    <a16:creationId xmlns:a16="http://schemas.microsoft.com/office/drawing/2014/main" id="{F2BF5D40-05BA-363F-B428-06303B19731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6" name="Group 1526">
              <a:extLst>
                <a:ext uri="{FF2B5EF4-FFF2-40B4-BE49-F238E27FC236}">
                  <a16:creationId xmlns:a16="http://schemas.microsoft.com/office/drawing/2014/main" id="{5A62861D-3E26-DF89-178E-5F9D96B093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554" name="Oval 1527">
                <a:extLst>
                  <a:ext uri="{FF2B5EF4-FFF2-40B4-BE49-F238E27FC236}">
                    <a16:creationId xmlns:a16="http://schemas.microsoft.com/office/drawing/2014/main" id="{D8C1684D-2275-CC8B-DBE1-8FC3FA0C8F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5" name="Oval 1528">
                <a:extLst>
                  <a:ext uri="{FF2B5EF4-FFF2-40B4-BE49-F238E27FC236}">
                    <a16:creationId xmlns:a16="http://schemas.microsoft.com/office/drawing/2014/main" id="{C7BB2088-C2C9-B146-B021-A823E70CCD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6" name="Freeform 1529">
                <a:extLst>
                  <a:ext uri="{FF2B5EF4-FFF2-40B4-BE49-F238E27FC236}">
                    <a16:creationId xmlns:a16="http://schemas.microsoft.com/office/drawing/2014/main" id="{C161FC51-5D58-49FA-2823-5B06C98BA18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7" name="Freeform 1530">
                <a:extLst>
                  <a:ext uri="{FF2B5EF4-FFF2-40B4-BE49-F238E27FC236}">
                    <a16:creationId xmlns:a16="http://schemas.microsoft.com/office/drawing/2014/main" id="{EB1B9E43-1FC1-3843-E2CE-5F4B85D426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8" name="Freeform 1531">
                <a:extLst>
                  <a:ext uri="{FF2B5EF4-FFF2-40B4-BE49-F238E27FC236}">
                    <a16:creationId xmlns:a16="http://schemas.microsoft.com/office/drawing/2014/main" id="{F12B2A94-3EDB-E91F-A8D3-F152F589F0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9" name="Oval 1532">
                <a:extLst>
                  <a:ext uri="{FF2B5EF4-FFF2-40B4-BE49-F238E27FC236}">
                    <a16:creationId xmlns:a16="http://schemas.microsoft.com/office/drawing/2014/main" id="{E7733DF0-D5F9-B619-F1A8-D2D3B491B0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7" name="Group 1533">
              <a:extLst>
                <a:ext uri="{FF2B5EF4-FFF2-40B4-BE49-F238E27FC236}">
                  <a16:creationId xmlns:a16="http://schemas.microsoft.com/office/drawing/2014/main" id="{55BADAE4-B026-8ED2-4B44-BF576FEDEDA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548" name="Oval 1534">
                <a:extLst>
                  <a:ext uri="{FF2B5EF4-FFF2-40B4-BE49-F238E27FC236}">
                    <a16:creationId xmlns:a16="http://schemas.microsoft.com/office/drawing/2014/main" id="{D789AA21-C5C6-C5B3-0B41-C0F0C4D9BE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9" name="Oval 1535">
                <a:extLst>
                  <a:ext uri="{FF2B5EF4-FFF2-40B4-BE49-F238E27FC236}">
                    <a16:creationId xmlns:a16="http://schemas.microsoft.com/office/drawing/2014/main" id="{C47B945E-1B28-6C4E-489D-3F865287055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50" name="Freeform 1536">
                <a:extLst>
                  <a:ext uri="{FF2B5EF4-FFF2-40B4-BE49-F238E27FC236}">
                    <a16:creationId xmlns:a16="http://schemas.microsoft.com/office/drawing/2014/main" id="{0A42FDC6-3869-11E3-4109-F24B4F5C72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1" name="Freeform 1537">
                <a:extLst>
                  <a:ext uri="{FF2B5EF4-FFF2-40B4-BE49-F238E27FC236}">
                    <a16:creationId xmlns:a16="http://schemas.microsoft.com/office/drawing/2014/main" id="{E0880742-6105-8858-D7DE-570094DE993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2" name="Freeform 1538">
                <a:extLst>
                  <a:ext uri="{FF2B5EF4-FFF2-40B4-BE49-F238E27FC236}">
                    <a16:creationId xmlns:a16="http://schemas.microsoft.com/office/drawing/2014/main" id="{0D2A4C38-9181-BD8D-C727-7E2F28B87D5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53" name="Oval 1539">
                <a:extLst>
                  <a:ext uri="{FF2B5EF4-FFF2-40B4-BE49-F238E27FC236}">
                    <a16:creationId xmlns:a16="http://schemas.microsoft.com/office/drawing/2014/main" id="{94628F36-9CEA-3552-9FF0-AECC81D5DE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8" name="Group 1540">
              <a:extLst>
                <a:ext uri="{FF2B5EF4-FFF2-40B4-BE49-F238E27FC236}">
                  <a16:creationId xmlns:a16="http://schemas.microsoft.com/office/drawing/2014/main" id="{932E5EFA-3D4D-F03A-7E9F-7A56A425F0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542" name="Oval 1541">
                <a:extLst>
                  <a:ext uri="{FF2B5EF4-FFF2-40B4-BE49-F238E27FC236}">
                    <a16:creationId xmlns:a16="http://schemas.microsoft.com/office/drawing/2014/main" id="{8E5F1E6B-54D2-3F08-163A-F2A183F755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3" name="Oval 1542">
                <a:extLst>
                  <a:ext uri="{FF2B5EF4-FFF2-40B4-BE49-F238E27FC236}">
                    <a16:creationId xmlns:a16="http://schemas.microsoft.com/office/drawing/2014/main" id="{EA8FAC1C-6F4A-520D-BC4D-702A01C6573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44" name="Freeform 1543">
                <a:extLst>
                  <a:ext uri="{FF2B5EF4-FFF2-40B4-BE49-F238E27FC236}">
                    <a16:creationId xmlns:a16="http://schemas.microsoft.com/office/drawing/2014/main" id="{FBAFB643-FBB3-B8B1-D8D5-44B6310BC0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5" name="Freeform 1544">
                <a:extLst>
                  <a:ext uri="{FF2B5EF4-FFF2-40B4-BE49-F238E27FC236}">
                    <a16:creationId xmlns:a16="http://schemas.microsoft.com/office/drawing/2014/main" id="{4629393D-3302-B25D-C25F-7CB6168D4A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6" name="Freeform 1545">
                <a:extLst>
                  <a:ext uri="{FF2B5EF4-FFF2-40B4-BE49-F238E27FC236}">
                    <a16:creationId xmlns:a16="http://schemas.microsoft.com/office/drawing/2014/main" id="{7DFC0CFE-AA10-B812-3E5F-90C7048505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7" name="Oval 1546">
                <a:extLst>
                  <a:ext uri="{FF2B5EF4-FFF2-40B4-BE49-F238E27FC236}">
                    <a16:creationId xmlns:a16="http://schemas.microsoft.com/office/drawing/2014/main" id="{04801B92-3EB0-877B-6D29-3FAC159E69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79" name="Group 1547">
              <a:extLst>
                <a:ext uri="{FF2B5EF4-FFF2-40B4-BE49-F238E27FC236}">
                  <a16:creationId xmlns:a16="http://schemas.microsoft.com/office/drawing/2014/main" id="{36DDB7CB-D8D0-AA9A-4304-89A76578DB2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536" name="Oval 1548">
                <a:extLst>
                  <a:ext uri="{FF2B5EF4-FFF2-40B4-BE49-F238E27FC236}">
                    <a16:creationId xmlns:a16="http://schemas.microsoft.com/office/drawing/2014/main" id="{DECBB5DC-6196-DDB0-0069-610E45659E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7" name="Oval 1549">
                <a:extLst>
                  <a:ext uri="{FF2B5EF4-FFF2-40B4-BE49-F238E27FC236}">
                    <a16:creationId xmlns:a16="http://schemas.microsoft.com/office/drawing/2014/main" id="{B216BC62-4272-C91E-E696-6FC782B2C1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8" name="Freeform 1550">
                <a:extLst>
                  <a:ext uri="{FF2B5EF4-FFF2-40B4-BE49-F238E27FC236}">
                    <a16:creationId xmlns:a16="http://schemas.microsoft.com/office/drawing/2014/main" id="{CD8678B6-EB07-30E0-BFED-FE55D4342A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9" name="Freeform 1551">
                <a:extLst>
                  <a:ext uri="{FF2B5EF4-FFF2-40B4-BE49-F238E27FC236}">
                    <a16:creationId xmlns:a16="http://schemas.microsoft.com/office/drawing/2014/main" id="{7BE6D29B-0BF9-195B-6760-DF66CCCE39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0" name="Freeform 1552">
                <a:extLst>
                  <a:ext uri="{FF2B5EF4-FFF2-40B4-BE49-F238E27FC236}">
                    <a16:creationId xmlns:a16="http://schemas.microsoft.com/office/drawing/2014/main" id="{C7282C20-CDC4-1D25-603F-38A1D96CE7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1" name="Oval 1553">
                <a:extLst>
                  <a:ext uri="{FF2B5EF4-FFF2-40B4-BE49-F238E27FC236}">
                    <a16:creationId xmlns:a16="http://schemas.microsoft.com/office/drawing/2014/main" id="{96746E2A-79DC-D259-2DCA-E866062F26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0" name="Group 1554">
              <a:extLst>
                <a:ext uri="{FF2B5EF4-FFF2-40B4-BE49-F238E27FC236}">
                  <a16:creationId xmlns:a16="http://schemas.microsoft.com/office/drawing/2014/main" id="{2572FFFD-9240-6BA4-7BE2-C719080ED8E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530" name="Oval 1555">
                <a:extLst>
                  <a:ext uri="{FF2B5EF4-FFF2-40B4-BE49-F238E27FC236}">
                    <a16:creationId xmlns:a16="http://schemas.microsoft.com/office/drawing/2014/main" id="{6350A81B-3D06-FB09-DBE4-577F552D83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1" name="Oval 1556">
                <a:extLst>
                  <a:ext uri="{FF2B5EF4-FFF2-40B4-BE49-F238E27FC236}">
                    <a16:creationId xmlns:a16="http://schemas.microsoft.com/office/drawing/2014/main" id="{1DC90875-649A-A544-E1E4-1B69AF263D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32" name="Freeform 1557">
                <a:extLst>
                  <a:ext uri="{FF2B5EF4-FFF2-40B4-BE49-F238E27FC236}">
                    <a16:creationId xmlns:a16="http://schemas.microsoft.com/office/drawing/2014/main" id="{A1150150-CF8A-3D53-973A-B6CBD726BC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3" name="Freeform 1558">
                <a:extLst>
                  <a:ext uri="{FF2B5EF4-FFF2-40B4-BE49-F238E27FC236}">
                    <a16:creationId xmlns:a16="http://schemas.microsoft.com/office/drawing/2014/main" id="{0BF04C78-F59E-E40B-0074-4388FA2049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4" name="Freeform 1559">
                <a:extLst>
                  <a:ext uri="{FF2B5EF4-FFF2-40B4-BE49-F238E27FC236}">
                    <a16:creationId xmlns:a16="http://schemas.microsoft.com/office/drawing/2014/main" id="{E32ED7B1-99DE-62D2-D12F-5CB30B484D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35" name="Oval 1560">
                <a:extLst>
                  <a:ext uri="{FF2B5EF4-FFF2-40B4-BE49-F238E27FC236}">
                    <a16:creationId xmlns:a16="http://schemas.microsoft.com/office/drawing/2014/main" id="{D04183E9-9CBF-DC74-6CF6-A069838610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1" name="Group 1561">
              <a:extLst>
                <a:ext uri="{FF2B5EF4-FFF2-40B4-BE49-F238E27FC236}">
                  <a16:creationId xmlns:a16="http://schemas.microsoft.com/office/drawing/2014/main" id="{78538300-BE2B-BB68-7E3C-7B090251A8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524" name="Oval 1562">
                <a:extLst>
                  <a:ext uri="{FF2B5EF4-FFF2-40B4-BE49-F238E27FC236}">
                    <a16:creationId xmlns:a16="http://schemas.microsoft.com/office/drawing/2014/main" id="{3F109ADF-A5F8-E906-8D82-B361E945DF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5" name="Oval 1563">
                <a:extLst>
                  <a:ext uri="{FF2B5EF4-FFF2-40B4-BE49-F238E27FC236}">
                    <a16:creationId xmlns:a16="http://schemas.microsoft.com/office/drawing/2014/main" id="{437D81F2-89F1-7B05-C8FC-16AE27492DF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6" name="Freeform 1564">
                <a:extLst>
                  <a:ext uri="{FF2B5EF4-FFF2-40B4-BE49-F238E27FC236}">
                    <a16:creationId xmlns:a16="http://schemas.microsoft.com/office/drawing/2014/main" id="{7CA5E531-A619-D038-E674-8E6C3F1A5A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7" name="Freeform 1565">
                <a:extLst>
                  <a:ext uri="{FF2B5EF4-FFF2-40B4-BE49-F238E27FC236}">
                    <a16:creationId xmlns:a16="http://schemas.microsoft.com/office/drawing/2014/main" id="{2B92EA2F-5A78-CCF4-3793-C88BE331B2C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Freeform 1566">
                <a:extLst>
                  <a:ext uri="{FF2B5EF4-FFF2-40B4-BE49-F238E27FC236}">
                    <a16:creationId xmlns:a16="http://schemas.microsoft.com/office/drawing/2014/main" id="{9E5765BD-4C85-B087-F541-7F1A5A0A96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9" name="Oval 1567">
                <a:extLst>
                  <a:ext uri="{FF2B5EF4-FFF2-40B4-BE49-F238E27FC236}">
                    <a16:creationId xmlns:a16="http://schemas.microsoft.com/office/drawing/2014/main" id="{AF956984-E4DC-C26F-2410-64402171A3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2" name="Group 1568">
              <a:extLst>
                <a:ext uri="{FF2B5EF4-FFF2-40B4-BE49-F238E27FC236}">
                  <a16:creationId xmlns:a16="http://schemas.microsoft.com/office/drawing/2014/main" id="{1E93C9FA-8F31-3C16-EEF0-1F7EE138F7C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518" name="Oval 1569">
                <a:extLst>
                  <a:ext uri="{FF2B5EF4-FFF2-40B4-BE49-F238E27FC236}">
                    <a16:creationId xmlns:a16="http://schemas.microsoft.com/office/drawing/2014/main" id="{DDD88464-B56C-247A-149E-A29F0E2149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9" name="Oval 1570">
                <a:extLst>
                  <a:ext uri="{FF2B5EF4-FFF2-40B4-BE49-F238E27FC236}">
                    <a16:creationId xmlns:a16="http://schemas.microsoft.com/office/drawing/2014/main" id="{1EFFAA9A-5CAE-00E0-EF0E-3E2F248CC1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20" name="Freeform 1571">
                <a:extLst>
                  <a:ext uri="{FF2B5EF4-FFF2-40B4-BE49-F238E27FC236}">
                    <a16:creationId xmlns:a16="http://schemas.microsoft.com/office/drawing/2014/main" id="{9ADF466C-5FF9-ADED-727C-F916006E38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1" name="Freeform 1572">
                <a:extLst>
                  <a:ext uri="{FF2B5EF4-FFF2-40B4-BE49-F238E27FC236}">
                    <a16:creationId xmlns:a16="http://schemas.microsoft.com/office/drawing/2014/main" id="{DAD9B7F2-E190-53C6-D669-1D5DD6B66D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2" name="Freeform 1573">
                <a:extLst>
                  <a:ext uri="{FF2B5EF4-FFF2-40B4-BE49-F238E27FC236}">
                    <a16:creationId xmlns:a16="http://schemas.microsoft.com/office/drawing/2014/main" id="{8F53CCF9-9D65-687C-090A-8FF0A28531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3" name="Oval 1574">
                <a:extLst>
                  <a:ext uri="{FF2B5EF4-FFF2-40B4-BE49-F238E27FC236}">
                    <a16:creationId xmlns:a16="http://schemas.microsoft.com/office/drawing/2014/main" id="{73B1E8C2-5D7B-EFCA-B3BA-26A33FC116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3" name="Group 1575">
              <a:extLst>
                <a:ext uri="{FF2B5EF4-FFF2-40B4-BE49-F238E27FC236}">
                  <a16:creationId xmlns:a16="http://schemas.microsoft.com/office/drawing/2014/main" id="{88DFE057-3600-B33E-7CF6-47BB715408F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512" name="Oval 1576">
                <a:extLst>
                  <a:ext uri="{FF2B5EF4-FFF2-40B4-BE49-F238E27FC236}">
                    <a16:creationId xmlns:a16="http://schemas.microsoft.com/office/drawing/2014/main" id="{283667D2-6796-7849-B6C4-102D2754B9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3" name="Oval 1577">
                <a:extLst>
                  <a:ext uri="{FF2B5EF4-FFF2-40B4-BE49-F238E27FC236}">
                    <a16:creationId xmlns:a16="http://schemas.microsoft.com/office/drawing/2014/main" id="{1C03D300-E653-35AF-8DBC-35F43ABC56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14" name="Freeform 1578">
                <a:extLst>
                  <a:ext uri="{FF2B5EF4-FFF2-40B4-BE49-F238E27FC236}">
                    <a16:creationId xmlns:a16="http://schemas.microsoft.com/office/drawing/2014/main" id="{78D9203A-B642-40D3-533D-8E81D95F09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Freeform 1579">
                <a:extLst>
                  <a:ext uri="{FF2B5EF4-FFF2-40B4-BE49-F238E27FC236}">
                    <a16:creationId xmlns:a16="http://schemas.microsoft.com/office/drawing/2014/main" id="{F29D91C6-8DF2-103B-3497-85F2A28031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Freeform 1580">
                <a:extLst>
                  <a:ext uri="{FF2B5EF4-FFF2-40B4-BE49-F238E27FC236}">
                    <a16:creationId xmlns:a16="http://schemas.microsoft.com/office/drawing/2014/main" id="{664C46DA-A0DC-F836-1AB2-C6B865C638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Oval 1581">
                <a:extLst>
                  <a:ext uri="{FF2B5EF4-FFF2-40B4-BE49-F238E27FC236}">
                    <a16:creationId xmlns:a16="http://schemas.microsoft.com/office/drawing/2014/main" id="{E435B0A0-9F4A-DB3B-30B4-164C401AC7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4" name="Group 1582">
              <a:extLst>
                <a:ext uri="{FF2B5EF4-FFF2-40B4-BE49-F238E27FC236}">
                  <a16:creationId xmlns:a16="http://schemas.microsoft.com/office/drawing/2014/main" id="{C5C19BAD-D829-2414-32B3-361239DA86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506" name="Oval 1583">
                <a:extLst>
                  <a:ext uri="{FF2B5EF4-FFF2-40B4-BE49-F238E27FC236}">
                    <a16:creationId xmlns:a16="http://schemas.microsoft.com/office/drawing/2014/main" id="{98D36100-6E8A-5E14-8F6E-F035253384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7" name="Oval 1584">
                <a:extLst>
                  <a:ext uri="{FF2B5EF4-FFF2-40B4-BE49-F238E27FC236}">
                    <a16:creationId xmlns:a16="http://schemas.microsoft.com/office/drawing/2014/main" id="{6BE8FEEB-335E-EDD1-3CB4-993137DCA1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8" name="Freeform 1585">
                <a:extLst>
                  <a:ext uri="{FF2B5EF4-FFF2-40B4-BE49-F238E27FC236}">
                    <a16:creationId xmlns:a16="http://schemas.microsoft.com/office/drawing/2014/main" id="{FBB4DBA8-795D-68C0-1510-63509B5B727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9" name="Freeform 1586">
                <a:extLst>
                  <a:ext uri="{FF2B5EF4-FFF2-40B4-BE49-F238E27FC236}">
                    <a16:creationId xmlns:a16="http://schemas.microsoft.com/office/drawing/2014/main" id="{6D9ECC51-0223-ED54-EACE-1C0B7567A8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0" name="Freeform 1587">
                <a:extLst>
                  <a:ext uri="{FF2B5EF4-FFF2-40B4-BE49-F238E27FC236}">
                    <a16:creationId xmlns:a16="http://schemas.microsoft.com/office/drawing/2014/main" id="{73BEAA8B-86F5-2A1A-600C-6670B143B90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1" name="Oval 1588">
                <a:extLst>
                  <a:ext uri="{FF2B5EF4-FFF2-40B4-BE49-F238E27FC236}">
                    <a16:creationId xmlns:a16="http://schemas.microsoft.com/office/drawing/2014/main" id="{ADCEAC50-A90F-C4C2-335C-A8A3F404C45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5" name="Group 1589">
              <a:extLst>
                <a:ext uri="{FF2B5EF4-FFF2-40B4-BE49-F238E27FC236}">
                  <a16:creationId xmlns:a16="http://schemas.microsoft.com/office/drawing/2014/main" id="{84E25745-1E3F-0CE5-28E2-C6AF299F348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500" name="Oval 1590">
                <a:extLst>
                  <a:ext uri="{FF2B5EF4-FFF2-40B4-BE49-F238E27FC236}">
                    <a16:creationId xmlns:a16="http://schemas.microsoft.com/office/drawing/2014/main" id="{B6C5CAA0-887F-E33C-71A5-9CBD6179EA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1" name="Oval 1591">
                <a:extLst>
                  <a:ext uri="{FF2B5EF4-FFF2-40B4-BE49-F238E27FC236}">
                    <a16:creationId xmlns:a16="http://schemas.microsoft.com/office/drawing/2014/main" id="{7334DD51-B5E5-099B-1F9D-140FDF310B4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502" name="Freeform 1592">
                <a:extLst>
                  <a:ext uri="{FF2B5EF4-FFF2-40B4-BE49-F238E27FC236}">
                    <a16:creationId xmlns:a16="http://schemas.microsoft.com/office/drawing/2014/main" id="{9389B4F0-4F6E-399A-9FE7-F7D1D6207C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3" name="Freeform 1593">
                <a:extLst>
                  <a:ext uri="{FF2B5EF4-FFF2-40B4-BE49-F238E27FC236}">
                    <a16:creationId xmlns:a16="http://schemas.microsoft.com/office/drawing/2014/main" id="{6EEB1BA1-4DFD-D0AA-1A91-DF85C43C16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4" name="Freeform 1594">
                <a:extLst>
                  <a:ext uri="{FF2B5EF4-FFF2-40B4-BE49-F238E27FC236}">
                    <a16:creationId xmlns:a16="http://schemas.microsoft.com/office/drawing/2014/main" id="{C33175AF-1EF3-C8E4-0F41-2EBF5F558A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5" name="Oval 1595">
                <a:extLst>
                  <a:ext uri="{FF2B5EF4-FFF2-40B4-BE49-F238E27FC236}">
                    <a16:creationId xmlns:a16="http://schemas.microsoft.com/office/drawing/2014/main" id="{97F209A8-CC17-5817-9DA4-C0E8978CCA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6" name="Group 1596">
              <a:extLst>
                <a:ext uri="{FF2B5EF4-FFF2-40B4-BE49-F238E27FC236}">
                  <a16:creationId xmlns:a16="http://schemas.microsoft.com/office/drawing/2014/main" id="{6C77684D-7BD4-5AD2-DEEC-783DA2B198B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494" name="Oval 1597">
                <a:extLst>
                  <a:ext uri="{FF2B5EF4-FFF2-40B4-BE49-F238E27FC236}">
                    <a16:creationId xmlns:a16="http://schemas.microsoft.com/office/drawing/2014/main" id="{933F24F0-C031-7877-A91F-CE91C812312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5" name="Oval 1598">
                <a:extLst>
                  <a:ext uri="{FF2B5EF4-FFF2-40B4-BE49-F238E27FC236}">
                    <a16:creationId xmlns:a16="http://schemas.microsoft.com/office/drawing/2014/main" id="{DD10F08D-48E2-3785-BF78-4E3D44BCC7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6" name="Freeform 1599">
                <a:extLst>
                  <a:ext uri="{FF2B5EF4-FFF2-40B4-BE49-F238E27FC236}">
                    <a16:creationId xmlns:a16="http://schemas.microsoft.com/office/drawing/2014/main" id="{A02CC7F5-8738-6755-FA0B-D4D0EE8BC6C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7" name="Freeform 1600">
                <a:extLst>
                  <a:ext uri="{FF2B5EF4-FFF2-40B4-BE49-F238E27FC236}">
                    <a16:creationId xmlns:a16="http://schemas.microsoft.com/office/drawing/2014/main" id="{EC08F2A1-33FE-7258-33CD-BD5A375B3A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8" name="Freeform 1601">
                <a:extLst>
                  <a:ext uri="{FF2B5EF4-FFF2-40B4-BE49-F238E27FC236}">
                    <a16:creationId xmlns:a16="http://schemas.microsoft.com/office/drawing/2014/main" id="{5E3ACBB0-D2C8-5468-F6E1-9A46E82FC08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9" name="Oval 1602">
                <a:extLst>
                  <a:ext uri="{FF2B5EF4-FFF2-40B4-BE49-F238E27FC236}">
                    <a16:creationId xmlns:a16="http://schemas.microsoft.com/office/drawing/2014/main" id="{7D29EC23-4C21-EAE1-7F84-3AF009FAC9A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487" name="Group 1603">
              <a:extLst>
                <a:ext uri="{FF2B5EF4-FFF2-40B4-BE49-F238E27FC236}">
                  <a16:creationId xmlns:a16="http://schemas.microsoft.com/office/drawing/2014/main" id="{3E8DA925-E515-17C3-28CB-B9EABC2AA35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488" name="Oval 1604">
                <a:extLst>
                  <a:ext uri="{FF2B5EF4-FFF2-40B4-BE49-F238E27FC236}">
                    <a16:creationId xmlns:a16="http://schemas.microsoft.com/office/drawing/2014/main" id="{C1DAEC1D-202B-6ADF-524C-982EF31E98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89" name="Oval 1605">
                <a:extLst>
                  <a:ext uri="{FF2B5EF4-FFF2-40B4-BE49-F238E27FC236}">
                    <a16:creationId xmlns:a16="http://schemas.microsoft.com/office/drawing/2014/main" id="{AD701326-26FD-6209-52A5-8BF4505927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490" name="Freeform 1606">
                <a:extLst>
                  <a:ext uri="{FF2B5EF4-FFF2-40B4-BE49-F238E27FC236}">
                    <a16:creationId xmlns:a16="http://schemas.microsoft.com/office/drawing/2014/main" id="{B517E920-183E-FF9A-9B79-862D66CDDA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1" name="Freeform 1607">
                <a:extLst>
                  <a:ext uri="{FF2B5EF4-FFF2-40B4-BE49-F238E27FC236}">
                    <a16:creationId xmlns:a16="http://schemas.microsoft.com/office/drawing/2014/main" id="{47053F63-40C4-8EC7-D212-21C4F88446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2" name="Freeform 1608">
                <a:extLst>
                  <a:ext uri="{FF2B5EF4-FFF2-40B4-BE49-F238E27FC236}">
                    <a16:creationId xmlns:a16="http://schemas.microsoft.com/office/drawing/2014/main" id="{0D35908D-AFF7-FB58-5910-ACCACABED4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93" name="Oval 1609">
                <a:extLst>
                  <a:ext uri="{FF2B5EF4-FFF2-40B4-BE49-F238E27FC236}">
                    <a16:creationId xmlns:a16="http://schemas.microsoft.com/office/drawing/2014/main" id="{62343410-C76E-B21B-55BE-F9EE33B553C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680" name="Group 1385">
            <a:extLst>
              <a:ext uri="{FF2B5EF4-FFF2-40B4-BE49-F238E27FC236}">
                <a16:creationId xmlns:a16="http://schemas.microsoft.com/office/drawing/2014/main" id="{FC8F4A0A-5D73-108D-7989-A71499F6B28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428619" y="445870"/>
            <a:ext cx="1141095" cy="340150"/>
            <a:chOff x="446" y="1196"/>
            <a:chExt cx="1048" cy="312"/>
          </a:xfrm>
        </p:grpSpPr>
        <p:grpSp>
          <p:nvGrpSpPr>
            <p:cNvPr id="681" name="Group 1386">
              <a:extLst>
                <a:ext uri="{FF2B5EF4-FFF2-40B4-BE49-F238E27FC236}">
                  <a16:creationId xmlns:a16="http://schemas.microsoft.com/office/drawing/2014/main" id="{7E9E26B2-FEF1-F65C-721B-93525AB770B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899" name="Oval 1387">
                <a:extLst>
                  <a:ext uri="{FF2B5EF4-FFF2-40B4-BE49-F238E27FC236}">
                    <a16:creationId xmlns:a16="http://schemas.microsoft.com/office/drawing/2014/main" id="{C1519522-00C0-74D6-C009-D5135A5BE70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0" name="Oval 1388">
                <a:extLst>
                  <a:ext uri="{FF2B5EF4-FFF2-40B4-BE49-F238E27FC236}">
                    <a16:creationId xmlns:a16="http://schemas.microsoft.com/office/drawing/2014/main" id="{1A442BC7-1C00-F014-02DC-BA642F965D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01" name="Freeform 1389">
                <a:extLst>
                  <a:ext uri="{FF2B5EF4-FFF2-40B4-BE49-F238E27FC236}">
                    <a16:creationId xmlns:a16="http://schemas.microsoft.com/office/drawing/2014/main" id="{F0B15ADF-64BA-386D-335E-98CB7FCCAE3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2" name="Freeform 1390">
                <a:extLst>
                  <a:ext uri="{FF2B5EF4-FFF2-40B4-BE49-F238E27FC236}">
                    <a16:creationId xmlns:a16="http://schemas.microsoft.com/office/drawing/2014/main" id="{58283A3A-4849-2EB7-9A38-B5C56BF8FC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3" name="Freeform 1391">
                <a:extLst>
                  <a:ext uri="{FF2B5EF4-FFF2-40B4-BE49-F238E27FC236}">
                    <a16:creationId xmlns:a16="http://schemas.microsoft.com/office/drawing/2014/main" id="{EBFF7C2C-1F22-134C-496E-B9C7F4DC7FE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04" name="Oval 1392">
                <a:extLst>
                  <a:ext uri="{FF2B5EF4-FFF2-40B4-BE49-F238E27FC236}">
                    <a16:creationId xmlns:a16="http://schemas.microsoft.com/office/drawing/2014/main" id="{15CF8E1F-869D-0121-8187-2A5D4FAF195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2" name="Group 1393">
              <a:extLst>
                <a:ext uri="{FF2B5EF4-FFF2-40B4-BE49-F238E27FC236}">
                  <a16:creationId xmlns:a16="http://schemas.microsoft.com/office/drawing/2014/main" id="{3BE8B66A-2600-1414-A3A1-3B876C2D80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893" name="Oval 1394">
                <a:extLst>
                  <a:ext uri="{FF2B5EF4-FFF2-40B4-BE49-F238E27FC236}">
                    <a16:creationId xmlns:a16="http://schemas.microsoft.com/office/drawing/2014/main" id="{26408373-8050-8725-568E-D94F3824D40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4" name="Oval 1395">
                <a:extLst>
                  <a:ext uri="{FF2B5EF4-FFF2-40B4-BE49-F238E27FC236}">
                    <a16:creationId xmlns:a16="http://schemas.microsoft.com/office/drawing/2014/main" id="{6C4534A0-1A92-292D-2227-A5819FB76A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95" name="Freeform 1396">
                <a:extLst>
                  <a:ext uri="{FF2B5EF4-FFF2-40B4-BE49-F238E27FC236}">
                    <a16:creationId xmlns:a16="http://schemas.microsoft.com/office/drawing/2014/main" id="{8B1ED671-E0C4-9382-A286-3EC15BD974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6" name="Freeform 1397">
                <a:extLst>
                  <a:ext uri="{FF2B5EF4-FFF2-40B4-BE49-F238E27FC236}">
                    <a16:creationId xmlns:a16="http://schemas.microsoft.com/office/drawing/2014/main" id="{23A15049-6B85-61E6-8C20-D0EE859EA8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7" name="Freeform 1398">
                <a:extLst>
                  <a:ext uri="{FF2B5EF4-FFF2-40B4-BE49-F238E27FC236}">
                    <a16:creationId xmlns:a16="http://schemas.microsoft.com/office/drawing/2014/main" id="{DA25E769-8314-C868-CCC3-B0358A2430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8" name="Oval 1399">
                <a:extLst>
                  <a:ext uri="{FF2B5EF4-FFF2-40B4-BE49-F238E27FC236}">
                    <a16:creationId xmlns:a16="http://schemas.microsoft.com/office/drawing/2014/main" id="{F4293D6B-3AB9-7D8C-2D47-DAA08D0306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3" name="Group 1400">
              <a:extLst>
                <a:ext uri="{FF2B5EF4-FFF2-40B4-BE49-F238E27FC236}">
                  <a16:creationId xmlns:a16="http://schemas.microsoft.com/office/drawing/2014/main" id="{9767C8CF-AE7F-25BB-E652-8443A4CDB1F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887" name="Oval 1401">
                <a:extLst>
                  <a:ext uri="{FF2B5EF4-FFF2-40B4-BE49-F238E27FC236}">
                    <a16:creationId xmlns:a16="http://schemas.microsoft.com/office/drawing/2014/main" id="{586507B7-1C41-7D02-F198-CE3666B7FF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8" name="Oval 1402">
                <a:extLst>
                  <a:ext uri="{FF2B5EF4-FFF2-40B4-BE49-F238E27FC236}">
                    <a16:creationId xmlns:a16="http://schemas.microsoft.com/office/drawing/2014/main" id="{0A6381A0-00AF-7801-88AE-3100A4FBE28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9" name="Freeform 1403">
                <a:extLst>
                  <a:ext uri="{FF2B5EF4-FFF2-40B4-BE49-F238E27FC236}">
                    <a16:creationId xmlns:a16="http://schemas.microsoft.com/office/drawing/2014/main" id="{7538F315-8D29-46C7-B3B3-682EBDB249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0" name="Freeform 1404">
                <a:extLst>
                  <a:ext uri="{FF2B5EF4-FFF2-40B4-BE49-F238E27FC236}">
                    <a16:creationId xmlns:a16="http://schemas.microsoft.com/office/drawing/2014/main" id="{A0E20DBD-FA24-6BBC-52F7-5ABEE24C35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1" name="Freeform 1405">
                <a:extLst>
                  <a:ext uri="{FF2B5EF4-FFF2-40B4-BE49-F238E27FC236}">
                    <a16:creationId xmlns:a16="http://schemas.microsoft.com/office/drawing/2014/main" id="{29607E7C-B6D8-8688-A67F-4114F0385B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92" name="Oval 1406">
                <a:extLst>
                  <a:ext uri="{FF2B5EF4-FFF2-40B4-BE49-F238E27FC236}">
                    <a16:creationId xmlns:a16="http://schemas.microsoft.com/office/drawing/2014/main" id="{9FEAF0A1-E473-CC6E-FDE9-C1ABC5BE88E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4" name="Group 1407">
              <a:extLst>
                <a:ext uri="{FF2B5EF4-FFF2-40B4-BE49-F238E27FC236}">
                  <a16:creationId xmlns:a16="http://schemas.microsoft.com/office/drawing/2014/main" id="{8B8CC79E-4353-5769-9D4A-F3FBC155212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881" name="Oval 1408">
                <a:extLst>
                  <a:ext uri="{FF2B5EF4-FFF2-40B4-BE49-F238E27FC236}">
                    <a16:creationId xmlns:a16="http://schemas.microsoft.com/office/drawing/2014/main" id="{2A65DD7E-E9D7-3591-121B-6EC87B3F4F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2" name="Oval 1409">
                <a:extLst>
                  <a:ext uri="{FF2B5EF4-FFF2-40B4-BE49-F238E27FC236}">
                    <a16:creationId xmlns:a16="http://schemas.microsoft.com/office/drawing/2014/main" id="{CCC723AA-4661-4338-0E10-088DD83BC5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83" name="Freeform 1410">
                <a:extLst>
                  <a:ext uri="{FF2B5EF4-FFF2-40B4-BE49-F238E27FC236}">
                    <a16:creationId xmlns:a16="http://schemas.microsoft.com/office/drawing/2014/main" id="{3F80AC6A-B06C-87E1-6A37-8969C3BD96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4" name="Freeform 1411">
                <a:extLst>
                  <a:ext uri="{FF2B5EF4-FFF2-40B4-BE49-F238E27FC236}">
                    <a16:creationId xmlns:a16="http://schemas.microsoft.com/office/drawing/2014/main" id="{FD691211-0DC2-7F73-D26F-F5209558C5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5" name="Freeform 1412">
                <a:extLst>
                  <a:ext uri="{FF2B5EF4-FFF2-40B4-BE49-F238E27FC236}">
                    <a16:creationId xmlns:a16="http://schemas.microsoft.com/office/drawing/2014/main" id="{05B155E7-42FB-BDC0-A3CA-FBC3B3362E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6" name="Oval 1413">
                <a:extLst>
                  <a:ext uri="{FF2B5EF4-FFF2-40B4-BE49-F238E27FC236}">
                    <a16:creationId xmlns:a16="http://schemas.microsoft.com/office/drawing/2014/main" id="{EDABC406-E21A-57F4-4153-F50FA1FE4F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5" name="Group 1414">
              <a:extLst>
                <a:ext uri="{FF2B5EF4-FFF2-40B4-BE49-F238E27FC236}">
                  <a16:creationId xmlns:a16="http://schemas.microsoft.com/office/drawing/2014/main" id="{EA59F792-2938-D7D3-1B7B-186DE1D451E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875" name="Oval 1415">
                <a:extLst>
                  <a:ext uri="{FF2B5EF4-FFF2-40B4-BE49-F238E27FC236}">
                    <a16:creationId xmlns:a16="http://schemas.microsoft.com/office/drawing/2014/main" id="{005A6E92-1656-E6D4-6BC6-78DCDDCC84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6" name="Oval 1416">
                <a:extLst>
                  <a:ext uri="{FF2B5EF4-FFF2-40B4-BE49-F238E27FC236}">
                    <a16:creationId xmlns:a16="http://schemas.microsoft.com/office/drawing/2014/main" id="{5EFCFAD4-27D0-CCC9-A647-FEA0DCFB7D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7" name="Freeform 1417">
                <a:extLst>
                  <a:ext uri="{FF2B5EF4-FFF2-40B4-BE49-F238E27FC236}">
                    <a16:creationId xmlns:a16="http://schemas.microsoft.com/office/drawing/2014/main" id="{9FC56BE9-BD10-CAA0-9EDF-5CFF0DAEDA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8" name="Freeform 1418">
                <a:extLst>
                  <a:ext uri="{FF2B5EF4-FFF2-40B4-BE49-F238E27FC236}">
                    <a16:creationId xmlns:a16="http://schemas.microsoft.com/office/drawing/2014/main" id="{C6C96204-342D-935B-539F-9B63FE60DE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9" name="Freeform 1419">
                <a:extLst>
                  <a:ext uri="{FF2B5EF4-FFF2-40B4-BE49-F238E27FC236}">
                    <a16:creationId xmlns:a16="http://schemas.microsoft.com/office/drawing/2014/main" id="{24CE2F16-5B1B-5DD2-FFA8-58A42111A9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0" name="Oval 1420">
                <a:extLst>
                  <a:ext uri="{FF2B5EF4-FFF2-40B4-BE49-F238E27FC236}">
                    <a16:creationId xmlns:a16="http://schemas.microsoft.com/office/drawing/2014/main" id="{8A0A8611-429B-F762-DFA3-8B4FC8C9A8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6" name="Group 1421">
              <a:extLst>
                <a:ext uri="{FF2B5EF4-FFF2-40B4-BE49-F238E27FC236}">
                  <a16:creationId xmlns:a16="http://schemas.microsoft.com/office/drawing/2014/main" id="{8A5F9276-93B4-111C-944D-0A559F5F43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869" name="Oval 1422">
                <a:extLst>
                  <a:ext uri="{FF2B5EF4-FFF2-40B4-BE49-F238E27FC236}">
                    <a16:creationId xmlns:a16="http://schemas.microsoft.com/office/drawing/2014/main" id="{1C3DBD5B-6660-C923-7D9A-095A440E6B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0" name="Oval 1423">
                <a:extLst>
                  <a:ext uri="{FF2B5EF4-FFF2-40B4-BE49-F238E27FC236}">
                    <a16:creationId xmlns:a16="http://schemas.microsoft.com/office/drawing/2014/main" id="{A9A3F6E8-3448-7D83-003B-9D88022036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71" name="Freeform 1424">
                <a:extLst>
                  <a:ext uri="{FF2B5EF4-FFF2-40B4-BE49-F238E27FC236}">
                    <a16:creationId xmlns:a16="http://schemas.microsoft.com/office/drawing/2014/main" id="{3D55A8F6-629F-9376-EEEF-570AA7C849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2" name="Freeform 1425">
                <a:extLst>
                  <a:ext uri="{FF2B5EF4-FFF2-40B4-BE49-F238E27FC236}">
                    <a16:creationId xmlns:a16="http://schemas.microsoft.com/office/drawing/2014/main" id="{F09940B5-9D5E-91B9-0B42-62CB1E53F9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3" name="Freeform 1426">
                <a:extLst>
                  <a:ext uri="{FF2B5EF4-FFF2-40B4-BE49-F238E27FC236}">
                    <a16:creationId xmlns:a16="http://schemas.microsoft.com/office/drawing/2014/main" id="{8A672F3D-7211-38E5-0997-E8D124B6AC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74" name="Oval 1427">
                <a:extLst>
                  <a:ext uri="{FF2B5EF4-FFF2-40B4-BE49-F238E27FC236}">
                    <a16:creationId xmlns:a16="http://schemas.microsoft.com/office/drawing/2014/main" id="{C69C28FC-B915-47EA-73BB-2B4B3B64A1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7" name="Group 1428">
              <a:extLst>
                <a:ext uri="{FF2B5EF4-FFF2-40B4-BE49-F238E27FC236}">
                  <a16:creationId xmlns:a16="http://schemas.microsoft.com/office/drawing/2014/main" id="{2A45073A-E0D9-DF72-AA2B-3158B787B2A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863" name="Oval 1429">
                <a:extLst>
                  <a:ext uri="{FF2B5EF4-FFF2-40B4-BE49-F238E27FC236}">
                    <a16:creationId xmlns:a16="http://schemas.microsoft.com/office/drawing/2014/main" id="{D0A7F1F2-D280-AF51-3907-03CE98454C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4" name="Oval 1430">
                <a:extLst>
                  <a:ext uri="{FF2B5EF4-FFF2-40B4-BE49-F238E27FC236}">
                    <a16:creationId xmlns:a16="http://schemas.microsoft.com/office/drawing/2014/main" id="{277931A8-5422-186B-56FC-15373C8A7A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65" name="Freeform 1431">
                <a:extLst>
                  <a:ext uri="{FF2B5EF4-FFF2-40B4-BE49-F238E27FC236}">
                    <a16:creationId xmlns:a16="http://schemas.microsoft.com/office/drawing/2014/main" id="{07B7AC20-745B-9A7C-B823-0CE69FE8CD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6" name="Freeform 1432">
                <a:extLst>
                  <a:ext uri="{FF2B5EF4-FFF2-40B4-BE49-F238E27FC236}">
                    <a16:creationId xmlns:a16="http://schemas.microsoft.com/office/drawing/2014/main" id="{5A11CD6F-3BE6-E899-DAB6-73A8A2C194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7" name="Freeform 1433">
                <a:extLst>
                  <a:ext uri="{FF2B5EF4-FFF2-40B4-BE49-F238E27FC236}">
                    <a16:creationId xmlns:a16="http://schemas.microsoft.com/office/drawing/2014/main" id="{EB213929-EFF2-77FA-94A3-AACEE169402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8" name="Oval 1434">
                <a:extLst>
                  <a:ext uri="{FF2B5EF4-FFF2-40B4-BE49-F238E27FC236}">
                    <a16:creationId xmlns:a16="http://schemas.microsoft.com/office/drawing/2014/main" id="{292536D0-EF60-EB60-3519-D425E9A42B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8" name="Group 1435">
              <a:extLst>
                <a:ext uri="{FF2B5EF4-FFF2-40B4-BE49-F238E27FC236}">
                  <a16:creationId xmlns:a16="http://schemas.microsoft.com/office/drawing/2014/main" id="{289AE4CD-FD54-F241-D797-CBF222846C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857" name="Oval 1436">
                <a:extLst>
                  <a:ext uri="{FF2B5EF4-FFF2-40B4-BE49-F238E27FC236}">
                    <a16:creationId xmlns:a16="http://schemas.microsoft.com/office/drawing/2014/main" id="{D1E83F5D-844F-D91D-D491-94E0496BC8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8" name="Oval 1437">
                <a:extLst>
                  <a:ext uri="{FF2B5EF4-FFF2-40B4-BE49-F238E27FC236}">
                    <a16:creationId xmlns:a16="http://schemas.microsoft.com/office/drawing/2014/main" id="{EBB56998-12A0-BBA2-F8BC-8A4922211D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9" name="Freeform 1438">
                <a:extLst>
                  <a:ext uri="{FF2B5EF4-FFF2-40B4-BE49-F238E27FC236}">
                    <a16:creationId xmlns:a16="http://schemas.microsoft.com/office/drawing/2014/main" id="{ED49478E-C432-D93C-7339-DD9CFFB29F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0" name="Freeform 1439">
                <a:extLst>
                  <a:ext uri="{FF2B5EF4-FFF2-40B4-BE49-F238E27FC236}">
                    <a16:creationId xmlns:a16="http://schemas.microsoft.com/office/drawing/2014/main" id="{E5303052-7544-4853-CE41-2FB878567F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1" name="Freeform 1440">
                <a:extLst>
                  <a:ext uri="{FF2B5EF4-FFF2-40B4-BE49-F238E27FC236}">
                    <a16:creationId xmlns:a16="http://schemas.microsoft.com/office/drawing/2014/main" id="{7DA9A5E6-AA3E-881E-18AC-08C185538CD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62" name="Oval 1441">
                <a:extLst>
                  <a:ext uri="{FF2B5EF4-FFF2-40B4-BE49-F238E27FC236}">
                    <a16:creationId xmlns:a16="http://schemas.microsoft.com/office/drawing/2014/main" id="{5DCB2DDF-CE45-D812-8483-9B5ED256B3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89" name="Group 1442">
              <a:extLst>
                <a:ext uri="{FF2B5EF4-FFF2-40B4-BE49-F238E27FC236}">
                  <a16:creationId xmlns:a16="http://schemas.microsoft.com/office/drawing/2014/main" id="{E9ECAFD9-CFCB-67F2-0966-E524B3395C5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851" name="Oval 1443">
                <a:extLst>
                  <a:ext uri="{FF2B5EF4-FFF2-40B4-BE49-F238E27FC236}">
                    <a16:creationId xmlns:a16="http://schemas.microsoft.com/office/drawing/2014/main" id="{7FCBB402-7C74-A6DC-42AA-753704D1BB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2" name="Oval 1444">
                <a:extLst>
                  <a:ext uri="{FF2B5EF4-FFF2-40B4-BE49-F238E27FC236}">
                    <a16:creationId xmlns:a16="http://schemas.microsoft.com/office/drawing/2014/main" id="{2EE16567-AD55-5898-A770-9744FD551F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53" name="Freeform 1445">
                <a:extLst>
                  <a:ext uri="{FF2B5EF4-FFF2-40B4-BE49-F238E27FC236}">
                    <a16:creationId xmlns:a16="http://schemas.microsoft.com/office/drawing/2014/main" id="{526A256F-0B9E-9A95-E673-C4DD4518152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4" name="Freeform 1446">
                <a:extLst>
                  <a:ext uri="{FF2B5EF4-FFF2-40B4-BE49-F238E27FC236}">
                    <a16:creationId xmlns:a16="http://schemas.microsoft.com/office/drawing/2014/main" id="{77DB3E36-53B8-3518-411B-825E62E1C8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5" name="Freeform 1447">
                <a:extLst>
                  <a:ext uri="{FF2B5EF4-FFF2-40B4-BE49-F238E27FC236}">
                    <a16:creationId xmlns:a16="http://schemas.microsoft.com/office/drawing/2014/main" id="{1EFFEC32-DB2E-1675-3B43-95F7560704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6" name="Oval 1448">
                <a:extLst>
                  <a:ext uri="{FF2B5EF4-FFF2-40B4-BE49-F238E27FC236}">
                    <a16:creationId xmlns:a16="http://schemas.microsoft.com/office/drawing/2014/main" id="{B7050133-DC25-58F1-4A80-4E251CEC3A2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0" name="Group 1449">
              <a:extLst>
                <a:ext uri="{FF2B5EF4-FFF2-40B4-BE49-F238E27FC236}">
                  <a16:creationId xmlns:a16="http://schemas.microsoft.com/office/drawing/2014/main" id="{95DAF886-24A8-70E3-AC4B-7CE742E52E1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845" name="Oval 1450">
                <a:extLst>
                  <a:ext uri="{FF2B5EF4-FFF2-40B4-BE49-F238E27FC236}">
                    <a16:creationId xmlns:a16="http://schemas.microsoft.com/office/drawing/2014/main" id="{2DAC1011-9398-7BB9-89A4-B31A95AA48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6" name="Oval 1451">
                <a:extLst>
                  <a:ext uri="{FF2B5EF4-FFF2-40B4-BE49-F238E27FC236}">
                    <a16:creationId xmlns:a16="http://schemas.microsoft.com/office/drawing/2014/main" id="{01D91DBA-1E02-4E99-CC88-BF7A73A63A9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7" name="Freeform 1452">
                <a:extLst>
                  <a:ext uri="{FF2B5EF4-FFF2-40B4-BE49-F238E27FC236}">
                    <a16:creationId xmlns:a16="http://schemas.microsoft.com/office/drawing/2014/main" id="{F82C34F6-3FD3-24E5-9655-AA5303411CD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8" name="Freeform 1453">
                <a:extLst>
                  <a:ext uri="{FF2B5EF4-FFF2-40B4-BE49-F238E27FC236}">
                    <a16:creationId xmlns:a16="http://schemas.microsoft.com/office/drawing/2014/main" id="{E8543951-1C1D-769E-00A5-00C437AB06D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9" name="Freeform 1454">
                <a:extLst>
                  <a:ext uri="{FF2B5EF4-FFF2-40B4-BE49-F238E27FC236}">
                    <a16:creationId xmlns:a16="http://schemas.microsoft.com/office/drawing/2014/main" id="{CC0285F1-6249-EBD2-8CC6-996996D41B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0" name="Oval 1455">
                <a:extLst>
                  <a:ext uri="{FF2B5EF4-FFF2-40B4-BE49-F238E27FC236}">
                    <a16:creationId xmlns:a16="http://schemas.microsoft.com/office/drawing/2014/main" id="{F628B93D-FAB0-20AA-0FC4-5FCEEE04DC6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1" name="Group 1456">
              <a:extLst>
                <a:ext uri="{FF2B5EF4-FFF2-40B4-BE49-F238E27FC236}">
                  <a16:creationId xmlns:a16="http://schemas.microsoft.com/office/drawing/2014/main" id="{2F5CFED8-9DA1-3205-0214-2D9C6091CD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839" name="Oval 1457">
                <a:extLst>
                  <a:ext uri="{FF2B5EF4-FFF2-40B4-BE49-F238E27FC236}">
                    <a16:creationId xmlns:a16="http://schemas.microsoft.com/office/drawing/2014/main" id="{93006318-3042-F323-0B0A-894093228B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0" name="Oval 1458">
                <a:extLst>
                  <a:ext uri="{FF2B5EF4-FFF2-40B4-BE49-F238E27FC236}">
                    <a16:creationId xmlns:a16="http://schemas.microsoft.com/office/drawing/2014/main" id="{9EAE6242-6676-90E4-6802-EAEA3D9201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41" name="Freeform 1459">
                <a:extLst>
                  <a:ext uri="{FF2B5EF4-FFF2-40B4-BE49-F238E27FC236}">
                    <a16:creationId xmlns:a16="http://schemas.microsoft.com/office/drawing/2014/main" id="{C6BFB5CE-274B-E852-7196-8EF6A6D627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2" name="Freeform 1460">
                <a:extLst>
                  <a:ext uri="{FF2B5EF4-FFF2-40B4-BE49-F238E27FC236}">
                    <a16:creationId xmlns:a16="http://schemas.microsoft.com/office/drawing/2014/main" id="{30707414-FA0A-9E6A-F726-4A2BF6F71F1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3" name="Freeform 1461">
                <a:extLst>
                  <a:ext uri="{FF2B5EF4-FFF2-40B4-BE49-F238E27FC236}">
                    <a16:creationId xmlns:a16="http://schemas.microsoft.com/office/drawing/2014/main" id="{FEAD2CB6-F909-990C-5D02-64B9C31856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4" name="Oval 1462">
                <a:extLst>
                  <a:ext uri="{FF2B5EF4-FFF2-40B4-BE49-F238E27FC236}">
                    <a16:creationId xmlns:a16="http://schemas.microsoft.com/office/drawing/2014/main" id="{47015AFE-AA8A-351E-451B-A51B5C116E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2" name="Group 1463">
              <a:extLst>
                <a:ext uri="{FF2B5EF4-FFF2-40B4-BE49-F238E27FC236}">
                  <a16:creationId xmlns:a16="http://schemas.microsoft.com/office/drawing/2014/main" id="{D8DAF894-D7BA-6DFD-5FAA-C005AF1E2C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833" name="Oval 1464">
                <a:extLst>
                  <a:ext uri="{FF2B5EF4-FFF2-40B4-BE49-F238E27FC236}">
                    <a16:creationId xmlns:a16="http://schemas.microsoft.com/office/drawing/2014/main" id="{FD5313E1-B2E4-0FDE-9D6B-D7C993F6DA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4" name="Oval 1465">
                <a:extLst>
                  <a:ext uri="{FF2B5EF4-FFF2-40B4-BE49-F238E27FC236}">
                    <a16:creationId xmlns:a16="http://schemas.microsoft.com/office/drawing/2014/main" id="{0CCDDD3A-54C3-AD7E-02B2-54B8CFFE7B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35" name="Freeform 1466">
                <a:extLst>
                  <a:ext uri="{FF2B5EF4-FFF2-40B4-BE49-F238E27FC236}">
                    <a16:creationId xmlns:a16="http://schemas.microsoft.com/office/drawing/2014/main" id="{B1F4FA34-73C5-F672-6D44-1533563B26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6" name="Freeform 1467">
                <a:extLst>
                  <a:ext uri="{FF2B5EF4-FFF2-40B4-BE49-F238E27FC236}">
                    <a16:creationId xmlns:a16="http://schemas.microsoft.com/office/drawing/2014/main" id="{D5B8FB43-1378-8358-3C64-3346C1625A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7" name="Freeform 1468">
                <a:extLst>
                  <a:ext uri="{FF2B5EF4-FFF2-40B4-BE49-F238E27FC236}">
                    <a16:creationId xmlns:a16="http://schemas.microsoft.com/office/drawing/2014/main" id="{DE96C67B-804C-7CDD-12AD-6F9FFFE61F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8" name="Oval 1469">
                <a:extLst>
                  <a:ext uri="{FF2B5EF4-FFF2-40B4-BE49-F238E27FC236}">
                    <a16:creationId xmlns:a16="http://schemas.microsoft.com/office/drawing/2014/main" id="{20A74A8C-7A99-54F4-756F-B53537E7EC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3" name="Group 1470">
              <a:extLst>
                <a:ext uri="{FF2B5EF4-FFF2-40B4-BE49-F238E27FC236}">
                  <a16:creationId xmlns:a16="http://schemas.microsoft.com/office/drawing/2014/main" id="{16F172F7-2ED0-0BB6-665B-FBD141860CC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827" name="Oval 1471">
                <a:extLst>
                  <a:ext uri="{FF2B5EF4-FFF2-40B4-BE49-F238E27FC236}">
                    <a16:creationId xmlns:a16="http://schemas.microsoft.com/office/drawing/2014/main" id="{5C76DFED-15B9-1AFD-CB66-29D460AEAC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8" name="Oval 1472">
                <a:extLst>
                  <a:ext uri="{FF2B5EF4-FFF2-40B4-BE49-F238E27FC236}">
                    <a16:creationId xmlns:a16="http://schemas.microsoft.com/office/drawing/2014/main" id="{5CB57A15-7342-2030-F2BA-7B011850CD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9" name="Freeform 1473">
                <a:extLst>
                  <a:ext uri="{FF2B5EF4-FFF2-40B4-BE49-F238E27FC236}">
                    <a16:creationId xmlns:a16="http://schemas.microsoft.com/office/drawing/2014/main" id="{24314DC0-D32F-FAE2-6C21-C043062423A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0" name="Freeform 1474">
                <a:extLst>
                  <a:ext uri="{FF2B5EF4-FFF2-40B4-BE49-F238E27FC236}">
                    <a16:creationId xmlns:a16="http://schemas.microsoft.com/office/drawing/2014/main" id="{3FD8DA13-D49D-79EE-63F7-2759E92C7A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1" name="Freeform 1475">
                <a:extLst>
                  <a:ext uri="{FF2B5EF4-FFF2-40B4-BE49-F238E27FC236}">
                    <a16:creationId xmlns:a16="http://schemas.microsoft.com/office/drawing/2014/main" id="{8E8202EC-D3C5-F68B-5B7D-EDE0DEE993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2" name="Oval 1476">
                <a:extLst>
                  <a:ext uri="{FF2B5EF4-FFF2-40B4-BE49-F238E27FC236}">
                    <a16:creationId xmlns:a16="http://schemas.microsoft.com/office/drawing/2014/main" id="{7BE36411-C362-DE11-687F-373FDA4D60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4" name="Group 1477">
              <a:extLst>
                <a:ext uri="{FF2B5EF4-FFF2-40B4-BE49-F238E27FC236}">
                  <a16:creationId xmlns:a16="http://schemas.microsoft.com/office/drawing/2014/main" id="{0BE593B0-23FC-50CC-808A-91176C7B153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821" name="Oval 1478">
                <a:extLst>
                  <a:ext uri="{FF2B5EF4-FFF2-40B4-BE49-F238E27FC236}">
                    <a16:creationId xmlns:a16="http://schemas.microsoft.com/office/drawing/2014/main" id="{B2846F8D-473D-939C-4D99-1A7DB9F572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2" name="Oval 1479">
                <a:extLst>
                  <a:ext uri="{FF2B5EF4-FFF2-40B4-BE49-F238E27FC236}">
                    <a16:creationId xmlns:a16="http://schemas.microsoft.com/office/drawing/2014/main" id="{CE5E5C08-4A42-498E-A275-128B8A8EF96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23" name="Freeform 1480">
                <a:extLst>
                  <a:ext uri="{FF2B5EF4-FFF2-40B4-BE49-F238E27FC236}">
                    <a16:creationId xmlns:a16="http://schemas.microsoft.com/office/drawing/2014/main" id="{D56C6723-FC30-8CB9-C2C1-0C44D11BE6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4" name="Freeform 1481">
                <a:extLst>
                  <a:ext uri="{FF2B5EF4-FFF2-40B4-BE49-F238E27FC236}">
                    <a16:creationId xmlns:a16="http://schemas.microsoft.com/office/drawing/2014/main" id="{FCEAD018-B8E6-28C5-E097-6BBDFA5695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5" name="Freeform 1482">
                <a:extLst>
                  <a:ext uri="{FF2B5EF4-FFF2-40B4-BE49-F238E27FC236}">
                    <a16:creationId xmlns:a16="http://schemas.microsoft.com/office/drawing/2014/main" id="{49C68B27-DB79-F2C8-F4B4-B015B85426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6" name="Oval 1483">
                <a:extLst>
                  <a:ext uri="{FF2B5EF4-FFF2-40B4-BE49-F238E27FC236}">
                    <a16:creationId xmlns:a16="http://schemas.microsoft.com/office/drawing/2014/main" id="{7D4C6D0F-FBDF-639C-5E07-98D1084CC0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5" name="Group 1484">
              <a:extLst>
                <a:ext uri="{FF2B5EF4-FFF2-40B4-BE49-F238E27FC236}">
                  <a16:creationId xmlns:a16="http://schemas.microsoft.com/office/drawing/2014/main" id="{B94CE211-6397-305A-C6F3-78346A339C8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815" name="Oval 1485">
                <a:extLst>
                  <a:ext uri="{FF2B5EF4-FFF2-40B4-BE49-F238E27FC236}">
                    <a16:creationId xmlns:a16="http://schemas.microsoft.com/office/drawing/2014/main" id="{CD3A9A57-CCF3-474C-D431-2AAFA6E6144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6" name="Oval 1486">
                <a:extLst>
                  <a:ext uri="{FF2B5EF4-FFF2-40B4-BE49-F238E27FC236}">
                    <a16:creationId xmlns:a16="http://schemas.microsoft.com/office/drawing/2014/main" id="{E915DCE0-5905-356C-84AF-0BEFC05F0F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7" name="Freeform 1487">
                <a:extLst>
                  <a:ext uri="{FF2B5EF4-FFF2-40B4-BE49-F238E27FC236}">
                    <a16:creationId xmlns:a16="http://schemas.microsoft.com/office/drawing/2014/main" id="{DC56658E-A5C9-37F3-0118-4328D75A42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8" name="Freeform 1488">
                <a:extLst>
                  <a:ext uri="{FF2B5EF4-FFF2-40B4-BE49-F238E27FC236}">
                    <a16:creationId xmlns:a16="http://schemas.microsoft.com/office/drawing/2014/main" id="{C10F030E-8168-4787-344F-988D2B20B14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9" name="Freeform 1489">
                <a:extLst>
                  <a:ext uri="{FF2B5EF4-FFF2-40B4-BE49-F238E27FC236}">
                    <a16:creationId xmlns:a16="http://schemas.microsoft.com/office/drawing/2014/main" id="{742CC1FF-166A-4D58-3F50-8995D62E3B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0" name="Oval 1490">
                <a:extLst>
                  <a:ext uri="{FF2B5EF4-FFF2-40B4-BE49-F238E27FC236}">
                    <a16:creationId xmlns:a16="http://schemas.microsoft.com/office/drawing/2014/main" id="{1EA0D2B8-AE63-E847-E5A8-0CC44D953D4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6" name="Group 1491">
              <a:extLst>
                <a:ext uri="{FF2B5EF4-FFF2-40B4-BE49-F238E27FC236}">
                  <a16:creationId xmlns:a16="http://schemas.microsoft.com/office/drawing/2014/main" id="{2963692F-7C04-F233-7404-B57DA83737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809" name="Oval 1492">
                <a:extLst>
                  <a:ext uri="{FF2B5EF4-FFF2-40B4-BE49-F238E27FC236}">
                    <a16:creationId xmlns:a16="http://schemas.microsoft.com/office/drawing/2014/main" id="{4C183469-47BC-B680-CF11-7354C70469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0" name="Oval 1493">
                <a:extLst>
                  <a:ext uri="{FF2B5EF4-FFF2-40B4-BE49-F238E27FC236}">
                    <a16:creationId xmlns:a16="http://schemas.microsoft.com/office/drawing/2014/main" id="{592EE716-EABF-1075-47ED-A16A1338B5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11" name="Freeform 1494">
                <a:extLst>
                  <a:ext uri="{FF2B5EF4-FFF2-40B4-BE49-F238E27FC236}">
                    <a16:creationId xmlns:a16="http://schemas.microsoft.com/office/drawing/2014/main" id="{AB24BADE-CDAC-3CDF-A308-51341E7E4C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2" name="Freeform 1495">
                <a:extLst>
                  <a:ext uri="{FF2B5EF4-FFF2-40B4-BE49-F238E27FC236}">
                    <a16:creationId xmlns:a16="http://schemas.microsoft.com/office/drawing/2014/main" id="{8CACBF28-AB96-21C3-0847-A9AF7260F2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Freeform 1496">
                <a:extLst>
                  <a:ext uri="{FF2B5EF4-FFF2-40B4-BE49-F238E27FC236}">
                    <a16:creationId xmlns:a16="http://schemas.microsoft.com/office/drawing/2014/main" id="{9C40A058-3DD3-8998-A8D5-E6BF1544CD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4" name="Oval 1497">
                <a:extLst>
                  <a:ext uri="{FF2B5EF4-FFF2-40B4-BE49-F238E27FC236}">
                    <a16:creationId xmlns:a16="http://schemas.microsoft.com/office/drawing/2014/main" id="{C293D594-68EE-84C1-A3C7-49C5C30169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7" name="Group 1498">
              <a:extLst>
                <a:ext uri="{FF2B5EF4-FFF2-40B4-BE49-F238E27FC236}">
                  <a16:creationId xmlns:a16="http://schemas.microsoft.com/office/drawing/2014/main" id="{9AD83828-F6ED-9E41-A978-CE7B26B6ADC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803" name="Oval 1499">
                <a:extLst>
                  <a:ext uri="{FF2B5EF4-FFF2-40B4-BE49-F238E27FC236}">
                    <a16:creationId xmlns:a16="http://schemas.microsoft.com/office/drawing/2014/main" id="{9DBC9DD0-4796-56F5-1E1A-A655AB7427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4" name="Oval 1500">
                <a:extLst>
                  <a:ext uri="{FF2B5EF4-FFF2-40B4-BE49-F238E27FC236}">
                    <a16:creationId xmlns:a16="http://schemas.microsoft.com/office/drawing/2014/main" id="{397E2D5D-F6AB-479D-908D-C354F38169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805" name="Freeform 1501">
                <a:extLst>
                  <a:ext uri="{FF2B5EF4-FFF2-40B4-BE49-F238E27FC236}">
                    <a16:creationId xmlns:a16="http://schemas.microsoft.com/office/drawing/2014/main" id="{7A7FC27B-E602-5695-B460-8E8D85EF21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6" name="Freeform 1502">
                <a:extLst>
                  <a:ext uri="{FF2B5EF4-FFF2-40B4-BE49-F238E27FC236}">
                    <a16:creationId xmlns:a16="http://schemas.microsoft.com/office/drawing/2014/main" id="{4CAD3C78-36DF-33AF-78B7-C8B5F6B294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7" name="Freeform 1503">
                <a:extLst>
                  <a:ext uri="{FF2B5EF4-FFF2-40B4-BE49-F238E27FC236}">
                    <a16:creationId xmlns:a16="http://schemas.microsoft.com/office/drawing/2014/main" id="{2E167EDF-90A2-32BC-B8F1-CA1BA5424B8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Oval 1504">
                <a:extLst>
                  <a:ext uri="{FF2B5EF4-FFF2-40B4-BE49-F238E27FC236}">
                    <a16:creationId xmlns:a16="http://schemas.microsoft.com/office/drawing/2014/main" id="{0F962B2B-EA35-7FE3-4867-EB32F3A666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8" name="Group 1505">
              <a:extLst>
                <a:ext uri="{FF2B5EF4-FFF2-40B4-BE49-F238E27FC236}">
                  <a16:creationId xmlns:a16="http://schemas.microsoft.com/office/drawing/2014/main" id="{C3E34228-AF33-D848-B23B-75444B50100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797" name="Oval 1506">
                <a:extLst>
                  <a:ext uri="{FF2B5EF4-FFF2-40B4-BE49-F238E27FC236}">
                    <a16:creationId xmlns:a16="http://schemas.microsoft.com/office/drawing/2014/main" id="{63A93C31-3A50-4DFD-CBCE-E2B0428D5F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8" name="Oval 1507">
                <a:extLst>
                  <a:ext uri="{FF2B5EF4-FFF2-40B4-BE49-F238E27FC236}">
                    <a16:creationId xmlns:a16="http://schemas.microsoft.com/office/drawing/2014/main" id="{61A97448-ACCE-88AA-3345-A519A98B29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9" name="Freeform 1508">
                <a:extLst>
                  <a:ext uri="{FF2B5EF4-FFF2-40B4-BE49-F238E27FC236}">
                    <a16:creationId xmlns:a16="http://schemas.microsoft.com/office/drawing/2014/main" id="{F5890835-8BA5-49B9-D10E-5C5EB0DE95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Freeform 1509">
                <a:extLst>
                  <a:ext uri="{FF2B5EF4-FFF2-40B4-BE49-F238E27FC236}">
                    <a16:creationId xmlns:a16="http://schemas.microsoft.com/office/drawing/2014/main" id="{F341CDE2-9232-D795-7B42-2FC76EFDFD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1" name="Freeform 1510">
                <a:extLst>
                  <a:ext uri="{FF2B5EF4-FFF2-40B4-BE49-F238E27FC236}">
                    <a16:creationId xmlns:a16="http://schemas.microsoft.com/office/drawing/2014/main" id="{9F0E5850-646F-8115-F702-A39DDBC900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Oval 1511">
                <a:extLst>
                  <a:ext uri="{FF2B5EF4-FFF2-40B4-BE49-F238E27FC236}">
                    <a16:creationId xmlns:a16="http://schemas.microsoft.com/office/drawing/2014/main" id="{5FC5E0C2-7471-2B0D-26A6-31660990B58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699" name="Group 1512">
              <a:extLst>
                <a:ext uri="{FF2B5EF4-FFF2-40B4-BE49-F238E27FC236}">
                  <a16:creationId xmlns:a16="http://schemas.microsoft.com/office/drawing/2014/main" id="{93CDD0FD-E86B-0C15-3DAB-8D1F08B060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791" name="Oval 1513">
                <a:extLst>
                  <a:ext uri="{FF2B5EF4-FFF2-40B4-BE49-F238E27FC236}">
                    <a16:creationId xmlns:a16="http://schemas.microsoft.com/office/drawing/2014/main" id="{9B2F1F8B-1310-FEE3-DAB7-B3B260E6DA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2" name="Oval 1514">
                <a:extLst>
                  <a:ext uri="{FF2B5EF4-FFF2-40B4-BE49-F238E27FC236}">
                    <a16:creationId xmlns:a16="http://schemas.microsoft.com/office/drawing/2014/main" id="{CAC56503-8DA1-A7A9-5998-D18587C4EB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93" name="Freeform 1515">
                <a:extLst>
                  <a:ext uri="{FF2B5EF4-FFF2-40B4-BE49-F238E27FC236}">
                    <a16:creationId xmlns:a16="http://schemas.microsoft.com/office/drawing/2014/main" id="{0B2F8295-D2FB-F3C5-D575-12291084B2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4" name="Freeform 1516">
                <a:extLst>
                  <a:ext uri="{FF2B5EF4-FFF2-40B4-BE49-F238E27FC236}">
                    <a16:creationId xmlns:a16="http://schemas.microsoft.com/office/drawing/2014/main" id="{1AE4E1E2-ADCE-47B1-AB55-7C2C01EFE88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5" name="Freeform 1517">
                <a:extLst>
                  <a:ext uri="{FF2B5EF4-FFF2-40B4-BE49-F238E27FC236}">
                    <a16:creationId xmlns:a16="http://schemas.microsoft.com/office/drawing/2014/main" id="{5B33804C-115C-FE99-5FEF-41AE489FCE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6" name="Oval 1518">
                <a:extLst>
                  <a:ext uri="{FF2B5EF4-FFF2-40B4-BE49-F238E27FC236}">
                    <a16:creationId xmlns:a16="http://schemas.microsoft.com/office/drawing/2014/main" id="{7425F6E3-E593-CCAC-16CD-A1BCF2F681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0" name="Group 1519">
              <a:extLst>
                <a:ext uri="{FF2B5EF4-FFF2-40B4-BE49-F238E27FC236}">
                  <a16:creationId xmlns:a16="http://schemas.microsoft.com/office/drawing/2014/main" id="{D7D494E1-3E9C-38DB-D0EC-B5FA386F69F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785" name="Oval 1520">
                <a:extLst>
                  <a:ext uri="{FF2B5EF4-FFF2-40B4-BE49-F238E27FC236}">
                    <a16:creationId xmlns:a16="http://schemas.microsoft.com/office/drawing/2014/main" id="{AE1BD8E0-20E7-1916-2677-C182F5DBC9D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6" name="Oval 1521">
                <a:extLst>
                  <a:ext uri="{FF2B5EF4-FFF2-40B4-BE49-F238E27FC236}">
                    <a16:creationId xmlns:a16="http://schemas.microsoft.com/office/drawing/2014/main" id="{5416C11D-616C-10E2-D035-FAE3387D60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7" name="Freeform 1522">
                <a:extLst>
                  <a:ext uri="{FF2B5EF4-FFF2-40B4-BE49-F238E27FC236}">
                    <a16:creationId xmlns:a16="http://schemas.microsoft.com/office/drawing/2014/main" id="{064D2CA7-FAB6-D7AB-6990-4E413E3659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8" name="Freeform 1523">
                <a:extLst>
                  <a:ext uri="{FF2B5EF4-FFF2-40B4-BE49-F238E27FC236}">
                    <a16:creationId xmlns:a16="http://schemas.microsoft.com/office/drawing/2014/main" id="{412E9532-6458-659D-E177-21E4AF2C02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9" name="Freeform 1524">
                <a:extLst>
                  <a:ext uri="{FF2B5EF4-FFF2-40B4-BE49-F238E27FC236}">
                    <a16:creationId xmlns:a16="http://schemas.microsoft.com/office/drawing/2014/main" id="{5BF325ED-906C-4385-E8B0-A58B94BE1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0" name="Oval 1525">
                <a:extLst>
                  <a:ext uri="{FF2B5EF4-FFF2-40B4-BE49-F238E27FC236}">
                    <a16:creationId xmlns:a16="http://schemas.microsoft.com/office/drawing/2014/main" id="{500F7521-CB85-FAFE-2FB2-BE552DFF5C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1" name="Group 1526">
              <a:extLst>
                <a:ext uri="{FF2B5EF4-FFF2-40B4-BE49-F238E27FC236}">
                  <a16:creationId xmlns:a16="http://schemas.microsoft.com/office/drawing/2014/main" id="{6EF97662-5B23-B74E-23F2-272D74460F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779" name="Oval 1527">
                <a:extLst>
                  <a:ext uri="{FF2B5EF4-FFF2-40B4-BE49-F238E27FC236}">
                    <a16:creationId xmlns:a16="http://schemas.microsoft.com/office/drawing/2014/main" id="{B8479118-76F5-0618-F072-D0BE43B098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0" name="Oval 1528">
                <a:extLst>
                  <a:ext uri="{FF2B5EF4-FFF2-40B4-BE49-F238E27FC236}">
                    <a16:creationId xmlns:a16="http://schemas.microsoft.com/office/drawing/2014/main" id="{451DBB82-6D1A-D8EB-ABDD-78C9E322E4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81" name="Freeform 1529">
                <a:extLst>
                  <a:ext uri="{FF2B5EF4-FFF2-40B4-BE49-F238E27FC236}">
                    <a16:creationId xmlns:a16="http://schemas.microsoft.com/office/drawing/2014/main" id="{052BB1C2-1AB1-9023-0555-28B79B3F68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2" name="Freeform 1530">
                <a:extLst>
                  <a:ext uri="{FF2B5EF4-FFF2-40B4-BE49-F238E27FC236}">
                    <a16:creationId xmlns:a16="http://schemas.microsoft.com/office/drawing/2014/main" id="{94D3BE3C-4B90-EE40-8151-858509306A7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3" name="Freeform 1531">
                <a:extLst>
                  <a:ext uri="{FF2B5EF4-FFF2-40B4-BE49-F238E27FC236}">
                    <a16:creationId xmlns:a16="http://schemas.microsoft.com/office/drawing/2014/main" id="{DF43C542-7CAC-9F22-CC29-E7622F888A4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4" name="Oval 1532">
                <a:extLst>
                  <a:ext uri="{FF2B5EF4-FFF2-40B4-BE49-F238E27FC236}">
                    <a16:creationId xmlns:a16="http://schemas.microsoft.com/office/drawing/2014/main" id="{6554A3A6-972A-3128-2ABD-62F2E7B900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2" name="Group 1533">
              <a:extLst>
                <a:ext uri="{FF2B5EF4-FFF2-40B4-BE49-F238E27FC236}">
                  <a16:creationId xmlns:a16="http://schemas.microsoft.com/office/drawing/2014/main" id="{CE083E74-E7E1-B771-9A03-DC1200F7EF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773" name="Oval 1534">
                <a:extLst>
                  <a:ext uri="{FF2B5EF4-FFF2-40B4-BE49-F238E27FC236}">
                    <a16:creationId xmlns:a16="http://schemas.microsoft.com/office/drawing/2014/main" id="{C2894B5E-D0AB-1DC5-9C3B-A2008FD81A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4" name="Oval 1535">
                <a:extLst>
                  <a:ext uri="{FF2B5EF4-FFF2-40B4-BE49-F238E27FC236}">
                    <a16:creationId xmlns:a16="http://schemas.microsoft.com/office/drawing/2014/main" id="{FEB0F226-EDFC-8A6E-52EA-84323357F0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75" name="Freeform 1536">
                <a:extLst>
                  <a:ext uri="{FF2B5EF4-FFF2-40B4-BE49-F238E27FC236}">
                    <a16:creationId xmlns:a16="http://schemas.microsoft.com/office/drawing/2014/main" id="{0065D2AD-1872-6D13-D048-BE60C6FD736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6" name="Freeform 1537">
                <a:extLst>
                  <a:ext uri="{FF2B5EF4-FFF2-40B4-BE49-F238E27FC236}">
                    <a16:creationId xmlns:a16="http://schemas.microsoft.com/office/drawing/2014/main" id="{6C6FAB9D-B1B4-2B59-2240-566835D3F1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7" name="Freeform 1538">
                <a:extLst>
                  <a:ext uri="{FF2B5EF4-FFF2-40B4-BE49-F238E27FC236}">
                    <a16:creationId xmlns:a16="http://schemas.microsoft.com/office/drawing/2014/main" id="{85F74448-FAED-789E-EBA9-BBC058AE70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8" name="Oval 1539">
                <a:extLst>
                  <a:ext uri="{FF2B5EF4-FFF2-40B4-BE49-F238E27FC236}">
                    <a16:creationId xmlns:a16="http://schemas.microsoft.com/office/drawing/2014/main" id="{0A7EBA7C-8D96-B64B-9EB3-DBC1297DBBE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3" name="Group 1540">
              <a:extLst>
                <a:ext uri="{FF2B5EF4-FFF2-40B4-BE49-F238E27FC236}">
                  <a16:creationId xmlns:a16="http://schemas.microsoft.com/office/drawing/2014/main" id="{C25500DD-000F-FC2F-8B3C-7D36A48FBC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767" name="Oval 1541">
                <a:extLst>
                  <a:ext uri="{FF2B5EF4-FFF2-40B4-BE49-F238E27FC236}">
                    <a16:creationId xmlns:a16="http://schemas.microsoft.com/office/drawing/2014/main" id="{137B766E-3278-6695-AC39-AD743A3ED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8" name="Oval 1542">
                <a:extLst>
                  <a:ext uri="{FF2B5EF4-FFF2-40B4-BE49-F238E27FC236}">
                    <a16:creationId xmlns:a16="http://schemas.microsoft.com/office/drawing/2014/main" id="{D510EF2B-FD38-B5D8-FFED-0C0838A0A6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9" name="Freeform 1543">
                <a:extLst>
                  <a:ext uri="{FF2B5EF4-FFF2-40B4-BE49-F238E27FC236}">
                    <a16:creationId xmlns:a16="http://schemas.microsoft.com/office/drawing/2014/main" id="{830FC4A0-59EA-CB26-FA24-50ABDDE93A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0" name="Freeform 1544">
                <a:extLst>
                  <a:ext uri="{FF2B5EF4-FFF2-40B4-BE49-F238E27FC236}">
                    <a16:creationId xmlns:a16="http://schemas.microsoft.com/office/drawing/2014/main" id="{3BE55AD6-4934-01B2-D405-FF63FEEB23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1" name="Freeform 1545">
                <a:extLst>
                  <a:ext uri="{FF2B5EF4-FFF2-40B4-BE49-F238E27FC236}">
                    <a16:creationId xmlns:a16="http://schemas.microsoft.com/office/drawing/2014/main" id="{F5DCA571-6672-C710-A55A-262E675994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2" name="Oval 1546">
                <a:extLst>
                  <a:ext uri="{FF2B5EF4-FFF2-40B4-BE49-F238E27FC236}">
                    <a16:creationId xmlns:a16="http://schemas.microsoft.com/office/drawing/2014/main" id="{16AE67A2-5283-80DF-EB1F-61EA362FD2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4" name="Group 1547">
              <a:extLst>
                <a:ext uri="{FF2B5EF4-FFF2-40B4-BE49-F238E27FC236}">
                  <a16:creationId xmlns:a16="http://schemas.microsoft.com/office/drawing/2014/main" id="{42C18C2D-B47F-1216-85CF-86CD4D68BB2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761" name="Oval 1548">
                <a:extLst>
                  <a:ext uri="{FF2B5EF4-FFF2-40B4-BE49-F238E27FC236}">
                    <a16:creationId xmlns:a16="http://schemas.microsoft.com/office/drawing/2014/main" id="{87273AD3-1EAF-E16D-0F36-807DC6CEB6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2" name="Oval 1549">
                <a:extLst>
                  <a:ext uri="{FF2B5EF4-FFF2-40B4-BE49-F238E27FC236}">
                    <a16:creationId xmlns:a16="http://schemas.microsoft.com/office/drawing/2014/main" id="{A89644B8-49C5-F0B6-8F33-55770AAB7E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63" name="Freeform 1550">
                <a:extLst>
                  <a:ext uri="{FF2B5EF4-FFF2-40B4-BE49-F238E27FC236}">
                    <a16:creationId xmlns:a16="http://schemas.microsoft.com/office/drawing/2014/main" id="{B12179CF-1276-6AA9-9F2C-11671876F1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4" name="Freeform 1551">
                <a:extLst>
                  <a:ext uri="{FF2B5EF4-FFF2-40B4-BE49-F238E27FC236}">
                    <a16:creationId xmlns:a16="http://schemas.microsoft.com/office/drawing/2014/main" id="{1623AFBC-E10D-8B47-490F-79CAAC64784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5" name="Freeform 1552">
                <a:extLst>
                  <a:ext uri="{FF2B5EF4-FFF2-40B4-BE49-F238E27FC236}">
                    <a16:creationId xmlns:a16="http://schemas.microsoft.com/office/drawing/2014/main" id="{57A28C5C-80B1-3E03-8CB3-BEBF11FA08F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6" name="Oval 1553">
                <a:extLst>
                  <a:ext uri="{FF2B5EF4-FFF2-40B4-BE49-F238E27FC236}">
                    <a16:creationId xmlns:a16="http://schemas.microsoft.com/office/drawing/2014/main" id="{0B854934-EF8A-B7EB-645A-0A20E43F74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5" name="Group 1554">
              <a:extLst>
                <a:ext uri="{FF2B5EF4-FFF2-40B4-BE49-F238E27FC236}">
                  <a16:creationId xmlns:a16="http://schemas.microsoft.com/office/drawing/2014/main" id="{0E0809FA-172A-5CD0-685D-5C6278509F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755" name="Oval 1555">
                <a:extLst>
                  <a:ext uri="{FF2B5EF4-FFF2-40B4-BE49-F238E27FC236}">
                    <a16:creationId xmlns:a16="http://schemas.microsoft.com/office/drawing/2014/main" id="{291D2CFD-7A4B-A581-BA13-95636CBB67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6" name="Oval 1556">
                <a:extLst>
                  <a:ext uri="{FF2B5EF4-FFF2-40B4-BE49-F238E27FC236}">
                    <a16:creationId xmlns:a16="http://schemas.microsoft.com/office/drawing/2014/main" id="{5F1B9B23-81B0-7ED9-85DD-C2AE3A75449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7" name="Freeform 1557">
                <a:extLst>
                  <a:ext uri="{FF2B5EF4-FFF2-40B4-BE49-F238E27FC236}">
                    <a16:creationId xmlns:a16="http://schemas.microsoft.com/office/drawing/2014/main" id="{FF4034CA-D7CB-0BA6-9F43-647A53C73D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8" name="Freeform 1558">
                <a:extLst>
                  <a:ext uri="{FF2B5EF4-FFF2-40B4-BE49-F238E27FC236}">
                    <a16:creationId xmlns:a16="http://schemas.microsoft.com/office/drawing/2014/main" id="{0AD16988-8CFA-2275-CE8B-71197B6BED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9" name="Freeform 1559">
                <a:extLst>
                  <a:ext uri="{FF2B5EF4-FFF2-40B4-BE49-F238E27FC236}">
                    <a16:creationId xmlns:a16="http://schemas.microsoft.com/office/drawing/2014/main" id="{524ED0B1-155E-477B-4D27-6548A4C7C84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60" name="Oval 1560">
                <a:extLst>
                  <a:ext uri="{FF2B5EF4-FFF2-40B4-BE49-F238E27FC236}">
                    <a16:creationId xmlns:a16="http://schemas.microsoft.com/office/drawing/2014/main" id="{F2F367B0-D96F-8056-9186-BCC0D036CD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6" name="Group 1561">
              <a:extLst>
                <a:ext uri="{FF2B5EF4-FFF2-40B4-BE49-F238E27FC236}">
                  <a16:creationId xmlns:a16="http://schemas.microsoft.com/office/drawing/2014/main" id="{07EC04A0-D564-E309-C42F-AD7608D0E30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749" name="Oval 1562">
                <a:extLst>
                  <a:ext uri="{FF2B5EF4-FFF2-40B4-BE49-F238E27FC236}">
                    <a16:creationId xmlns:a16="http://schemas.microsoft.com/office/drawing/2014/main" id="{D43ED515-3687-06E4-468C-A242F54030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0" name="Oval 1563">
                <a:extLst>
                  <a:ext uri="{FF2B5EF4-FFF2-40B4-BE49-F238E27FC236}">
                    <a16:creationId xmlns:a16="http://schemas.microsoft.com/office/drawing/2014/main" id="{6DDFB3AE-0F22-F8A3-9F6F-6BBB6E799D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51" name="Freeform 1564">
                <a:extLst>
                  <a:ext uri="{FF2B5EF4-FFF2-40B4-BE49-F238E27FC236}">
                    <a16:creationId xmlns:a16="http://schemas.microsoft.com/office/drawing/2014/main" id="{9F3A0D1D-C007-DF73-8B33-459A6EBB6B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2" name="Freeform 1565">
                <a:extLst>
                  <a:ext uri="{FF2B5EF4-FFF2-40B4-BE49-F238E27FC236}">
                    <a16:creationId xmlns:a16="http://schemas.microsoft.com/office/drawing/2014/main" id="{8A8BA237-1AC6-B708-D81F-EFD60FB020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3" name="Freeform 1566">
                <a:extLst>
                  <a:ext uri="{FF2B5EF4-FFF2-40B4-BE49-F238E27FC236}">
                    <a16:creationId xmlns:a16="http://schemas.microsoft.com/office/drawing/2014/main" id="{E1866BB3-F4D2-546F-F4AC-18F415F93B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54" name="Oval 1567">
                <a:extLst>
                  <a:ext uri="{FF2B5EF4-FFF2-40B4-BE49-F238E27FC236}">
                    <a16:creationId xmlns:a16="http://schemas.microsoft.com/office/drawing/2014/main" id="{0F80EA60-42FD-8860-A2C8-6BD876887D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7" name="Group 1568">
              <a:extLst>
                <a:ext uri="{FF2B5EF4-FFF2-40B4-BE49-F238E27FC236}">
                  <a16:creationId xmlns:a16="http://schemas.microsoft.com/office/drawing/2014/main" id="{6E0B4E3A-D68A-D885-FC28-B40F77DF4FD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743" name="Oval 1569">
                <a:extLst>
                  <a:ext uri="{FF2B5EF4-FFF2-40B4-BE49-F238E27FC236}">
                    <a16:creationId xmlns:a16="http://schemas.microsoft.com/office/drawing/2014/main" id="{4C7641E5-E6B7-CB30-1818-58F15D201B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4" name="Oval 1570">
                <a:extLst>
                  <a:ext uri="{FF2B5EF4-FFF2-40B4-BE49-F238E27FC236}">
                    <a16:creationId xmlns:a16="http://schemas.microsoft.com/office/drawing/2014/main" id="{6A851CE5-AC56-E095-DBEF-1552CB88AD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45" name="Freeform 1571">
                <a:extLst>
                  <a:ext uri="{FF2B5EF4-FFF2-40B4-BE49-F238E27FC236}">
                    <a16:creationId xmlns:a16="http://schemas.microsoft.com/office/drawing/2014/main" id="{9226992E-CD5B-3536-9F1A-7367CD6B6A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6" name="Freeform 1572">
                <a:extLst>
                  <a:ext uri="{FF2B5EF4-FFF2-40B4-BE49-F238E27FC236}">
                    <a16:creationId xmlns:a16="http://schemas.microsoft.com/office/drawing/2014/main" id="{676CAD10-EB40-A899-8AE2-551B2429841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7" name="Freeform 1573">
                <a:extLst>
                  <a:ext uri="{FF2B5EF4-FFF2-40B4-BE49-F238E27FC236}">
                    <a16:creationId xmlns:a16="http://schemas.microsoft.com/office/drawing/2014/main" id="{673F5414-09FB-9D04-DAEE-0ACAF7E108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8" name="Oval 1574">
                <a:extLst>
                  <a:ext uri="{FF2B5EF4-FFF2-40B4-BE49-F238E27FC236}">
                    <a16:creationId xmlns:a16="http://schemas.microsoft.com/office/drawing/2014/main" id="{71F5A55C-61DD-B2C0-D3C0-FB43E5BA26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8" name="Group 1575">
              <a:extLst>
                <a:ext uri="{FF2B5EF4-FFF2-40B4-BE49-F238E27FC236}">
                  <a16:creationId xmlns:a16="http://schemas.microsoft.com/office/drawing/2014/main" id="{11AE2B95-8DE7-D4C0-AC2E-0BC28AAA05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737" name="Oval 1576">
                <a:extLst>
                  <a:ext uri="{FF2B5EF4-FFF2-40B4-BE49-F238E27FC236}">
                    <a16:creationId xmlns:a16="http://schemas.microsoft.com/office/drawing/2014/main" id="{C5AB2E39-0996-4A75-8A28-B98B3B6948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8" name="Oval 1577">
                <a:extLst>
                  <a:ext uri="{FF2B5EF4-FFF2-40B4-BE49-F238E27FC236}">
                    <a16:creationId xmlns:a16="http://schemas.microsoft.com/office/drawing/2014/main" id="{73F9F536-60B7-E355-C37D-695A2B48BD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9" name="Freeform 1578">
                <a:extLst>
                  <a:ext uri="{FF2B5EF4-FFF2-40B4-BE49-F238E27FC236}">
                    <a16:creationId xmlns:a16="http://schemas.microsoft.com/office/drawing/2014/main" id="{568F7B30-316C-1833-E893-765114160F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0" name="Freeform 1579">
                <a:extLst>
                  <a:ext uri="{FF2B5EF4-FFF2-40B4-BE49-F238E27FC236}">
                    <a16:creationId xmlns:a16="http://schemas.microsoft.com/office/drawing/2014/main" id="{851C932D-D555-AFCB-3A98-3087A9D740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1" name="Freeform 1580">
                <a:extLst>
                  <a:ext uri="{FF2B5EF4-FFF2-40B4-BE49-F238E27FC236}">
                    <a16:creationId xmlns:a16="http://schemas.microsoft.com/office/drawing/2014/main" id="{926AC963-DF87-A0C7-C85E-9D7D50AD62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42" name="Oval 1581">
                <a:extLst>
                  <a:ext uri="{FF2B5EF4-FFF2-40B4-BE49-F238E27FC236}">
                    <a16:creationId xmlns:a16="http://schemas.microsoft.com/office/drawing/2014/main" id="{12803F2A-00F0-89AC-FDDF-C96C4ABB0A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09" name="Group 1582">
              <a:extLst>
                <a:ext uri="{FF2B5EF4-FFF2-40B4-BE49-F238E27FC236}">
                  <a16:creationId xmlns:a16="http://schemas.microsoft.com/office/drawing/2014/main" id="{A7422BC5-426A-5BE6-11B1-483761DBB03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731" name="Oval 1583">
                <a:extLst>
                  <a:ext uri="{FF2B5EF4-FFF2-40B4-BE49-F238E27FC236}">
                    <a16:creationId xmlns:a16="http://schemas.microsoft.com/office/drawing/2014/main" id="{C118CFE2-F989-A99B-9980-81FFEE0DED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2" name="Oval 1584">
                <a:extLst>
                  <a:ext uri="{FF2B5EF4-FFF2-40B4-BE49-F238E27FC236}">
                    <a16:creationId xmlns:a16="http://schemas.microsoft.com/office/drawing/2014/main" id="{34451476-DCA0-7A5C-4D7A-9FCA1F180E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33" name="Freeform 1585">
                <a:extLst>
                  <a:ext uri="{FF2B5EF4-FFF2-40B4-BE49-F238E27FC236}">
                    <a16:creationId xmlns:a16="http://schemas.microsoft.com/office/drawing/2014/main" id="{2FDAB5D3-0A29-299E-91E7-A8160D0950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4" name="Freeform 1586">
                <a:extLst>
                  <a:ext uri="{FF2B5EF4-FFF2-40B4-BE49-F238E27FC236}">
                    <a16:creationId xmlns:a16="http://schemas.microsoft.com/office/drawing/2014/main" id="{0FD2B16F-F4E3-331C-5428-4D5D6793F17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5" name="Freeform 1587">
                <a:extLst>
                  <a:ext uri="{FF2B5EF4-FFF2-40B4-BE49-F238E27FC236}">
                    <a16:creationId xmlns:a16="http://schemas.microsoft.com/office/drawing/2014/main" id="{5799F4A8-B97D-96A1-A0A2-37E265FEC8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6" name="Oval 1588">
                <a:extLst>
                  <a:ext uri="{FF2B5EF4-FFF2-40B4-BE49-F238E27FC236}">
                    <a16:creationId xmlns:a16="http://schemas.microsoft.com/office/drawing/2014/main" id="{08B15A7C-2979-86B8-D74B-1F58626EF7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0" name="Group 1589">
              <a:extLst>
                <a:ext uri="{FF2B5EF4-FFF2-40B4-BE49-F238E27FC236}">
                  <a16:creationId xmlns:a16="http://schemas.microsoft.com/office/drawing/2014/main" id="{D1B245C5-A516-9A1A-DF87-917FDECE6AE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725" name="Oval 1590">
                <a:extLst>
                  <a:ext uri="{FF2B5EF4-FFF2-40B4-BE49-F238E27FC236}">
                    <a16:creationId xmlns:a16="http://schemas.microsoft.com/office/drawing/2014/main" id="{3F9240AB-D33A-E789-DED6-E6EEDAE8D1D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6" name="Oval 1591">
                <a:extLst>
                  <a:ext uri="{FF2B5EF4-FFF2-40B4-BE49-F238E27FC236}">
                    <a16:creationId xmlns:a16="http://schemas.microsoft.com/office/drawing/2014/main" id="{B9925443-A435-A62C-A8CF-C656F091900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7" name="Freeform 1592">
                <a:extLst>
                  <a:ext uri="{FF2B5EF4-FFF2-40B4-BE49-F238E27FC236}">
                    <a16:creationId xmlns:a16="http://schemas.microsoft.com/office/drawing/2014/main" id="{1C1BE942-8E42-FC59-B29C-E78080C167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8" name="Freeform 1593">
                <a:extLst>
                  <a:ext uri="{FF2B5EF4-FFF2-40B4-BE49-F238E27FC236}">
                    <a16:creationId xmlns:a16="http://schemas.microsoft.com/office/drawing/2014/main" id="{A1CABF1D-3DDD-6AE2-880C-75C996F2DE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9" name="Freeform 1594">
                <a:extLst>
                  <a:ext uri="{FF2B5EF4-FFF2-40B4-BE49-F238E27FC236}">
                    <a16:creationId xmlns:a16="http://schemas.microsoft.com/office/drawing/2014/main" id="{3EA93484-2B7C-0D95-E73F-4AD1E6EA303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0" name="Oval 1595">
                <a:extLst>
                  <a:ext uri="{FF2B5EF4-FFF2-40B4-BE49-F238E27FC236}">
                    <a16:creationId xmlns:a16="http://schemas.microsoft.com/office/drawing/2014/main" id="{1BCDE1E9-3708-2E7D-3241-86D4DD0F8A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1" name="Group 1596">
              <a:extLst>
                <a:ext uri="{FF2B5EF4-FFF2-40B4-BE49-F238E27FC236}">
                  <a16:creationId xmlns:a16="http://schemas.microsoft.com/office/drawing/2014/main" id="{0BC8D638-39B2-3A7E-E8D2-7AE19B94CA3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719" name="Oval 1597">
                <a:extLst>
                  <a:ext uri="{FF2B5EF4-FFF2-40B4-BE49-F238E27FC236}">
                    <a16:creationId xmlns:a16="http://schemas.microsoft.com/office/drawing/2014/main" id="{4A4A6CDA-D2A0-7273-4AAF-43673EF7E6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0" name="Oval 1598">
                <a:extLst>
                  <a:ext uri="{FF2B5EF4-FFF2-40B4-BE49-F238E27FC236}">
                    <a16:creationId xmlns:a16="http://schemas.microsoft.com/office/drawing/2014/main" id="{C6FCBAED-A5BF-49E8-F002-AE13FF9AC4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21" name="Freeform 1599">
                <a:extLst>
                  <a:ext uri="{FF2B5EF4-FFF2-40B4-BE49-F238E27FC236}">
                    <a16:creationId xmlns:a16="http://schemas.microsoft.com/office/drawing/2014/main" id="{636DB742-80AA-EC48-11AF-5D831956721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2" name="Freeform 1600">
                <a:extLst>
                  <a:ext uri="{FF2B5EF4-FFF2-40B4-BE49-F238E27FC236}">
                    <a16:creationId xmlns:a16="http://schemas.microsoft.com/office/drawing/2014/main" id="{718196DB-4672-1439-A2D4-A85A818078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3" name="Freeform 1601">
                <a:extLst>
                  <a:ext uri="{FF2B5EF4-FFF2-40B4-BE49-F238E27FC236}">
                    <a16:creationId xmlns:a16="http://schemas.microsoft.com/office/drawing/2014/main" id="{E6BB6333-1554-02F2-563E-F1317E30945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4" name="Oval 1602">
                <a:extLst>
                  <a:ext uri="{FF2B5EF4-FFF2-40B4-BE49-F238E27FC236}">
                    <a16:creationId xmlns:a16="http://schemas.microsoft.com/office/drawing/2014/main" id="{45C55B26-85F2-A22D-61AF-3BBCCBB6BF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712" name="Group 1603">
              <a:extLst>
                <a:ext uri="{FF2B5EF4-FFF2-40B4-BE49-F238E27FC236}">
                  <a16:creationId xmlns:a16="http://schemas.microsoft.com/office/drawing/2014/main" id="{E20405F2-D210-C784-152B-3E1BE5D921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713" name="Oval 1604">
                <a:extLst>
                  <a:ext uri="{FF2B5EF4-FFF2-40B4-BE49-F238E27FC236}">
                    <a16:creationId xmlns:a16="http://schemas.microsoft.com/office/drawing/2014/main" id="{A7096FB1-50CC-5962-EDDD-F475826D08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4" name="Oval 1605">
                <a:extLst>
                  <a:ext uri="{FF2B5EF4-FFF2-40B4-BE49-F238E27FC236}">
                    <a16:creationId xmlns:a16="http://schemas.microsoft.com/office/drawing/2014/main" id="{78AD0DF4-4B5D-65CC-7ED0-1CA98072D3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715" name="Freeform 1606">
                <a:extLst>
                  <a:ext uri="{FF2B5EF4-FFF2-40B4-BE49-F238E27FC236}">
                    <a16:creationId xmlns:a16="http://schemas.microsoft.com/office/drawing/2014/main" id="{CCD15EBF-0F25-C656-6C2F-0F95369AB9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6" name="Freeform 1607">
                <a:extLst>
                  <a:ext uri="{FF2B5EF4-FFF2-40B4-BE49-F238E27FC236}">
                    <a16:creationId xmlns:a16="http://schemas.microsoft.com/office/drawing/2014/main" id="{0005AEE4-7093-C2FA-3747-198BDB8374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7" name="Freeform 1608">
                <a:extLst>
                  <a:ext uri="{FF2B5EF4-FFF2-40B4-BE49-F238E27FC236}">
                    <a16:creationId xmlns:a16="http://schemas.microsoft.com/office/drawing/2014/main" id="{0535304F-550B-B746-88E2-409DC9A04C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18" name="Oval 1609">
                <a:extLst>
                  <a:ext uri="{FF2B5EF4-FFF2-40B4-BE49-F238E27FC236}">
                    <a16:creationId xmlns:a16="http://schemas.microsoft.com/office/drawing/2014/main" id="{DDF5553C-75A3-CB6E-DCED-66BE0FEB4A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905" name="Group 1385">
            <a:extLst>
              <a:ext uri="{FF2B5EF4-FFF2-40B4-BE49-F238E27FC236}">
                <a16:creationId xmlns:a16="http://schemas.microsoft.com/office/drawing/2014/main" id="{289FF45E-7998-42EB-88FA-3BC3906B968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576699" y="444700"/>
            <a:ext cx="1141095" cy="340150"/>
            <a:chOff x="446" y="1196"/>
            <a:chExt cx="1048" cy="312"/>
          </a:xfrm>
        </p:grpSpPr>
        <p:grpSp>
          <p:nvGrpSpPr>
            <p:cNvPr id="906" name="Group 1386">
              <a:extLst>
                <a:ext uri="{FF2B5EF4-FFF2-40B4-BE49-F238E27FC236}">
                  <a16:creationId xmlns:a16="http://schemas.microsoft.com/office/drawing/2014/main" id="{18BD56F8-42B8-952D-8E57-66010A326D0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124" name="Oval 1387">
                <a:extLst>
                  <a:ext uri="{FF2B5EF4-FFF2-40B4-BE49-F238E27FC236}">
                    <a16:creationId xmlns:a16="http://schemas.microsoft.com/office/drawing/2014/main" id="{C45B0D0C-AA7D-0A5B-46C2-DE091E2240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5" name="Oval 1388">
                <a:extLst>
                  <a:ext uri="{FF2B5EF4-FFF2-40B4-BE49-F238E27FC236}">
                    <a16:creationId xmlns:a16="http://schemas.microsoft.com/office/drawing/2014/main" id="{A10C4D4E-8706-233A-B7D0-AF11C3E3D2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6" name="Freeform 1389">
                <a:extLst>
                  <a:ext uri="{FF2B5EF4-FFF2-40B4-BE49-F238E27FC236}">
                    <a16:creationId xmlns:a16="http://schemas.microsoft.com/office/drawing/2014/main" id="{ACE77176-1C62-BF44-C12B-782BDD3C21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7" name="Freeform 1390">
                <a:extLst>
                  <a:ext uri="{FF2B5EF4-FFF2-40B4-BE49-F238E27FC236}">
                    <a16:creationId xmlns:a16="http://schemas.microsoft.com/office/drawing/2014/main" id="{9D589EBC-63F7-172B-3192-3F757555FE7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8" name="Freeform 1391">
                <a:extLst>
                  <a:ext uri="{FF2B5EF4-FFF2-40B4-BE49-F238E27FC236}">
                    <a16:creationId xmlns:a16="http://schemas.microsoft.com/office/drawing/2014/main" id="{30B41DA7-02F3-5132-2815-9B5CE5891B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9" name="Oval 1392">
                <a:extLst>
                  <a:ext uri="{FF2B5EF4-FFF2-40B4-BE49-F238E27FC236}">
                    <a16:creationId xmlns:a16="http://schemas.microsoft.com/office/drawing/2014/main" id="{45D890A6-5B4E-9810-B3EC-39F905F4949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7" name="Group 1393">
              <a:extLst>
                <a:ext uri="{FF2B5EF4-FFF2-40B4-BE49-F238E27FC236}">
                  <a16:creationId xmlns:a16="http://schemas.microsoft.com/office/drawing/2014/main" id="{4BD1AA88-FE0F-750B-1805-3D0E29B470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118" name="Oval 1394">
                <a:extLst>
                  <a:ext uri="{FF2B5EF4-FFF2-40B4-BE49-F238E27FC236}">
                    <a16:creationId xmlns:a16="http://schemas.microsoft.com/office/drawing/2014/main" id="{367E387B-A997-1A8E-6726-E456AC63D5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9" name="Oval 1395">
                <a:extLst>
                  <a:ext uri="{FF2B5EF4-FFF2-40B4-BE49-F238E27FC236}">
                    <a16:creationId xmlns:a16="http://schemas.microsoft.com/office/drawing/2014/main" id="{DCA368F5-7624-018E-03F8-D5F4498372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20" name="Freeform 1396">
                <a:extLst>
                  <a:ext uri="{FF2B5EF4-FFF2-40B4-BE49-F238E27FC236}">
                    <a16:creationId xmlns:a16="http://schemas.microsoft.com/office/drawing/2014/main" id="{33F3FA31-07B0-C8E1-81AE-238B7C64AE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1" name="Freeform 1397">
                <a:extLst>
                  <a:ext uri="{FF2B5EF4-FFF2-40B4-BE49-F238E27FC236}">
                    <a16:creationId xmlns:a16="http://schemas.microsoft.com/office/drawing/2014/main" id="{B32914D2-F90A-6F32-5B08-4B27A6446D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2" name="Freeform 1398">
                <a:extLst>
                  <a:ext uri="{FF2B5EF4-FFF2-40B4-BE49-F238E27FC236}">
                    <a16:creationId xmlns:a16="http://schemas.microsoft.com/office/drawing/2014/main" id="{A3B3D5D7-87E5-7DB1-874F-E9C1996F361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3" name="Oval 1399">
                <a:extLst>
                  <a:ext uri="{FF2B5EF4-FFF2-40B4-BE49-F238E27FC236}">
                    <a16:creationId xmlns:a16="http://schemas.microsoft.com/office/drawing/2014/main" id="{3771CBEA-FCD9-7E4B-5E68-FBEE175649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8" name="Group 1400">
              <a:extLst>
                <a:ext uri="{FF2B5EF4-FFF2-40B4-BE49-F238E27FC236}">
                  <a16:creationId xmlns:a16="http://schemas.microsoft.com/office/drawing/2014/main" id="{7F439D30-DBDF-1B21-8D04-6858890EFE0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112" name="Oval 1401">
                <a:extLst>
                  <a:ext uri="{FF2B5EF4-FFF2-40B4-BE49-F238E27FC236}">
                    <a16:creationId xmlns:a16="http://schemas.microsoft.com/office/drawing/2014/main" id="{75CB3EFC-627C-1394-6C98-7726FEB5307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3" name="Oval 1402">
                <a:extLst>
                  <a:ext uri="{FF2B5EF4-FFF2-40B4-BE49-F238E27FC236}">
                    <a16:creationId xmlns:a16="http://schemas.microsoft.com/office/drawing/2014/main" id="{E96CDA7F-394E-FE3B-FC8D-6E4A518A0B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14" name="Freeform 1403">
                <a:extLst>
                  <a:ext uri="{FF2B5EF4-FFF2-40B4-BE49-F238E27FC236}">
                    <a16:creationId xmlns:a16="http://schemas.microsoft.com/office/drawing/2014/main" id="{B556B623-F100-84B1-EC32-4A4684DAA00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5" name="Freeform 1404">
                <a:extLst>
                  <a:ext uri="{FF2B5EF4-FFF2-40B4-BE49-F238E27FC236}">
                    <a16:creationId xmlns:a16="http://schemas.microsoft.com/office/drawing/2014/main" id="{D5864255-CEAC-BD61-D3B1-A95C67CA5B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6" name="Freeform 1405">
                <a:extLst>
                  <a:ext uri="{FF2B5EF4-FFF2-40B4-BE49-F238E27FC236}">
                    <a16:creationId xmlns:a16="http://schemas.microsoft.com/office/drawing/2014/main" id="{818C0B14-5F10-3FA9-4CC0-7AEEFE165C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7" name="Oval 1406">
                <a:extLst>
                  <a:ext uri="{FF2B5EF4-FFF2-40B4-BE49-F238E27FC236}">
                    <a16:creationId xmlns:a16="http://schemas.microsoft.com/office/drawing/2014/main" id="{84358FDC-894F-FA4A-AC1A-8B8C8D2B13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09" name="Group 1407">
              <a:extLst>
                <a:ext uri="{FF2B5EF4-FFF2-40B4-BE49-F238E27FC236}">
                  <a16:creationId xmlns:a16="http://schemas.microsoft.com/office/drawing/2014/main" id="{DE6D3F6A-64DC-8A1D-7942-2F272C1D98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106" name="Oval 1408">
                <a:extLst>
                  <a:ext uri="{FF2B5EF4-FFF2-40B4-BE49-F238E27FC236}">
                    <a16:creationId xmlns:a16="http://schemas.microsoft.com/office/drawing/2014/main" id="{3AD3C36A-432A-B1FE-A700-BC80E05CA8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7" name="Oval 1409">
                <a:extLst>
                  <a:ext uri="{FF2B5EF4-FFF2-40B4-BE49-F238E27FC236}">
                    <a16:creationId xmlns:a16="http://schemas.microsoft.com/office/drawing/2014/main" id="{A38F65E0-AF75-0DBB-5023-EC93F44B19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8" name="Freeform 1410">
                <a:extLst>
                  <a:ext uri="{FF2B5EF4-FFF2-40B4-BE49-F238E27FC236}">
                    <a16:creationId xmlns:a16="http://schemas.microsoft.com/office/drawing/2014/main" id="{4D8DF668-E63E-7519-7DC7-468F1763B1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9" name="Freeform 1411">
                <a:extLst>
                  <a:ext uri="{FF2B5EF4-FFF2-40B4-BE49-F238E27FC236}">
                    <a16:creationId xmlns:a16="http://schemas.microsoft.com/office/drawing/2014/main" id="{D4C852CF-82B9-EE00-36C8-C0471F20C82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0" name="Freeform 1412">
                <a:extLst>
                  <a:ext uri="{FF2B5EF4-FFF2-40B4-BE49-F238E27FC236}">
                    <a16:creationId xmlns:a16="http://schemas.microsoft.com/office/drawing/2014/main" id="{85FBDB7A-0FFD-B7E9-0406-2C24B0DAB5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1" name="Oval 1413">
                <a:extLst>
                  <a:ext uri="{FF2B5EF4-FFF2-40B4-BE49-F238E27FC236}">
                    <a16:creationId xmlns:a16="http://schemas.microsoft.com/office/drawing/2014/main" id="{F2F23319-1BA5-2766-4FF9-5276099A17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0" name="Group 1414">
              <a:extLst>
                <a:ext uri="{FF2B5EF4-FFF2-40B4-BE49-F238E27FC236}">
                  <a16:creationId xmlns:a16="http://schemas.microsoft.com/office/drawing/2014/main" id="{579368F0-94AC-2A1B-DF75-444D66AEA1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100" name="Oval 1415">
                <a:extLst>
                  <a:ext uri="{FF2B5EF4-FFF2-40B4-BE49-F238E27FC236}">
                    <a16:creationId xmlns:a16="http://schemas.microsoft.com/office/drawing/2014/main" id="{AA64D25D-AD80-C3A9-8F14-ED4D6B24A45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1" name="Oval 1416">
                <a:extLst>
                  <a:ext uri="{FF2B5EF4-FFF2-40B4-BE49-F238E27FC236}">
                    <a16:creationId xmlns:a16="http://schemas.microsoft.com/office/drawing/2014/main" id="{8232F2A5-CC1B-061A-FDAF-94CECA3AE2B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02" name="Freeform 1417">
                <a:extLst>
                  <a:ext uri="{FF2B5EF4-FFF2-40B4-BE49-F238E27FC236}">
                    <a16:creationId xmlns:a16="http://schemas.microsoft.com/office/drawing/2014/main" id="{E0C0692C-004F-01BF-E27F-51BAE5760C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3" name="Freeform 1418">
                <a:extLst>
                  <a:ext uri="{FF2B5EF4-FFF2-40B4-BE49-F238E27FC236}">
                    <a16:creationId xmlns:a16="http://schemas.microsoft.com/office/drawing/2014/main" id="{A3483DBA-96E4-0189-4719-F085E79941C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4" name="Freeform 1419">
                <a:extLst>
                  <a:ext uri="{FF2B5EF4-FFF2-40B4-BE49-F238E27FC236}">
                    <a16:creationId xmlns:a16="http://schemas.microsoft.com/office/drawing/2014/main" id="{447FF8EA-CF59-9A3A-AC1A-F3DA64A830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05" name="Oval 1420">
                <a:extLst>
                  <a:ext uri="{FF2B5EF4-FFF2-40B4-BE49-F238E27FC236}">
                    <a16:creationId xmlns:a16="http://schemas.microsoft.com/office/drawing/2014/main" id="{BE519E0F-C6FE-11EC-EF64-0138D5C650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1" name="Group 1421">
              <a:extLst>
                <a:ext uri="{FF2B5EF4-FFF2-40B4-BE49-F238E27FC236}">
                  <a16:creationId xmlns:a16="http://schemas.microsoft.com/office/drawing/2014/main" id="{9DDCD757-2A3A-B2E8-BB8E-BA3AC39FF45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094" name="Oval 1422">
                <a:extLst>
                  <a:ext uri="{FF2B5EF4-FFF2-40B4-BE49-F238E27FC236}">
                    <a16:creationId xmlns:a16="http://schemas.microsoft.com/office/drawing/2014/main" id="{5127BD27-7AEF-DCE1-3E25-3E4EC10A346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5" name="Oval 1423">
                <a:extLst>
                  <a:ext uri="{FF2B5EF4-FFF2-40B4-BE49-F238E27FC236}">
                    <a16:creationId xmlns:a16="http://schemas.microsoft.com/office/drawing/2014/main" id="{94C6E6D3-B8C8-0C9E-4E25-DAF0AC93068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6" name="Freeform 1424">
                <a:extLst>
                  <a:ext uri="{FF2B5EF4-FFF2-40B4-BE49-F238E27FC236}">
                    <a16:creationId xmlns:a16="http://schemas.microsoft.com/office/drawing/2014/main" id="{0DBB8AC9-7D76-82F2-3144-F74BC0D5E32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7" name="Freeform 1425">
                <a:extLst>
                  <a:ext uri="{FF2B5EF4-FFF2-40B4-BE49-F238E27FC236}">
                    <a16:creationId xmlns:a16="http://schemas.microsoft.com/office/drawing/2014/main" id="{9CFDB90D-B8C0-C866-FAFD-38122398DD6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8" name="Freeform 1426">
                <a:extLst>
                  <a:ext uri="{FF2B5EF4-FFF2-40B4-BE49-F238E27FC236}">
                    <a16:creationId xmlns:a16="http://schemas.microsoft.com/office/drawing/2014/main" id="{8D50A9D7-0E5D-B89B-BB6C-BD82BB215C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9" name="Oval 1427">
                <a:extLst>
                  <a:ext uri="{FF2B5EF4-FFF2-40B4-BE49-F238E27FC236}">
                    <a16:creationId xmlns:a16="http://schemas.microsoft.com/office/drawing/2014/main" id="{A00D603C-2EEB-B2A1-8CEC-3B5DEE16D33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2" name="Group 1428">
              <a:extLst>
                <a:ext uri="{FF2B5EF4-FFF2-40B4-BE49-F238E27FC236}">
                  <a16:creationId xmlns:a16="http://schemas.microsoft.com/office/drawing/2014/main" id="{60A92638-0D04-6871-020E-1629CBC0B16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088" name="Oval 1429">
                <a:extLst>
                  <a:ext uri="{FF2B5EF4-FFF2-40B4-BE49-F238E27FC236}">
                    <a16:creationId xmlns:a16="http://schemas.microsoft.com/office/drawing/2014/main" id="{E26398D8-822E-B9E9-BF78-21BF151166A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9" name="Oval 1430">
                <a:extLst>
                  <a:ext uri="{FF2B5EF4-FFF2-40B4-BE49-F238E27FC236}">
                    <a16:creationId xmlns:a16="http://schemas.microsoft.com/office/drawing/2014/main" id="{5B6E3B19-A370-90F1-9769-45A7216F80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90" name="Freeform 1431">
                <a:extLst>
                  <a:ext uri="{FF2B5EF4-FFF2-40B4-BE49-F238E27FC236}">
                    <a16:creationId xmlns:a16="http://schemas.microsoft.com/office/drawing/2014/main" id="{987077C5-AF93-BA6C-036C-2C5D39FD02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1" name="Freeform 1432">
                <a:extLst>
                  <a:ext uri="{FF2B5EF4-FFF2-40B4-BE49-F238E27FC236}">
                    <a16:creationId xmlns:a16="http://schemas.microsoft.com/office/drawing/2014/main" id="{31056B76-B27A-7C38-DBB7-0FAC8C93FD7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2" name="Freeform 1433">
                <a:extLst>
                  <a:ext uri="{FF2B5EF4-FFF2-40B4-BE49-F238E27FC236}">
                    <a16:creationId xmlns:a16="http://schemas.microsoft.com/office/drawing/2014/main" id="{E4BF9CEA-B039-A0E0-55C1-D324FAACFD5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93" name="Oval 1434">
                <a:extLst>
                  <a:ext uri="{FF2B5EF4-FFF2-40B4-BE49-F238E27FC236}">
                    <a16:creationId xmlns:a16="http://schemas.microsoft.com/office/drawing/2014/main" id="{8456A4C9-1101-E9D2-2A3A-77326123C7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3" name="Group 1435">
              <a:extLst>
                <a:ext uri="{FF2B5EF4-FFF2-40B4-BE49-F238E27FC236}">
                  <a16:creationId xmlns:a16="http://schemas.microsoft.com/office/drawing/2014/main" id="{4D9CB0BD-C94A-FE2E-A0F8-0811953FDAF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082" name="Oval 1436">
                <a:extLst>
                  <a:ext uri="{FF2B5EF4-FFF2-40B4-BE49-F238E27FC236}">
                    <a16:creationId xmlns:a16="http://schemas.microsoft.com/office/drawing/2014/main" id="{649C8BF5-7B21-DF03-08FF-FB0D1A23C3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3" name="Oval 1437">
                <a:extLst>
                  <a:ext uri="{FF2B5EF4-FFF2-40B4-BE49-F238E27FC236}">
                    <a16:creationId xmlns:a16="http://schemas.microsoft.com/office/drawing/2014/main" id="{E9622A09-3D9E-240D-1F13-18EA80EA5A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84" name="Freeform 1438">
                <a:extLst>
                  <a:ext uri="{FF2B5EF4-FFF2-40B4-BE49-F238E27FC236}">
                    <a16:creationId xmlns:a16="http://schemas.microsoft.com/office/drawing/2014/main" id="{0FF9F112-C421-4924-F580-D39016A390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5" name="Freeform 1439">
                <a:extLst>
                  <a:ext uri="{FF2B5EF4-FFF2-40B4-BE49-F238E27FC236}">
                    <a16:creationId xmlns:a16="http://schemas.microsoft.com/office/drawing/2014/main" id="{11E2C27E-5D8A-1890-B88D-903A9EE36B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6" name="Freeform 1440">
                <a:extLst>
                  <a:ext uri="{FF2B5EF4-FFF2-40B4-BE49-F238E27FC236}">
                    <a16:creationId xmlns:a16="http://schemas.microsoft.com/office/drawing/2014/main" id="{813A5562-EA50-4340-FB0A-5DF2DE5FD6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7" name="Oval 1441">
                <a:extLst>
                  <a:ext uri="{FF2B5EF4-FFF2-40B4-BE49-F238E27FC236}">
                    <a16:creationId xmlns:a16="http://schemas.microsoft.com/office/drawing/2014/main" id="{3849EA42-BD97-2299-9843-8C66375797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4" name="Group 1442">
              <a:extLst>
                <a:ext uri="{FF2B5EF4-FFF2-40B4-BE49-F238E27FC236}">
                  <a16:creationId xmlns:a16="http://schemas.microsoft.com/office/drawing/2014/main" id="{2F6D7565-867A-A91B-83BF-AC1CA5CF1C2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076" name="Oval 1443">
                <a:extLst>
                  <a:ext uri="{FF2B5EF4-FFF2-40B4-BE49-F238E27FC236}">
                    <a16:creationId xmlns:a16="http://schemas.microsoft.com/office/drawing/2014/main" id="{0E32B75D-4A3B-0A3A-83B6-39C1FECC4A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7" name="Oval 1444">
                <a:extLst>
                  <a:ext uri="{FF2B5EF4-FFF2-40B4-BE49-F238E27FC236}">
                    <a16:creationId xmlns:a16="http://schemas.microsoft.com/office/drawing/2014/main" id="{5E09F250-A4C9-C15F-8FDC-4A4DC274149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8" name="Freeform 1445">
                <a:extLst>
                  <a:ext uri="{FF2B5EF4-FFF2-40B4-BE49-F238E27FC236}">
                    <a16:creationId xmlns:a16="http://schemas.microsoft.com/office/drawing/2014/main" id="{621600B2-3582-B6D5-1371-52DCFADFDE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9" name="Freeform 1446">
                <a:extLst>
                  <a:ext uri="{FF2B5EF4-FFF2-40B4-BE49-F238E27FC236}">
                    <a16:creationId xmlns:a16="http://schemas.microsoft.com/office/drawing/2014/main" id="{FE988B3E-0A97-6039-A69E-DAA02DD2214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0" name="Freeform 1447">
                <a:extLst>
                  <a:ext uri="{FF2B5EF4-FFF2-40B4-BE49-F238E27FC236}">
                    <a16:creationId xmlns:a16="http://schemas.microsoft.com/office/drawing/2014/main" id="{7E3D4164-F8EB-DD38-B8F3-E880D898B8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81" name="Oval 1448">
                <a:extLst>
                  <a:ext uri="{FF2B5EF4-FFF2-40B4-BE49-F238E27FC236}">
                    <a16:creationId xmlns:a16="http://schemas.microsoft.com/office/drawing/2014/main" id="{C79D55D8-849F-E4E9-4293-91C0878D67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5" name="Group 1449">
              <a:extLst>
                <a:ext uri="{FF2B5EF4-FFF2-40B4-BE49-F238E27FC236}">
                  <a16:creationId xmlns:a16="http://schemas.microsoft.com/office/drawing/2014/main" id="{990067FA-AAD3-8599-39F1-79681E81D6B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070" name="Oval 1450">
                <a:extLst>
                  <a:ext uri="{FF2B5EF4-FFF2-40B4-BE49-F238E27FC236}">
                    <a16:creationId xmlns:a16="http://schemas.microsoft.com/office/drawing/2014/main" id="{A38EC0AE-EE11-1D18-F299-F3E37CAA0C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1" name="Oval 1451">
                <a:extLst>
                  <a:ext uri="{FF2B5EF4-FFF2-40B4-BE49-F238E27FC236}">
                    <a16:creationId xmlns:a16="http://schemas.microsoft.com/office/drawing/2014/main" id="{8FABF386-13EA-2B08-F961-496222188D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72" name="Freeform 1452">
                <a:extLst>
                  <a:ext uri="{FF2B5EF4-FFF2-40B4-BE49-F238E27FC236}">
                    <a16:creationId xmlns:a16="http://schemas.microsoft.com/office/drawing/2014/main" id="{E316B0AB-57AF-E937-6A92-C9D410D94D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3" name="Freeform 1453">
                <a:extLst>
                  <a:ext uri="{FF2B5EF4-FFF2-40B4-BE49-F238E27FC236}">
                    <a16:creationId xmlns:a16="http://schemas.microsoft.com/office/drawing/2014/main" id="{C8ECFA54-06C2-0FA6-351F-559C72D542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4" name="Freeform 1454">
                <a:extLst>
                  <a:ext uri="{FF2B5EF4-FFF2-40B4-BE49-F238E27FC236}">
                    <a16:creationId xmlns:a16="http://schemas.microsoft.com/office/drawing/2014/main" id="{16FFA699-6DA4-B25B-FF97-46486418F3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5" name="Oval 1455">
                <a:extLst>
                  <a:ext uri="{FF2B5EF4-FFF2-40B4-BE49-F238E27FC236}">
                    <a16:creationId xmlns:a16="http://schemas.microsoft.com/office/drawing/2014/main" id="{8B8AFDEE-FD4C-EF75-B5D1-65F426392B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6" name="Group 1456">
              <a:extLst>
                <a:ext uri="{FF2B5EF4-FFF2-40B4-BE49-F238E27FC236}">
                  <a16:creationId xmlns:a16="http://schemas.microsoft.com/office/drawing/2014/main" id="{63CDA278-3E5C-8A87-E32C-6D39D0CE19A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064" name="Oval 1457">
                <a:extLst>
                  <a:ext uri="{FF2B5EF4-FFF2-40B4-BE49-F238E27FC236}">
                    <a16:creationId xmlns:a16="http://schemas.microsoft.com/office/drawing/2014/main" id="{FFA9FD6F-6D3E-6DE8-B6A6-5970676FEFF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5" name="Oval 1458">
                <a:extLst>
                  <a:ext uri="{FF2B5EF4-FFF2-40B4-BE49-F238E27FC236}">
                    <a16:creationId xmlns:a16="http://schemas.microsoft.com/office/drawing/2014/main" id="{57A14E03-25FA-504A-176C-1183D23F7F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6" name="Freeform 1459">
                <a:extLst>
                  <a:ext uri="{FF2B5EF4-FFF2-40B4-BE49-F238E27FC236}">
                    <a16:creationId xmlns:a16="http://schemas.microsoft.com/office/drawing/2014/main" id="{6B2B50E2-2B3A-9098-17B4-F3096AD422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7" name="Freeform 1460">
                <a:extLst>
                  <a:ext uri="{FF2B5EF4-FFF2-40B4-BE49-F238E27FC236}">
                    <a16:creationId xmlns:a16="http://schemas.microsoft.com/office/drawing/2014/main" id="{A70EC2E1-24CC-F6EA-7912-C4252B7D323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8" name="Freeform 1461">
                <a:extLst>
                  <a:ext uri="{FF2B5EF4-FFF2-40B4-BE49-F238E27FC236}">
                    <a16:creationId xmlns:a16="http://schemas.microsoft.com/office/drawing/2014/main" id="{04E2F26D-3E64-9725-EE4C-DB5EAEED4D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9" name="Oval 1462">
                <a:extLst>
                  <a:ext uri="{FF2B5EF4-FFF2-40B4-BE49-F238E27FC236}">
                    <a16:creationId xmlns:a16="http://schemas.microsoft.com/office/drawing/2014/main" id="{632D09F5-7FC4-D19D-919D-99EC9A4C6E4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7" name="Group 1463">
              <a:extLst>
                <a:ext uri="{FF2B5EF4-FFF2-40B4-BE49-F238E27FC236}">
                  <a16:creationId xmlns:a16="http://schemas.microsoft.com/office/drawing/2014/main" id="{B1E1DFF1-6539-C188-F528-B95D1C9D85A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058" name="Oval 1464">
                <a:extLst>
                  <a:ext uri="{FF2B5EF4-FFF2-40B4-BE49-F238E27FC236}">
                    <a16:creationId xmlns:a16="http://schemas.microsoft.com/office/drawing/2014/main" id="{30CBFD5C-58A7-8665-8259-581EBE1A95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9" name="Oval 1465">
                <a:extLst>
                  <a:ext uri="{FF2B5EF4-FFF2-40B4-BE49-F238E27FC236}">
                    <a16:creationId xmlns:a16="http://schemas.microsoft.com/office/drawing/2014/main" id="{8BE3245C-EC6B-C8FB-5266-5DF22285FE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60" name="Freeform 1466">
                <a:extLst>
                  <a:ext uri="{FF2B5EF4-FFF2-40B4-BE49-F238E27FC236}">
                    <a16:creationId xmlns:a16="http://schemas.microsoft.com/office/drawing/2014/main" id="{37A59106-6269-CEE2-C088-45769C427C1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1" name="Freeform 1467">
                <a:extLst>
                  <a:ext uri="{FF2B5EF4-FFF2-40B4-BE49-F238E27FC236}">
                    <a16:creationId xmlns:a16="http://schemas.microsoft.com/office/drawing/2014/main" id="{3D0AE5FD-830C-B90A-68CE-175E5C8EC89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2" name="Freeform 1468">
                <a:extLst>
                  <a:ext uri="{FF2B5EF4-FFF2-40B4-BE49-F238E27FC236}">
                    <a16:creationId xmlns:a16="http://schemas.microsoft.com/office/drawing/2014/main" id="{06D41A21-6F28-A3D6-47A9-F72E2E86E6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3" name="Oval 1469">
                <a:extLst>
                  <a:ext uri="{FF2B5EF4-FFF2-40B4-BE49-F238E27FC236}">
                    <a16:creationId xmlns:a16="http://schemas.microsoft.com/office/drawing/2014/main" id="{5B8D1135-5FEF-C10C-AD64-0632032C8CC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8" name="Group 1470">
              <a:extLst>
                <a:ext uri="{FF2B5EF4-FFF2-40B4-BE49-F238E27FC236}">
                  <a16:creationId xmlns:a16="http://schemas.microsoft.com/office/drawing/2014/main" id="{D82B52CD-9E03-2ECC-162F-70717962B1D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052" name="Oval 1471">
                <a:extLst>
                  <a:ext uri="{FF2B5EF4-FFF2-40B4-BE49-F238E27FC236}">
                    <a16:creationId xmlns:a16="http://schemas.microsoft.com/office/drawing/2014/main" id="{5DA1797F-A34C-596D-F973-BDD53907A6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3" name="Oval 1472">
                <a:extLst>
                  <a:ext uri="{FF2B5EF4-FFF2-40B4-BE49-F238E27FC236}">
                    <a16:creationId xmlns:a16="http://schemas.microsoft.com/office/drawing/2014/main" id="{7D5A6585-0CDF-AF8B-2CA3-45FEEBBB8DE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54" name="Freeform 1473">
                <a:extLst>
                  <a:ext uri="{FF2B5EF4-FFF2-40B4-BE49-F238E27FC236}">
                    <a16:creationId xmlns:a16="http://schemas.microsoft.com/office/drawing/2014/main" id="{80589A87-EC6A-2909-5C26-A26AD3ED2F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5" name="Freeform 1474">
                <a:extLst>
                  <a:ext uri="{FF2B5EF4-FFF2-40B4-BE49-F238E27FC236}">
                    <a16:creationId xmlns:a16="http://schemas.microsoft.com/office/drawing/2014/main" id="{EBABCE55-179C-E975-8817-72286B720E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6" name="Freeform 1475">
                <a:extLst>
                  <a:ext uri="{FF2B5EF4-FFF2-40B4-BE49-F238E27FC236}">
                    <a16:creationId xmlns:a16="http://schemas.microsoft.com/office/drawing/2014/main" id="{D61C64C0-2AFE-B153-79FB-B0732165BD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7" name="Oval 1476">
                <a:extLst>
                  <a:ext uri="{FF2B5EF4-FFF2-40B4-BE49-F238E27FC236}">
                    <a16:creationId xmlns:a16="http://schemas.microsoft.com/office/drawing/2014/main" id="{8BD26D22-A434-E9D2-9F86-D9548745E01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19" name="Group 1477">
              <a:extLst>
                <a:ext uri="{FF2B5EF4-FFF2-40B4-BE49-F238E27FC236}">
                  <a16:creationId xmlns:a16="http://schemas.microsoft.com/office/drawing/2014/main" id="{D6FA64FE-75DC-3444-31BD-D2BBF9BDE48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046" name="Oval 1478">
                <a:extLst>
                  <a:ext uri="{FF2B5EF4-FFF2-40B4-BE49-F238E27FC236}">
                    <a16:creationId xmlns:a16="http://schemas.microsoft.com/office/drawing/2014/main" id="{0133335C-E5F7-0A30-8549-0D2E72F2657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7" name="Oval 1479">
                <a:extLst>
                  <a:ext uri="{FF2B5EF4-FFF2-40B4-BE49-F238E27FC236}">
                    <a16:creationId xmlns:a16="http://schemas.microsoft.com/office/drawing/2014/main" id="{39B7C997-2EFB-C6FC-0CDE-1DE8BE5651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8" name="Freeform 1480">
                <a:extLst>
                  <a:ext uri="{FF2B5EF4-FFF2-40B4-BE49-F238E27FC236}">
                    <a16:creationId xmlns:a16="http://schemas.microsoft.com/office/drawing/2014/main" id="{EF88921E-92BD-0AA3-338C-C17C64425B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9" name="Freeform 1481">
                <a:extLst>
                  <a:ext uri="{FF2B5EF4-FFF2-40B4-BE49-F238E27FC236}">
                    <a16:creationId xmlns:a16="http://schemas.microsoft.com/office/drawing/2014/main" id="{5BB5EABE-61EF-5700-10FB-59960FF154F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0" name="Freeform 1482">
                <a:extLst>
                  <a:ext uri="{FF2B5EF4-FFF2-40B4-BE49-F238E27FC236}">
                    <a16:creationId xmlns:a16="http://schemas.microsoft.com/office/drawing/2014/main" id="{A9920CEC-AA16-0279-CB39-4544675426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1" name="Oval 1483">
                <a:extLst>
                  <a:ext uri="{FF2B5EF4-FFF2-40B4-BE49-F238E27FC236}">
                    <a16:creationId xmlns:a16="http://schemas.microsoft.com/office/drawing/2014/main" id="{BEC469C7-669A-4ABD-B3BB-C4CECBCB6EF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0" name="Group 1484">
              <a:extLst>
                <a:ext uri="{FF2B5EF4-FFF2-40B4-BE49-F238E27FC236}">
                  <a16:creationId xmlns:a16="http://schemas.microsoft.com/office/drawing/2014/main" id="{69E3E4BA-FF59-5D09-9964-1E6BCF7B687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040" name="Oval 1485">
                <a:extLst>
                  <a:ext uri="{FF2B5EF4-FFF2-40B4-BE49-F238E27FC236}">
                    <a16:creationId xmlns:a16="http://schemas.microsoft.com/office/drawing/2014/main" id="{7A35FEDE-7901-7E79-1455-60417E66ED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1" name="Oval 1486">
                <a:extLst>
                  <a:ext uri="{FF2B5EF4-FFF2-40B4-BE49-F238E27FC236}">
                    <a16:creationId xmlns:a16="http://schemas.microsoft.com/office/drawing/2014/main" id="{EC4C00A3-C6B1-2750-E26E-98DB97B867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42" name="Freeform 1487">
                <a:extLst>
                  <a:ext uri="{FF2B5EF4-FFF2-40B4-BE49-F238E27FC236}">
                    <a16:creationId xmlns:a16="http://schemas.microsoft.com/office/drawing/2014/main" id="{D2A36865-F147-EC5C-E88E-559D3EDD0A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3" name="Freeform 1488">
                <a:extLst>
                  <a:ext uri="{FF2B5EF4-FFF2-40B4-BE49-F238E27FC236}">
                    <a16:creationId xmlns:a16="http://schemas.microsoft.com/office/drawing/2014/main" id="{BE368F22-EEF2-D5A3-D292-703507F3FE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4" name="Freeform 1489">
                <a:extLst>
                  <a:ext uri="{FF2B5EF4-FFF2-40B4-BE49-F238E27FC236}">
                    <a16:creationId xmlns:a16="http://schemas.microsoft.com/office/drawing/2014/main" id="{36658B39-ADAB-7E19-CA8E-08DB5255E2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5" name="Oval 1490">
                <a:extLst>
                  <a:ext uri="{FF2B5EF4-FFF2-40B4-BE49-F238E27FC236}">
                    <a16:creationId xmlns:a16="http://schemas.microsoft.com/office/drawing/2014/main" id="{3EF36071-999C-A9C5-9C8D-0E583A43E4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1" name="Group 1491">
              <a:extLst>
                <a:ext uri="{FF2B5EF4-FFF2-40B4-BE49-F238E27FC236}">
                  <a16:creationId xmlns:a16="http://schemas.microsoft.com/office/drawing/2014/main" id="{01E3CA93-7F6B-6D60-AE2E-B7E30F41120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034" name="Oval 1492">
                <a:extLst>
                  <a:ext uri="{FF2B5EF4-FFF2-40B4-BE49-F238E27FC236}">
                    <a16:creationId xmlns:a16="http://schemas.microsoft.com/office/drawing/2014/main" id="{DD0C30B6-8618-7DA4-9A76-74412819BED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5" name="Oval 1493">
                <a:extLst>
                  <a:ext uri="{FF2B5EF4-FFF2-40B4-BE49-F238E27FC236}">
                    <a16:creationId xmlns:a16="http://schemas.microsoft.com/office/drawing/2014/main" id="{F762488C-A5F6-0B80-8326-051647BAAD2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6" name="Freeform 1494">
                <a:extLst>
                  <a:ext uri="{FF2B5EF4-FFF2-40B4-BE49-F238E27FC236}">
                    <a16:creationId xmlns:a16="http://schemas.microsoft.com/office/drawing/2014/main" id="{483A8835-A37F-593D-69D2-53646FDFDB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7" name="Freeform 1495">
                <a:extLst>
                  <a:ext uri="{FF2B5EF4-FFF2-40B4-BE49-F238E27FC236}">
                    <a16:creationId xmlns:a16="http://schemas.microsoft.com/office/drawing/2014/main" id="{83772011-185C-98D3-E8E5-1848B3CE35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8" name="Freeform 1496">
                <a:extLst>
                  <a:ext uri="{FF2B5EF4-FFF2-40B4-BE49-F238E27FC236}">
                    <a16:creationId xmlns:a16="http://schemas.microsoft.com/office/drawing/2014/main" id="{A04B6201-AA28-8B1A-D6B0-B035FDE812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9" name="Oval 1497">
                <a:extLst>
                  <a:ext uri="{FF2B5EF4-FFF2-40B4-BE49-F238E27FC236}">
                    <a16:creationId xmlns:a16="http://schemas.microsoft.com/office/drawing/2014/main" id="{BE45ECD6-38C5-90E6-6F5A-A222A4A258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2" name="Group 1498">
              <a:extLst>
                <a:ext uri="{FF2B5EF4-FFF2-40B4-BE49-F238E27FC236}">
                  <a16:creationId xmlns:a16="http://schemas.microsoft.com/office/drawing/2014/main" id="{500FD843-1881-2F01-FE06-97F18F10F6D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028" name="Oval 1499">
                <a:extLst>
                  <a:ext uri="{FF2B5EF4-FFF2-40B4-BE49-F238E27FC236}">
                    <a16:creationId xmlns:a16="http://schemas.microsoft.com/office/drawing/2014/main" id="{74D2FEB8-B8C1-98AA-343C-F8FCBC50AC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9" name="Oval 1500">
                <a:extLst>
                  <a:ext uri="{FF2B5EF4-FFF2-40B4-BE49-F238E27FC236}">
                    <a16:creationId xmlns:a16="http://schemas.microsoft.com/office/drawing/2014/main" id="{236E6070-5581-336C-8E42-2C9E938C74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30" name="Freeform 1501">
                <a:extLst>
                  <a:ext uri="{FF2B5EF4-FFF2-40B4-BE49-F238E27FC236}">
                    <a16:creationId xmlns:a16="http://schemas.microsoft.com/office/drawing/2014/main" id="{93659D56-355B-D98E-2640-B4BECDD454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1" name="Freeform 1502">
                <a:extLst>
                  <a:ext uri="{FF2B5EF4-FFF2-40B4-BE49-F238E27FC236}">
                    <a16:creationId xmlns:a16="http://schemas.microsoft.com/office/drawing/2014/main" id="{D9A14C0F-735A-5374-5516-A5A02AEF8FE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2" name="Freeform 1503">
                <a:extLst>
                  <a:ext uri="{FF2B5EF4-FFF2-40B4-BE49-F238E27FC236}">
                    <a16:creationId xmlns:a16="http://schemas.microsoft.com/office/drawing/2014/main" id="{296C536D-2D69-BA4A-B3FA-1F17054F1F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3" name="Oval 1504">
                <a:extLst>
                  <a:ext uri="{FF2B5EF4-FFF2-40B4-BE49-F238E27FC236}">
                    <a16:creationId xmlns:a16="http://schemas.microsoft.com/office/drawing/2014/main" id="{7C15B924-803E-ACE0-94DE-BFF1FFACB5C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3" name="Group 1505">
              <a:extLst>
                <a:ext uri="{FF2B5EF4-FFF2-40B4-BE49-F238E27FC236}">
                  <a16:creationId xmlns:a16="http://schemas.microsoft.com/office/drawing/2014/main" id="{E520DECB-4A09-B4C2-3B23-4FB23B517D8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022" name="Oval 1506">
                <a:extLst>
                  <a:ext uri="{FF2B5EF4-FFF2-40B4-BE49-F238E27FC236}">
                    <a16:creationId xmlns:a16="http://schemas.microsoft.com/office/drawing/2014/main" id="{6D360921-472D-8253-7D96-0FDF28AF095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3" name="Oval 1507">
                <a:extLst>
                  <a:ext uri="{FF2B5EF4-FFF2-40B4-BE49-F238E27FC236}">
                    <a16:creationId xmlns:a16="http://schemas.microsoft.com/office/drawing/2014/main" id="{F2FA8755-E468-D33D-6C30-7CBB84EE60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24" name="Freeform 1508">
                <a:extLst>
                  <a:ext uri="{FF2B5EF4-FFF2-40B4-BE49-F238E27FC236}">
                    <a16:creationId xmlns:a16="http://schemas.microsoft.com/office/drawing/2014/main" id="{0D626D79-B088-78B5-5360-B41718B797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5" name="Freeform 1509">
                <a:extLst>
                  <a:ext uri="{FF2B5EF4-FFF2-40B4-BE49-F238E27FC236}">
                    <a16:creationId xmlns:a16="http://schemas.microsoft.com/office/drawing/2014/main" id="{BF7BFF64-94B3-5069-C7E3-6BD6B3B781B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6" name="Freeform 1510">
                <a:extLst>
                  <a:ext uri="{FF2B5EF4-FFF2-40B4-BE49-F238E27FC236}">
                    <a16:creationId xmlns:a16="http://schemas.microsoft.com/office/drawing/2014/main" id="{DAB90D81-B5E9-01BB-54AC-27DEB35409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7" name="Oval 1511">
                <a:extLst>
                  <a:ext uri="{FF2B5EF4-FFF2-40B4-BE49-F238E27FC236}">
                    <a16:creationId xmlns:a16="http://schemas.microsoft.com/office/drawing/2014/main" id="{E8D921F5-8DC5-33E4-48A2-0510543E0F7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4" name="Group 1512">
              <a:extLst>
                <a:ext uri="{FF2B5EF4-FFF2-40B4-BE49-F238E27FC236}">
                  <a16:creationId xmlns:a16="http://schemas.microsoft.com/office/drawing/2014/main" id="{F2AF45A2-FAD0-6F0F-D30F-52494D061A9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016" name="Oval 1513">
                <a:extLst>
                  <a:ext uri="{FF2B5EF4-FFF2-40B4-BE49-F238E27FC236}">
                    <a16:creationId xmlns:a16="http://schemas.microsoft.com/office/drawing/2014/main" id="{0107DA97-5726-5A92-9C13-D34254D84D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7" name="Oval 1514">
                <a:extLst>
                  <a:ext uri="{FF2B5EF4-FFF2-40B4-BE49-F238E27FC236}">
                    <a16:creationId xmlns:a16="http://schemas.microsoft.com/office/drawing/2014/main" id="{BE202DF9-5625-D550-51DD-53B90954B6E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8" name="Freeform 1515">
                <a:extLst>
                  <a:ext uri="{FF2B5EF4-FFF2-40B4-BE49-F238E27FC236}">
                    <a16:creationId xmlns:a16="http://schemas.microsoft.com/office/drawing/2014/main" id="{80800A21-5B8C-9F31-465A-7F6F797EA77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9" name="Freeform 1516">
                <a:extLst>
                  <a:ext uri="{FF2B5EF4-FFF2-40B4-BE49-F238E27FC236}">
                    <a16:creationId xmlns:a16="http://schemas.microsoft.com/office/drawing/2014/main" id="{2CCC5DDC-6E1A-502F-9E30-482CD97BDE0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0" name="Freeform 1517">
                <a:extLst>
                  <a:ext uri="{FF2B5EF4-FFF2-40B4-BE49-F238E27FC236}">
                    <a16:creationId xmlns:a16="http://schemas.microsoft.com/office/drawing/2014/main" id="{8D593FD3-C819-5366-6B21-7D970668FD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21" name="Oval 1518">
                <a:extLst>
                  <a:ext uri="{FF2B5EF4-FFF2-40B4-BE49-F238E27FC236}">
                    <a16:creationId xmlns:a16="http://schemas.microsoft.com/office/drawing/2014/main" id="{16CE1CA0-E641-089E-76F8-BCE44E38089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5" name="Group 1519">
              <a:extLst>
                <a:ext uri="{FF2B5EF4-FFF2-40B4-BE49-F238E27FC236}">
                  <a16:creationId xmlns:a16="http://schemas.microsoft.com/office/drawing/2014/main" id="{6E402DB5-E913-943D-F7B0-6AFE1F7B16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010" name="Oval 1520">
                <a:extLst>
                  <a:ext uri="{FF2B5EF4-FFF2-40B4-BE49-F238E27FC236}">
                    <a16:creationId xmlns:a16="http://schemas.microsoft.com/office/drawing/2014/main" id="{B128B73D-F8DA-DAC2-B3E6-F04BE1DCBB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1" name="Oval 1521">
                <a:extLst>
                  <a:ext uri="{FF2B5EF4-FFF2-40B4-BE49-F238E27FC236}">
                    <a16:creationId xmlns:a16="http://schemas.microsoft.com/office/drawing/2014/main" id="{366AA539-7235-E511-4316-5235195AD4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12" name="Freeform 1522">
                <a:extLst>
                  <a:ext uri="{FF2B5EF4-FFF2-40B4-BE49-F238E27FC236}">
                    <a16:creationId xmlns:a16="http://schemas.microsoft.com/office/drawing/2014/main" id="{C169729A-EC3B-F3A8-6A3B-CA9DAF731E8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3" name="Freeform 1523">
                <a:extLst>
                  <a:ext uri="{FF2B5EF4-FFF2-40B4-BE49-F238E27FC236}">
                    <a16:creationId xmlns:a16="http://schemas.microsoft.com/office/drawing/2014/main" id="{416A862D-CC4C-D76F-214B-E5BC135C4D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4" name="Freeform 1524">
                <a:extLst>
                  <a:ext uri="{FF2B5EF4-FFF2-40B4-BE49-F238E27FC236}">
                    <a16:creationId xmlns:a16="http://schemas.microsoft.com/office/drawing/2014/main" id="{24D1F15A-5261-97C1-7017-373DFFC4290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15" name="Oval 1525">
                <a:extLst>
                  <a:ext uri="{FF2B5EF4-FFF2-40B4-BE49-F238E27FC236}">
                    <a16:creationId xmlns:a16="http://schemas.microsoft.com/office/drawing/2014/main" id="{F987FEC0-692B-CE84-618B-9AE1E346FE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6" name="Group 1526">
              <a:extLst>
                <a:ext uri="{FF2B5EF4-FFF2-40B4-BE49-F238E27FC236}">
                  <a16:creationId xmlns:a16="http://schemas.microsoft.com/office/drawing/2014/main" id="{0EBDFB45-B436-8312-73CD-EC9CE2DB127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004" name="Oval 1527">
                <a:extLst>
                  <a:ext uri="{FF2B5EF4-FFF2-40B4-BE49-F238E27FC236}">
                    <a16:creationId xmlns:a16="http://schemas.microsoft.com/office/drawing/2014/main" id="{BD2D4032-6CB0-0CEC-C101-44F7FD7078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5" name="Oval 1528">
                <a:extLst>
                  <a:ext uri="{FF2B5EF4-FFF2-40B4-BE49-F238E27FC236}">
                    <a16:creationId xmlns:a16="http://schemas.microsoft.com/office/drawing/2014/main" id="{5260EC76-0907-FE3A-139D-A0F56684F63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6" name="Freeform 1529">
                <a:extLst>
                  <a:ext uri="{FF2B5EF4-FFF2-40B4-BE49-F238E27FC236}">
                    <a16:creationId xmlns:a16="http://schemas.microsoft.com/office/drawing/2014/main" id="{FF78B138-BB95-91BB-767E-A86F2F91A1A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7" name="Freeform 1530">
                <a:extLst>
                  <a:ext uri="{FF2B5EF4-FFF2-40B4-BE49-F238E27FC236}">
                    <a16:creationId xmlns:a16="http://schemas.microsoft.com/office/drawing/2014/main" id="{7A1D3541-890B-4C33-4585-F415B39F574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8" name="Freeform 1531">
                <a:extLst>
                  <a:ext uri="{FF2B5EF4-FFF2-40B4-BE49-F238E27FC236}">
                    <a16:creationId xmlns:a16="http://schemas.microsoft.com/office/drawing/2014/main" id="{4CDAEF01-B50D-8BB1-7F87-50A444990E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9" name="Oval 1532">
                <a:extLst>
                  <a:ext uri="{FF2B5EF4-FFF2-40B4-BE49-F238E27FC236}">
                    <a16:creationId xmlns:a16="http://schemas.microsoft.com/office/drawing/2014/main" id="{93A8D98F-E87F-0D71-C2D1-C5216E203C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7" name="Group 1533">
              <a:extLst>
                <a:ext uri="{FF2B5EF4-FFF2-40B4-BE49-F238E27FC236}">
                  <a16:creationId xmlns:a16="http://schemas.microsoft.com/office/drawing/2014/main" id="{0E16BF2B-C57B-F69F-461C-821757BAA1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998" name="Oval 1534">
                <a:extLst>
                  <a:ext uri="{FF2B5EF4-FFF2-40B4-BE49-F238E27FC236}">
                    <a16:creationId xmlns:a16="http://schemas.microsoft.com/office/drawing/2014/main" id="{7603F228-3097-14B8-EA1D-EE5834D187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9" name="Oval 1535">
                <a:extLst>
                  <a:ext uri="{FF2B5EF4-FFF2-40B4-BE49-F238E27FC236}">
                    <a16:creationId xmlns:a16="http://schemas.microsoft.com/office/drawing/2014/main" id="{7242C871-8D9E-49AA-5D80-288E476915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000" name="Freeform 1536">
                <a:extLst>
                  <a:ext uri="{FF2B5EF4-FFF2-40B4-BE49-F238E27FC236}">
                    <a16:creationId xmlns:a16="http://schemas.microsoft.com/office/drawing/2014/main" id="{ADF1AE45-694E-F0F3-2D28-722305ECB0E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1" name="Freeform 1537">
                <a:extLst>
                  <a:ext uri="{FF2B5EF4-FFF2-40B4-BE49-F238E27FC236}">
                    <a16:creationId xmlns:a16="http://schemas.microsoft.com/office/drawing/2014/main" id="{3BF95FF3-23E5-70E3-4019-81C2D437031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2" name="Freeform 1538">
                <a:extLst>
                  <a:ext uri="{FF2B5EF4-FFF2-40B4-BE49-F238E27FC236}">
                    <a16:creationId xmlns:a16="http://schemas.microsoft.com/office/drawing/2014/main" id="{2DB4AEB6-C75F-9238-FC25-F653827EA0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3" name="Oval 1539">
                <a:extLst>
                  <a:ext uri="{FF2B5EF4-FFF2-40B4-BE49-F238E27FC236}">
                    <a16:creationId xmlns:a16="http://schemas.microsoft.com/office/drawing/2014/main" id="{DFBE1EA2-EF30-6D8A-DCBA-1DBB8CA4E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8" name="Group 1540">
              <a:extLst>
                <a:ext uri="{FF2B5EF4-FFF2-40B4-BE49-F238E27FC236}">
                  <a16:creationId xmlns:a16="http://schemas.microsoft.com/office/drawing/2014/main" id="{865E8704-3E38-A9C5-06BD-DCBB24E240E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992" name="Oval 1541">
                <a:extLst>
                  <a:ext uri="{FF2B5EF4-FFF2-40B4-BE49-F238E27FC236}">
                    <a16:creationId xmlns:a16="http://schemas.microsoft.com/office/drawing/2014/main" id="{CA1D5258-5A13-B08E-5152-D2692791BAF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3" name="Oval 1542">
                <a:extLst>
                  <a:ext uri="{FF2B5EF4-FFF2-40B4-BE49-F238E27FC236}">
                    <a16:creationId xmlns:a16="http://schemas.microsoft.com/office/drawing/2014/main" id="{EB6BC86F-52BB-677A-BF53-D09AC420827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94" name="Freeform 1543">
                <a:extLst>
                  <a:ext uri="{FF2B5EF4-FFF2-40B4-BE49-F238E27FC236}">
                    <a16:creationId xmlns:a16="http://schemas.microsoft.com/office/drawing/2014/main" id="{8E62DE53-CAF5-6448-457F-20F42AF1604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5" name="Freeform 1544">
                <a:extLst>
                  <a:ext uri="{FF2B5EF4-FFF2-40B4-BE49-F238E27FC236}">
                    <a16:creationId xmlns:a16="http://schemas.microsoft.com/office/drawing/2014/main" id="{8EF22730-1712-18B2-3A24-7554FCE258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6" name="Freeform 1545">
                <a:extLst>
                  <a:ext uri="{FF2B5EF4-FFF2-40B4-BE49-F238E27FC236}">
                    <a16:creationId xmlns:a16="http://schemas.microsoft.com/office/drawing/2014/main" id="{A655AEC5-8188-755A-637A-C7A77A4C225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7" name="Oval 1546">
                <a:extLst>
                  <a:ext uri="{FF2B5EF4-FFF2-40B4-BE49-F238E27FC236}">
                    <a16:creationId xmlns:a16="http://schemas.microsoft.com/office/drawing/2014/main" id="{669F4337-BA61-7242-0914-C9FFD4B1138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29" name="Group 1547">
              <a:extLst>
                <a:ext uri="{FF2B5EF4-FFF2-40B4-BE49-F238E27FC236}">
                  <a16:creationId xmlns:a16="http://schemas.microsoft.com/office/drawing/2014/main" id="{5DCF5A81-422F-C26D-6C9A-4CAE8E0175D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986" name="Oval 1548">
                <a:extLst>
                  <a:ext uri="{FF2B5EF4-FFF2-40B4-BE49-F238E27FC236}">
                    <a16:creationId xmlns:a16="http://schemas.microsoft.com/office/drawing/2014/main" id="{F6DF1AED-7251-D871-2CBA-672481CAFFB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7" name="Oval 1549">
                <a:extLst>
                  <a:ext uri="{FF2B5EF4-FFF2-40B4-BE49-F238E27FC236}">
                    <a16:creationId xmlns:a16="http://schemas.microsoft.com/office/drawing/2014/main" id="{2E80E564-7A43-B4D5-5226-5F3F878915D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8" name="Freeform 1550">
                <a:extLst>
                  <a:ext uri="{FF2B5EF4-FFF2-40B4-BE49-F238E27FC236}">
                    <a16:creationId xmlns:a16="http://schemas.microsoft.com/office/drawing/2014/main" id="{C9F2FD18-52B5-9D88-B391-86855AA74C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9" name="Freeform 1551">
                <a:extLst>
                  <a:ext uri="{FF2B5EF4-FFF2-40B4-BE49-F238E27FC236}">
                    <a16:creationId xmlns:a16="http://schemas.microsoft.com/office/drawing/2014/main" id="{C8DC264A-A7EF-27B7-8A23-185647BD599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0" name="Freeform 1552">
                <a:extLst>
                  <a:ext uri="{FF2B5EF4-FFF2-40B4-BE49-F238E27FC236}">
                    <a16:creationId xmlns:a16="http://schemas.microsoft.com/office/drawing/2014/main" id="{7F7D1B38-8C91-337E-FC42-67761749FB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1" name="Oval 1553">
                <a:extLst>
                  <a:ext uri="{FF2B5EF4-FFF2-40B4-BE49-F238E27FC236}">
                    <a16:creationId xmlns:a16="http://schemas.microsoft.com/office/drawing/2014/main" id="{933906CD-D8B1-7BF1-F05A-63EC6527C6C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0" name="Group 1554">
              <a:extLst>
                <a:ext uri="{FF2B5EF4-FFF2-40B4-BE49-F238E27FC236}">
                  <a16:creationId xmlns:a16="http://schemas.microsoft.com/office/drawing/2014/main" id="{F14D0263-87FB-7E96-4B2D-338A61D31F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980" name="Oval 1555">
                <a:extLst>
                  <a:ext uri="{FF2B5EF4-FFF2-40B4-BE49-F238E27FC236}">
                    <a16:creationId xmlns:a16="http://schemas.microsoft.com/office/drawing/2014/main" id="{C4FAED4B-DF8B-1058-0055-5B63330D08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1" name="Oval 1556">
                <a:extLst>
                  <a:ext uri="{FF2B5EF4-FFF2-40B4-BE49-F238E27FC236}">
                    <a16:creationId xmlns:a16="http://schemas.microsoft.com/office/drawing/2014/main" id="{3441FFBD-924B-0213-CAA0-0FA74985165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82" name="Freeform 1557">
                <a:extLst>
                  <a:ext uri="{FF2B5EF4-FFF2-40B4-BE49-F238E27FC236}">
                    <a16:creationId xmlns:a16="http://schemas.microsoft.com/office/drawing/2014/main" id="{FFCEF81C-2979-58FB-617E-72B8BD1B82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3" name="Freeform 1558">
                <a:extLst>
                  <a:ext uri="{FF2B5EF4-FFF2-40B4-BE49-F238E27FC236}">
                    <a16:creationId xmlns:a16="http://schemas.microsoft.com/office/drawing/2014/main" id="{C6AF64E0-0DDC-F5C0-229F-081963635C3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4" name="Freeform 1559">
                <a:extLst>
                  <a:ext uri="{FF2B5EF4-FFF2-40B4-BE49-F238E27FC236}">
                    <a16:creationId xmlns:a16="http://schemas.microsoft.com/office/drawing/2014/main" id="{AEF46CE7-7EB7-E089-D57D-141469638D0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5" name="Oval 1560">
                <a:extLst>
                  <a:ext uri="{FF2B5EF4-FFF2-40B4-BE49-F238E27FC236}">
                    <a16:creationId xmlns:a16="http://schemas.microsoft.com/office/drawing/2014/main" id="{35469289-F5A0-7465-AE81-DEFAA0D9FC4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1" name="Group 1561">
              <a:extLst>
                <a:ext uri="{FF2B5EF4-FFF2-40B4-BE49-F238E27FC236}">
                  <a16:creationId xmlns:a16="http://schemas.microsoft.com/office/drawing/2014/main" id="{5A12D66B-F830-25A7-2E4A-D4874F9D4AE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974" name="Oval 1562">
                <a:extLst>
                  <a:ext uri="{FF2B5EF4-FFF2-40B4-BE49-F238E27FC236}">
                    <a16:creationId xmlns:a16="http://schemas.microsoft.com/office/drawing/2014/main" id="{3E139193-E983-CB8D-70CB-58DD21E3D4E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5" name="Oval 1563">
                <a:extLst>
                  <a:ext uri="{FF2B5EF4-FFF2-40B4-BE49-F238E27FC236}">
                    <a16:creationId xmlns:a16="http://schemas.microsoft.com/office/drawing/2014/main" id="{3F80F493-B259-C4C4-D87F-8764C68A21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6" name="Freeform 1564">
                <a:extLst>
                  <a:ext uri="{FF2B5EF4-FFF2-40B4-BE49-F238E27FC236}">
                    <a16:creationId xmlns:a16="http://schemas.microsoft.com/office/drawing/2014/main" id="{D2F37E06-B67E-9396-218F-1CC34F27D6E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7" name="Freeform 1565">
                <a:extLst>
                  <a:ext uri="{FF2B5EF4-FFF2-40B4-BE49-F238E27FC236}">
                    <a16:creationId xmlns:a16="http://schemas.microsoft.com/office/drawing/2014/main" id="{6789F3FD-7779-452A-E41F-905C229BC8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8" name="Freeform 1566">
                <a:extLst>
                  <a:ext uri="{FF2B5EF4-FFF2-40B4-BE49-F238E27FC236}">
                    <a16:creationId xmlns:a16="http://schemas.microsoft.com/office/drawing/2014/main" id="{2188B549-E43D-0CCD-BE2F-D100C8D8B6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9" name="Oval 1567">
                <a:extLst>
                  <a:ext uri="{FF2B5EF4-FFF2-40B4-BE49-F238E27FC236}">
                    <a16:creationId xmlns:a16="http://schemas.microsoft.com/office/drawing/2014/main" id="{1A1F6B06-C354-55C2-1548-2E3A9BFD74F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2" name="Group 1568">
              <a:extLst>
                <a:ext uri="{FF2B5EF4-FFF2-40B4-BE49-F238E27FC236}">
                  <a16:creationId xmlns:a16="http://schemas.microsoft.com/office/drawing/2014/main" id="{09148A9D-8854-330C-87B8-6FDA5DC20FB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968" name="Oval 1569">
                <a:extLst>
                  <a:ext uri="{FF2B5EF4-FFF2-40B4-BE49-F238E27FC236}">
                    <a16:creationId xmlns:a16="http://schemas.microsoft.com/office/drawing/2014/main" id="{2A35B44F-0799-3D47-DF24-C04DAB9B33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9" name="Oval 1570">
                <a:extLst>
                  <a:ext uri="{FF2B5EF4-FFF2-40B4-BE49-F238E27FC236}">
                    <a16:creationId xmlns:a16="http://schemas.microsoft.com/office/drawing/2014/main" id="{C08FA826-79AD-F88B-7FFE-31B1751597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70" name="Freeform 1571">
                <a:extLst>
                  <a:ext uri="{FF2B5EF4-FFF2-40B4-BE49-F238E27FC236}">
                    <a16:creationId xmlns:a16="http://schemas.microsoft.com/office/drawing/2014/main" id="{896FC129-33FD-1F1E-6BC7-D7B8E8DB200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1" name="Freeform 1572">
                <a:extLst>
                  <a:ext uri="{FF2B5EF4-FFF2-40B4-BE49-F238E27FC236}">
                    <a16:creationId xmlns:a16="http://schemas.microsoft.com/office/drawing/2014/main" id="{88BC9F10-EA2D-2AA8-C5B3-6ED5FBEC3CA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2" name="Freeform 1573">
                <a:extLst>
                  <a:ext uri="{FF2B5EF4-FFF2-40B4-BE49-F238E27FC236}">
                    <a16:creationId xmlns:a16="http://schemas.microsoft.com/office/drawing/2014/main" id="{A283C1CC-4CE5-1E76-75FA-ECB903889F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3" name="Oval 1574">
                <a:extLst>
                  <a:ext uri="{FF2B5EF4-FFF2-40B4-BE49-F238E27FC236}">
                    <a16:creationId xmlns:a16="http://schemas.microsoft.com/office/drawing/2014/main" id="{13594D06-602F-3CAE-CA4F-8623F46E63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3" name="Group 1575">
              <a:extLst>
                <a:ext uri="{FF2B5EF4-FFF2-40B4-BE49-F238E27FC236}">
                  <a16:creationId xmlns:a16="http://schemas.microsoft.com/office/drawing/2014/main" id="{5AE50D69-72DB-2791-D6BB-7C357CAEB97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962" name="Oval 1576">
                <a:extLst>
                  <a:ext uri="{FF2B5EF4-FFF2-40B4-BE49-F238E27FC236}">
                    <a16:creationId xmlns:a16="http://schemas.microsoft.com/office/drawing/2014/main" id="{1D3E0173-9C96-B1F2-BD2B-2F64D54223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3" name="Oval 1577">
                <a:extLst>
                  <a:ext uri="{FF2B5EF4-FFF2-40B4-BE49-F238E27FC236}">
                    <a16:creationId xmlns:a16="http://schemas.microsoft.com/office/drawing/2014/main" id="{B19C1168-80FA-BE70-6BFC-C5E830AA46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64" name="Freeform 1578">
                <a:extLst>
                  <a:ext uri="{FF2B5EF4-FFF2-40B4-BE49-F238E27FC236}">
                    <a16:creationId xmlns:a16="http://schemas.microsoft.com/office/drawing/2014/main" id="{1BEAB931-1DD8-5243-4FF3-8BE36E661E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5" name="Freeform 1579">
                <a:extLst>
                  <a:ext uri="{FF2B5EF4-FFF2-40B4-BE49-F238E27FC236}">
                    <a16:creationId xmlns:a16="http://schemas.microsoft.com/office/drawing/2014/main" id="{9529FE24-44F5-A538-06AE-34B07E4A19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6" name="Freeform 1580">
                <a:extLst>
                  <a:ext uri="{FF2B5EF4-FFF2-40B4-BE49-F238E27FC236}">
                    <a16:creationId xmlns:a16="http://schemas.microsoft.com/office/drawing/2014/main" id="{074F0B7F-AF69-90FD-2EF2-C324C46243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7" name="Oval 1581">
                <a:extLst>
                  <a:ext uri="{FF2B5EF4-FFF2-40B4-BE49-F238E27FC236}">
                    <a16:creationId xmlns:a16="http://schemas.microsoft.com/office/drawing/2014/main" id="{885732D5-21CF-C8F4-5B3F-5ED5399130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4" name="Group 1582">
              <a:extLst>
                <a:ext uri="{FF2B5EF4-FFF2-40B4-BE49-F238E27FC236}">
                  <a16:creationId xmlns:a16="http://schemas.microsoft.com/office/drawing/2014/main" id="{D65E5F0B-6F0D-0842-28BD-DEEAF975922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956" name="Oval 1583">
                <a:extLst>
                  <a:ext uri="{FF2B5EF4-FFF2-40B4-BE49-F238E27FC236}">
                    <a16:creationId xmlns:a16="http://schemas.microsoft.com/office/drawing/2014/main" id="{4F732B1E-6C24-B061-8747-D69B0EE7A1D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7" name="Oval 1584">
                <a:extLst>
                  <a:ext uri="{FF2B5EF4-FFF2-40B4-BE49-F238E27FC236}">
                    <a16:creationId xmlns:a16="http://schemas.microsoft.com/office/drawing/2014/main" id="{BCA1B027-121C-874F-5CD0-2AAFD490B2B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8" name="Freeform 1585">
                <a:extLst>
                  <a:ext uri="{FF2B5EF4-FFF2-40B4-BE49-F238E27FC236}">
                    <a16:creationId xmlns:a16="http://schemas.microsoft.com/office/drawing/2014/main" id="{C49484A6-532C-1CE9-A902-472F82ADB0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9" name="Freeform 1586">
                <a:extLst>
                  <a:ext uri="{FF2B5EF4-FFF2-40B4-BE49-F238E27FC236}">
                    <a16:creationId xmlns:a16="http://schemas.microsoft.com/office/drawing/2014/main" id="{2E12C828-798C-CEF8-0692-A1BD470453B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0" name="Freeform 1587">
                <a:extLst>
                  <a:ext uri="{FF2B5EF4-FFF2-40B4-BE49-F238E27FC236}">
                    <a16:creationId xmlns:a16="http://schemas.microsoft.com/office/drawing/2014/main" id="{79732818-E37D-2561-97E3-7333B2AA76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1" name="Oval 1588">
                <a:extLst>
                  <a:ext uri="{FF2B5EF4-FFF2-40B4-BE49-F238E27FC236}">
                    <a16:creationId xmlns:a16="http://schemas.microsoft.com/office/drawing/2014/main" id="{E1937601-AF8B-B3EE-97D5-90B75968766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5" name="Group 1589">
              <a:extLst>
                <a:ext uri="{FF2B5EF4-FFF2-40B4-BE49-F238E27FC236}">
                  <a16:creationId xmlns:a16="http://schemas.microsoft.com/office/drawing/2014/main" id="{7D1C7E40-107B-CC06-CCC8-F37A39CB7F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950" name="Oval 1590">
                <a:extLst>
                  <a:ext uri="{FF2B5EF4-FFF2-40B4-BE49-F238E27FC236}">
                    <a16:creationId xmlns:a16="http://schemas.microsoft.com/office/drawing/2014/main" id="{34C7C527-1F9D-52E8-F5A9-08D96175682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1" name="Oval 1591">
                <a:extLst>
                  <a:ext uri="{FF2B5EF4-FFF2-40B4-BE49-F238E27FC236}">
                    <a16:creationId xmlns:a16="http://schemas.microsoft.com/office/drawing/2014/main" id="{C99E4568-D43C-45C7-4B08-A1E1709336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52" name="Freeform 1592">
                <a:extLst>
                  <a:ext uri="{FF2B5EF4-FFF2-40B4-BE49-F238E27FC236}">
                    <a16:creationId xmlns:a16="http://schemas.microsoft.com/office/drawing/2014/main" id="{F8E953E3-28EC-1E91-8493-39ECC25B683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3" name="Freeform 1593">
                <a:extLst>
                  <a:ext uri="{FF2B5EF4-FFF2-40B4-BE49-F238E27FC236}">
                    <a16:creationId xmlns:a16="http://schemas.microsoft.com/office/drawing/2014/main" id="{66CD8324-4DEA-4DE8-762D-6C90F85E364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4" name="Freeform 1594">
                <a:extLst>
                  <a:ext uri="{FF2B5EF4-FFF2-40B4-BE49-F238E27FC236}">
                    <a16:creationId xmlns:a16="http://schemas.microsoft.com/office/drawing/2014/main" id="{ACF72F3B-3E90-946F-5A9E-6385E5C159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55" name="Oval 1595">
                <a:extLst>
                  <a:ext uri="{FF2B5EF4-FFF2-40B4-BE49-F238E27FC236}">
                    <a16:creationId xmlns:a16="http://schemas.microsoft.com/office/drawing/2014/main" id="{52343DC2-BF44-5C42-6D96-145042A0158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6" name="Group 1596">
              <a:extLst>
                <a:ext uri="{FF2B5EF4-FFF2-40B4-BE49-F238E27FC236}">
                  <a16:creationId xmlns:a16="http://schemas.microsoft.com/office/drawing/2014/main" id="{9043E377-0413-32FC-6EB0-3115DDC8C0B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944" name="Oval 1597">
                <a:extLst>
                  <a:ext uri="{FF2B5EF4-FFF2-40B4-BE49-F238E27FC236}">
                    <a16:creationId xmlns:a16="http://schemas.microsoft.com/office/drawing/2014/main" id="{56C1EF1D-090C-0DFE-1AAB-4B474CFABC6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5" name="Oval 1598">
                <a:extLst>
                  <a:ext uri="{FF2B5EF4-FFF2-40B4-BE49-F238E27FC236}">
                    <a16:creationId xmlns:a16="http://schemas.microsoft.com/office/drawing/2014/main" id="{47FD3818-7074-BD27-6951-C0112FB51E6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6" name="Freeform 1599">
                <a:extLst>
                  <a:ext uri="{FF2B5EF4-FFF2-40B4-BE49-F238E27FC236}">
                    <a16:creationId xmlns:a16="http://schemas.microsoft.com/office/drawing/2014/main" id="{F6F6B27B-DAB0-D075-19E6-4288B8809F5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7" name="Freeform 1600">
                <a:extLst>
                  <a:ext uri="{FF2B5EF4-FFF2-40B4-BE49-F238E27FC236}">
                    <a16:creationId xmlns:a16="http://schemas.microsoft.com/office/drawing/2014/main" id="{7B5DF1A6-D295-17A6-2418-5560E946F95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8" name="Freeform 1601">
                <a:extLst>
                  <a:ext uri="{FF2B5EF4-FFF2-40B4-BE49-F238E27FC236}">
                    <a16:creationId xmlns:a16="http://schemas.microsoft.com/office/drawing/2014/main" id="{5BD10A09-CDAB-0B4C-8A8E-97DE55DC7CC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9" name="Oval 1602">
                <a:extLst>
                  <a:ext uri="{FF2B5EF4-FFF2-40B4-BE49-F238E27FC236}">
                    <a16:creationId xmlns:a16="http://schemas.microsoft.com/office/drawing/2014/main" id="{871C6B42-EB47-EA96-EE55-4F7B3F13D4B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937" name="Group 1603">
              <a:extLst>
                <a:ext uri="{FF2B5EF4-FFF2-40B4-BE49-F238E27FC236}">
                  <a16:creationId xmlns:a16="http://schemas.microsoft.com/office/drawing/2014/main" id="{A0740651-82E4-564D-04C4-E783E5AD811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938" name="Oval 1604">
                <a:extLst>
                  <a:ext uri="{FF2B5EF4-FFF2-40B4-BE49-F238E27FC236}">
                    <a16:creationId xmlns:a16="http://schemas.microsoft.com/office/drawing/2014/main" id="{3BD8A310-6A14-3D5D-0DAB-731E5B90AA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39" name="Oval 1605">
                <a:extLst>
                  <a:ext uri="{FF2B5EF4-FFF2-40B4-BE49-F238E27FC236}">
                    <a16:creationId xmlns:a16="http://schemas.microsoft.com/office/drawing/2014/main" id="{E287A899-DE01-7B56-3569-2D013DFA292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940" name="Freeform 1606">
                <a:extLst>
                  <a:ext uri="{FF2B5EF4-FFF2-40B4-BE49-F238E27FC236}">
                    <a16:creationId xmlns:a16="http://schemas.microsoft.com/office/drawing/2014/main" id="{3321FA22-DBA9-BCD3-88F9-0DCC1CF4F0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1" name="Freeform 1607">
                <a:extLst>
                  <a:ext uri="{FF2B5EF4-FFF2-40B4-BE49-F238E27FC236}">
                    <a16:creationId xmlns:a16="http://schemas.microsoft.com/office/drawing/2014/main" id="{35AA6888-8285-3B3C-D96C-93F1587E4B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2" name="Freeform 1608">
                <a:extLst>
                  <a:ext uri="{FF2B5EF4-FFF2-40B4-BE49-F238E27FC236}">
                    <a16:creationId xmlns:a16="http://schemas.microsoft.com/office/drawing/2014/main" id="{0B80BADB-CD1F-3B82-CB06-4B9000BF9E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43" name="Oval 1609">
                <a:extLst>
                  <a:ext uri="{FF2B5EF4-FFF2-40B4-BE49-F238E27FC236}">
                    <a16:creationId xmlns:a16="http://schemas.microsoft.com/office/drawing/2014/main" id="{B3C46B2A-6FC3-856A-7BC1-824DBF3B5A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130" name="Group 1385">
            <a:extLst>
              <a:ext uri="{FF2B5EF4-FFF2-40B4-BE49-F238E27FC236}">
                <a16:creationId xmlns:a16="http://schemas.microsoft.com/office/drawing/2014/main" id="{2599450C-DE52-5A4F-DA9A-CDCC3BA282E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719699" y="439620"/>
            <a:ext cx="1141095" cy="340150"/>
            <a:chOff x="446" y="1196"/>
            <a:chExt cx="1048" cy="312"/>
          </a:xfrm>
        </p:grpSpPr>
        <p:grpSp>
          <p:nvGrpSpPr>
            <p:cNvPr id="1131" name="Group 1386">
              <a:extLst>
                <a:ext uri="{FF2B5EF4-FFF2-40B4-BE49-F238E27FC236}">
                  <a16:creationId xmlns:a16="http://schemas.microsoft.com/office/drawing/2014/main" id="{86D2E69F-4CFD-4708-6984-E474A5CC94C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349" name="Oval 1387">
                <a:extLst>
                  <a:ext uri="{FF2B5EF4-FFF2-40B4-BE49-F238E27FC236}">
                    <a16:creationId xmlns:a16="http://schemas.microsoft.com/office/drawing/2014/main" id="{0604759D-4ADD-E2B8-917A-BB1E0BC590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0" name="Oval 1388">
                <a:extLst>
                  <a:ext uri="{FF2B5EF4-FFF2-40B4-BE49-F238E27FC236}">
                    <a16:creationId xmlns:a16="http://schemas.microsoft.com/office/drawing/2014/main" id="{F290450A-C118-7C36-7A5E-4FDBBC0C0C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51" name="Freeform 1389">
                <a:extLst>
                  <a:ext uri="{FF2B5EF4-FFF2-40B4-BE49-F238E27FC236}">
                    <a16:creationId xmlns:a16="http://schemas.microsoft.com/office/drawing/2014/main" id="{F860F54E-6B1A-0D13-31D0-C1FD2D8DED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2" name="Freeform 1390">
                <a:extLst>
                  <a:ext uri="{FF2B5EF4-FFF2-40B4-BE49-F238E27FC236}">
                    <a16:creationId xmlns:a16="http://schemas.microsoft.com/office/drawing/2014/main" id="{C3148F33-D038-F8FE-5CA6-585E744C11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3" name="Freeform 1391">
                <a:extLst>
                  <a:ext uri="{FF2B5EF4-FFF2-40B4-BE49-F238E27FC236}">
                    <a16:creationId xmlns:a16="http://schemas.microsoft.com/office/drawing/2014/main" id="{CF8E8D2F-3C5E-7129-14CD-86C4BC6CCFC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54" name="Oval 1392">
                <a:extLst>
                  <a:ext uri="{FF2B5EF4-FFF2-40B4-BE49-F238E27FC236}">
                    <a16:creationId xmlns:a16="http://schemas.microsoft.com/office/drawing/2014/main" id="{6B42C4BD-E071-43EF-26D5-2E015DEABB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2" name="Group 1393">
              <a:extLst>
                <a:ext uri="{FF2B5EF4-FFF2-40B4-BE49-F238E27FC236}">
                  <a16:creationId xmlns:a16="http://schemas.microsoft.com/office/drawing/2014/main" id="{1811FEF9-0FC0-D016-F607-52A2190417E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343" name="Oval 1394">
                <a:extLst>
                  <a:ext uri="{FF2B5EF4-FFF2-40B4-BE49-F238E27FC236}">
                    <a16:creationId xmlns:a16="http://schemas.microsoft.com/office/drawing/2014/main" id="{500BB14E-A39C-C407-A18F-7E3840AD776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4" name="Oval 1395">
                <a:extLst>
                  <a:ext uri="{FF2B5EF4-FFF2-40B4-BE49-F238E27FC236}">
                    <a16:creationId xmlns:a16="http://schemas.microsoft.com/office/drawing/2014/main" id="{4390FC68-E8AB-D3DB-21CC-99FD41455C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45" name="Freeform 1396">
                <a:extLst>
                  <a:ext uri="{FF2B5EF4-FFF2-40B4-BE49-F238E27FC236}">
                    <a16:creationId xmlns:a16="http://schemas.microsoft.com/office/drawing/2014/main" id="{589762E0-E08B-6027-2CE6-9860C2E448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6" name="Freeform 1397">
                <a:extLst>
                  <a:ext uri="{FF2B5EF4-FFF2-40B4-BE49-F238E27FC236}">
                    <a16:creationId xmlns:a16="http://schemas.microsoft.com/office/drawing/2014/main" id="{C49AC00F-B2EF-0410-7959-F314193072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7" name="Freeform 1398">
                <a:extLst>
                  <a:ext uri="{FF2B5EF4-FFF2-40B4-BE49-F238E27FC236}">
                    <a16:creationId xmlns:a16="http://schemas.microsoft.com/office/drawing/2014/main" id="{0AFBF43A-1ABC-5614-A7A4-8554BA6030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8" name="Oval 1399">
                <a:extLst>
                  <a:ext uri="{FF2B5EF4-FFF2-40B4-BE49-F238E27FC236}">
                    <a16:creationId xmlns:a16="http://schemas.microsoft.com/office/drawing/2014/main" id="{825CD433-B229-71AE-7E7E-D7196DEAF4C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3" name="Group 1400">
              <a:extLst>
                <a:ext uri="{FF2B5EF4-FFF2-40B4-BE49-F238E27FC236}">
                  <a16:creationId xmlns:a16="http://schemas.microsoft.com/office/drawing/2014/main" id="{26298CF3-64F7-F4D3-DEB6-09DC1D37B0A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337" name="Oval 1401">
                <a:extLst>
                  <a:ext uri="{FF2B5EF4-FFF2-40B4-BE49-F238E27FC236}">
                    <a16:creationId xmlns:a16="http://schemas.microsoft.com/office/drawing/2014/main" id="{6BE9103A-1D5A-BC7B-2EE6-402D0177DFF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8" name="Oval 1402">
                <a:extLst>
                  <a:ext uri="{FF2B5EF4-FFF2-40B4-BE49-F238E27FC236}">
                    <a16:creationId xmlns:a16="http://schemas.microsoft.com/office/drawing/2014/main" id="{AEFB5619-2276-6573-E68B-3A9FAFE931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9" name="Freeform 1403">
                <a:extLst>
                  <a:ext uri="{FF2B5EF4-FFF2-40B4-BE49-F238E27FC236}">
                    <a16:creationId xmlns:a16="http://schemas.microsoft.com/office/drawing/2014/main" id="{7C707729-2A0E-9A6C-F090-4D05003DDC9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0" name="Freeform 1404">
                <a:extLst>
                  <a:ext uri="{FF2B5EF4-FFF2-40B4-BE49-F238E27FC236}">
                    <a16:creationId xmlns:a16="http://schemas.microsoft.com/office/drawing/2014/main" id="{1EA71F30-228B-C32F-159A-0BD7E690E7D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1" name="Freeform 1405">
                <a:extLst>
                  <a:ext uri="{FF2B5EF4-FFF2-40B4-BE49-F238E27FC236}">
                    <a16:creationId xmlns:a16="http://schemas.microsoft.com/office/drawing/2014/main" id="{92391FAB-C891-E1B7-0028-BE0CD1BF7D8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42" name="Oval 1406">
                <a:extLst>
                  <a:ext uri="{FF2B5EF4-FFF2-40B4-BE49-F238E27FC236}">
                    <a16:creationId xmlns:a16="http://schemas.microsoft.com/office/drawing/2014/main" id="{35DC957A-071C-6DBA-03D9-0F64C4171FD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4" name="Group 1407">
              <a:extLst>
                <a:ext uri="{FF2B5EF4-FFF2-40B4-BE49-F238E27FC236}">
                  <a16:creationId xmlns:a16="http://schemas.microsoft.com/office/drawing/2014/main" id="{1D874CA4-6994-6410-A22A-EEFDE31B1C0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331" name="Oval 1408">
                <a:extLst>
                  <a:ext uri="{FF2B5EF4-FFF2-40B4-BE49-F238E27FC236}">
                    <a16:creationId xmlns:a16="http://schemas.microsoft.com/office/drawing/2014/main" id="{8AD77AC1-9393-7D18-D939-ED692C2FC9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2" name="Oval 1409">
                <a:extLst>
                  <a:ext uri="{FF2B5EF4-FFF2-40B4-BE49-F238E27FC236}">
                    <a16:creationId xmlns:a16="http://schemas.microsoft.com/office/drawing/2014/main" id="{FBBE1E8A-7FCC-4284-663E-099AFA7174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33" name="Freeform 1410">
                <a:extLst>
                  <a:ext uri="{FF2B5EF4-FFF2-40B4-BE49-F238E27FC236}">
                    <a16:creationId xmlns:a16="http://schemas.microsoft.com/office/drawing/2014/main" id="{E65D56DC-D4EB-B365-9A47-8B7680E5D42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4" name="Freeform 1411">
                <a:extLst>
                  <a:ext uri="{FF2B5EF4-FFF2-40B4-BE49-F238E27FC236}">
                    <a16:creationId xmlns:a16="http://schemas.microsoft.com/office/drawing/2014/main" id="{7ED09413-7BB5-8338-9216-895E5F0A19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5" name="Freeform 1412">
                <a:extLst>
                  <a:ext uri="{FF2B5EF4-FFF2-40B4-BE49-F238E27FC236}">
                    <a16:creationId xmlns:a16="http://schemas.microsoft.com/office/drawing/2014/main" id="{74CBA586-6E48-4B45-B54F-C82E74C2505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6" name="Oval 1413">
                <a:extLst>
                  <a:ext uri="{FF2B5EF4-FFF2-40B4-BE49-F238E27FC236}">
                    <a16:creationId xmlns:a16="http://schemas.microsoft.com/office/drawing/2014/main" id="{3E9AD1C7-3861-04F8-A0B0-1713CDAC641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5" name="Group 1414">
              <a:extLst>
                <a:ext uri="{FF2B5EF4-FFF2-40B4-BE49-F238E27FC236}">
                  <a16:creationId xmlns:a16="http://schemas.microsoft.com/office/drawing/2014/main" id="{F7615A96-C668-770C-E709-E4C0119867B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325" name="Oval 1415">
                <a:extLst>
                  <a:ext uri="{FF2B5EF4-FFF2-40B4-BE49-F238E27FC236}">
                    <a16:creationId xmlns:a16="http://schemas.microsoft.com/office/drawing/2014/main" id="{C33EF9FE-573A-62C6-0D2C-5FDCFDFD2E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6" name="Oval 1416">
                <a:extLst>
                  <a:ext uri="{FF2B5EF4-FFF2-40B4-BE49-F238E27FC236}">
                    <a16:creationId xmlns:a16="http://schemas.microsoft.com/office/drawing/2014/main" id="{ED9F79EB-8465-AF7E-596F-9869AC9B5D8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7" name="Freeform 1417">
                <a:extLst>
                  <a:ext uri="{FF2B5EF4-FFF2-40B4-BE49-F238E27FC236}">
                    <a16:creationId xmlns:a16="http://schemas.microsoft.com/office/drawing/2014/main" id="{8312E9BF-BB22-5E39-A6E6-A7ECE5570E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8" name="Freeform 1418">
                <a:extLst>
                  <a:ext uri="{FF2B5EF4-FFF2-40B4-BE49-F238E27FC236}">
                    <a16:creationId xmlns:a16="http://schemas.microsoft.com/office/drawing/2014/main" id="{BCB00BEB-8361-1704-A035-9CCD688F3E9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9" name="Freeform 1419">
                <a:extLst>
                  <a:ext uri="{FF2B5EF4-FFF2-40B4-BE49-F238E27FC236}">
                    <a16:creationId xmlns:a16="http://schemas.microsoft.com/office/drawing/2014/main" id="{45B05EB8-C3D6-93DE-6083-FDD8409BA5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30" name="Oval 1420">
                <a:extLst>
                  <a:ext uri="{FF2B5EF4-FFF2-40B4-BE49-F238E27FC236}">
                    <a16:creationId xmlns:a16="http://schemas.microsoft.com/office/drawing/2014/main" id="{7F690C1D-608F-5AD8-726B-84BB597F4B0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6" name="Group 1421">
              <a:extLst>
                <a:ext uri="{FF2B5EF4-FFF2-40B4-BE49-F238E27FC236}">
                  <a16:creationId xmlns:a16="http://schemas.microsoft.com/office/drawing/2014/main" id="{B15BB216-0D11-254F-5055-C6813E9AF6C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319" name="Oval 1422">
                <a:extLst>
                  <a:ext uri="{FF2B5EF4-FFF2-40B4-BE49-F238E27FC236}">
                    <a16:creationId xmlns:a16="http://schemas.microsoft.com/office/drawing/2014/main" id="{E599A3C6-2B79-C5E0-F020-C810109A239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0" name="Oval 1423">
                <a:extLst>
                  <a:ext uri="{FF2B5EF4-FFF2-40B4-BE49-F238E27FC236}">
                    <a16:creationId xmlns:a16="http://schemas.microsoft.com/office/drawing/2014/main" id="{80583D01-075F-F6F1-B558-A4B3C2D3C2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21" name="Freeform 1424">
                <a:extLst>
                  <a:ext uri="{FF2B5EF4-FFF2-40B4-BE49-F238E27FC236}">
                    <a16:creationId xmlns:a16="http://schemas.microsoft.com/office/drawing/2014/main" id="{5F41604C-C1A0-C28D-3AA5-668E854C4E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2" name="Freeform 1425">
                <a:extLst>
                  <a:ext uri="{FF2B5EF4-FFF2-40B4-BE49-F238E27FC236}">
                    <a16:creationId xmlns:a16="http://schemas.microsoft.com/office/drawing/2014/main" id="{2F8D76E0-41D4-62F7-C5BB-15F07E4E9B0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3" name="Freeform 1426">
                <a:extLst>
                  <a:ext uri="{FF2B5EF4-FFF2-40B4-BE49-F238E27FC236}">
                    <a16:creationId xmlns:a16="http://schemas.microsoft.com/office/drawing/2014/main" id="{4CC0D730-81C0-32DD-E4CC-1910FEA2242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4" name="Oval 1427">
                <a:extLst>
                  <a:ext uri="{FF2B5EF4-FFF2-40B4-BE49-F238E27FC236}">
                    <a16:creationId xmlns:a16="http://schemas.microsoft.com/office/drawing/2014/main" id="{290AFC3E-4FD3-A749-0DFD-1E6ABE60DB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7" name="Group 1428">
              <a:extLst>
                <a:ext uri="{FF2B5EF4-FFF2-40B4-BE49-F238E27FC236}">
                  <a16:creationId xmlns:a16="http://schemas.microsoft.com/office/drawing/2014/main" id="{F761516A-E2C5-602E-05E5-DC8D7CA0794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313" name="Oval 1429">
                <a:extLst>
                  <a:ext uri="{FF2B5EF4-FFF2-40B4-BE49-F238E27FC236}">
                    <a16:creationId xmlns:a16="http://schemas.microsoft.com/office/drawing/2014/main" id="{BD0AF9D1-08BC-1E18-636B-CBA20BAC6D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4" name="Oval 1430">
                <a:extLst>
                  <a:ext uri="{FF2B5EF4-FFF2-40B4-BE49-F238E27FC236}">
                    <a16:creationId xmlns:a16="http://schemas.microsoft.com/office/drawing/2014/main" id="{8DF35ECF-B795-B876-C3C4-42ACF5FF78B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15" name="Freeform 1431">
                <a:extLst>
                  <a:ext uri="{FF2B5EF4-FFF2-40B4-BE49-F238E27FC236}">
                    <a16:creationId xmlns:a16="http://schemas.microsoft.com/office/drawing/2014/main" id="{3F79E7D5-8C29-F2E4-3604-215D87EEC8B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6" name="Freeform 1432">
                <a:extLst>
                  <a:ext uri="{FF2B5EF4-FFF2-40B4-BE49-F238E27FC236}">
                    <a16:creationId xmlns:a16="http://schemas.microsoft.com/office/drawing/2014/main" id="{5EEFC5E2-9322-6581-6F7D-66C53EE0A1F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7" name="Freeform 1433">
                <a:extLst>
                  <a:ext uri="{FF2B5EF4-FFF2-40B4-BE49-F238E27FC236}">
                    <a16:creationId xmlns:a16="http://schemas.microsoft.com/office/drawing/2014/main" id="{659D054F-EDE2-A637-BC15-3BEB704090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8" name="Oval 1434">
                <a:extLst>
                  <a:ext uri="{FF2B5EF4-FFF2-40B4-BE49-F238E27FC236}">
                    <a16:creationId xmlns:a16="http://schemas.microsoft.com/office/drawing/2014/main" id="{D29408C8-85C4-2A08-B907-8E8DB0CA66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8" name="Group 1435">
              <a:extLst>
                <a:ext uri="{FF2B5EF4-FFF2-40B4-BE49-F238E27FC236}">
                  <a16:creationId xmlns:a16="http://schemas.microsoft.com/office/drawing/2014/main" id="{13D588CA-4C32-0D0E-140A-CC9DC1BE7DE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307" name="Oval 1436">
                <a:extLst>
                  <a:ext uri="{FF2B5EF4-FFF2-40B4-BE49-F238E27FC236}">
                    <a16:creationId xmlns:a16="http://schemas.microsoft.com/office/drawing/2014/main" id="{DAD3514C-BBEE-FF66-EFCD-2C79476D40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8" name="Oval 1437">
                <a:extLst>
                  <a:ext uri="{FF2B5EF4-FFF2-40B4-BE49-F238E27FC236}">
                    <a16:creationId xmlns:a16="http://schemas.microsoft.com/office/drawing/2014/main" id="{C7500369-4CE6-BAF8-C7EC-82D43CE43E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9" name="Freeform 1438">
                <a:extLst>
                  <a:ext uri="{FF2B5EF4-FFF2-40B4-BE49-F238E27FC236}">
                    <a16:creationId xmlns:a16="http://schemas.microsoft.com/office/drawing/2014/main" id="{8639D499-48E7-3155-BB81-040C08B93D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0" name="Freeform 1439">
                <a:extLst>
                  <a:ext uri="{FF2B5EF4-FFF2-40B4-BE49-F238E27FC236}">
                    <a16:creationId xmlns:a16="http://schemas.microsoft.com/office/drawing/2014/main" id="{8A33450C-3627-83B2-D6EA-CC2E1CF4C1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1" name="Freeform 1440">
                <a:extLst>
                  <a:ext uri="{FF2B5EF4-FFF2-40B4-BE49-F238E27FC236}">
                    <a16:creationId xmlns:a16="http://schemas.microsoft.com/office/drawing/2014/main" id="{96E06DA4-4AB0-B979-D1E2-84276DE5662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2" name="Oval 1441">
                <a:extLst>
                  <a:ext uri="{FF2B5EF4-FFF2-40B4-BE49-F238E27FC236}">
                    <a16:creationId xmlns:a16="http://schemas.microsoft.com/office/drawing/2014/main" id="{5C7CCB68-B31D-7212-3DCF-1319218CED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39" name="Group 1442">
              <a:extLst>
                <a:ext uri="{FF2B5EF4-FFF2-40B4-BE49-F238E27FC236}">
                  <a16:creationId xmlns:a16="http://schemas.microsoft.com/office/drawing/2014/main" id="{2592CF5B-FA96-F055-27CB-DA6F1FCE7DF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301" name="Oval 1443">
                <a:extLst>
                  <a:ext uri="{FF2B5EF4-FFF2-40B4-BE49-F238E27FC236}">
                    <a16:creationId xmlns:a16="http://schemas.microsoft.com/office/drawing/2014/main" id="{5306C6CE-8AA3-4FE2-9D83-FD5F59E578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2" name="Oval 1444">
                <a:extLst>
                  <a:ext uri="{FF2B5EF4-FFF2-40B4-BE49-F238E27FC236}">
                    <a16:creationId xmlns:a16="http://schemas.microsoft.com/office/drawing/2014/main" id="{8623C120-16FF-5BF9-6511-2CB63660251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03" name="Freeform 1445">
                <a:extLst>
                  <a:ext uri="{FF2B5EF4-FFF2-40B4-BE49-F238E27FC236}">
                    <a16:creationId xmlns:a16="http://schemas.microsoft.com/office/drawing/2014/main" id="{29E774D1-4BA2-6765-6855-DBC00892F79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4" name="Freeform 1446">
                <a:extLst>
                  <a:ext uri="{FF2B5EF4-FFF2-40B4-BE49-F238E27FC236}">
                    <a16:creationId xmlns:a16="http://schemas.microsoft.com/office/drawing/2014/main" id="{B6D33DE5-1C33-C478-0FED-A69B3767ACC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5" name="Freeform 1447">
                <a:extLst>
                  <a:ext uri="{FF2B5EF4-FFF2-40B4-BE49-F238E27FC236}">
                    <a16:creationId xmlns:a16="http://schemas.microsoft.com/office/drawing/2014/main" id="{2E05CA46-A755-7AEC-3E16-6921582FBC0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6" name="Oval 1448">
                <a:extLst>
                  <a:ext uri="{FF2B5EF4-FFF2-40B4-BE49-F238E27FC236}">
                    <a16:creationId xmlns:a16="http://schemas.microsoft.com/office/drawing/2014/main" id="{BDB59C26-228C-5EDB-8767-8E0251AC11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0" name="Group 1449">
              <a:extLst>
                <a:ext uri="{FF2B5EF4-FFF2-40B4-BE49-F238E27FC236}">
                  <a16:creationId xmlns:a16="http://schemas.microsoft.com/office/drawing/2014/main" id="{CC6B0A3E-803C-3F4B-FE30-C8634C8820F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295" name="Oval 1450">
                <a:extLst>
                  <a:ext uri="{FF2B5EF4-FFF2-40B4-BE49-F238E27FC236}">
                    <a16:creationId xmlns:a16="http://schemas.microsoft.com/office/drawing/2014/main" id="{6AFC1554-9972-752F-F812-804280FBBB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6" name="Oval 1451">
                <a:extLst>
                  <a:ext uri="{FF2B5EF4-FFF2-40B4-BE49-F238E27FC236}">
                    <a16:creationId xmlns:a16="http://schemas.microsoft.com/office/drawing/2014/main" id="{74CE52F5-1D6E-B188-2C7B-CEDD79BE78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7" name="Freeform 1452">
                <a:extLst>
                  <a:ext uri="{FF2B5EF4-FFF2-40B4-BE49-F238E27FC236}">
                    <a16:creationId xmlns:a16="http://schemas.microsoft.com/office/drawing/2014/main" id="{6694F231-FCA3-88FF-A3D7-2E7A821C3E6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8" name="Freeform 1453">
                <a:extLst>
                  <a:ext uri="{FF2B5EF4-FFF2-40B4-BE49-F238E27FC236}">
                    <a16:creationId xmlns:a16="http://schemas.microsoft.com/office/drawing/2014/main" id="{D9D81AD6-62BB-93DD-9D04-F16B78DE8B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9" name="Freeform 1454">
                <a:extLst>
                  <a:ext uri="{FF2B5EF4-FFF2-40B4-BE49-F238E27FC236}">
                    <a16:creationId xmlns:a16="http://schemas.microsoft.com/office/drawing/2014/main" id="{37628C96-19EE-DE5D-B274-8E95F19527B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0" name="Oval 1455">
                <a:extLst>
                  <a:ext uri="{FF2B5EF4-FFF2-40B4-BE49-F238E27FC236}">
                    <a16:creationId xmlns:a16="http://schemas.microsoft.com/office/drawing/2014/main" id="{47F3B682-7951-D4F7-DF28-470FA30B86E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1" name="Group 1456">
              <a:extLst>
                <a:ext uri="{FF2B5EF4-FFF2-40B4-BE49-F238E27FC236}">
                  <a16:creationId xmlns:a16="http://schemas.microsoft.com/office/drawing/2014/main" id="{AB3CFD65-B0D0-8549-5532-47924D3FF80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289" name="Oval 1457">
                <a:extLst>
                  <a:ext uri="{FF2B5EF4-FFF2-40B4-BE49-F238E27FC236}">
                    <a16:creationId xmlns:a16="http://schemas.microsoft.com/office/drawing/2014/main" id="{3720602B-2303-F650-F2DE-F1FB2BAB6E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0" name="Oval 1458">
                <a:extLst>
                  <a:ext uri="{FF2B5EF4-FFF2-40B4-BE49-F238E27FC236}">
                    <a16:creationId xmlns:a16="http://schemas.microsoft.com/office/drawing/2014/main" id="{215526E0-43BF-F7CE-2484-00C405AFCC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91" name="Freeform 1459">
                <a:extLst>
                  <a:ext uri="{FF2B5EF4-FFF2-40B4-BE49-F238E27FC236}">
                    <a16:creationId xmlns:a16="http://schemas.microsoft.com/office/drawing/2014/main" id="{227C164C-B93B-6F12-6855-8D0FF1ACB27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2" name="Freeform 1460">
                <a:extLst>
                  <a:ext uri="{FF2B5EF4-FFF2-40B4-BE49-F238E27FC236}">
                    <a16:creationId xmlns:a16="http://schemas.microsoft.com/office/drawing/2014/main" id="{1CAC7C0A-4BE7-38D5-C65E-19EA6C1B3C4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3" name="Freeform 1461">
                <a:extLst>
                  <a:ext uri="{FF2B5EF4-FFF2-40B4-BE49-F238E27FC236}">
                    <a16:creationId xmlns:a16="http://schemas.microsoft.com/office/drawing/2014/main" id="{8A406AF8-6B9F-17B1-EED9-4D982FDCF1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4" name="Oval 1462">
                <a:extLst>
                  <a:ext uri="{FF2B5EF4-FFF2-40B4-BE49-F238E27FC236}">
                    <a16:creationId xmlns:a16="http://schemas.microsoft.com/office/drawing/2014/main" id="{45239D82-C1D4-BEB8-A0E6-4B7DA59B05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2" name="Group 1463">
              <a:extLst>
                <a:ext uri="{FF2B5EF4-FFF2-40B4-BE49-F238E27FC236}">
                  <a16:creationId xmlns:a16="http://schemas.microsoft.com/office/drawing/2014/main" id="{0DA44451-4082-5001-A188-DEA6CE804C1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283" name="Oval 1464">
                <a:extLst>
                  <a:ext uri="{FF2B5EF4-FFF2-40B4-BE49-F238E27FC236}">
                    <a16:creationId xmlns:a16="http://schemas.microsoft.com/office/drawing/2014/main" id="{74E5EDEB-E433-B1BF-7E5D-2FA82843469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4" name="Oval 1465">
                <a:extLst>
                  <a:ext uri="{FF2B5EF4-FFF2-40B4-BE49-F238E27FC236}">
                    <a16:creationId xmlns:a16="http://schemas.microsoft.com/office/drawing/2014/main" id="{33AAA8F3-9D84-D588-938B-2F6DC16EC1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85" name="Freeform 1466">
                <a:extLst>
                  <a:ext uri="{FF2B5EF4-FFF2-40B4-BE49-F238E27FC236}">
                    <a16:creationId xmlns:a16="http://schemas.microsoft.com/office/drawing/2014/main" id="{DCD84371-5254-9A71-4965-601AD25DB3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6" name="Freeform 1467">
                <a:extLst>
                  <a:ext uri="{FF2B5EF4-FFF2-40B4-BE49-F238E27FC236}">
                    <a16:creationId xmlns:a16="http://schemas.microsoft.com/office/drawing/2014/main" id="{43A1F118-D39F-A872-A405-580A7EC47EE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7" name="Freeform 1468">
                <a:extLst>
                  <a:ext uri="{FF2B5EF4-FFF2-40B4-BE49-F238E27FC236}">
                    <a16:creationId xmlns:a16="http://schemas.microsoft.com/office/drawing/2014/main" id="{354E9017-4788-E54B-FFA1-4483781D43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8" name="Oval 1469">
                <a:extLst>
                  <a:ext uri="{FF2B5EF4-FFF2-40B4-BE49-F238E27FC236}">
                    <a16:creationId xmlns:a16="http://schemas.microsoft.com/office/drawing/2014/main" id="{A61DE49C-C401-03A8-7BD6-958D992EDF5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3" name="Group 1470">
              <a:extLst>
                <a:ext uri="{FF2B5EF4-FFF2-40B4-BE49-F238E27FC236}">
                  <a16:creationId xmlns:a16="http://schemas.microsoft.com/office/drawing/2014/main" id="{8C7BB2E3-087A-4D58-84FD-D9E69BCC6AF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277" name="Oval 1471">
                <a:extLst>
                  <a:ext uri="{FF2B5EF4-FFF2-40B4-BE49-F238E27FC236}">
                    <a16:creationId xmlns:a16="http://schemas.microsoft.com/office/drawing/2014/main" id="{B16D3039-8067-B22B-3C54-391CC612EF1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8" name="Oval 1472">
                <a:extLst>
                  <a:ext uri="{FF2B5EF4-FFF2-40B4-BE49-F238E27FC236}">
                    <a16:creationId xmlns:a16="http://schemas.microsoft.com/office/drawing/2014/main" id="{E8A83BD3-6211-A22B-E63C-B6801CDE109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9" name="Freeform 1473">
                <a:extLst>
                  <a:ext uri="{FF2B5EF4-FFF2-40B4-BE49-F238E27FC236}">
                    <a16:creationId xmlns:a16="http://schemas.microsoft.com/office/drawing/2014/main" id="{288A19CC-C111-AF6F-8823-904A298A42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0" name="Freeform 1474">
                <a:extLst>
                  <a:ext uri="{FF2B5EF4-FFF2-40B4-BE49-F238E27FC236}">
                    <a16:creationId xmlns:a16="http://schemas.microsoft.com/office/drawing/2014/main" id="{7E0350E1-18D6-0CE3-519A-F4E41E66219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1" name="Freeform 1475">
                <a:extLst>
                  <a:ext uri="{FF2B5EF4-FFF2-40B4-BE49-F238E27FC236}">
                    <a16:creationId xmlns:a16="http://schemas.microsoft.com/office/drawing/2014/main" id="{3423F6EB-FED8-1570-D746-D2A7BAABDDE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2" name="Oval 1476">
                <a:extLst>
                  <a:ext uri="{FF2B5EF4-FFF2-40B4-BE49-F238E27FC236}">
                    <a16:creationId xmlns:a16="http://schemas.microsoft.com/office/drawing/2014/main" id="{56EB5057-2231-D36B-D7A7-225456311E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4" name="Group 1477">
              <a:extLst>
                <a:ext uri="{FF2B5EF4-FFF2-40B4-BE49-F238E27FC236}">
                  <a16:creationId xmlns:a16="http://schemas.microsoft.com/office/drawing/2014/main" id="{0AB23F16-E1ED-4731-B31E-78CAB23578E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271" name="Oval 1478">
                <a:extLst>
                  <a:ext uri="{FF2B5EF4-FFF2-40B4-BE49-F238E27FC236}">
                    <a16:creationId xmlns:a16="http://schemas.microsoft.com/office/drawing/2014/main" id="{7BEACDD5-1B81-2507-078E-E7B31DDA4A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2" name="Oval 1479">
                <a:extLst>
                  <a:ext uri="{FF2B5EF4-FFF2-40B4-BE49-F238E27FC236}">
                    <a16:creationId xmlns:a16="http://schemas.microsoft.com/office/drawing/2014/main" id="{22E5C7F0-1DBD-9D18-1411-9FD416A39F6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73" name="Freeform 1480">
                <a:extLst>
                  <a:ext uri="{FF2B5EF4-FFF2-40B4-BE49-F238E27FC236}">
                    <a16:creationId xmlns:a16="http://schemas.microsoft.com/office/drawing/2014/main" id="{834143BB-C120-B5E5-E88E-E619741C0E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4" name="Freeform 1481">
                <a:extLst>
                  <a:ext uri="{FF2B5EF4-FFF2-40B4-BE49-F238E27FC236}">
                    <a16:creationId xmlns:a16="http://schemas.microsoft.com/office/drawing/2014/main" id="{C04DF118-31DC-7E92-5435-D187EDC5821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5" name="Freeform 1482">
                <a:extLst>
                  <a:ext uri="{FF2B5EF4-FFF2-40B4-BE49-F238E27FC236}">
                    <a16:creationId xmlns:a16="http://schemas.microsoft.com/office/drawing/2014/main" id="{B87DD4A5-F7FD-8235-F4E2-CEBBCCEF4BF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6" name="Oval 1483">
                <a:extLst>
                  <a:ext uri="{FF2B5EF4-FFF2-40B4-BE49-F238E27FC236}">
                    <a16:creationId xmlns:a16="http://schemas.microsoft.com/office/drawing/2014/main" id="{C8536ECA-BBEC-1968-059E-35A17767018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5" name="Group 1484">
              <a:extLst>
                <a:ext uri="{FF2B5EF4-FFF2-40B4-BE49-F238E27FC236}">
                  <a16:creationId xmlns:a16="http://schemas.microsoft.com/office/drawing/2014/main" id="{E5487001-CF83-FFA1-91F1-F97404FF142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265" name="Oval 1485">
                <a:extLst>
                  <a:ext uri="{FF2B5EF4-FFF2-40B4-BE49-F238E27FC236}">
                    <a16:creationId xmlns:a16="http://schemas.microsoft.com/office/drawing/2014/main" id="{C3AB0A71-F594-DF83-A21A-1E3816E848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6" name="Oval 1486">
                <a:extLst>
                  <a:ext uri="{FF2B5EF4-FFF2-40B4-BE49-F238E27FC236}">
                    <a16:creationId xmlns:a16="http://schemas.microsoft.com/office/drawing/2014/main" id="{D52F6F16-E251-3BA0-7511-3692D6850E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7" name="Freeform 1487">
                <a:extLst>
                  <a:ext uri="{FF2B5EF4-FFF2-40B4-BE49-F238E27FC236}">
                    <a16:creationId xmlns:a16="http://schemas.microsoft.com/office/drawing/2014/main" id="{97F556CF-FD51-1B1A-941E-76D16C3F66E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8" name="Freeform 1488">
                <a:extLst>
                  <a:ext uri="{FF2B5EF4-FFF2-40B4-BE49-F238E27FC236}">
                    <a16:creationId xmlns:a16="http://schemas.microsoft.com/office/drawing/2014/main" id="{3D683A47-7179-DC6F-F817-09BE40A4606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9" name="Freeform 1489">
                <a:extLst>
                  <a:ext uri="{FF2B5EF4-FFF2-40B4-BE49-F238E27FC236}">
                    <a16:creationId xmlns:a16="http://schemas.microsoft.com/office/drawing/2014/main" id="{B322A906-7787-92D5-371E-82C6A6DDD53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0" name="Oval 1490">
                <a:extLst>
                  <a:ext uri="{FF2B5EF4-FFF2-40B4-BE49-F238E27FC236}">
                    <a16:creationId xmlns:a16="http://schemas.microsoft.com/office/drawing/2014/main" id="{FD85541E-DA04-A4F7-63CB-3275B0B6A7E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6" name="Group 1491">
              <a:extLst>
                <a:ext uri="{FF2B5EF4-FFF2-40B4-BE49-F238E27FC236}">
                  <a16:creationId xmlns:a16="http://schemas.microsoft.com/office/drawing/2014/main" id="{0656AAD5-ACE7-BD5B-F151-47F2EF935AC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259" name="Oval 1492">
                <a:extLst>
                  <a:ext uri="{FF2B5EF4-FFF2-40B4-BE49-F238E27FC236}">
                    <a16:creationId xmlns:a16="http://schemas.microsoft.com/office/drawing/2014/main" id="{B31BAC4F-4CBC-84D7-CE52-3EBAAB3924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0" name="Oval 1493">
                <a:extLst>
                  <a:ext uri="{FF2B5EF4-FFF2-40B4-BE49-F238E27FC236}">
                    <a16:creationId xmlns:a16="http://schemas.microsoft.com/office/drawing/2014/main" id="{99DD3C8F-9ED5-8097-109F-7578D8EE114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61" name="Freeform 1494">
                <a:extLst>
                  <a:ext uri="{FF2B5EF4-FFF2-40B4-BE49-F238E27FC236}">
                    <a16:creationId xmlns:a16="http://schemas.microsoft.com/office/drawing/2014/main" id="{00FD57EC-5696-7D99-CB21-668ABF98C5A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2" name="Freeform 1495">
                <a:extLst>
                  <a:ext uri="{FF2B5EF4-FFF2-40B4-BE49-F238E27FC236}">
                    <a16:creationId xmlns:a16="http://schemas.microsoft.com/office/drawing/2014/main" id="{0CCE7C9A-AE1E-E13C-E58C-98E506A54D5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3" name="Freeform 1496">
                <a:extLst>
                  <a:ext uri="{FF2B5EF4-FFF2-40B4-BE49-F238E27FC236}">
                    <a16:creationId xmlns:a16="http://schemas.microsoft.com/office/drawing/2014/main" id="{DD0D3540-BBAE-E765-F3AE-9FA6D03AD00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4" name="Oval 1497">
                <a:extLst>
                  <a:ext uri="{FF2B5EF4-FFF2-40B4-BE49-F238E27FC236}">
                    <a16:creationId xmlns:a16="http://schemas.microsoft.com/office/drawing/2014/main" id="{4B1B490D-51F0-3454-3874-FBD95C1F7DC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7" name="Group 1498">
              <a:extLst>
                <a:ext uri="{FF2B5EF4-FFF2-40B4-BE49-F238E27FC236}">
                  <a16:creationId xmlns:a16="http://schemas.microsoft.com/office/drawing/2014/main" id="{3455D913-2A93-6DCB-D4E9-43D3F47FAE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253" name="Oval 1499">
                <a:extLst>
                  <a:ext uri="{FF2B5EF4-FFF2-40B4-BE49-F238E27FC236}">
                    <a16:creationId xmlns:a16="http://schemas.microsoft.com/office/drawing/2014/main" id="{F742AB67-FEDD-0214-2C37-1885B9BA3F8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4" name="Oval 1500">
                <a:extLst>
                  <a:ext uri="{FF2B5EF4-FFF2-40B4-BE49-F238E27FC236}">
                    <a16:creationId xmlns:a16="http://schemas.microsoft.com/office/drawing/2014/main" id="{9EC4485A-9F07-2D94-43A7-131A032425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55" name="Freeform 1501">
                <a:extLst>
                  <a:ext uri="{FF2B5EF4-FFF2-40B4-BE49-F238E27FC236}">
                    <a16:creationId xmlns:a16="http://schemas.microsoft.com/office/drawing/2014/main" id="{5746EEAA-932B-3F0D-4857-A7277D518CC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6" name="Freeform 1502">
                <a:extLst>
                  <a:ext uri="{FF2B5EF4-FFF2-40B4-BE49-F238E27FC236}">
                    <a16:creationId xmlns:a16="http://schemas.microsoft.com/office/drawing/2014/main" id="{762A8CAE-16F0-6147-8010-CB9A2E09760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7" name="Freeform 1503">
                <a:extLst>
                  <a:ext uri="{FF2B5EF4-FFF2-40B4-BE49-F238E27FC236}">
                    <a16:creationId xmlns:a16="http://schemas.microsoft.com/office/drawing/2014/main" id="{338B1BB5-9FAF-423C-3D84-209CA69570B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8" name="Oval 1504">
                <a:extLst>
                  <a:ext uri="{FF2B5EF4-FFF2-40B4-BE49-F238E27FC236}">
                    <a16:creationId xmlns:a16="http://schemas.microsoft.com/office/drawing/2014/main" id="{DB3C5FBC-40A9-C0C9-1A0B-42E7B3FA0C5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8" name="Group 1505">
              <a:extLst>
                <a:ext uri="{FF2B5EF4-FFF2-40B4-BE49-F238E27FC236}">
                  <a16:creationId xmlns:a16="http://schemas.microsoft.com/office/drawing/2014/main" id="{0FABF3DC-182E-67EF-E448-24E3B28DF77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247" name="Oval 1506">
                <a:extLst>
                  <a:ext uri="{FF2B5EF4-FFF2-40B4-BE49-F238E27FC236}">
                    <a16:creationId xmlns:a16="http://schemas.microsoft.com/office/drawing/2014/main" id="{F8454308-7BD0-8033-4BD6-3BDA95C348C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8" name="Oval 1507">
                <a:extLst>
                  <a:ext uri="{FF2B5EF4-FFF2-40B4-BE49-F238E27FC236}">
                    <a16:creationId xmlns:a16="http://schemas.microsoft.com/office/drawing/2014/main" id="{B25B4A83-9F9D-878F-C2BB-2785F49BA83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9" name="Freeform 1508">
                <a:extLst>
                  <a:ext uri="{FF2B5EF4-FFF2-40B4-BE49-F238E27FC236}">
                    <a16:creationId xmlns:a16="http://schemas.microsoft.com/office/drawing/2014/main" id="{17E80D21-3F22-D051-3D59-CAD381A599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0" name="Freeform 1509">
                <a:extLst>
                  <a:ext uri="{FF2B5EF4-FFF2-40B4-BE49-F238E27FC236}">
                    <a16:creationId xmlns:a16="http://schemas.microsoft.com/office/drawing/2014/main" id="{B1C5814B-1189-5EA3-085E-5B63186DFC7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1" name="Freeform 1510">
                <a:extLst>
                  <a:ext uri="{FF2B5EF4-FFF2-40B4-BE49-F238E27FC236}">
                    <a16:creationId xmlns:a16="http://schemas.microsoft.com/office/drawing/2014/main" id="{A1903FAB-9B96-08DF-5EB3-EC995642088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2" name="Oval 1511">
                <a:extLst>
                  <a:ext uri="{FF2B5EF4-FFF2-40B4-BE49-F238E27FC236}">
                    <a16:creationId xmlns:a16="http://schemas.microsoft.com/office/drawing/2014/main" id="{ED3D0CE5-324E-B51B-4F8B-59052DFB63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49" name="Group 1512">
              <a:extLst>
                <a:ext uri="{FF2B5EF4-FFF2-40B4-BE49-F238E27FC236}">
                  <a16:creationId xmlns:a16="http://schemas.microsoft.com/office/drawing/2014/main" id="{B9D0FE36-B284-45FD-647D-0CA2D9AED7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241" name="Oval 1513">
                <a:extLst>
                  <a:ext uri="{FF2B5EF4-FFF2-40B4-BE49-F238E27FC236}">
                    <a16:creationId xmlns:a16="http://schemas.microsoft.com/office/drawing/2014/main" id="{84ABEE88-0C49-02D9-862A-86BD046751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2" name="Oval 1514">
                <a:extLst>
                  <a:ext uri="{FF2B5EF4-FFF2-40B4-BE49-F238E27FC236}">
                    <a16:creationId xmlns:a16="http://schemas.microsoft.com/office/drawing/2014/main" id="{9348FC5D-2C5C-4B17-6007-4018237AECC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43" name="Freeform 1515">
                <a:extLst>
                  <a:ext uri="{FF2B5EF4-FFF2-40B4-BE49-F238E27FC236}">
                    <a16:creationId xmlns:a16="http://schemas.microsoft.com/office/drawing/2014/main" id="{2464C9AB-3413-C001-DDC1-40AB9019FB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4" name="Freeform 1516">
                <a:extLst>
                  <a:ext uri="{FF2B5EF4-FFF2-40B4-BE49-F238E27FC236}">
                    <a16:creationId xmlns:a16="http://schemas.microsoft.com/office/drawing/2014/main" id="{F85B57CF-A305-BEEA-F398-5803F30544A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5" name="Freeform 1517">
                <a:extLst>
                  <a:ext uri="{FF2B5EF4-FFF2-40B4-BE49-F238E27FC236}">
                    <a16:creationId xmlns:a16="http://schemas.microsoft.com/office/drawing/2014/main" id="{7D4AA78A-975D-CA47-1C6A-6843DC2191E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6" name="Oval 1518">
                <a:extLst>
                  <a:ext uri="{FF2B5EF4-FFF2-40B4-BE49-F238E27FC236}">
                    <a16:creationId xmlns:a16="http://schemas.microsoft.com/office/drawing/2014/main" id="{E886BA0A-DEAC-B1F7-42C3-8D05FC0977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0" name="Group 1519">
              <a:extLst>
                <a:ext uri="{FF2B5EF4-FFF2-40B4-BE49-F238E27FC236}">
                  <a16:creationId xmlns:a16="http://schemas.microsoft.com/office/drawing/2014/main" id="{888A1076-92E9-BB7A-EC5E-027FDF3617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235" name="Oval 1520">
                <a:extLst>
                  <a:ext uri="{FF2B5EF4-FFF2-40B4-BE49-F238E27FC236}">
                    <a16:creationId xmlns:a16="http://schemas.microsoft.com/office/drawing/2014/main" id="{ACEEFAB4-77FF-2E4A-D9C0-D7A0BEAED8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6" name="Oval 1521">
                <a:extLst>
                  <a:ext uri="{FF2B5EF4-FFF2-40B4-BE49-F238E27FC236}">
                    <a16:creationId xmlns:a16="http://schemas.microsoft.com/office/drawing/2014/main" id="{ED032FB6-4E37-5172-980C-032A2F2E8D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7" name="Freeform 1522">
                <a:extLst>
                  <a:ext uri="{FF2B5EF4-FFF2-40B4-BE49-F238E27FC236}">
                    <a16:creationId xmlns:a16="http://schemas.microsoft.com/office/drawing/2014/main" id="{CF6BC2C6-0E65-98B4-6E85-00BA774E7CD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8" name="Freeform 1523">
                <a:extLst>
                  <a:ext uri="{FF2B5EF4-FFF2-40B4-BE49-F238E27FC236}">
                    <a16:creationId xmlns:a16="http://schemas.microsoft.com/office/drawing/2014/main" id="{FECF6E91-D5D9-0C74-A273-F98420F458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9" name="Freeform 1524">
                <a:extLst>
                  <a:ext uri="{FF2B5EF4-FFF2-40B4-BE49-F238E27FC236}">
                    <a16:creationId xmlns:a16="http://schemas.microsoft.com/office/drawing/2014/main" id="{99FA0513-3635-3A9F-7A1F-22060093DB1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0" name="Oval 1525">
                <a:extLst>
                  <a:ext uri="{FF2B5EF4-FFF2-40B4-BE49-F238E27FC236}">
                    <a16:creationId xmlns:a16="http://schemas.microsoft.com/office/drawing/2014/main" id="{23698D26-A947-7B18-5C72-625BD4ADF21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1" name="Group 1526">
              <a:extLst>
                <a:ext uri="{FF2B5EF4-FFF2-40B4-BE49-F238E27FC236}">
                  <a16:creationId xmlns:a16="http://schemas.microsoft.com/office/drawing/2014/main" id="{B37C11AB-B11C-CA7C-DF48-3D87566DE7D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229" name="Oval 1527">
                <a:extLst>
                  <a:ext uri="{FF2B5EF4-FFF2-40B4-BE49-F238E27FC236}">
                    <a16:creationId xmlns:a16="http://schemas.microsoft.com/office/drawing/2014/main" id="{404A9135-3058-21C6-36B2-8DB0E828A75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0" name="Oval 1528">
                <a:extLst>
                  <a:ext uri="{FF2B5EF4-FFF2-40B4-BE49-F238E27FC236}">
                    <a16:creationId xmlns:a16="http://schemas.microsoft.com/office/drawing/2014/main" id="{C22DC1EE-7F0A-D638-E893-78B4D95B44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31" name="Freeform 1529">
                <a:extLst>
                  <a:ext uri="{FF2B5EF4-FFF2-40B4-BE49-F238E27FC236}">
                    <a16:creationId xmlns:a16="http://schemas.microsoft.com/office/drawing/2014/main" id="{1FD5FF1D-2538-9856-74DC-D050495C951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2" name="Freeform 1530">
                <a:extLst>
                  <a:ext uri="{FF2B5EF4-FFF2-40B4-BE49-F238E27FC236}">
                    <a16:creationId xmlns:a16="http://schemas.microsoft.com/office/drawing/2014/main" id="{3698D1C1-F946-A604-F3AA-B846C5D4FF4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3" name="Freeform 1531">
                <a:extLst>
                  <a:ext uri="{FF2B5EF4-FFF2-40B4-BE49-F238E27FC236}">
                    <a16:creationId xmlns:a16="http://schemas.microsoft.com/office/drawing/2014/main" id="{0326AE0A-EDA2-A6CE-3D2B-024D440F96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4" name="Oval 1532">
                <a:extLst>
                  <a:ext uri="{FF2B5EF4-FFF2-40B4-BE49-F238E27FC236}">
                    <a16:creationId xmlns:a16="http://schemas.microsoft.com/office/drawing/2014/main" id="{F8BA7BA6-43B0-6D3B-3B9D-CCEE9BCC52D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2" name="Group 1533">
              <a:extLst>
                <a:ext uri="{FF2B5EF4-FFF2-40B4-BE49-F238E27FC236}">
                  <a16:creationId xmlns:a16="http://schemas.microsoft.com/office/drawing/2014/main" id="{102B05D5-3E9C-F037-7AAA-4D89334B1D1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223" name="Oval 1534">
                <a:extLst>
                  <a:ext uri="{FF2B5EF4-FFF2-40B4-BE49-F238E27FC236}">
                    <a16:creationId xmlns:a16="http://schemas.microsoft.com/office/drawing/2014/main" id="{915745D3-88BD-778C-6662-20CD1E741FB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4" name="Oval 1535">
                <a:extLst>
                  <a:ext uri="{FF2B5EF4-FFF2-40B4-BE49-F238E27FC236}">
                    <a16:creationId xmlns:a16="http://schemas.microsoft.com/office/drawing/2014/main" id="{39E4B5EF-D6A1-7BB3-B2C6-066B5BC8D31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25" name="Freeform 1536">
                <a:extLst>
                  <a:ext uri="{FF2B5EF4-FFF2-40B4-BE49-F238E27FC236}">
                    <a16:creationId xmlns:a16="http://schemas.microsoft.com/office/drawing/2014/main" id="{C95556AF-8981-EB2D-AEA4-6828E85B55D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6" name="Freeform 1537">
                <a:extLst>
                  <a:ext uri="{FF2B5EF4-FFF2-40B4-BE49-F238E27FC236}">
                    <a16:creationId xmlns:a16="http://schemas.microsoft.com/office/drawing/2014/main" id="{EE8F7AD1-CA1A-8219-1838-6D5627B1C57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7" name="Freeform 1538">
                <a:extLst>
                  <a:ext uri="{FF2B5EF4-FFF2-40B4-BE49-F238E27FC236}">
                    <a16:creationId xmlns:a16="http://schemas.microsoft.com/office/drawing/2014/main" id="{31E60594-E008-0439-1F86-D1E5A3BCDAA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8" name="Oval 1539">
                <a:extLst>
                  <a:ext uri="{FF2B5EF4-FFF2-40B4-BE49-F238E27FC236}">
                    <a16:creationId xmlns:a16="http://schemas.microsoft.com/office/drawing/2014/main" id="{BB8CE63D-57A4-C93A-C226-0E132F409C3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3" name="Group 1540">
              <a:extLst>
                <a:ext uri="{FF2B5EF4-FFF2-40B4-BE49-F238E27FC236}">
                  <a16:creationId xmlns:a16="http://schemas.microsoft.com/office/drawing/2014/main" id="{B42406A9-C051-325E-4ABD-1ED382DE535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217" name="Oval 1541">
                <a:extLst>
                  <a:ext uri="{FF2B5EF4-FFF2-40B4-BE49-F238E27FC236}">
                    <a16:creationId xmlns:a16="http://schemas.microsoft.com/office/drawing/2014/main" id="{B86E5D82-ECD0-2F46-3880-EE0B7510091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8" name="Oval 1542">
                <a:extLst>
                  <a:ext uri="{FF2B5EF4-FFF2-40B4-BE49-F238E27FC236}">
                    <a16:creationId xmlns:a16="http://schemas.microsoft.com/office/drawing/2014/main" id="{46501688-8BFA-D4ED-63A6-D895B60B55F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9" name="Freeform 1543">
                <a:extLst>
                  <a:ext uri="{FF2B5EF4-FFF2-40B4-BE49-F238E27FC236}">
                    <a16:creationId xmlns:a16="http://schemas.microsoft.com/office/drawing/2014/main" id="{4A4F30C4-5F67-CCEB-E3AE-510587AC065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0" name="Freeform 1544">
                <a:extLst>
                  <a:ext uri="{FF2B5EF4-FFF2-40B4-BE49-F238E27FC236}">
                    <a16:creationId xmlns:a16="http://schemas.microsoft.com/office/drawing/2014/main" id="{EEB66FC1-D0A0-1E0E-638C-ADBF6D27A6A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1" name="Freeform 1545">
                <a:extLst>
                  <a:ext uri="{FF2B5EF4-FFF2-40B4-BE49-F238E27FC236}">
                    <a16:creationId xmlns:a16="http://schemas.microsoft.com/office/drawing/2014/main" id="{C66F61A6-7C0F-FD0B-AD4F-1C36E50F25F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2" name="Oval 1546">
                <a:extLst>
                  <a:ext uri="{FF2B5EF4-FFF2-40B4-BE49-F238E27FC236}">
                    <a16:creationId xmlns:a16="http://schemas.microsoft.com/office/drawing/2014/main" id="{1CA6BE0D-ABF2-D114-9622-82991D2E00F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4" name="Group 1547">
              <a:extLst>
                <a:ext uri="{FF2B5EF4-FFF2-40B4-BE49-F238E27FC236}">
                  <a16:creationId xmlns:a16="http://schemas.microsoft.com/office/drawing/2014/main" id="{5DEF0FEF-8CF1-8498-ADD4-42882D553F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211" name="Oval 1548">
                <a:extLst>
                  <a:ext uri="{FF2B5EF4-FFF2-40B4-BE49-F238E27FC236}">
                    <a16:creationId xmlns:a16="http://schemas.microsoft.com/office/drawing/2014/main" id="{6873718D-AE60-6087-4A0A-F0A86A8BE9E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2" name="Oval 1549">
                <a:extLst>
                  <a:ext uri="{FF2B5EF4-FFF2-40B4-BE49-F238E27FC236}">
                    <a16:creationId xmlns:a16="http://schemas.microsoft.com/office/drawing/2014/main" id="{FE204D0C-380F-B5E4-6E51-FAE26F890C6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13" name="Freeform 1550">
                <a:extLst>
                  <a:ext uri="{FF2B5EF4-FFF2-40B4-BE49-F238E27FC236}">
                    <a16:creationId xmlns:a16="http://schemas.microsoft.com/office/drawing/2014/main" id="{7136B722-CD13-0BA6-815C-E31CAADAE1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4" name="Freeform 1551">
                <a:extLst>
                  <a:ext uri="{FF2B5EF4-FFF2-40B4-BE49-F238E27FC236}">
                    <a16:creationId xmlns:a16="http://schemas.microsoft.com/office/drawing/2014/main" id="{8F6656CA-8D18-2B9B-CC10-2EC12BC7AE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5" name="Freeform 1552">
                <a:extLst>
                  <a:ext uri="{FF2B5EF4-FFF2-40B4-BE49-F238E27FC236}">
                    <a16:creationId xmlns:a16="http://schemas.microsoft.com/office/drawing/2014/main" id="{B8525302-2FA5-B8FF-2C04-1181497215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6" name="Oval 1553">
                <a:extLst>
                  <a:ext uri="{FF2B5EF4-FFF2-40B4-BE49-F238E27FC236}">
                    <a16:creationId xmlns:a16="http://schemas.microsoft.com/office/drawing/2014/main" id="{FEFAFA75-A379-6179-39DA-ECA4EBDE24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5" name="Group 1554">
              <a:extLst>
                <a:ext uri="{FF2B5EF4-FFF2-40B4-BE49-F238E27FC236}">
                  <a16:creationId xmlns:a16="http://schemas.microsoft.com/office/drawing/2014/main" id="{73D7054F-8E34-6B66-613C-C1980610E4C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205" name="Oval 1555">
                <a:extLst>
                  <a:ext uri="{FF2B5EF4-FFF2-40B4-BE49-F238E27FC236}">
                    <a16:creationId xmlns:a16="http://schemas.microsoft.com/office/drawing/2014/main" id="{04633DAE-CE82-00B9-6776-86B881BFB60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6" name="Oval 1556">
                <a:extLst>
                  <a:ext uri="{FF2B5EF4-FFF2-40B4-BE49-F238E27FC236}">
                    <a16:creationId xmlns:a16="http://schemas.microsoft.com/office/drawing/2014/main" id="{43E28A5B-197E-14B5-B4B3-C696143156D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7" name="Freeform 1557">
                <a:extLst>
                  <a:ext uri="{FF2B5EF4-FFF2-40B4-BE49-F238E27FC236}">
                    <a16:creationId xmlns:a16="http://schemas.microsoft.com/office/drawing/2014/main" id="{D7DE5638-117F-3741-0F50-B7321EA6293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8" name="Freeform 1558">
                <a:extLst>
                  <a:ext uri="{FF2B5EF4-FFF2-40B4-BE49-F238E27FC236}">
                    <a16:creationId xmlns:a16="http://schemas.microsoft.com/office/drawing/2014/main" id="{0733541E-AC14-5D2B-B006-25544DB3D1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9" name="Freeform 1559">
                <a:extLst>
                  <a:ext uri="{FF2B5EF4-FFF2-40B4-BE49-F238E27FC236}">
                    <a16:creationId xmlns:a16="http://schemas.microsoft.com/office/drawing/2014/main" id="{252501AC-B2B8-118E-0D64-4CF186F94F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0" name="Oval 1560">
                <a:extLst>
                  <a:ext uri="{FF2B5EF4-FFF2-40B4-BE49-F238E27FC236}">
                    <a16:creationId xmlns:a16="http://schemas.microsoft.com/office/drawing/2014/main" id="{D8D31623-33AC-3742-2A6C-460FD81DDAB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6" name="Group 1561">
              <a:extLst>
                <a:ext uri="{FF2B5EF4-FFF2-40B4-BE49-F238E27FC236}">
                  <a16:creationId xmlns:a16="http://schemas.microsoft.com/office/drawing/2014/main" id="{B220006A-5A2C-A919-8A73-1713D6F617A4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199" name="Oval 1562">
                <a:extLst>
                  <a:ext uri="{FF2B5EF4-FFF2-40B4-BE49-F238E27FC236}">
                    <a16:creationId xmlns:a16="http://schemas.microsoft.com/office/drawing/2014/main" id="{EA3507D2-D185-1720-EBA9-26EF46735F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0" name="Oval 1563">
                <a:extLst>
                  <a:ext uri="{FF2B5EF4-FFF2-40B4-BE49-F238E27FC236}">
                    <a16:creationId xmlns:a16="http://schemas.microsoft.com/office/drawing/2014/main" id="{F27D16AC-2C84-53F7-09C2-69C05692528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201" name="Freeform 1564">
                <a:extLst>
                  <a:ext uri="{FF2B5EF4-FFF2-40B4-BE49-F238E27FC236}">
                    <a16:creationId xmlns:a16="http://schemas.microsoft.com/office/drawing/2014/main" id="{EABDA875-E78D-720E-D2E0-951E7D01A3A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2" name="Freeform 1565">
                <a:extLst>
                  <a:ext uri="{FF2B5EF4-FFF2-40B4-BE49-F238E27FC236}">
                    <a16:creationId xmlns:a16="http://schemas.microsoft.com/office/drawing/2014/main" id="{1C7BFDC3-6FDC-883E-0063-0A20D196999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3" name="Freeform 1566">
                <a:extLst>
                  <a:ext uri="{FF2B5EF4-FFF2-40B4-BE49-F238E27FC236}">
                    <a16:creationId xmlns:a16="http://schemas.microsoft.com/office/drawing/2014/main" id="{39D8F569-CE64-35EB-EF2D-2A70EC071E6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4" name="Oval 1567">
                <a:extLst>
                  <a:ext uri="{FF2B5EF4-FFF2-40B4-BE49-F238E27FC236}">
                    <a16:creationId xmlns:a16="http://schemas.microsoft.com/office/drawing/2014/main" id="{D1675479-895C-9B9A-0E63-64D9337D5D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7" name="Group 1568">
              <a:extLst>
                <a:ext uri="{FF2B5EF4-FFF2-40B4-BE49-F238E27FC236}">
                  <a16:creationId xmlns:a16="http://schemas.microsoft.com/office/drawing/2014/main" id="{E8F0E068-B537-367D-C0B3-CC38E0F8597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193" name="Oval 1569">
                <a:extLst>
                  <a:ext uri="{FF2B5EF4-FFF2-40B4-BE49-F238E27FC236}">
                    <a16:creationId xmlns:a16="http://schemas.microsoft.com/office/drawing/2014/main" id="{496ED212-EC4D-079B-4057-5DCF5E3F7CD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4" name="Oval 1570">
                <a:extLst>
                  <a:ext uri="{FF2B5EF4-FFF2-40B4-BE49-F238E27FC236}">
                    <a16:creationId xmlns:a16="http://schemas.microsoft.com/office/drawing/2014/main" id="{3985D63C-659D-D5DC-EB99-60AADD6B438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95" name="Freeform 1571">
                <a:extLst>
                  <a:ext uri="{FF2B5EF4-FFF2-40B4-BE49-F238E27FC236}">
                    <a16:creationId xmlns:a16="http://schemas.microsoft.com/office/drawing/2014/main" id="{EADB802F-8DE9-469F-E22C-86A888445B3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6" name="Freeform 1572">
                <a:extLst>
                  <a:ext uri="{FF2B5EF4-FFF2-40B4-BE49-F238E27FC236}">
                    <a16:creationId xmlns:a16="http://schemas.microsoft.com/office/drawing/2014/main" id="{4EB29AF9-73F0-0528-2701-91170912EB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7" name="Freeform 1573">
                <a:extLst>
                  <a:ext uri="{FF2B5EF4-FFF2-40B4-BE49-F238E27FC236}">
                    <a16:creationId xmlns:a16="http://schemas.microsoft.com/office/drawing/2014/main" id="{B7B4F982-1365-1F9D-5AA2-3C14769E19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8" name="Oval 1574">
                <a:extLst>
                  <a:ext uri="{FF2B5EF4-FFF2-40B4-BE49-F238E27FC236}">
                    <a16:creationId xmlns:a16="http://schemas.microsoft.com/office/drawing/2014/main" id="{90EC5D4C-14A7-5C0F-FC02-E26C91B85F4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8" name="Group 1575">
              <a:extLst>
                <a:ext uri="{FF2B5EF4-FFF2-40B4-BE49-F238E27FC236}">
                  <a16:creationId xmlns:a16="http://schemas.microsoft.com/office/drawing/2014/main" id="{0C5D6441-0B63-8F62-50E2-A62206FC2CC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187" name="Oval 1576">
                <a:extLst>
                  <a:ext uri="{FF2B5EF4-FFF2-40B4-BE49-F238E27FC236}">
                    <a16:creationId xmlns:a16="http://schemas.microsoft.com/office/drawing/2014/main" id="{4EA17023-6492-6E07-49FB-C30CFC6AE83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8" name="Oval 1577">
                <a:extLst>
                  <a:ext uri="{FF2B5EF4-FFF2-40B4-BE49-F238E27FC236}">
                    <a16:creationId xmlns:a16="http://schemas.microsoft.com/office/drawing/2014/main" id="{129A049A-8CDC-90E2-82CD-A5996173E9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9" name="Freeform 1578">
                <a:extLst>
                  <a:ext uri="{FF2B5EF4-FFF2-40B4-BE49-F238E27FC236}">
                    <a16:creationId xmlns:a16="http://schemas.microsoft.com/office/drawing/2014/main" id="{E513CB19-6438-A509-1355-E4E0DE6D00A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0" name="Freeform 1579">
                <a:extLst>
                  <a:ext uri="{FF2B5EF4-FFF2-40B4-BE49-F238E27FC236}">
                    <a16:creationId xmlns:a16="http://schemas.microsoft.com/office/drawing/2014/main" id="{AC2DDE48-B80F-E16F-F696-94FB228A8C1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1" name="Freeform 1580">
                <a:extLst>
                  <a:ext uri="{FF2B5EF4-FFF2-40B4-BE49-F238E27FC236}">
                    <a16:creationId xmlns:a16="http://schemas.microsoft.com/office/drawing/2014/main" id="{97BA582E-D6EB-0766-2E1B-2749E01E24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2" name="Oval 1581">
                <a:extLst>
                  <a:ext uri="{FF2B5EF4-FFF2-40B4-BE49-F238E27FC236}">
                    <a16:creationId xmlns:a16="http://schemas.microsoft.com/office/drawing/2014/main" id="{DBBED577-6761-A2CB-7A61-A9562EF82C7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59" name="Group 1582">
              <a:extLst>
                <a:ext uri="{FF2B5EF4-FFF2-40B4-BE49-F238E27FC236}">
                  <a16:creationId xmlns:a16="http://schemas.microsoft.com/office/drawing/2014/main" id="{3218F99D-B51A-6753-4A70-BAE65B2C524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181" name="Oval 1583">
                <a:extLst>
                  <a:ext uri="{FF2B5EF4-FFF2-40B4-BE49-F238E27FC236}">
                    <a16:creationId xmlns:a16="http://schemas.microsoft.com/office/drawing/2014/main" id="{F732C414-CE1A-CBD9-7662-9EEB1613F75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2" name="Oval 1584">
                <a:extLst>
                  <a:ext uri="{FF2B5EF4-FFF2-40B4-BE49-F238E27FC236}">
                    <a16:creationId xmlns:a16="http://schemas.microsoft.com/office/drawing/2014/main" id="{5AC11E8E-976D-C21B-900A-245F168847E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83" name="Freeform 1585">
                <a:extLst>
                  <a:ext uri="{FF2B5EF4-FFF2-40B4-BE49-F238E27FC236}">
                    <a16:creationId xmlns:a16="http://schemas.microsoft.com/office/drawing/2014/main" id="{70527B80-83F1-B0F3-E8FB-45756FF0F67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4" name="Freeform 1586">
                <a:extLst>
                  <a:ext uri="{FF2B5EF4-FFF2-40B4-BE49-F238E27FC236}">
                    <a16:creationId xmlns:a16="http://schemas.microsoft.com/office/drawing/2014/main" id="{2F7EE02B-8FE2-39F1-9FDC-438E4C1E376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5" name="Freeform 1587">
                <a:extLst>
                  <a:ext uri="{FF2B5EF4-FFF2-40B4-BE49-F238E27FC236}">
                    <a16:creationId xmlns:a16="http://schemas.microsoft.com/office/drawing/2014/main" id="{8FD5B0FF-B6D0-19C3-184D-D0E1D89BDB4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6" name="Oval 1588">
                <a:extLst>
                  <a:ext uri="{FF2B5EF4-FFF2-40B4-BE49-F238E27FC236}">
                    <a16:creationId xmlns:a16="http://schemas.microsoft.com/office/drawing/2014/main" id="{DAA905D1-0CB7-DF95-2ADC-245D5FDDABA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0" name="Group 1589">
              <a:extLst>
                <a:ext uri="{FF2B5EF4-FFF2-40B4-BE49-F238E27FC236}">
                  <a16:creationId xmlns:a16="http://schemas.microsoft.com/office/drawing/2014/main" id="{FFFA6CAC-C427-BCA2-A2F4-4255E9AA4C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175" name="Oval 1590">
                <a:extLst>
                  <a:ext uri="{FF2B5EF4-FFF2-40B4-BE49-F238E27FC236}">
                    <a16:creationId xmlns:a16="http://schemas.microsoft.com/office/drawing/2014/main" id="{765B2E00-FF5B-3016-040F-E9066E75033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6" name="Oval 1591">
                <a:extLst>
                  <a:ext uri="{FF2B5EF4-FFF2-40B4-BE49-F238E27FC236}">
                    <a16:creationId xmlns:a16="http://schemas.microsoft.com/office/drawing/2014/main" id="{AE7691E7-ED35-DC10-F8C0-4C9E6BCC87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7" name="Freeform 1592">
                <a:extLst>
                  <a:ext uri="{FF2B5EF4-FFF2-40B4-BE49-F238E27FC236}">
                    <a16:creationId xmlns:a16="http://schemas.microsoft.com/office/drawing/2014/main" id="{843AF725-DA1D-544A-365F-7659E4AE5C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8" name="Freeform 1593">
                <a:extLst>
                  <a:ext uri="{FF2B5EF4-FFF2-40B4-BE49-F238E27FC236}">
                    <a16:creationId xmlns:a16="http://schemas.microsoft.com/office/drawing/2014/main" id="{87CF0A15-43AD-FA4D-66F7-024E5D08ED2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9" name="Freeform 1594">
                <a:extLst>
                  <a:ext uri="{FF2B5EF4-FFF2-40B4-BE49-F238E27FC236}">
                    <a16:creationId xmlns:a16="http://schemas.microsoft.com/office/drawing/2014/main" id="{9BF344EF-3524-603E-D33D-A124833D0C9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0" name="Oval 1595">
                <a:extLst>
                  <a:ext uri="{FF2B5EF4-FFF2-40B4-BE49-F238E27FC236}">
                    <a16:creationId xmlns:a16="http://schemas.microsoft.com/office/drawing/2014/main" id="{826574A2-11F3-5745-4D8B-A8E0C7707A1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1" name="Group 1596">
              <a:extLst>
                <a:ext uri="{FF2B5EF4-FFF2-40B4-BE49-F238E27FC236}">
                  <a16:creationId xmlns:a16="http://schemas.microsoft.com/office/drawing/2014/main" id="{89EB0CBF-72CC-8C87-3092-A1A0C6F0594E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169" name="Oval 1597">
                <a:extLst>
                  <a:ext uri="{FF2B5EF4-FFF2-40B4-BE49-F238E27FC236}">
                    <a16:creationId xmlns:a16="http://schemas.microsoft.com/office/drawing/2014/main" id="{C3C3C36E-D703-5BF4-E368-6A860EFF70A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0" name="Oval 1598">
                <a:extLst>
                  <a:ext uri="{FF2B5EF4-FFF2-40B4-BE49-F238E27FC236}">
                    <a16:creationId xmlns:a16="http://schemas.microsoft.com/office/drawing/2014/main" id="{A7BDF549-095C-BE50-270E-4A90644027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71" name="Freeform 1599">
                <a:extLst>
                  <a:ext uri="{FF2B5EF4-FFF2-40B4-BE49-F238E27FC236}">
                    <a16:creationId xmlns:a16="http://schemas.microsoft.com/office/drawing/2014/main" id="{243CB38A-D9B2-2368-3265-C088A775FE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2" name="Freeform 1600">
                <a:extLst>
                  <a:ext uri="{FF2B5EF4-FFF2-40B4-BE49-F238E27FC236}">
                    <a16:creationId xmlns:a16="http://schemas.microsoft.com/office/drawing/2014/main" id="{4AD1E6E5-1577-0923-128B-2EEF5BF319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3" name="Freeform 1601">
                <a:extLst>
                  <a:ext uri="{FF2B5EF4-FFF2-40B4-BE49-F238E27FC236}">
                    <a16:creationId xmlns:a16="http://schemas.microsoft.com/office/drawing/2014/main" id="{84E4ABED-E523-8923-1976-E3760A04B2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4" name="Oval 1602">
                <a:extLst>
                  <a:ext uri="{FF2B5EF4-FFF2-40B4-BE49-F238E27FC236}">
                    <a16:creationId xmlns:a16="http://schemas.microsoft.com/office/drawing/2014/main" id="{7780CB1D-389E-3F0A-690A-A4C54C6650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162" name="Group 1603">
              <a:extLst>
                <a:ext uri="{FF2B5EF4-FFF2-40B4-BE49-F238E27FC236}">
                  <a16:creationId xmlns:a16="http://schemas.microsoft.com/office/drawing/2014/main" id="{FF954A80-F1B6-3776-CA27-D8A68BCC403D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163" name="Oval 1604">
                <a:extLst>
                  <a:ext uri="{FF2B5EF4-FFF2-40B4-BE49-F238E27FC236}">
                    <a16:creationId xmlns:a16="http://schemas.microsoft.com/office/drawing/2014/main" id="{7D2175AF-3717-0944-4C0E-7E0C184591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4" name="Oval 1605">
                <a:extLst>
                  <a:ext uri="{FF2B5EF4-FFF2-40B4-BE49-F238E27FC236}">
                    <a16:creationId xmlns:a16="http://schemas.microsoft.com/office/drawing/2014/main" id="{A0A29B4F-B3DA-C39E-DBDB-E9E26EC7120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165" name="Freeform 1606">
                <a:extLst>
                  <a:ext uri="{FF2B5EF4-FFF2-40B4-BE49-F238E27FC236}">
                    <a16:creationId xmlns:a16="http://schemas.microsoft.com/office/drawing/2014/main" id="{BEB91277-9C2C-ABA3-CE7E-070076E146A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6" name="Freeform 1607">
                <a:extLst>
                  <a:ext uri="{FF2B5EF4-FFF2-40B4-BE49-F238E27FC236}">
                    <a16:creationId xmlns:a16="http://schemas.microsoft.com/office/drawing/2014/main" id="{ADD6EAE2-4124-F898-849D-9984C2EA89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7" name="Freeform 1608">
                <a:extLst>
                  <a:ext uri="{FF2B5EF4-FFF2-40B4-BE49-F238E27FC236}">
                    <a16:creationId xmlns:a16="http://schemas.microsoft.com/office/drawing/2014/main" id="{69F71415-29C7-A783-259D-17DA3F2F2FE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8" name="Oval 1609">
                <a:extLst>
                  <a:ext uri="{FF2B5EF4-FFF2-40B4-BE49-F238E27FC236}">
                    <a16:creationId xmlns:a16="http://schemas.microsoft.com/office/drawing/2014/main" id="{A69BE43C-C036-F353-BA40-E5A5A755735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grpSp>
        <p:nvGrpSpPr>
          <p:cNvPr id="1355" name="Group 1385">
            <a:extLst>
              <a:ext uri="{FF2B5EF4-FFF2-40B4-BE49-F238E27FC236}">
                <a16:creationId xmlns:a16="http://schemas.microsoft.com/office/drawing/2014/main" id="{130DFB51-D8CC-D3F3-7E46-6BBB79BAF4C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862699" y="434550"/>
            <a:ext cx="1141095" cy="340150"/>
            <a:chOff x="446" y="1196"/>
            <a:chExt cx="1048" cy="312"/>
          </a:xfrm>
        </p:grpSpPr>
        <p:grpSp>
          <p:nvGrpSpPr>
            <p:cNvPr id="1356" name="Group 1386">
              <a:extLst>
                <a:ext uri="{FF2B5EF4-FFF2-40B4-BE49-F238E27FC236}">
                  <a16:creationId xmlns:a16="http://schemas.microsoft.com/office/drawing/2014/main" id="{A05E7B39-DBF2-375A-5A95-23FF4499FD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446" y="1200"/>
              <a:ext cx="62" cy="144"/>
              <a:chOff x="533" y="1248"/>
              <a:chExt cx="175" cy="403"/>
            </a:xfrm>
          </p:grpSpPr>
          <p:sp>
            <p:nvSpPr>
              <p:cNvPr id="1574" name="Oval 1387">
                <a:extLst>
                  <a:ext uri="{FF2B5EF4-FFF2-40B4-BE49-F238E27FC236}">
                    <a16:creationId xmlns:a16="http://schemas.microsoft.com/office/drawing/2014/main" id="{76A903E2-343B-92DD-B4BD-10F418D04B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5" name="Oval 1388">
                <a:extLst>
                  <a:ext uri="{FF2B5EF4-FFF2-40B4-BE49-F238E27FC236}">
                    <a16:creationId xmlns:a16="http://schemas.microsoft.com/office/drawing/2014/main" id="{5730B3F4-74AC-EECD-580C-02D17D0B03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6" name="Freeform 1389">
                <a:extLst>
                  <a:ext uri="{FF2B5EF4-FFF2-40B4-BE49-F238E27FC236}">
                    <a16:creationId xmlns:a16="http://schemas.microsoft.com/office/drawing/2014/main" id="{F5596B0B-248A-6C50-D02A-B6650DC1968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7" name="Freeform 1390">
                <a:extLst>
                  <a:ext uri="{FF2B5EF4-FFF2-40B4-BE49-F238E27FC236}">
                    <a16:creationId xmlns:a16="http://schemas.microsoft.com/office/drawing/2014/main" id="{D6DABD94-F9B5-B201-1075-E43826FBEC0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8" name="Freeform 1391">
                <a:extLst>
                  <a:ext uri="{FF2B5EF4-FFF2-40B4-BE49-F238E27FC236}">
                    <a16:creationId xmlns:a16="http://schemas.microsoft.com/office/drawing/2014/main" id="{7F43CB6C-A67F-19C3-8EE2-E5046821941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9" name="Oval 1392">
                <a:extLst>
                  <a:ext uri="{FF2B5EF4-FFF2-40B4-BE49-F238E27FC236}">
                    <a16:creationId xmlns:a16="http://schemas.microsoft.com/office/drawing/2014/main" id="{EFD60CB9-937C-6D5F-3FFE-D24E1773CE9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7" name="Group 1393">
              <a:extLst>
                <a:ext uri="{FF2B5EF4-FFF2-40B4-BE49-F238E27FC236}">
                  <a16:creationId xmlns:a16="http://schemas.microsoft.com/office/drawing/2014/main" id="{1BA54C0E-D013-E446-CFBA-42C2EA97BFB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48" y="1364"/>
              <a:ext cx="62" cy="144"/>
              <a:chOff x="533" y="1248"/>
              <a:chExt cx="175" cy="403"/>
            </a:xfrm>
          </p:grpSpPr>
          <p:sp>
            <p:nvSpPr>
              <p:cNvPr id="1568" name="Oval 1394">
                <a:extLst>
                  <a:ext uri="{FF2B5EF4-FFF2-40B4-BE49-F238E27FC236}">
                    <a16:creationId xmlns:a16="http://schemas.microsoft.com/office/drawing/2014/main" id="{1DDC86F8-A15D-A197-D1DF-C383DD15A1B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9" name="Oval 1395">
                <a:extLst>
                  <a:ext uri="{FF2B5EF4-FFF2-40B4-BE49-F238E27FC236}">
                    <a16:creationId xmlns:a16="http://schemas.microsoft.com/office/drawing/2014/main" id="{2691365A-6447-220D-5F69-C24558F2DB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70" name="Freeform 1396">
                <a:extLst>
                  <a:ext uri="{FF2B5EF4-FFF2-40B4-BE49-F238E27FC236}">
                    <a16:creationId xmlns:a16="http://schemas.microsoft.com/office/drawing/2014/main" id="{E909C817-6DB3-1F64-78BE-9F0B90C8B47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1" name="Freeform 1397">
                <a:extLst>
                  <a:ext uri="{FF2B5EF4-FFF2-40B4-BE49-F238E27FC236}">
                    <a16:creationId xmlns:a16="http://schemas.microsoft.com/office/drawing/2014/main" id="{8EECD709-445E-BF46-6F73-EB68EFA0CF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2" name="Freeform 1398">
                <a:extLst>
                  <a:ext uri="{FF2B5EF4-FFF2-40B4-BE49-F238E27FC236}">
                    <a16:creationId xmlns:a16="http://schemas.microsoft.com/office/drawing/2014/main" id="{77A6D851-A160-841D-5250-AD54D71B61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73" name="Oval 1399">
                <a:extLst>
                  <a:ext uri="{FF2B5EF4-FFF2-40B4-BE49-F238E27FC236}">
                    <a16:creationId xmlns:a16="http://schemas.microsoft.com/office/drawing/2014/main" id="{41877C9D-46A4-AFD5-907A-E65C72E55E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8" name="Group 1400">
              <a:extLst>
                <a:ext uri="{FF2B5EF4-FFF2-40B4-BE49-F238E27FC236}">
                  <a16:creationId xmlns:a16="http://schemas.microsoft.com/office/drawing/2014/main" id="{FD91729A-B782-0783-841D-E27146861080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12" y="1200"/>
              <a:ext cx="62" cy="144"/>
              <a:chOff x="533" y="1248"/>
              <a:chExt cx="175" cy="403"/>
            </a:xfrm>
          </p:grpSpPr>
          <p:sp>
            <p:nvSpPr>
              <p:cNvPr id="1562" name="Oval 1401">
                <a:extLst>
                  <a:ext uri="{FF2B5EF4-FFF2-40B4-BE49-F238E27FC236}">
                    <a16:creationId xmlns:a16="http://schemas.microsoft.com/office/drawing/2014/main" id="{FB8122A5-802F-48F7-6386-8C10216DFF3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3" name="Oval 1402">
                <a:extLst>
                  <a:ext uri="{FF2B5EF4-FFF2-40B4-BE49-F238E27FC236}">
                    <a16:creationId xmlns:a16="http://schemas.microsoft.com/office/drawing/2014/main" id="{B28499ED-BA41-3D58-0478-E34ABBA81AB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64" name="Freeform 1403">
                <a:extLst>
                  <a:ext uri="{FF2B5EF4-FFF2-40B4-BE49-F238E27FC236}">
                    <a16:creationId xmlns:a16="http://schemas.microsoft.com/office/drawing/2014/main" id="{CEEFB6B4-4B20-D4DA-0FDC-1D90B72BC20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5" name="Freeform 1404">
                <a:extLst>
                  <a:ext uri="{FF2B5EF4-FFF2-40B4-BE49-F238E27FC236}">
                    <a16:creationId xmlns:a16="http://schemas.microsoft.com/office/drawing/2014/main" id="{A66F02CE-40CD-5388-3468-F26A8335544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6" name="Freeform 1405">
                <a:extLst>
                  <a:ext uri="{FF2B5EF4-FFF2-40B4-BE49-F238E27FC236}">
                    <a16:creationId xmlns:a16="http://schemas.microsoft.com/office/drawing/2014/main" id="{67423808-C55A-3AC7-8EDF-5EE0D4AB97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7" name="Oval 1406">
                <a:extLst>
                  <a:ext uri="{FF2B5EF4-FFF2-40B4-BE49-F238E27FC236}">
                    <a16:creationId xmlns:a16="http://schemas.microsoft.com/office/drawing/2014/main" id="{CC629AB7-D186-F5AA-0BF7-422696C01F2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59" name="Group 1407">
              <a:extLst>
                <a:ext uri="{FF2B5EF4-FFF2-40B4-BE49-F238E27FC236}">
                  <a16:creationId xmlns:a16="http://schemas.microsoft.com/office/drawing/2014/main" id="{5ECB05DB-B694-E10D-9727-BB84195231E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14" y="1364"/>
              <a:ext cx="62" cy="144"/>
              <a:chOff x="533" y="1248"/>
              <a:chExt cx="175" cy="403"/>
            </a:xfrm>
          </p:grpSpPr>
          <p:sp>
            <p:nvSpPr>
              <p:cNvPr id="1556" name="Oval 1408">
                <a:extLst>
                  <a:ext uri="{FF2B5EF4-FFF2-40B4-BE49-F238E27FC236}">
                    <a16:creationId xmlns:a16="http://schemas.microsoft.com/office/drawing/2014/main" id="{37465CA4-A3D7-2438-966B-54C7B257C62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7" name="Oval 1409">
                <a:extLst>
                  <a:ext uri="{FF2B5EF4-FFF2-40B4-BE49-F238E27FC236}">
                    <a16:creationId xmlns:a16="http://schemas.microsoft.com/office/drawing/2014/main" id="{72E4B899-1B49-E493-B6F1-0AAD716A4F3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8" name="Freeform 1410">
                <a:extLst>
                  <a:ext uri="{FF2B5EF4-FFF2-40B4-BE49-F238E27FC236}">
                    <a16:creationId xmlns:a16="http://schemas.microsoft.com/office/drawing/2014/main" id="{A3FAA6D0-A3B8-D734-77D0-C65B55D2B81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9" name="Freeform 1411">
                <a:extLst>
                  <a:ext uri="{FF2B5EF4-FFF2-40B4-BE49-F238E27FC236}">
                    <a16:creationId xmlns:a16="http://schemas.microsoft.com/office/drawing/2014/main" id="{B3BD6186-CF68-C44E-9C7D-215651B834A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0" name="Freeform 1412">
                <a:extLst>
                  <a:ext uri="{FF2B5EF4-FFF2-40B4-BE49-F238E27FC236}">
                    <a16:creationId xmlns:a16="http://schemas.microsoft.com/office/drawing/2014/main" id="{E42DB83D-7442-7D63-6A90-8B29570A079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61" name="Oval 1413">
                <a:extLst>
                  <a:ext uri="{FF2B5EF4-FFF2-40B4-BE49-F238E27FC236}">
                    <a16:creationId xmlns:a16="http://schemas.microsoft.com/office/drawing/2014/main" id="{A76B33EE-F3CF-0450-420A-20EF02537A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0" name="Group 1414">
              <a:extLst>
                <a:ext uri="{FF2B5EF4-FFF2-40B4-BE49-F238E27FC236}">
                  <a16:creationId xmlns:a16="http://schemas.microsoft.com/office/drawing/2014/main" id="{458D1C35-8171-B7DA-2C42-176C32392B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576" y="1200"/>
              <a:ext cx="62" cy="144"/>
              <a:chOff x="533" y="1248"/>
              <a:chExt cx="175" cy="403"/>
            </a:xfrm>
          </p:grpSpPr>
          <p:sp>
            <p:nvSpPr>
              <p:cNvPr id="1550" name="Oval 1415">
                <a:extLst>
                  <a:ext uri="{FF2B5EF4-FFF2-40B4-BE49-F238E27FC236}">
                    <a16:creationId xmlns:a16="http://schemas.microsoft.com/office/drawing/2014/main" id="{51C941FC-C0FB-FBBD-7080-EE12953348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1" name="Oval 1416">
                <a:extLst>
                  <a:ext uri="{FF2B5EF4-FFF2-40B4-BE49-F238E27FC236}">
                    <a16:creationId xmlns:a16="http://schemas.microsoft.com/office/drawing/2014/main" id="{DF84846E-5E3C-AD31-9D9A-33ECB3151E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52" name="Freeform 1417">
                <a:extLst>
                  <a:ext uri="{FF2B5EF4-FFF2-40B4-BE49-F238E27FC236}">
                    <a16:creationId xmlns:a16="http://schemas.microsoft.com/office/drawing/2014/main" id="{F79B5337-DA7E-A932-C436-07E43C568D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3" name="Freeform 1418">
                <a:extLst>
                  <a:ext uri="{FF2B5EF4-FFF2-40B4-BE49-F238E27FC236}">
                    <a16:creationId xmlns:a16="http://schemas.microsoft.com/office/drawing/2014/main" id="{D751EBF9-4882-1A7A-4B83-B81F064EE18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4" name="Freeform 1419">
                <a:extLst>
                  <a:ext uri="{FF2B5EF4-FFF2-40B4-BE49-F238E27FC236}">
                    <a16:creationId xmlns:a16="http://schemas.microsoft.com/office/drawing/2014/main" id="{07E4FB50-8FCD-8DD5-ADC1-FB27BD5FADB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55" name="Oval 1420">
                <a:extLst>
                  <a:ext uri="{FF2B5EF4-FFF2-40B4-BE49-F238E27FC236}">
                    <a16:creationId xmlns:a16="http://schemas.microsoft.com/office/drawing/2014/main" id="{C810EF78-9CF0-5955-2F63-1593A159CE2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1" name="Group 1421">
              <a:extLst>
                <a:ext uri="{FF2B5EF4-FFF2-40B4-BE49-F238E27FC236}">
                  <a16:creationId xmlns:a16="http://schemas.microsoft.com/office/drawing/2014/main" id="{A54937E2-5A1B-C3E7-1C0C-3389627153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578" y="1364"/>
              <a:ext cx="62" cy="144"/>
              <a:chOff x="533" y="1248"/>
              <a:chExt cx="175" cy="403"/>
            </a:xfrm>
          </p:grpSpPr>
          <p:sp>
            <p:nvSpPr>
              <p:cNvPr id="1544" name="Oval 1422">
                <a:extLst>
                  <a:ext uri="{FF2B5EF4-FFF2-40B4-BE49-F238E27FC236}">
                    <a16:creationId xmlns:a16="http://schemas.microsoft.com/office/drawing/2014/main" id="{C2421A0B-5BF6-05AE-A4BF-882CD823A67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5" name="Oval 1423">
                <a:extLst>
                  <a:ext uri="{FF2B5EF4-FFF2-40B4-BE49-F238E27FC236}">
                    <a16:creationId xmlns:a16="http://schemas.microsoft.com/office/drawing/2014/main" id="{AFBC5AA9-B381-18EF-1272-B686F4AE542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6" name="Freeform 1424">
                <a:extLst>
                  <a:ext uri="{FF2B5EF4-FFF2-40B4-BE49-F238E27FC236}">
                    <a16:creationId xmlns:a16="http://schemas.microsoft.com/office/drawing/2014/main" id="{9E8AE000-3138-88FB-BE26-CD9E3D5C26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7" name="Freeform 1425">
                <a:extLst>
                  <a:ext uri="{FF2B5EF4-FFF2-40B4-BE49-F238E27FC236}">
                    <a16:creationId xmlns:a16="http://schemas.microsoft.com/office/drawing/2014/main" id="{89BB09AC-FDF6-8D39-B8E7-C9344213C4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8" name="Freeform 1426">
                <a:extLst>
                  <a:ext uri="{FF2B5EF4-FFF2-40B4-BE49-F238E27FC236}">
                    <a16:creationId xmlns:a16="http://schemas.microsoft.com/office/drawing/2014/main" id="{841D9D4D-EC7C-F604-136B-9CB25BEEF9A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9" name="Oval 1427">
                <a:extLst>
                  <a:ext uri="{FF2B5EF4-FFF2-40B4-BE49-F238E27FC236}">
                    <a16:creationId xmlns:a16="http://schemas.microsoft.com/office/drawing/2014/main" id="{DA0997C4-DDA2-1326-DFAE-8F2383BD25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2" name="Group 1428">
              <a:extLst>
                <a:ext uri="{FF2B5EF4-FFF2-40B4-BE49-F238E27FC236}">
                  <a16:creationId xmlns:a16="http://schemas.microsoft.com/office/drawing/2014/main" id="{73A03FDF-16D8-95E7-D6F1-BFA0B798CBC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641" y="1200"/>
              <a:ext cx="62" cy="144"/>
              <a:chOff x="533" y="1248"/>
              <a:chExt cx="175" cy="403"/>
            </a:xfrm>
          </p:grpSpPr>
          <p:sp>
            <p:nvSpPr>
              <p:cNvPr id="1538" name="Oval 1429">
                <a:extLst>
                  <a:ext uri="{FF2B5EF4-FFF2-40B4-BE49-F238E27FC236}">
                    <a16:creationId xmlns:a16="http://schemas.microsoft.com/office/drawing/2014/main" id="{E333110E-DA7B-33CC-8E1B-51361427EEF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9" name="Oval 1430">
                <a:extLst>
                  <a:ext uri="{FF2B5EF4-FFF2-40B4-BE49-F238E27FC236}">
                    <a16:creationId xmlns:a16="http://schemas.microsoft.com/office/drawing/2014/main" id="{2D96CE24-445C-075A-5CC5-2242B91C574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40" name="Freeform 1431">
                <a:extLst>
                  <a:ext uri="{FF2B5EF4-FFF2-40B4-BE49-F238E27FC236}">
                    <a16:creationId xmlns:a16="http://schemas.microsoft.com/office/drawing/2014/main" id="{457AAC9F-5FFC-A045-325B-4CAD8EFC20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1" name="Freeform 1432">
                <a:extLst>
                  <a:ext uri="{FF2B5EF4-FFF2-40B4-BE49-F238E27FC236}">
                    <a16:creationId xmlns:a16="http://schemas.microsoft.com/office/drawing/2014/main" id="{47122886-44EE-3D4C-269F-C1CD8F4079F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2" name="Freeform 1433">
                <a:extLst>
                  <a:ext uri="{FF2B5EF4-FFF2-40B4-BE49-F238E27FC236}">
                    <a16:creationId xmlns:a16="http://schemas.microsoft.com/office/drawing/2014/main" id="{91159561-29EE-CDD7-79B0-4067BA2ABEE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43" name="Oval 1434">
                <a:extLst>
                  <a:ext uri="{FF2B5EF4-FFF2-40B4-BE49-F238E27FC236}">
                    <a16:creationId xmlns:a16="http://schemas.microsoft.com/office/drawing/2014/main" id="{C3F9379B-541D-A295-3B17-176B6B68D14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3" name="Group 1435">
              <a:extLst>
                <a:ext uri="{FF2B5EF4-FFF2-40B4-BE49-F238E27FC236}">
                  <a16:creationId xmlns:a16="http://schemas.microsoft.com/office/drawing/2014/main" id="{95D25277-C454-7C76-4702-6100AC92791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643" y="1364"/>
              <a:ext cx="62" cy="144"/>
              <a:chOff x="533" y="1248"/>
              <a:chExt cx="175" cy="403"/>
            </a:xfrm>
          </p:grpSpPr>
          <p:sp>
            <p:nvSpPr>
              <p:cNvPr id="1532" name="Oval 1436">
                <a:extLst>
                  <a:ext uri="{FF2B5EF4-FFF2-40B4-BE49-F238E27FC236}">
                    <a16:creationId xmlns:a16="http://schemas.microsoft.com/office/drawing/2014/main" id="{775022D2-4361-D379-FA25-CF46A1689BA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3" name="Oval 1437">
                <a:extLst>
                  <a:ext uri="{FF2B5EF4-FFF2-40B4-BE49-F238E27FC236}">
                    <a16:creationId xmlns:a16="http://schemas.microsoft.com/office/drawing/2014/main" id="{38DB319C-4F14-F47C-8B9B-52E5A5DF164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34" name="Freeform 1438">
                <a:extLst>
                  <a:ext uri="{FF2B5EF4-FFF2-40B4-BE49-F238E27FC236}">
                    <a16:creationId xmlns:a16="http://schemas.microsoft.com/office/drawing/2014/main" id="{61A01FC5-167E-F197-DF2F-45B6C7FD94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5" name="Freeform 1439">
                <a:extLst>
                  <a:ext uri="{FF2B5EF4-FFF2-40B4-BE49-F238E27FC236}">
                    <a16:creationId xmlns:a16="http://schemas.microsoft.com/office/drawing/2014/main" id="{9BD05184-7093-7CF0-1153-9C8C8D91E32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6" name="Freeform 1440">
                <a:extLst>
                  <a:ext uri="{FF2B5EF4-FFF2-40B4-BE49-F238E27FC236}">
                    <a16:creationId xmlns:a16="http://schemas.microsoft.com/office/drawing/2014/main" id="{2EE8D7B2-89D3-D383-8E6F-5A57224CE6C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7" name="Oval 1441">
                <a:extLst>
                  <a:ext uri="{FF2B5EF4-FFF2-40B4-BE49-F238E27FC236}">
                    <a16:creationId xmlns:a16="http://schemas.microsoft.com/office/drawing/2014/main" id="{48F64443-AD89-4858-B5B1-40F0BCC3458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4" name="Group 1442">
              <a:extLst>
                <a:ext uri="{FF2B5EF4-FFF2-40B4-BE49-F238E27FC236}">
                  <a16:creationId xmlns:a16="http://schemas.microsoft.com/office/drawing/2014/main" id="{139844C9-649D-A06A-7230-A2B4C26FBD6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09" y="1198"/>
              <a:ext cx="62" cy="144"/>
              <a:chOff x="533" y="1248"/>
              <a:chExt cx="175" cy="403"/>
            </a:xfrm>
          </p:grpSpPr>
          <p:sp>
            <p:nvSpPr>
              <p:cNvPr id="1526" name="Oval 1443">
                <a:extLst>
                  <a:ext uri="{FF2B5EF4-FFF2-40B4-BE49-F238E27FC236}">
                    <a16:creationId xmlns:a16="http://schemas.microsoft.com/office/drawing/2014/main" id="{2CDC3C5A-66BC-D134-44AA-E088E38EC23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7" name="Oval 1444">
                <a:extLst>
                  <a:ext uri="{FF2B5EF4-FFF2-40B4-BE49-F238E27FC236}">
                    <a16:creationId xmlns:a16="http://schemas.microsoft.com/office/drawing/2014/main" id="{C03E6F89-1192-71F8-5136-DC7840AAB5A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8" name="Freeform 1445">
                <a:extLst>
                  <a:ext uri="{FF2B5EF4-FFF2-40B4-BE49-F238E27FC236}">
                    <a16:creationId xmlns:a16="http://schemas.microsoft.com/office/drawing/2014/main" id="{D5419B1D-2BF9-BBF2-FD15-54E69A86CC8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9" name="Freeform 1446">
                <a:extLst>
                  <a:ext uri="{FF2B5EF4-FFF2-40B4-BE49-F238E27FC236}">
                    <a16:creationId xmlns:a16="http://schemas.microsoft.com/office/drawing/2014/main" id="{1F545042-C9CC-EE88-FEE2-E9E780E2FD9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0" name="Freeform 1447">
                <a:extLst>
                  <a:ext uri="{FF2B5EF4-FFF2-40B4-BE49-F238E27FC236}">
                    <a16:creationId xmlns:a16="http://schemas.microsoft.com/office/drawing/2014/main" id="{6DE38D0E-D91B-2ABA-4D69-6464AE730A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31" name="Oval 1448">
                <a:extLst>
                  <a:ext uri="{FF2B5EF4-FFF2-40B4-BE49-F238E27FC236}">
                    <a16:creationId xmlns:a16="http://schemas.microsoft.com/office/drawing/2014/main" id="{C7F005FA-70F4-E8A4-10BC-0B63F515F0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5" name="Group 1449">
              <a:extLst>
                <a:ext uri="{FF2B5EF4-FFF2-40B4-BE49-F238E27FC236}">
                  <a16:creationId xmlns:a16="http://schemas.microsoft.com/office/drawing/2014/main" id="{3BC57448-3960-16BF-1C50-24B6022974C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11" y="1362"/>
              <a:ext cx="62" cy="144"/>
              <a:chOff x="533" y="1248"/>
              <a:chExt cx="175" cy="403"/>
            </a:xfrm>
          </p:grpSpPr>
          <p:sp>
            <p:nvSpPr>
              <p:cNvPr id="1520" name="Oval 1450">
                <a:extLst>
                  <a:ext uri="{FF2B5EF4-FFF2-40B4-BE49-F238E27FC236}">
                    <a16:creationId xmlns:a16="http://schemas.microsoft.com/office/drawing/2014/main" id="{23B7C8ED-78D1-58DB-7C81-725C1CC810D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1" name="Oval 1451">
                <a:extLst>
                  <a:ext uri="{FF2B5EF4-FFF2-40B4-BE49-F238E27FC236}">
                    <a16:creationId xmlns:a16="http://schemas.microsoft.com/office/drawing/2014/main" id="{FFE92C71-2B4D-F281-134E-4F014655C34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22" name="Freeform 1452">
                <a:extLst>
                  <a:ext uri="{FF2B5EF4-FFF2-40B4-BE49-F238E27FC236}">
                    <a16:creationId xmlns:a16="http://schemas.microsoft.com/office/drawing/2014/main" id="{563CA07F-A8D0-F09A-2B82-81DAD81C1461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3" name="Freeform 1453">
                <a:extLst>
                  <a:ext uri="{FF2B5EF4-FFF2-40B4-BE49-F238E27FC236}">
                    <a16:creationId xmlns:a16="http://schemas.microsoft.com/office/drawing/2014/main" id="{0EEFC66F-2544-932F-7863-123D304ABC1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4" name="Freeform 1454">
                <a:extLst>
                  <a:ext uri="{FF2B5EF4-FFF2-40B4-BE49-F238E27FC236}">
                    <a16:creationId xmlns:a16="http://schemas.microsoft.com/office/drawing/2014/main" id="{5D1F3659-BF10-2619-EE3D-BFA9DAF08CE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25" name="Oval 1455">
                <a:extLst>
                  <a:ext uri="{FF2B5EF4-FFF2-40B4-BE49-F238E27FC236}">
                    <a16:creationId xmlns:a16="http://schemas.microsoft.com/office/drawing/2014/main" id="{1C7C4CFC-23C8-C192-CAE9-8D4BD1B8D7D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6" name="Group 1456">
              <a:extLst>
                <a:ext uri="{FF2B5EF4-FFF2-40B4-BE49-F238E27FC236}">
                  <a16:creationId xmlns:a16="http://schemas.microsoft.com/office/drawing/2014/main" id="{2F5C97E9-0AD3-E9E0-5090-A781E97490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775" y="1198"/>
              <a:ext cx="62" cy="144"/>
              <a:chOff x="533" y="1248"/>
              <a:chExt cx="175" cy="403"/>
            </a:xfrm>
          </p:grpSpPr>
          <p:sp>
            <p:nvSpPr>
              <p:cNvPr id="1514" name="Oval 1457">
                <a:extLst>
                  <a:ext uri="{FF2B5EF4-FFF2-40B4-BE49-F238E27FC236}">
                    <a16:creationId xmlns:a16="http://schemas.microsoft.com/office/drawing/2014/main" id="{3121B639-CFB5-D75A-FB44-10B4AA8CD9E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5" name="Oval 1458">
                <a:extLst>
                  <a:ext uri="{FF2B5EF4-FFF2-40B4-BE49-F238E27FC236}">
                    <a16:creationId xmlns:a16="http://schemas.microsoft.com/office/drawing/2014/main" id="{29978051-9B6E-3AFD-84B5-B6418908072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6" name="Freeform 1459">
                <a:extLst>
                  <a:ext uri="{FF2B5EF4-FFF2-40B4-BE49-F238E27FC236}">
                    <a16:creationId xmlns:a16="http://schemas.microsoft.com/office/drawing/2014/main" id="{C000B368-E444-D4F3-C042-C754765DE9F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7" name="Freeform 1460">
                <a:extLst>
                  <a:ext uri="{FF2B5EF4-FFF2-40B4-BE49-F238E27FC236}">
                    <a16:creationId xmlns:a16="http://schemas.microsoft.com/office/drawing/2014/main" id="{7C1B6E41-CE1F-2767-0E0A-C50BB515295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8" name="Freeform 1461">
                <a:extLst>
                  <a:ext uri="{FF2B5EF4-FFF2-40B4-BE49-F238E27FC236}">
                    <a16:creationId xmlns:a16="http://schemas.microsoft.com/office/drawing/2014/main" id="{3AC43DFA-4284-C845-7162-96557E6603D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9" name="Oval 1462">
                <a:extLst>
                  <a:ext uri="{FF2B5EF4-FFF2-40B4-BE49-F238E27FC236}">
                    <a16:creationId xmlns:a16="http://schemas.microsoft.com/office/drawing/2014/main" id="{D77A7B05-9505-DFA3-F356-475F2E40F0A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7" name="Group 1463">
              <a:extLst>
                <a:ext uri="{FF2B5EF4-FFF2-40B4-BE49-F238E27FC236}">
                  <a16:creationId xmlns:a16="http://schemas.microsoft.com/office/drawing/2014/main" id="{1E57B03F-579A-9EAE-2E01-EC1C1C30DDF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777" y="1362"/>
              <a:ext cx="62" cy="144"/>
              <a:chOff x="533" y="1248"/>
              <a:chExt cx="175" cy="403"/>
            </a:xfrm>
          </p:grpSpPr>
          <p:sp>
            <p:nvSpPr>
              <p:cNvPr id="1508" name="Oval 1464">
                <a:extLst>
                  <a:ext uri="{FF2B5EF4-FFF2-40B4-BE49-F238E27FC236}">
                    <a16:creationId xmlns:a16="http://schemas.microsoft.com/office/drawing/2014/main" id="{623B0E0B-9ECD-6569-7599-CD502A5D9EA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9" name="Oval 1465">
                <a:extLst>
                  <a:ext uri="{FF2B5EF4-FFF2-40B4-BE49-F238E27FC236}">
                    <a16:creationId xmlns:a16="http://schemas.microsoft.com/office/drawing/2014/main" id="{8D040747-E62F-B07F-7A07-A1CDE260D54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10" name="Freeform 1466">
                <a:extLst>
                  <a:ext uri="{FF2B5EF4-FFF2-40B4-BE49-F238E27FC236}">
                    <a16:creationId xmlns:a16="http://schemas.microsoft.com/office/drawing/2014/main" id="{0E73F85D-1E22-C649-3C55-19611538727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1" name="Freeform 1467">
                <a:extLst>
                  <a:ext uri="{FF2B5EF4-FFF2-40B4-BE49-F238E27FC236}">
                    <a16:creationId xmlns:a16="http://schemas.microsoft.com/office/drawing/2014/main" id="{43C1BC45-2330-8507-844F-1DA308E9916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2" name="Freeform 1468">
                <a:extLst>
                  <a:ext uri="{FF2B5EF4-FFF2-40B4-BE49-F238E27FC236}">
                    <a16:creationId xmlns:a16="http://schemas.microsoft.com/office/drawing/2014/main" id="{4DC6C109-7C9D-EFF3-6E8D-594A1AF60FE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13" name="Oval 1469">
                <a:extLst>
                  <a:ext uri="{FF2B5EF4-FFF2-40B4-BE49-F238E27FC236}">
                    <a16:creationId xmlns:a16="http://schemas.microsoft.com/office/drawing/2014/main" id="{FB12E8AA-6FD7-DB30-C36F-86A6FB126DD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8" name="Group 1470">
              <a:extLst>
                <a:ext uri="{FF2B5EF4-FFF2-40B4-BE49-F238E27FC236}">
                  <a16:creationId xmlns:a16="http://schemas.microsoft.com/office/drawing/2014/main" id="{5F4BDF88-AAA8-5CD0-C96C-ADAB673A7E5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839" y="1198"/>
              <a:ext cx="62" cy="144"/>
              <a:chOff x="533" y="1248"/>
              <a:chExt cx="175" cy="403"/>
            </a:xfrm>
          </p:grpSpPr>
          <p:sp>
            <p:nvSpPr>
              <p:cNvPr id="1502" name="Oval 1471">
                <a:extLst>
                  <a:ext uri="{FF2B5EF4-FFF2-40B4-BE49-F238E27FC236}">
                    <a16:creationId xmlns:a16="http://schemas.microsoft.com/office/drawing/2014/main" id="{203824D6-07D0-E0A5-FE96-647F13097D3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3" name="Oval 1472">
                <a:extLst>
                  <a:ext uri="{FF2B5EF4-FFF2-40B4-BE49-F238E27FC236}">
                    <a16:creationId xmlns:a16="http://schemas.microsoft.com/office/drawing/2014/main" id="{1B3ADC5D-4905-41FF-4243-6CDD4970F70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504" name="Freeform 1473">
                <a:extLst>
                  <a:ext uri="{FF2B5EF4-FFF2-40B4-BE49-F238E27FC236}">
                    <a16:creationId xmlns:a16="http://schemas.microsoft.com/office/drawing/2014/main" id="{CAD36952-3BC2-DC27-D6A4-2D6B6A978C1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5" name="Freeform 1474">
                <a:extLst>
                  <a:ext uri="{FF2B5EF4-FFF2-40B4-BE49-F238E27FC236}">
                    <a16:creationId xmlns:a16="http://schemas.microsoft.com/office/drawing/2014/main" id="{9DF756D7-A73C-C978-9609-13F6D927A03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6" name="Freeform 1475">
                <a:extLst>
                  <a:ext uri="{FF2B5EF4-FFF2-40B4-BE49-F238E27FC236}">
                    <a16:creationId xmlns:a16="http://schemas.microsoft.com/office/drawing/2014/main" id="{5E8C0EE8-1D6A-B856-08DD-6725E237DAD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7" name="Oval 1476">
                <a:extLst>
                  <a:ext uri="{FF2B5EF4-FFF2-40B4-BE49-F238E27FC236}">
                    <a16:creationId xmlns:a16="http://schemas.microsoft.com/office/drawing/2014/main" id="{3B0CAB60-CDC0-E1C0-77EE-5FEE09913A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69" name="Group 1477">
              <a:extLst>
                <a:ext uri="{FF2B5EF4-FFF2-40B4-BE49-F238E27FC236}">
                  <a16:creationId xmlns:a16="http://schemas.microsoft.com/office/drawing/2014/main" id="{259D01B6-D7CC-38BB-44C0-191AC82F3AD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841" y="1362"/>
              <a:ext cx="62" cy="144"/>
              <a:chOff x="533" y="1248"/>
              <a:chExt cx="175" cy="403"/>
            </a:xfrm>
          </p:grpSpPr>
          <p:sp>
            <p:nvSpPr>
              <p:cNvPr id="1496" name="Oval 1478">
                <a:extLst>
                  <a:ext uri="{FF2B5EF4-FFF2-40B4-BE49-F238E27FC236}">
                    <a16:creationId xmlns:a16="http://schemas.microsoft.com/office/drawing/2014/main" id="{307A1F22-4241-8F3B-59BC-A7F92BC0F50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7" name="Oval 1479">
                <a:extLst>
                  <a:ext uri="{FF2B5EF4-FFF2-40B4-BE49-F238E27FC236}">
                    <a16:creationId xmlns:a16="http://schemas.microsoft.com/office/drawing/2014/main" id="{379A8270-4925-12DD-387A-B3C5C53913B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8" name="Freeform 1480">
                <a:extLst>
                  <a:ext uri="{FF2B5EF4-FFF2-40B4-BE49-F238E27FC236}">
                    <a16:creationId xmlns:a16="http://schemas.microsoft.com/office/drawing/2014/main" id="{973AF5EC-006D-6C8F-3CCF-FC20E0F9BE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9" name="Freeform 1481">
                <a:extLst>
                  <a:ext uri="{FF2B5EF4-FFF2-40B4-BE49-F238E27FC236}">
                    <a16:creationId xmlns:a16="http://schemas.microsoft.com/office/drawing/2014/main" id="{6EB8F1DA-44F4-1CAD-B711-5B376D15959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0" name="Freeform 1482">
                <a:extLst>
                  <a:ext uri="{FF2B5EF4-FFF2-40B4-BE49-F238E27FC236}">
                    <a16:creationId xmlns:a16="http://schemas.microsoft.com/office/drawing/2014/main" id="{DCC80C2F-A4AA-C98C-1853-89F29581FF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01" name="Oval 1483">
                <a:extLst>
                  <a:ext uri="{FF2B5EF4-FFF2-40B4-BE49-F238E27FC236}">
                    <a16:creationId xmlns:a16="http://schemas.microsoft.com/office/drawing/2014/main" id="{5466D4F7-9D4E-4BE1-1CF7-6FB224460EC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0" name="Group 1484">
              <a:extLst>
                <a:ext uri="{FF2B5EF4-FFF2-40B4-BE49-F238E27FC236}">
                  <a16:creationId xmlns:a16="http://schemas.microsoft.com/office/drawing/2014/main" id="{EC66CE6F-547D-F2D4-1ACC-8EB66CDC174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04" y="1198"/>
              <a:ext cx="62" cy="144"/>
              <a:chOff x="533" y="1248"/>
              <a:chExt cx="175" cy="403"/>
            </a:xfrm>
          </p:grpSpPr>
          <p:sp>
            <p:nvSpPr>
              <p:cNvPr id="1490" name="Oval 1485">
                <a:extLst>
                  <a:ext uri="{FF2B5EF4-FFF2-40B4-BE49-F238E27FC236}">
                    <a16:creationId xmlns:a16="http://schemas.microsoft.com/office/drawing/2014/main" id="{C2D2EFC6-C976-6227-0A93-9E50F106139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1" name="Oval 1486">
                <a:extLst>
                  <a:ext uri="{FF2B5EF4-FFF2-40B4-BE49-F238E27FC236}">
                    <a16:creationId xmlns:a16="http://schemas.microsoft.com/office/drawing/2014/main" id="{E3AC92AD-8B44-211D-23B6-7F15F90E78F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92" name="Freeform 1487">
                <a:extLst>
                  <a:ext uri="{FF2B5EF4-FFF2-40B4-BE49-F238E27FC236}">
                    <a16:creationId xmlns:a16="http://schemas.microsoft.com/office/drawing/2014/main" id="{F2E187B1-89A7-B065-3A9C-5657A3C1FC6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3" name="Freeform 1488">
                <a:extLst>
                  <a:ext uri="{FF2B5EF4-FFF2-40B4-BE49-F238E27FC236}">
                    <a16:creationId xmlns:a16="http://schemas.microsoft.com/office/drawing/2014/main" id="{213CAA20-4C48-F352-804D-F212CADCC7B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4" name="Freeform 1489">
                <a:extLst>
                  <a:ext uri="{FF2B5EF4-FFF2-40B4-BE49-F238E27FC236}">
                    <a16:creationId xmlns:a16="http://schemas.microsoft.com/office/drawing/2014/main" id="{FE800245-E24A-E4DA-EFB5-6FCCE5646FE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95" name="Oval 1490">
                <a:extLst>
                  <a:ext uri="{FF2B5EF4-FFF2-40B4-BE49-F238E27FC236}">
                    <a16:creationId xmlns:a16="http://schemas.microsoft.com/office/drawing/2014/main" id="{ED3CE2F9-5003-69DA-7B9B-51A06B85369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1" name="Group 1491">
              <a:extLst>
                <a:ext uri="{FF2B5EF4-FFF2-40B4-BE49-F238E27FC236}">
                  <a16:creationId xmlns:a16="http://schemas.microsoft.com/office/drawing/2014/main" id="{251D055D-69E1-7F28-39CE-82EBF0CCC34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06" y="1362"/>
              <a:ext cx="62" cy="144"/>
              <a:chOff x="533" y="1248"/>
              <a:chExt cx="175" cy="403"/>
            </a:xfrm>
          </p:grpSpPr>
          <p:sp>
            <p:nvSpPr>
              <p:cNvPr id="1484" name="Oval 1492">
                <a:extLst>
                  <a:ext uri="{FF2B5EF4-FFF2-40B4-BE49-F238E27FC236}">
                    <a16:creationId xmlns:a16="http://schemas.microsoft.com/office/drawing/2014/main" id="{48B972AE-9E88-F771-6B7F-89D1D941CFB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5" name="Oval 1493">
                <a:extLst>
                  <a:ext uri="{FF2B5EF4-FFF2-40B4-BE49-F238E27FC236}">
                    <a16:creationId xmlns:a16="http://schemas.microsoft.com/office/drawing/2014/main" id="{0FD74A3A-5F17-4A71-C0E4-1A0722076A0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6" name="Freeform 1494">
                <a:extLst>
                  <a:ext uri="{FF2B5EF4-FFF2-40B4-BE49-F238E27FC236}">
                    <a16:creationId xmlns:a16="http://schemas.microsoft.com/office/drawing/2014/main" id="{58052814-12B0-1B7B-C148-0F4DC7DC171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7" name="Freeform 1495">
                <a:extLst>
                  <a:ext uri="{FF2B5EF4-FFF2-40B4-BE49-F238E27FC236}">
                    <a16:creationId xmlns:a16="http://schemas.microsoft.com/office/drawing/2014/main" id="{276496EC-AEEA-640D-0566-5C0FD8BC75C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8" name="Freeform 1496">
                <a:extLst>
                  <a:ext uri="{FF2B5EF4-FFF2-40B4-BE49-F238E27FC236}">
                    <a16:creationId xmlns:a16="http://schemas.microsoft.com/office/drawing/2014/main" id="{7C1F9B59-0348-2800-209F-6825D9C9698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9" name="Oval 1497">
                <a:extLst>
                  <a:ext uri="{FF2B5EF4-FFF2-40B4-BE49-F238E27FC236}">
                    <a16:creationId xmlns:a16="http://schemas.microsoft.com/office/drawing/2014/main" id="{44F7FF3E-4FEB-0AE8-A45F-87F5483BCF0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2" name="Group 1498">
              <a:extLst>
                <a:ext uri="{FF2B5EF4-FFF2-40B4-BE49-F238E27FC236}">
                  <a16:creationId xmlns:a16="http://schemas.microsoft.com/office/drawing/2014/main" id="{B408D5F4-F0BF-4BEE-82FF-CB063ACEB91F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972" y="1198"/>
              <a:ext cx="62" cy="144"/>
              <a:chOff x="533" y="1248"/>
              <a:chExt cx="175" cy="403"/>
            </a:xfrm>
          </p:grpSpPr>
          <p:sp>
            <p:nvSpPr>
              <p:cNvPr id="1478" name="Oval 1499">
                <a:extLst>
                  <a:ext uri="{FF2B5EF4-FFF2-40B4-BE49-F238E27FC236}">
                    <a16:creationId xmlns:a16="http://schemas.microsoft.com/office/drawing/2014/main" id="{BD32C853-5368-C5B3-94CE-1E6D3F7335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9" name="Oval 1500">
                <a:extLst>
                  <a:ext uri="{FF2B5EF4-FFF2-40B4-BE49-F238E27FC236}">
                    <a16:creationId xmlns:a16="http://schemas.microsoft.com/office/drawing/2014/main" id="{4FCE4FCF-1FEF-E7F2-B597-6C3FDF88FE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80" name="Freeform 1501">
                <a:extLst>
                  <a:ext uri="{FF2B5EF4-FFF2-40B4-BE49-F238E27FC236}">
                    <a16:creationId xmlns:a16="http://schemas.microsoft.com/office/drawing/2014/main" id="{F99AFDE5-731A-039E-BFB8-FE17F0CEE9B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1" name="Freeform 1502">
                <a:extLst>
                  <a:ext uri="{FF2B5EF4-FFF2-40B4-BE49-F238E27FC236}">
                    <a16:creationId xmlns:a16="http://schemas.microsoft.com/office/drawing/2014/main" id="{495D5D92-60B7-8AB7-3E84-B55561918A2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2" name="Freeform 1503">
                <a:extLst>
                  <a:ext uri="{FF2B5EF4-FFF2-40B4-BE49-F238E27FC236}">
                    <a16:creationId xmlns:a16="http://schemas.microsoft.com/office/drawing/2014/main" id="{4FE7C86A-A09C-F52B-1EB1-8B1EBEA82DD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83" name="Oval 1504">
                <a:extLst>
                  <a:ext uri="{FF2B5EF4-FFF2-40B4-BE49-F238E27FC236}">
                    <a16:creationId xmlns:a16="http://schemas.microsoft.com/office/drawing/2014/main" id="{DEF11113-2450-71FD-1EEB-9F908FEECFD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3" name="Group 1505">
              <a:extLst>
                <a:ext uri="{FF2B5EF4-FFF2-40B4-BE49-F238E27FC236}">
                  <a16:creationId xmlns:a16="http://schemas.microsoft.com/office/drawing/2014/main" id="{4E5CA4B0-03FB-CCCF-9260-95655E452DF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974" y="1362"/>
              <a:ext cx="62" cy="144"/>
              <a:chOff x="533" y="1248"/>
              <a:chExt cx="175" cy="403"/>
            </a:xfrm>
          </p:grpSpPr>
          <p:sp>
            <p:nvSpPr>
              <p:cNvPr id="1472" name="Oval 1506">
                <a:extLst>
                  <a:ext uri="{FF2B5EF4-FFF2-40B4-BE49-F238E27FC236}">
                    <a16:creationId xmlns:a16="http://schemas.microsoft.com/office/drawing/2014/main" id="{DCB97BCA-8907-AB0E-61D3-BF6551F14A9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3" name="Oval 1507">
                <a:extLst>
                  <a:ext uri="{FF2B5EF4-FFF2-40B4-BE49-F238E27FC236}">
                    <a16:creationId xmlns:a16="http://schemas.microsoft.com/office/drawing/2014/main" id="{86B69442-DDF1-559B-EC12-BC5AD300B31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74" name="Freeform 1508">
                <a:extLst>
                  <a:ext uri="{FF2B5EF4-FFF2-40B4-BE49-F238E27FC236}">
                    <a16:creationId xmlns:a16="http://schemas.microsoft.com/office/drawing/2014/main" id="{9F6259D4-43BB-BAB9-147F-E1633040716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5" name="Freeform 1509">
                <a:extLst>
                  <a:ext uri="{FF2B5EF4-FFF2-40B4-BE49-F238E27FC236}">
                    <a16:creationId xmlns:a16="http://schemas.microsoft.com/office/drawing/2014/main" id="{EA206202-E49F-0AD6-542A-C291ECB4D79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6" name="Freeform 1510">
                <a:extLst>
                  <a:ext uri="{FF2B5EF4-FFF2-40B4-BE49-F238E27FC236}">
                    <a16:creationId xmlns:a16="http://schemas.microsoft.com/office/drawing/2014/main" id="{A2650584-2643-5BDA-9B1B-A3516577BB2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7" name="Oval 1511">
                <a:extLst>
                  <a:ext uri="{FF2B5EF4-FFF2-40B4-BE49-F238E27FC236}">
                    <a16:creationId xmlns:a16="http://schemas.microsoft.com/office/drawing/2014/main" id="{4C6B1D6E-AAC0-4EDB-1B6D-E8A381AC95F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4" name="Group 1512">
              <a:extLst>
                <a:ext uri="{FF2B5EF4-FFF2-40B4-BE49-F238E27FC236}">
                  <a16:creationId xmlns:a16="http://schemas.microsoft.com/office/drawing/2014/main" id="{72977120-6DF7-1D41-9B66-26A311C1A51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038" y="1198"/>
              <a:ext cx="62" cy="144"/>
              <a:chOff x="533" y="1248"/>
              <a:chExt cx="175" cy="403"/>
            </a:xfrm>
          </p:grpSpPr>
          <p:sp>
            <p:nvSpPr>
              <p:cNvPr id="1466" name="Oval 1513">
                <a:extLst>
                  <a:ext uri="{FF2B5EF4-FFF2-40B4-BE49-F238E27FC236}">
                    <a16:creationId xmlns:a16="http://schemas.microsoft.com/office/drawing/2014/main" id="{B8285F26-7C7E-765C-8B5E-1CD2C529867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7" name="Oval 1514">
                <a:extLst>
                  <a:ext uri="{FF2B5EF4-FFF2-40B4-BE49-F238E27FC236}">
                    <a16:creationId xmlns:a16="http://schemas.microsoft.com/office/drawing/2014/main" id="{057CF57F-5DE3-037A-00EA-51D42DA51D3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8" name="Freeform 1515">
                <a:extLst>
                  <a:ext uri="{FF2B5EF4-FFF2-40B4-BE49-F238E27FC236}">
                    <a16:creationId xmlns:a16="http://schemas.microsoft.com/office/drawing/2014/main" id="{EB8F926C-EA8D-EE36-1516-29775690E2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9" name="Freeform 1516">
                <a:extLst>
                  <a:ext uri="{FF2B5EF4-FFF2-40B4-BE49-F238E27FC236}">
                    <a16:creationId xmlns:a16="http://schemas.microsoft.com/office/drawing/2014/main" id="{BC4FD7FD-7C51-12DE-731C-F4314D091D3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0" name="Freeform 1517">
                <a:extLst>
                  <a:ext uri="{FF2B5EF4-FFF2-40B4-BE49-F238E27FC236}">
                    <a16:creationId xmlns:a16="http://schemas.microsoft.com/office/drawing/2014/main" id="{36CFA6E6-2839-3BEB-63CF-AA17EE199B0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71" name="Oval 1518">
                <a:extLst>
                  <a:ext uri="{FF2B5EF4-FFF2-40B4-BE49-F238E27FC236}">
                    <a16:creationId xmlns:a16="http://schemas.microsoft.com/office/drawing/2014/main" id="{D9A0B1BD-3507-F14C-9116-BA2A1B37699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5" name="Group 1519">
              <a:extLst>
                <a:ext uri="{FF2B5EF4-FFF2-40B4-BE49-F238E27FC236}">
                  <a16:creationId xmlns:a16="http://schemas.microsoft.com/office/drawing/2014/main" id="{8C6C8609-FC52-6304-8A90-FA4D3F33B8C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40" y="1362"/>
              <a:ext cx="62" cy="144"/>
              <a:chOff x="533" y="1248"/>
              <a:chExt cx="175" cy="403"/>
            </a:xfrm>
          </p:grpSpPr>
          <p:sp>
            <p:nvSpPr>
              <p:cNvPr id="1460" name="Oval 1520">
                <a:extLst>
                  <a:ext uri="{FF2B5EF4-FFF2-40B4-BE49-F238E27FC236}">
                    <a16:creationId xmlns:a16="http://schemas.microsoft.com/office/drawing/2014/main" id="{282C9D80-68BF-B76E-B65A-B08C5A6B86C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1" name="Oval 1521">
                <a:extLst>
                  <a:ext uri="{FF2B5EF4-FFF2-40B4-BE49-F238E27FC236}">
                    <a16:creationId xmlns:a16="http://schemas.microsoft.com/office/drawing/2014/main" id="{B688B3DD-5C91-748B-02A9-9D95FB8B0B7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62" name="Freeform 1522">
                <a:extLst>
                  <a:ext uri="{FF2B5EF4-FFF2-40B4-BE49-F238E27FC236}">
                    <a16:creationId xmlns:a16="http://schemas.microsoft.com/office/drawing/2014/main" id="{88397BAA-D704-2935-2806-A5FAB4904AF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3" name="Freeform 1523">
                <a:extLst>
                  <a:ext uri="{FF2B5EF4-FFF2-40B4-BE49-F238E27FC236}">
                    <a16:creationId xmlns:a16="http://schemas.microsoft.com/office/drawing/2014/main" id="{40EA6AC8-EABD-97A3-D0C8-02315E774BB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4" name="Freeform 1524">
                <a:extLst>
                  <a:ext uri="{FF2B5EF4-FFF2-40B4-BE49-F238E27FC236}">
                    <a16:creationId xmlns:a16="http://schemas.microsoft.com/office/drawing/2014/main" id="{83860442-3E5B-6585-6800-33725536472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65" name="Oval 1525">
                <a:extLst>
                  <a:ext uri="{FF2B5EF4-FFF2-40B4-BE49-F238E27FC236}">
                    <a16:creationId xmlns:a16="http://schemas.microsoft.com/office/drawing/2014/main" id="{823F58CB-083A-AEE4-2650-F5443EAA78F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6" name="Group 1526">
              <a:extLst>
                <a:ext uri="{FF2B5EF4-FFF2-40B4-BE49-F238E27FC236}">
                  <a16:creationId xmlns:a16="http://schemas.microsoft.com/office/drawing/2014/main" id="{D137168E-D812-EC96-9D00-F869A05542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02" y="1198"/>
              <a:ext cx="62" cy="144"/>
              <a:chOff x="533" y="1248"/>
              <a:chExt cx="175" cy="403"/>
            </a:xfrm>
          </p:grpSpPr>
          <p:sp>
            <p:nvSpPr>
              <p:cNvPr id="1454" name="Oval 1527">
                <a:extLst>
                  <a:ext uri="{FF2B5EF4-FFF2-40B4-BE49-F238E27FC236}">
                    <a16:creationId xmlns:a16="http://schemas.microsoft.com/office/drawing/2014/main" id="{63F91680-8CFD-BFB6-E4B0-C1343EBBF4C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5" name="Oval 1528">
                <a:extLst>
                  <a:ext uri="{FF2B5EF4-FFF2-40B4-BE49-F238E27FC236}">
                    <a16:creationId xmlns:a16="http://schemas.microsoft.com/office/drawing/2014/main" id="{C4B694DF-6685-158C-6B42-17775889AA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6" name="Freeform 1529">
                <a:extLst>
                  <a:ext uri="{FF2B5EF4-FFF2-40B4-BE49-F238E27FC236}">
                    <a16:creationId xmlns:a16="http://schemas.microsoft.com/office/drawing/2014/main" id="{6EC410DA-6C95-931D-093F-9A3A58C3E1C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7" name="Freeform 1530">
                <a:extLst>
                  <a:ext uri="{FF2B5EF4-FFF2-40B4-BE49-F238E27FC236}">
                    <a16:creationId xmlns:a16="http://schemas.microsoft.com/office/drawing/2014/main" id="{92186DCB-38AB-061D-54AC-9A5B9BFBA19F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8" name="Freeform 1531">
                <a:extLst>
                  <a:ext uri="{FF2B5EF4-FFF2-40B4-BE49-F238E27FC236}">
                    <a16:creationId xmlns:a16="http://schemas.microsoft.com/office/drawing/2014/main" id="{47ECA9FB-86D9-85D7-8F82-1CDC3FB0CAF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9" name="Oval 1532">
                <a:extLst>
                  <a:ext uri="{FF2B5EF4-FFF2-40B4-BE49-F238E27FC236}">
                    <a16:creationId xmlns:a16="http://schemas.microsoft.com/office/drawing/2014/main" id="{25909092-BFAE-1481-AFA5-5D785F5C812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7" name="Group 1533">
              <a:extLst>
                <a:ext uri="{FF2B5EF4-FFF2-40B4-BE49-F238E27FC236}">
                  <a16:creationId xmlns:a16="http://schemas.microsoft.com/office/drawing/2014/main" id="{B75BFD92-DDC1-8E81-130B-3F9F153AFF57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04" y="1362"/>
              <a:ext cx="62" cy="144"/>
              <a:chOff x="533" y="1248"/>
              <a:chExt cx="175" cy="403"/>
            </a:xfrm>
          </p:grpSpPr>
          <p:sp>
            <p:nvSpPr>
              <p:cNvPr id="1448" name="Oval 1534">
                <a:extLst>
                  <a:ext uri="{FF2B5EF4-FFF2-40B4-BE49-F238E27FC236}">
                    <a16:creationId xmlns:a16="http://schemas.microsoft.com/office/drawing/2014/main" id="{F2539EEA-3B4E-8E16-BE10-8D709DFBADC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9" name="Oval 1535">
                <a:extLst>
                  <a:ext uri="{FF2B5EF4-FFF2-40B4-BE49-F238E27FC236}">
                    <a16:creationId xmlns:a16="http://schemas.microsoft.com/office/drawing/2014/main" id="{7C5B9999-BC33-96CD-60CF-A83CF0A4486E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50" name="Freeform 1536">
                <a:extLst>
                  <a:ext uri="{FF2B5EF4-FFF2-40B4-BE49-F238E27FC236}">
                    <a16:creationId xmlns:a16="http://schemas.microsoft.com/office/drawing/2014/main" id="{4D849667-0988-7D6C-68FF-F2B847C56BA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1" name="Freeform 1537">
                <a:extLst>
                  <a:ext uri="{FF2B5EF4-FFF2-40B4-BE49-F238E27FC236}">
                    <a16:creationId xmlns:a16="http://schemas.microsoft.com/office/drawing/2014/main" id="{13DC2066-08FD-926E-EF65-E75C7B8B3E2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2" name="Freeform 1538">
                <a:extLst>
                  <a:ext uri="{FF2B5EF4-FFF2-40B4-BE49-F238E27FC236}">
                    <a16:creationId xmlns:a16="http://schemas.microsoft.com/office/drawing/2014/main" id="{93432261-042E-2EB6-01A5-0A45DB3B89A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3" name="Oval 1539">
                <a:extLst>
                  <a:ext uri="{FF2B5EF4-FFF2-40B4-BE49-F238E27FC236}">
                    <a16:creationId xmlns:a16="http://schemas.microsoft.com/office/drawing/2014/main" id="{0E19135C-7774-D7E2-C8B1-9DFC1E98A4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8" name="Group 1540">
              <a:extLst>
                <a:ext uri="{FF2B5EF4-FFF2-40B4-BE49-F238E27FC236}">
                  <a16:creationId xmlns:a16="http://schemas.microsoft.com/office/drawing/2014/main" id="{F5394C62-BC9B-79ED-8549-0EEE2F77DB5B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167" y="1198"/>
              <a:ext cx="62" cy="144"/>
              <a:chOff x="533" y="1248"/>
              <a:chExt cx="175" cy="403"/>
            </a:xfrm>
          </p:grpSpPr>
          <p:sp>
            <p:nvSpPr>
              <p:cNvPr id="1442" name="Oval 1541">
                <a:extLst>
                  <a:ext uri="{FF2B5EF4-FFF2-40B4-BE49-F238E27FC236}">
                    <a16:creationId xmlns:a16="http://schemas.microsoft.com/office/drawing/2014/main" id="{C3E4DD2B-22C5-467D-04BC-23D59E70B1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3" name="Oval 1542">
                <a:extLst>
                  <a:ext uri="{FF2B5EF4-FFF2-40B4-BE49-F238E27FC236}">
                    <a16:creationId xmlns:a16="http://schemas.microsoft.com/office/drawing/2014/main" id="{A3287D34-5547-C99F-3C56-77E1DAC442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44" name="Freeform 1543">
                <a:extLst>
                  <a:ext uri="{FF2B5EF4-FFF2-40B4-BE49-F238E27FC236}">
                    <a16:creationId xmlns:a16="http://schemas.microsoft.com/office/drawing/2014/main" id="{196CC213-6C4F-C7FC-0DB3-D476B25249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5" name="Freeform 1544">
                <a:extLst>
                  <a:ext uri="{FF2B5EF4-FFF2-40B4-BE49-F238E27FC236}">
                    <a16:creationId xmlns:a16="http://schemas.microsoft.com/office/drawing/2014/main" id="{185D6DCA-88D0-2D03-2690-9A99DEAE668E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6" name="Freeform 1545">
                <a:extLst>
                  <a:ext uri="{FF2B5EF4-FFF2-40B4-BE49-F238E27FC236}">
                    <a16:creationId xmlns:a16="http://schemas.microsoft.com/office/drawing/2014/main" id="{A02F9622-F1E3-AFE7-C6F7-4B4CAB19A6B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7" name="Oval 1546">
                <a:extLst>
                  <a:ext uri="{FF2B5EF4-FFF2-40B4-BE49-F238E27FC236}">
                    <a16:creationId xmlns:a16="http://schemas.microsoft.com/office/drawing/2014/main" id="{9D88FB4F-84E4-1F3B-AD2B-B45D6EE3102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79" name="Group 1547">
              <a:extLst>
                <a:ext uri="{FF2B5EF4-FFF2-40B4-BE49-F238E27FC236}">
                  <a16:creationId xmlns:a16="http://schemas.microsoft.com/office/drawing/2014/main" id="{E1D5D41F-574B-612D-75A4-FBBA54482EE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169" y="1362"/>
              <a:ext cx="62" cy="144"/>
              <a:chOff x="533" y="1248"/>
              <a:chExt cx="175" cy="403"/>
            </a:xfrm>
          </p:grpSpPr>
          <p:sp>
            <p:nvSpPr>
              <p:cNvPr id="1436" name="Oval 1548">
                <a:extLst>
                  <a:ext uri="{FF2B5EF4-FFF2-40B4-BE49-F238E27FC236}">
                    <a16:creationId xmlns:a16="http://schemas.microsoft.com/office/drawing/2014/main" id="{2C3DFAA0-F1CD-28B2-9315-D2BD8F7030D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7" name="Oval 1549">
                <a:extLst>
                  <a:ext uri="{FF2B5EF4-FFF2-40B4-BE49-F238E27FC236}">
                    <a16:creationId xmlns:a16="http://schemas.microsoft.com/office/drawing/2014/main" id="{547786FA-27DD-41E4-DBA1-D570FABDD28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8" name="Freeform 1550">
                <a:extLst>
                  <a:ext uri="{FF2B5EF4-FFF2-40B4-BE49-F238E27FC236}">
                    <a16:creationId xmlns:a16="http://schemas.microsoft.com/office/drawing/2014/main" id="{6F283AE0-3317-B2B6-BDAF-250DCAD9983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9" name="Freeform 1551">
                <a:extLst>
                  <a:ext uri="{FF2B5EF4-FFF2-40B4-BE49-F238E27FC236}">
                    <a16:creationId xmlns:a16="http://schemas.microsoft.com/office/drawing/2014/main" id="{C55346B4-8566-1645-4B84-29E8A497B2D7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0" name="Freeform 1552">
                <a:extLst>
                  <a:ext uri="{FF2B5EF4-FFF2-40B4-BE49-F238E27FC236}">
                    <a16:creationId xmlns:a16="http://schemas.microsoft.com/office/drawing/2014/main" id="{3A062CDB-8C62-DB61-B4BA-6B09CFC6093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1" name="Oval 1553">
                <a:extLst>
                  <a:ext uri="{FF2B5EF4-FFF2-40B4-BE49-F238E27FC236}">
                    <a16:creationId xmlns:a16="http://schemas.microsoft.com/office/drawing/2014/main" id="{AE74C65C-8D78-AD70-330A-2DEDF82B88A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0" name="Group 1554">
              <a:extLst>
                <a:ext uri="{FF2B5EF4-FFF2-40B4-BE49-F238E27FC236}">
                  <a16:creationId xmlns:a16="http://schemas.microsoft.com/office/drawing/2014/main" id="{35B186E9-AF91-4751-36A9-C2CDE013CEE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235" y="1196"/>
              <a:ext cx="62" cy="144"/>
              <a:chOff x="533" y="1248"/>
              <a:chExt cx="175" cy="403"/>
            </a:xfrm>
          </p:grpSpPr>
          <p:sp>
            <p:nvSpPr>
              <p:cNvPr id="1430" name="Oval 1555">
                <a:extLst>
                  <a:ext uri="{FF2B5EF4-FFF2-40B4-BE49-F238E27FC236}">
                    <a16:creationId xmlns:a16="http://schemas.microsoft.com/office/drawing/2014/main" id="{2A0EA032-FC4F-D9A3-DADC-A2BCC1487D09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1" name="Oval 1556">
                <a:extLst>
                  <a:ext uri="{FF2B5EF4-FFF2-40B4-BE49-F238E27FC236}">
                    <a16:creationId xmlns:a16="http://schemas.microsoft.com/office/drawing/2014/main" id="{CAA64225-46C7-6FF9-FEBA-D4F9D4032385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32" name="Freeform 1557">
                <a:extLst>
                  <a:ext uri="{FF2B5EF4-FFF2-40B4-BE49-F238E27FC236}">
                    <a16:creationId xmlns:a16="http://schemas.microsoft.com/office/drawing/2014/main" id="{1DC10DB2-75EE-1149-FAEB-5F0C701441B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3" name="Freeform 1558">
                <a:extLst>
                  <a:ext uri="{FF2B5EF4-FFF2-40B4-BE49-F238E27FC236}">
                    <a16:creationId xmlns:a16="http://schemas.microsoft.com/office/drawing/2014/main" id="{8ED44E79-E422-EA05-6579-833523FB7355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4" name="Freeform 1559">
                <a:extLst>
                  <a:ext uri="{FF2B5EF4-FFF2-40B4-BE49-F238E27FC236}">
                    <a16:creationId xmlns:a16="http://schemas.microsoft.com/office/drawing/2014/main" id="{39656670-1951-7531-0D79-E9555168854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5" name="Oval 1560">
                <a:extLst>
                  <a:ext uri="{FF2B5EF4-FFF2-40B4-BE49-F238E27FC236}">
                    <a16:creationId xmlns:a16="http://schemas.microsoft.com/office/drawing/2014/main" id="{FC6C391F-F6DA-ED17-9610-01C06FD0471F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1" name="Group 1561">
              <a:extLst>
                <a:ext uri="{FF2B5EF4-FFF2-40B4-BE49-F238E27FC236}">
                  <a16:creationId xmlns:a16="http://schemas.microsoft.com/office/drawing/2014/main" id="{E8035B4C-0468-60A0-811B-EAE2D099E24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237" y="1360"/>
              <a:ext cx="62" cy="144"/>
              <a:chOff x="533" y="1248"/>
              <a:chExt cx="175" cy="403"/>
            </a:xfrm>
          </p:grpSpPr>
          <p:sp>
            <p:nvSpPr>
              <p:cNvPr id="1424" name="Oval 1562">
                <a:extLst>
                  <a:ext uri="{FF2B5EF4-FFF2-40B4-BE49-F238E27FC236}">
                    <a16:creationId xmlns:a16="http://schemas.microsoft.com/office/drawing/2014/main" id="{12C956A4-2175-3E95-292F-E5D20F6F5A5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5" name="Oval 1563">
                <a:extLst>
                  <a:ext uri="{FF2B5EF4-FFF2-40B4-BE49-F238E27FC236}">
                    <a16:creationId xmlns:a16="http://schemas.microsoft.com/office/drawing/2014/main" id="{CADBD554-91EA-A9FF-BF37-7C0EDFD38C61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6" name="Freeform 1564">
                <a:extLst>
                  <a:ext uri="{FF2B5EF4-FFF2-40B4-BE49-F238E27FC236}">
                    <a16:creationId xmlns:a16="http://schemas.microsoft.com/office/drawing/2014/main" id="{D45980EF-422F-4E1C-8E9A-A43135C241EC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7" name="Freeform 1565">
                <a:extLst>
                  <a:ext uri="{FF2B5EF4-FFF2-40B4-BE49-F238E27FC236}">
                    <a16:creationId xmlns:a16="http://schemas.microsoft.com/office/drawing/2014/main" id="{DCAE9BB0-492C-BEC4-9549-701BAB2F656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8" name="Freeform 1566">
                <a:extLst>
                  <a:ext uri="{FF2B5EF4-FFF2-40B4-BE49-F238E27FC236}">
                    <a16:creationId xmlns:a16="http://schemas.microsoft.com/office/drawing/2014/main" id="{9E8CE90D-57F6-1FE6-7106-889C8E6DAFA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9" name="Oval 1567">
                <a:extLst>
                  <a:ext uri="{FF2B5EF4-FFF2-40B4-BE49-F238E27FC236}">
                    <a16:creationId xmlns:a16="http://schemas.microsoft.com/office/drawing/2014/main" id="{1DD1E585-5709-7060-3ABD-982DECE592CB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2" name="Group 1568">
              <a:extLst>
                <a:ext uri="{FF2B5EF4-FFF2-40B4-BE49-F238E27FC236}">
                  <a16:creationId xmlns:a16="http://schemas.microsoft.com/office/drawing/2014/main" id="{D7692F5E-AAA4-7018-5139-F63CC2EE2C9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01" y="1196"/>
              <a:ext cx="62" cy="144"/>
              <a:chOff x="533" y="1248"/>
              <a:chExt cx="175" cy="403"/>
            </a:xfrm>
          </p:grpSpPr>
          <p:sp>
            <p:nvSpPr>
              <p:cNvPr id="1418" name="Oval 1569">
                <a:extLst>
                  <a:ext uri="{FF2B5EF4-FFF2-40B4-BE49-F238E27FC236}">
                    <a16:creationId xmlns:a16="http://schemas.microsoft.com/office/drawing/2014/main" id="{215FE056-94FB-AD75-1CC4-6D6C529D45B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9" name="Oval 1570">
                <a:extLst>
                  <a:ext uri="{FF2B5EF4-FFF2-40B4-BE49-F238E27FC236}">
                    <a16:creationId xmlns:a16="http://schemas.microsoft.com/office/drawing/2014/main" id="{431142B5-EC18-571D-FBC1-0D35D8BA7B0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20" name="Freeform 1571">
                <a:extLst>
                  <a:ext uri="{FF2B5EF4-FFF2-40B4-BE49-F238E27FC236}">
                    <a16:creationId xmlns:a16="http://schemas.microsoft.com/office/drawing/2014/main" id="{256BC21B-2EEA-1DCF-04C8-5DDF4156D22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1" name="Freeform 1572">
                <a:extLst>
                  <a:ext uri="{FF2B5EF4-FFF2-40B4-BE49-F238E27FC236}">
                    <a16:creationId xmlns:a16="http://schemas.microsoft.com/office/drawing/2014/main" id="{80BEF280-655D-AB29-BFEF-87731B2224C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2" name="Freeform 1573">
                <a:extLst>
                  <a:ext uri="{FF2B5EF4-FFF2-40B4-BE49-F238E27FC236}">
                    <a16:creationId xmlns:a16="http://schemas.microsoft.com/office/drawing/2014/main" id="{58A230D9-40DD-9441-AB8C-150564E33B9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3" name="Oval 1574">
                <a:extLst>
                  <a:ext uri="{FF2B5EF4-FFF2-40B4-BE49-F238E27FC236}">
                    <a16:creationId xmlns:a16="http://schemas.microsoft.com/office/drawing/2014/main" id="{E68F9BA1-D3AA-7A89-F4F6-61AE0C92EF4D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3" name="Group 1575">
              <a:extLst>
                <a:ext uri="{FF2B5EF4-FFF2-40B4-BE49-F238E27FC236}">
                  <a16:creationId xmlns:a16="http://schemas.microsoft.com/office/drawing/2014/main" id="{5D98EBE2-C92E-C3D6-C3BB-25F6EFEC6798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03" y="1360"/>
              <a:ext cx="62" cy="144"/>
              <a:chOff x="533" y="1248"/>
              <a:chExt cx="175" cy="403"/>
            </a:xfrm>
          </p:grpSpPr>
          <p:sp>
            <p:nvSpPr>
              <p:cNvPr id="1412" name="Oval 1576">
                <a:extLst>
                  <a:ext uri="{FF2B5EF4-FFF2-40B4-BE49-F238E27FC236}">
                    <a16:creationId xmlns:a16="http://schemas.microsoft.com/office/drawing/2014/main" id="{188594E5-01FC-B749-B939-4945D21B65F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3" name="Oval 1577">
                <a:extLst>
                  <a:ext uri="{FF2B5EF4-FFF2-40B4-BE49-F238E27FC236}">
                    <a16:creationId xmlns:a16="http://schemas.microsoft.com/office/drawing/2014/main" id="{17C01B7D-244A-136A-1B6F-A0D92B2656B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14" name="Freeform 1578">
                <a:extLst>
                  <a:ext uri="{FF2B5EF4-FFF2-40B4-BE49-F238E27FC236}">
                    <a16:creationId xmlns:a16="http://schemas.microsoft.com/office/drawing/2014/main" id="{CE093BF3-CC1E-C606-AA39-CD4571F5132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5" name="Freeform 1579">
                <a:extLst>
                  <a:ext uri="{FF2B5EF4-FFF2-40B4-BE49-F238E27FC236}">
                    <a16:creationId xmlns:a16="http://schemas.microsoft.com/office/drawing/2014/main" id="{83DDC34B-23A1-31D8-0B21-78A292838D5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6" name="Freeform 1580">
                <a:extLst>
                  <a:ext uri="{FF2B5EF4-FFF2-40B4-BE49-F238E27FC236}">
                    <a16:creationId xmlns:a16="http://schemas.microsoft.com/office/drawing/2014/main" id="{8F32B83D-415A-C317-1A34-8B89CD218A8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7" name="Oval 1581">
                <a:extLst>
                  <a:ext uri="{FF2B5EF4-FFF2-40B4-BE49-F238E27FC236}">
                    <a16:creationId xmlns:a16="http://schemas.microsoft.com/office/drawing/2014/main" id="{03BBBF55-0BC3-7FB8-875A-74F2C5FC65F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4" name="Group 1582">
              <a:extLst>
                <a:ext uri="{FF2B5EF4-FFF2-40B4-BE49-F238E27FC236}">
                  <a16:creationId xmlns:a16="http://schemas.microsoft.com/office/drawing/2014/main" id="{E19E580B-4794-F267-EF8C-F949F0B0CC5C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365" y="1196"/>
              <a:ext cx="62" cy="144"/>
              <a:chOff x="533" y="1248"/>
              <a:chExt cx="175" cy="403"/>
            </a:xfrm>
          </p:grpSpPr>
          <p:sp>
            <p:nvSpPr>
              <p:cNvPr id="1406" name="Oval 1583">
                <a:extLst>
                  <a:ext uri="{FF2B5EF4-FFF2-40B4-BE49-F238E27FC236}">
                    <a16:creationId xmlns:a16="http://schemas.microsoft.com/office/drawing/2014/main" id="{68918C77-AE7C-FFA0-8724-E8056A5E347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7" name="Oval 1584">
                <a:extLst>
                  <a:ext uri="{FF2B5EF4-FFF2-40B4-BE49-F238E27FC236}">
                    <a16:creationId xmlns:a16="http://schemas.microsoft.com/office/drawing/2014/main" id="{87FA40F1-C423-FD6D-4E29-C08DACBDF2A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8" name="Freeform 1585">
                <a:extLst>
                  <a:ext uri="{FF2B5EF4-FFF2-40B4-BE49-F238E27FC236}">
                    <a16:creationId xmlns:a16="http://schemas.microsoft.com/office/drawing/2014/main" id="{D495BD6B-5204-A2B6-BA6B-418BDE29667D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9" name="Freeform 1586">
                <a:extLst>
                  <a:ext uri="{FF2B5EF4-FFF2-40B4-BE49-F238E27FC236}">
                    <a16:creationId xmlns:a16="http://schemas.microsoft.com/office/drawing/2014/main" id="{70E44D6C-CF88-A652-DDC0-E31E590BA7C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0" name="Freeform 1587">
                <a:extLst>
                  <a:ext uri="{FF2B5EF4-FFF2-40B4-BE49-F238E27FC236}">
                    <a16:creationId xmlns:a16="http://schemas.microsoft.com/office/drawing/2014/main" id="{BF331388-9968-07B3-18C3-00BD9A868D76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1" name="Oval 1588">
                <a:extLst>
                  <a:ext uri="{FF2B5EF4-FFF2-40B4-BE49-F238E27FC236}">
                    <a16:creationId xmlns:a16="http://schemas.microsoft.com/office/drawing/2014/main" id="{3CEF92D3-B779-CC8E-1813-1F0840CA057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5" name="Group 1589">
              <a:extLst>
                <a:ext uri="{FF2B5EF4-FFF2-40B4-BE49-F238E27FC236}">
                  <a16:creationId xmlns:a16="http://schemas.microsoft.com/office/drawing/2014/main" id="{60716DAB-43A6-7244-9D51-01683E731516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367" y="1360"/>
              <a:ext cx="62" cy="144"/>
              <a:chOff x="533" y="1248"/>
              <a:chExt cx="175" cy="403"/>
            </a:xfrm>
          </p:grpSpPr>
          <p:sp>
            <p:nvSpPr>
              <p:cNvPr id="1400" name="Oval 1590">
                <a:extLst>
                  <a:ext uri="{FF2B5EF4-FFF2-40B4-BE49-F238E27FC236}">
                    <a16:creationId xmlns:a16="http://schemas.microsoft.com/office/drawing/2014/main" id="{E34E7424-B346-D88D-DAC6-F546369174E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1" name="Oval 1591">
                <a:extLst>
                  <a:ext uri="{FF2B5EF4-FFF2-40B4-BE49-F238E27FC236}">
                    <a16:creationId xmlns:a16="http://schemas.microsoft.com/office/drawing/2014/main" id="{42344481-9B72-DDF4-7C9F-7863A3B9A49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402" name="Freeform 1592">
                <a:extLst>
                  <a:ext uri="{FF2B5EF4-FFF2-40B4-BE49-F238E27FC236}">
                    <a16:creationId xmlns:a16="http://schemas.microsoft.com/office/drawing/2014/main" id="{D30DD5F3-04EB-41EE-A58D-8B6448080EC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3" name="Freeform 1593">
                <a:extLst>
                  <a:ext uri="{FF2B5EF4-FFF2-40B4-BE49-F238E27FC236}">
                    <a16:creationId xmlns:a16="http://schemas.microsoft.com/office/drawing/2014/main" id="{3EF1D6BF-292D-3450-1E23-332FE68349F4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4" name="Freeform 1594">
                <a:extLst>
                  <a:ext uri="{FF2B5EF4-FFF2-40B4-BE49-F238E27FC236}">
                    <a16:creationId xmlns:a16="http://schemas.microsoft.com/office/drawing/2014/main" id="{F6A18376-2F31-9BEB-2EAC-FE0EDE8FB669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05" name="Oval 1595">
                <a:extLst>
                  <a:ext uri="{FF2B5EF4-FFF2-40B4-BE49-F238E27FC236}">
                    <a16:creationId xmlns:a16="http://schemas.microsoft.com/office/drawing/2014/main" id="{8360438D-F47E-493A-420B-1013961270D8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6" name="Group 1596">
              <a:extLst>
                <a:ext uri="{FF2B5EF4-FFF2-40B4-BE49-F238E27FC236}">
                  <a16:creationId xmlns:a16="http://schemas.microsoft.com/office/drawing/2014/main" id="{4CA3D75A-55CE-B9F5-A4E6-138DB2C8CDB2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1430" y="1196"/>
              <a:ext cx="62" cy="144"/>
              <a:chOff x="533" y="1248"/>
              <a:chExt cx="175" cy="403"/>
            </a:xfrm>
          </p:grpSpPr>
          <p:sp>
            <p:nvSpPr>
              <p:cNvPr id="1394" name="Oval 1597">
                <a:extLst>
                  <a:ext uri="{FF2B5EF4-FFF2-40B4-BE49-F238E27FC236}">
                    <a16:creationId xmlns:a16="http://schemas.microsoft.com/office/drawing/2014/main" id="{03199583-DD6F-CC8F-2E64-8AAA1887111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5" name="Oval 1598">
                <a:extLst>
                  <a:ext uri="{FF2B5EF4-FFF2-40B4-BE49-F238E27FC236}">
                    <a16:creationId xmlns:a16="http://schemas.microsoft.com/office/drawing/2014/main" id="{3CEA7FF7-D12E-6EE6-F3E1-1A11E7D11CC6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6" name="Freeform 1599">
                <a:extLst>
                  <a:ext uri="{FF2B5EF4-FFF2-40B4-BE49-F238E27FC236}">
                    <a16:creationId xmlns:a16="http://schemas.microsoft.com/office/drawing/2014/main" id="{B3134698-DD38-5F6F-FB46-03EA54D8893A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7" name="Freeform 1600">
                <a:extLst>
                  <a:ext uri="{FF2B5EF4-FFF2-40B4-BE49-F238E27FC236}">
                    <a16:creationId xmlns:a16="http://schemas.microsoft.com/office/drawing/2014/main" id="{C507E653-0FF8-2CDA-E2EB-DDD3B2DCA7F8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8" name="Freeform 1601">
                <a:extLst>
                  <a:ext uri="{FF2B5EF4-FFF2-40B4-BE49-F238E27FC236}">
                    <a16:creationId xmlns:a16="http://schemas.microsoft.com/office/drawing/2014/main" id="{139AF706-6757-B4D5-FD2B-1592EEAFC643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9" name="Oval 1602">
                <a:extLst>
                  <a:ext uri="{FF2B5EF4-FFF2-40B4-BE49-F238E27FC236}">
                    <a16:creationId xmlns:a16="http://schemas.microsoft.com/office/drawing/2014/main" id="{4198FB66-DB22-51FF-76EC-FF1F92927D27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  <p:grpSp>
          <p:nvGrpSpPr>
            <p:cNvPr id="1387" name="Group 1603">
              <a:extLst>
                <a:ext uri="{FF2B5EF4-FFF2-40B4-BE49-F238E27FC236}">
                  <a16:creationId xmlns:a16="http://schemas.microsoft.com/office/drawing/2014/main" id="{A415FAE1-611A-314E-C3AE-302C6F20195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432" y="1360"/>
              <a:ext cx="62" cy="144"/>
              <a:chOff x="533" y="1248"/>
              <a:chExt cx="175" cy="403"/>
            </a:xfrm>
          </p:grpSpPr>
          <p:sp>
            <p:nvSpPr>
              <p:cNvPr id="1388" name="Oval 1604">
                <a:extLst>
                  <a:ext uri="{FF2B5EF4-FFF2-40B4-BE49-F238E27FC236}">
                    <a16:creationId xmlns:a16="http://schemas.microsoft.com/office/drawing/2014/main" id="{5806E89D-6579-9A2C-B020-FECA8A48F5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solidFill>
                <a:srgbClr val="FFFB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89" name="Oval 1605">
                <a:extLst>
                  <a:ext uri="{FF2B5EF4-FFF2-40B4-BE49-F238E27FC236}">
                    <a16:creationId xmlns:a16="http://schemas.microsoft.com/office/drawing/2014/main" id="{57DAA812-C405-4E30-F8E7-638B72F6838A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33" y="1248"/>
                <a:ext cx="175" cy="187"/>
              </a:xfrm>
              <a:prstGeom prst="ellipse">
                <a:avLst/>
              </a:prstGeom>
              <a:noFill/>
              <a:ln w="7938">
                <a:solidFill>
                  <a:srgbClr val="333333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  <p:sp>
            <p:nvSpPr>
              <p:cNvPr id="1390" name="Freeform 1606">
                <a:extLst>
                  <a:ext uri="{FF2B5EF4-FFF2-40B4-BE49-F238E27FC236}">
                    <a16:creationId xmlns:a16="http://schemas.microsoft.com/office/drawing/2014/main" id="{635ED844-849F-E398-7388-DC6EE4A2F152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75" y="1419"/>
                <a:ext cx="88" cy="232"/>
              </a:xfrm>
              <a:custGeom>
                <a:avLst/>
                <a:gdLst>
                  <a:gd name="T0" fmla="*/ 505 w 35"/>
                  <a:gd name="T1" fmla="*/ 568 h 87"/>
                  <a:gd name="T2" fmla="*/ 525 w 35"/>
                  <a:gd name="T3" fmla="*/ 589 h 87"/>
                  <a:gd name="T4" fmla="*/ 538 w 35"/>
                  <a:gd name="T5" fmla="*/ 627 h 87"/>
                  <a:gd name="T6" fmla="*/ 538 w 35"/>
                  <a:gd name="T7" fmla="*/ 648 h 87"/>
                  <a:gd name="T8" fmla="*/ 556 w 35"/>
                  <a:gd name="T9" fmla="*/ 661 h 87"/>
                  <a:gd name="T10" fmla="*/ 556 w 35"/>
                  <a:gd name="T11" fmla="*/ 717 h 87"/>
                  <a:gd name="T12" fmla="*/ 556 w 35"/>
                  <a:gd name="T13" fmla="*/ 1557 h 87"/>
                  <a:gd name="T14" fmla="*/ 475 w 35"/>
                  <a:gd name="T15" fmla="*/ 1651 h 87"/>
                  <a:gd name="T16" fmla="*/ 397 w 35"/>
                  <a:gd name="T17" fmla="*/ 1557 h 87"/>
                  <a:gd name="T18" fmla="*/ 397 w 35"/>
                  <a:gd name="T19" fmla="*/ 717 h 87"/>
                  <a:gd name="T20" fmla="*/ 284 w 35"/>
                  <a:gd name="T21" fmla="*/ 605 h 87"/>
                  <a:gd name="T22" fmla="*/ 158 w 35"/>
                  <a:gd name="T23" fmla="*/ 717 h 87"/>
                  <a:gd name="T24" fmla="*/ 158 w 35"/>
                  <a:gd name="T25" fmla="*/ 1557 h 87"/>
                  <a:gd name="T26" fmla="*/ 83 w 35"/>
                  <a:gd name="T27" fmla="*/ 1651 h 87"/>
                  <a:gd name="T28" fmla="*/ 0 w 35"/>
                  <a:gd name="T29" fmla="*/ 1557 h 87"/>
                  <a:gd name="T30" fmla="*/ 0 w 35"/>
                  <a:gd name="T31" fmla="*/ 717 h 87"/>
                  <a:gd name="T32" fmla="*/ 20 w 35"/>
                  <a:gd name="T33" fmla="*/ 661 h 87"/>
                  <a:gd name="T34" fmla="*/ 20 w 35"/>
                  <a:gd name="T35" fmla="*/ 648 h 87"/>
                  <a:gd name="T36" fmla="*/ 33 w 35"/>
                  <a:gd name="T37" fmla="*/ 627 h 87"/>
                  <a:gd name="T38" fmla="*/ 33 w 35"/>
                  <a:gd name="T39" fmla="*/ 605 h 87"/>
                  <a:gd name="T40" fmla="*/ 50 w 35"/>
                  <a:gd name="T41" fmla="*/ 568 h 87"/>
                  <a:gd name="T42" fmla="*/ 63 w 35"/>
                  <a:gd name="T43" fmla="*/ 547 h 87"/>
                  <a:gd name="T44" fmla="*/ 96 w 35"/>
                  <a:gd name="T45" fmla="*/ 512 h 87"/>
                  <a:gd name="T46" fmla="*/ 113 w 35"/>
                  <a:gd name="T47" fmla="*/ 477 h 87"/>
                  <a:gd name="T48" fmla="*/ 126 w 35"/>
                  <a:gd name="T49" fmla="*/ 477 h 87"/>
                  <a:gd name="T50" fmla="*/ 158 w 35"/>
                  <a:gd name="T51" fmla="*/ 456 h 87"/>
                  <a:gd name="T52" fmla="*/ 158 w 35"/>
                  <a:gd name="T53" fmla="*/ 435 h 87"/>
                  <a:gd name="T54" fmla="*/ 189 w 35"/>
                  <a:gd name="T55" fmla="*/ 419 h 87"/>
                  <a:gd name="T56" fmla="*/ 189 w 35"/>
                  <a:gd name="T57" fmla="*/ 93 h 87"/>
                  <a:gd name="T58" fmla="*/ 272 w 35"/>
                  <a:gd name="T59" fmla="*/ 0 h 87"/>
                  <a:gd name="T60" fmla="*/ 347 w 35"/>
                  <a:gd name="T61" fmla="*/ 93 h 87"/>
                  <a:gd name="T62" fmla="*/ 347 w 35"/>
                  <a:gd name="T63" fmla="*/ 419 h 87"/>
                  <a:gd name="T64" fmla="*/ 347 w 35"/>
                  <a:gd name="T65" fmla="*/ 419 h 87"/>
                  <a:gd name="T66" fmla="*/ 493 w 35"/>
                  <a:gd name="T67" fmla="*/ 533 h 87"/>
                  <a:gd name="T68" fmla="*/ 493 w 35"/>
                  <a:gd name="T69" fmla="*/ 547 h 87"/>
                  <a:gd name="T70" fmla="*/ 505 w 35"/>
                  <a:gd name="T71" fmla="*/ 568 h 87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5" h="87">
                    <a:moveTo>
                      <a:pt x="32" y="30"/>
                    </a:moveTo>
                    <a:cubicBezTo>
                      <a:pt x="32" y="30"/>
                      <a:pt x="33" y="31"/>
                      <a:pt x="33" y="31"/>
                    </a:cubicBezTo>
                    <a:cubicBezTo>
                      <a:pt x="33" y="32"/>
                      <a:pt x="33" y="32"/>
                      <a:pt x="34" y="33"/>
                    </a:cubicBezTo>
                    <a:cubicBezTo>
                      <a:pt x="34" y="33"/>
                      <a:pt x="34" y="34"/>
                      <a:pt x="34" y="34"/>
                    </a:cubicBezTo>
                    <a:cubicBezTo>
                      <a:pt x="34" y="35"/>
                      <a:pt x="35" y="35"/>
                      <a:pt x="35" y="35"/>
                    </a:cubicBezTo>
                    <a:cubicBezTo>
                      <a:pt x="35" y="36"/>
                      <a:pt x="35" y="37"/>
                      <a:pt x="35" y="38"/>
                    </a:cubicBezTo>
                    <a:cubicBezTo>
                      <a:pt x="35" y="82"/>
                      <a:pt x="35" y="82"/>
                      <a:pt x="35" y="82"/>
                    </a:cubicBezTo>
                    <a:cubicBezTo>
                      <a:pt x="35" y="85"/>
                      <a:pt x="33" y="87"/>
                      <a:pt x="30" y="87"/>
                    </a:cubicBezTo>
                    <a:cubicBezTo>
                      <a:pt x="27" y="87"/>
                      <a:pt x="25" y="85"/>
                      <a:pt x="25" y="82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5" y="36"/>
                      <a:pt x="22" y="32"/>
                      <a:pt x="18" y="32"/>
                    </a:cubicBezTo>
                    <a:cubicBezTo>
                      <a:pt x="13" y="32"/>
                      <a:pt x="10" y="36"/>
                      <a:pt x="10" y="38"/>
                    </a:cubicBezTo>
                    <a:cubicBezTo>
                      <a:pt x="10" y="82"/>
                      <a:pt x="10" y="82"/>
                      <a:pt x="10" y="82"/>
                    </a:cubicBezTo>
                    <a:cubicBezTo>
                      <a:pt x="10" y="85"/>
                      <a:pt x="8" y="87"/>
                      <a:pt x="5" y="87"/>
                    </a:cubicBezTo>
                    <a:cubicBezTo>
                      <a:pt x="3" y="87"/>
                      <a:pt x="0" y="85"/>
                      <a:pt x="0" y="82"/>
                    </a:cubicBezTo>
                    <a:cubicBezTo>
                      <a:pt x="0" y="38"/>
                      <a:pt x="0" y="38"/>
                      <a:pt x="0" y="38"/>
                    </a:cubicBezTo>
                    <a:cubicBezTo>
                      <a:pt x="0" y="37"/>
                      <a:pt x="0" y="36"/>
                      <a:pt x="1" y="35"/>
                    </a:cubicBezTo>
                    <a:cubicBezTo>
                      <a:pt x="1" y="35"/>
                      <a:pt x="1" y="35"/>
                      <a:pt x="1" y="34"/>
                    </a:cubicBezTo>
                    <a:cubicBezTo>
                      <a:pt x="1" y="34"/>
                      <a:pt x="1" y="33"/>
                      <a:pt x="2" y="33"/>
                    </a:cubicBezTo>
                    <a:cubicBezTo>
                      <a:pt x="2" y="32"/>
                      <a:pt x="2" y="32"/>
                      <a:pt x="2" y="32"/>
                    </a:cubicBezTo>
                    <a:cubicBezTo>
                      <a:pt x="3" y="31"/>
                      <a:pt x="3" y="30"/>
                      <a:pt x="3" y="30"/>
                    </a:cubicBezTo>
                    <a:cubicBezTo>
                      <a:pt x="3" y="30"/>
                      <a:pt x="4" y="29"/>
                      <a:pt x="4" y="29"/>
                    </a:cubicBezTo>
                    <a:cubicBezTo>
                      <a:pt x="4" y="28"/>
                      <a:pt x="5" y="27"/>
                      <a:pt x="6" y="27"/>
                    </a:cubicBezTo>
                    <a:cubicBezTo>
                      <a:pt x="6" y="26"/>
                      <a:pt x="7" y="26"/>
                      <a:pt x="7" y="25"/>
                    </a:cubicBezTo>
                    <a:cubicBezTo>
                      <a:pt x="7" y="25"/>
                      <a:pt x="8" y="25"/>
                      <a:pt x="8" y="25"/>
                    </a:cubicBezTo>
                    <a:cubicBezTo>
                      <a:pt x="8" y="24"/>
                      <a:pt x="9" y="24"/>
                      <a:pt x="10" y="24"/>
                    </a:cubicBezTo>
                    <a:cubicBezTo>
                      <a:pt x="10" y="23"/>
                      <a:pt x="10" y="23"/>
                      <a:pt x="10" y="23"/>
                    </a:cubicBezTo>
                    <a:cubicBezTo>
                      <a:pt x="11" y="23"/>
                      <a:pt x="12" y="22"/>
                      <a:pt x="12" y="22"/>
                    </a:cubicBezTo>
                    <a:cubicBezTo>
                      <a:pt x="12" y="5"/>
                      <a:pt x="12" y="5"/>
                      <a:pt x="12" y="5"/>
                    </a:cubicBezTo>
                    <a:cubicBezTo>
                      <a:pt x="12" y="3"/>
                      <a:pt x="14" y="0"/>
                      <a:pt x="17" y="0"/>
                    </a:cubicBezTo>
                    <a:cubicBezTo>
                      <a:pt x="20" y="0"/>
                      <a:pt x="22" y="3"/>
                      <a:pt x="22" y="5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2" y="22"/>
                      <a:pt x="22" y="22"/>
                      <a:pt x="22" y="22"/>
                    </a:cubicBezTo>
                    <a:cubicBezTo>
                      <a:pt x="25" y="23"/>
                      <a:pt x="28" y="25"/>
                      <a:pt x="31" y="28"/>
                    </a:cubicBezTo>
                    <a:cubicBezTo>
                      <a:pt x="31" y="28"/>
                      <a:pt x="31" y="28"/>
                      <a:pt x="31" y="29"/>
                    </a:cubicBezTo>
                    <a:cubicBezTo>
                      <a:pt x="32" y="29"/>
                      <a:pt x="32" y="30"/>
                      <a:pt x="32" y="30"/>
                    </a:cubicBezTo>
                    <a:close/>
                  </a:path>
                </a:pathLst>
              </a:custGeom>
              <a:solidFill>
                <a:srgbClr val="4471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1" name="Freeform 1607">
                <a:extLst>
                  <a:ext uri="{FF2B5EF4-FFF2-40B4-BE49-F238E27FC236}">
                    <a16:creationId xmlns:a16="http://schemas.microsoft.com/office/drawing/2014/main" id="{5FDC47A0-8DF0-BAD9-00D6-F55A2A26104B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580" y="1515"/>
                <a:ext cx="5" cy="133"/>
              </a:xfrm>
              <a:custGeom>
                <a:avLst/>
                <a:gdLst>
                  <a:gd name="T0" fmla="*/ 0 w 2"/>
                  <a:gd name="T1" fmla="*/ 827 h 50"/>
                  <a:gd name="T2" fmla="*/ 0 w 2"/>
                  <a:gd name="T3" fmla="*/ 0 h 50"/>
                  <a:gd name="T4" fmla="*/ 0 w 2"/>
                  <a:gd name="T5" fmla="*/ 0 h 50"/>
                  <a:gd name="T6" fmla="*/ 33 w 2"/>
                  <a:gd name="T7" fmla="*/ 431 h 50"/>
                  <a:gd name="T8" fmla="*/ 33 w 2"/>
                  <a:gd name="T9" fmla="*/ 806 h 50"/>
                  <a:gd name="T10" fmla="*/ 33 w 2"/>
                  <a:gd name="T11" fmla="*/ 942 h 50"/>
                  <a:gd name="T12" fmla="*/ 33 w 2"/>
                  <a:gd name="T13" fmla="*/ 942 h 50"/>
                  <a:gd name="T14" fmla="*/ 0 w 2"/>
                  <a:gd name="T15" fmla="*/ 827 h 5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" h="50">
                    <a:moveTo>
                      <a:pt x="0" y="44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0"/>
                      <a:pt x="1" y="15"/>
                      <a:pt x="2" y="23"/>
                    </a:cubicBezTo>
                    <a:cubicBezTo>
                      <a:pt x="2" y="30"/>
                      <a:pt x="2" y="43"/>
                      <a:pt x="2" y="43"/>
                    </a:cubicBezTo>
                    <a:cubicBezTo>
                      <a:pt x="2" y="44"/>
                      <a:pt x="2" y="49"/>
                      <a:pt x="2" y="50"/>
                    </a:cubicBezTo>
                    <a:cubicBezTo>
                      <a:pt x="2" y="50"/>
                      <a:pt x="2" y="50"/>
                      <a:pt x="2" y="50"/>
                    </a:cubicBezTo>
                    <a:cubicBezTo>
                      <a:pt x="1" y="48"/>
                      <a:pt x="0" y="46"/>
                      <a:pt x="0" y="4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2" name="Freeform 1608">
                <a:extLst>
                  <a:ext uri="{FF2B5EF4-FFF2-40B4-BE49-F238E27FC236}">
                    <a16:creationId xmlns:a16="http://schemas.microsoft.com/office/drawing/2014/main" id="{3C701537-68F4-97D5-E6A4-6A3DD032D150}"/>
                  </a:ext>
                </a:extLst>
              </p:cNvPr>
              <p:cNvSpPr>
                <a:spLocks noChangeAspect="1"/>
              </p:cNvSpPr>
              <p:nvPr/>
            </p:nvSpPr>
            <p:spPr bwMode="auto">
              <a:xfrm>
                <a:off x="628" y="1504"/>
                <a:ext cx="20" cy="144"/>
              </a:xfrm>
              <a:custGeom>
                <a:avLst/>
                <a:gdLst>
                  <a:gd name="T0" fmla="*/ 95 w 8"/>
                  <a:gd name="T1" fmla="*/ 909 h 54"/>
                  <a:gd name="T2" fmla="*/ 125 w 8"/>
                  <a:gd name="T3" fmla="*/ 1024 h 54"/>
                  <a:gd name="T4" fmla="*/ 83 w 8"/>
                  <a:gd name="T5" fmla="*/ 909 h 54"/>
                  <a:gd name="T6" fmla="*/ 83 w 8"/>
                  <a:gd name="T7" fmla="*/ 739 h 54"/>
                  <a:gd name="T8" fmla="*/ 83 w 8"/>
                  <a:gd name="T9" fmla="*/ 115 h 54"/>
                  <a:gd name="T10" fmla="*/ 0 w 8"/>
                  <a:gd name="T11" fmla="*/ 0 h 54"/>
                  <a:gd name="T12" fmla="*/ 113 w 8"/>
                  <a:gd name="T13" fmla="*/ 149 h 54"/>
                  <a:gd name="T14" fmla="*/ 95 w 8"/>
                  <a:gd name="T15" fmla="*/ 909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" h="54">
                    <a:moveTo>
                      <a:pt x="6" y="48"/>
                    </a:moveTo>
                    <a:cubicBezTo>
                      <a:pt x="6" y="50"/>
                      <a:pt x="7" y="53"/>
                      <a:pt x="8" y="54"/>
                    </a:cubicBezTo>
                    <a:cubicBezTo>
                      <a:pt x="6" y="52"/>
                      <a:pt x="5" y="50"/>
                      <a:pt x="5" y="48"/>
                    </a:cubicBezTo>
                    <a:cubicBezTo>
                      <a:pt x="5" y="39"/>
                      <a:pt x="5" y="39"/>
                      <a:pt x="5" y="39"/>
                    </a:cubicBezTo>
                    <a:cubicBezTo>
                      <a:pt x="5" y="6"/>
                      <a:pt x="5" y="6"/>
                      <a:pt x="5" y="6"/>
                    </a:cubicBezTo>
                    <a:cubicBezTo>
                      <a:pt x="5" y="5"/>
                      <a:pt x="3" y="0"/>
                      <a:pt x="0" y="0"/>
                    </a:cubicBezTo>
                    <a:cubicBezTo>
                      <a:pt x="6" y="0"/>
                      <a:pt x="7" y="5"/>
                      <a:pt x="7" y="8"/>
                    </a:cubicBezTo>
                    <a:lnTo>
                      <a:pt x="6" y="4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93" name="Oval 1609">
                <a:extLst>
                  <a:ext uri="{FF2B5EF4-FFF2-40B4-BE49-F238E27FC236}">
                    <a16:creationId xmlns:a16="http://schemas.microsoft.com/office/drawing/2014/main" id="{98A0F547-3A26-B256-08EF-45F1077CBC5C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60" y="1285"/>
                <a:ext cx="58" cy="62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/>
              </a:p>
            </p:txBody>
          </p:sp>
        </p:grpSp>
      </p:grpSp>
      <p:cxnSp>
        <p:nvCxnSpPr>
          <p:cNvPr id="1673" name="Conector recto de flecha 1672">
            <a:extLst>
              <a:ext uri="{FF2B5EF4-FFF2-40B4-BE49-F238E27FC236}">
                <a16:creationId xmlns:a16="http://schemas.microsoft.com/office/drawing/2014/main" id="{30979096-80A4-2F08-54C9-5836CBBAEF80}"/>
              </a:ext>
            </a:extLst>
          </p:cNvPr>
          <p:cNvCxnSpPr>
            <a:cxnSpLocks/>
            <a:stCxn id="4" idx="2"/>
            <a:endCxn id="1729" idx="0"/>
          </p:cNvCxnSpPr>
          <p:nvPr/>
        </p:nvCxnSpPr>
        <p:spPr>
          <a:xfrm>
            <a:off x="3779837" y="322902"/>
            <a:ext cx="0" cy="64521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3" name="CuadroTexto 1682">
            <a:extLst>
              <a:ext uri="{FF2B5EF4-FFF2-40B4-BE49-F238E27FC236}">
                <a16:creationId xmlns:a16="http://schemas.microsoft.com/office/drawing/2014/main" id="{D60DA152-5A00-1BAA-9625-7DE5091F9384}"/>
              </a:ext>
            </a:extLst>
          </p:cNvPr>
          <p:cNvSpPr txBox="1"/>
          <p:nvPr/>
        </p:nvSpPr>
        <p:spPr>
          <a:xfrm>
            <a:off x="-28852" y="27065"/>
            <a:ext cx="7649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Exterior</a:t>
            </a:r>
          </a:p>
        </p:txBody>
      </p:sp>
      <p:sp>
        <p:nvSpPr>
          <p:cNvPr id="1685" name="CuadroTexto 1684">
            <a:extLst>
              <a:ext uri="{FF2B5EF4-FFF2-40B4-BE49-F238E27FC236}">
                <a16:creationId xmlns:a16="http://schemas.microsoft.com/office/drawing/2014/main" id="{26CE32B1-474F-6FA2-D73F-E1BC501FA590}"/>
              </a:ext>
            </a:extLst>
          </p:cNvPr>
          <p:cNvSpPr txBox="1"/>
          <p:nvPr/>
        </p:nvSpPr>
        <p:spPr>
          <a:xfrm>
            <a:off x="0" y="821920"/>
            <a:ext cx="7072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Citosol</a:t>
            </a:r>
          </a:p>
        </p:txBody>
      </p:sp>
      <p:sp>
        <p:nvSpPr>
          <p:cNvPr id="1729" name="CuadroTexto 1728">
            <a:extLst>
              <a:ext uri="{FF2B5EF4-FFF2-40B4-BE49-F238E27FC236}">
                <a16:creationId xmlns:a16="http://schemas.microsoft.com/office/drawing/2014/main" id="{A53E6289-FF90-10CE-CAC8-4FF1A1023F3E}"/>
              </a:ext>
            </a:extLst>
          </p:cNvPr>
          <p:cNvSpPr txBox="1"/>
          <p:nvPr/>
        </p:nvSpPr>
        <p:spPr>
          <a:xfrm>
            <a:off x="3555256" y="968114"/>
            <a:ext cx="44916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308" name="Rectángulo: esquinas redondeadas 3307">
            <a:extLst>
              <a:ext uri="{FF2B5EF4-FFF2-40B4-BE49-F238E27FC236}">
                <a16:creationId xmlns:a16="http://schemas.microsoft.com/office/drawing/2014/main" id="{43A74063-6B22-DB32-CF6D-ADD76AC20811}"/>
              </a:ext>
            </a:extLst>
          </p:cNvPr>
          <p:cNvSpPr/>
          <p:nvPr/>
        </p:nvSpPr>
        <p:spPr>
          <a:xfrm>
            <a:off x="1895912" y="1229724"/>
            <a:ext cx="5663763" cy="6504926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09" name="Rectángulo: esquinas redondeadas 3308">
            <a:extLst>
              <a:ext uri="{FF2B5EF4-FFF2-40B4-BE49-F238E27FC236}">
                <a16:creationId xmlns:a16="http://schemas.microsoft.com/office/drawing/2014/main" id="{0D1B2824-1E11-B8F8-D31E-071F48F664D4}"/>
              </a:ext>
            </a:extLst>
          </p:cNvPr>
          <p:cNvSpPr/>
          <p:nvPr/>
        </p:nvSpPr>
        <p:spPr>
          <a:xfrm>
            <a:off x="2048313" y="1382124"/>
            <a:ext cx="5350778" cy="6134412"/>
          </a:xfrm>
          <a:prstGeom prst="round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310" name="CuadroTexto 3309">
            <a:extLst>
              <a:ext uri="{FF2B5EF4-FFF2-40B4-BE49-F238E27FC236}">
                <a16:creationId xmlns:a16="http://schemas.microsoft.com/office/drawing/2014/main" id="{70F0921A-3A8D-3E3F-F1A8-EF7056C69BA4}"/>
              </a:ext>
            </a:extLst>
          </p:cNvPr>
          <p:cNvSpPr txBox="1"/>
          <p:nvPr/>
        </p:nvSpPr>
        <p:spPr>
          <a:xfrm>
            <a:off x="5832816" y="1382124"/>
            <a:ext cx="10406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200" b="1" dirty="0">
                <a:latin typeface="Arial" panose="020B0604020202020204" pitchFamily="34" charset="0"/>
                <a:cs typeface="Arial" panose="020B0604020202020204" pitchFamily="34" charset="0"/>
              </a:rPr>
              <a:t>Cloroplasto</a:t>
            </a:r>
          </a:p>
        </p:txBody>
      </p:sp>
      <p:sp>
        <p:nvSpPr>
          <p:cNvPr id="3311" name="CuadroTexto 3310">
            <a:extLst>
              <a:ext uri="{FF2B5EF4-FFF2-40B4-BE49-F238E27FC236}">
                <a16:creationId xmlns:a16="http://schemas.microsoft.com/office/drawing/2014/main" id="{4F5F46D0-D3D9-6C04-F6C0-A1452104F0C9}"/>
              </a:ext>
            </a:extLst>
          </p:cNvPr>
          <p:cNvSpPr txBox="1"/>
          <p:nvPr/>
        </p:nvSpPr>
        <p:spPr>
          <a:xfrm>
            <a:off x="2759700" y="2336917"/>
            <a:ext cx="1020137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(3) Ribulosa 1,5-bisfosfato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(5C)</a:t>
            </a:r>
          </a:p>
        </p:txBody>
      </p:sp>
      <p:sp>
        <p:nvSpPr>
          <p:cNvPr id="3312" name="CuadroTexto 3311">
            <a:extLst>
              <a:ext uri="{FF2B5EF4-FFF2-40B4-BE49-F238E27FC236}">
                <a16:creationId xmlns:a16="http://schemas.microsoft.com/office/drawing/2014/main" id="{0CCBCFDC-0A8E-3BAD-693A-34BD096216B5}"/>
              </a:ext>
            </a:extLst>
          </p:cNvPr>
          <p:cNvSpPr txBox="1"/>
          <p:nvPr/>
        </p:nvSpPr>
        <p:spPr>
          <a:xfrm>
            <a:off x="5515037" y="2421556"/>
            <a:ext cx="14166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(6) 3-Fosfoglicerato 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(3C)</a:t>
            </a:r>
          </a:p>
        </p:txBody>
      </p:sp>
      <p:sp>
        <p:nvSpPr>
          <p:cNvPr id="3315" name="CuadroTexto 3314">
            <a:extLst>
              <a:ext uri="{FF2B5EF4-FFF2-40B4-BE49-F238E27FC236}">
                <a16:creationId xmlns:a16="http://schemas.microsoft.com/office/drawing/2014/main" id="{3CCFB214-BB46-2CFA-705B-735B9D240405}"/>
              </a:ext>
            </a:extLst>
          </p:cNvPr>
          <p:cNvSpPr txBox="1"/>
          <p:nvPr/>
        </p:nvSpPr>
        <p:spPr>
          <a:xfrm>
            <a:off x="4397947" y="2344745"/>
            <a:ext cx="7753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RuBisCO</a:t>
            </a:r>
            <a:endParaRPr lang="es-ES" sz="1100" dirty="0">
              <a:solidFill>
                <a:schemeClr val="accent3">
                  <a:lumMod val="60000"/>
                  <a:lumOff val="4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16" name="CuadroTexto 3315">
            <a:extLst>
              <a:ext uri="{FF2B5EF4-FFF2-40B4-BE49-F238E27FC236}">
                <a16:creationId xmlns:a16="http://schemas.microsoft.com/office/drawing/2014/main" id="{53D5F4A5-0B40-9AF5-8E7E-AD60D2C67079}"/>
              </a:ext>
            </a:extLst>
          </p:cNvPr>
          <p:cNvSpPr txBox="1"/>
          <p:nvPr/>
        </p:nvSpPr>
        <p:spPr>
          <a:xfrm>
            <a:off x="3759854" y="2636999"/>
            <a:ext cx="175518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(Ribulosa 1,5-bisfosfato carboxilasa/oxigenasa)</a:t>
            </a:r>
          </a:p>
        </p:txBody>
      </p:sp>
      <p:sp>
        <p:nvSpPr>
          <p:cNvPr id="3317" name="Flecha: a la derecha 3316">
            <a:extLst>
              <a:ext uri="{FF2B5EF4-FFF2-40B4-BE49-F238E27FC236}">
                <a16:creationId xmlns:a16="http://schemas.microsoft.com/office/drawing/2014/main" id="{F7ADDC2C-F197-9202-D13B-7D2DE5102FFF}"/>
              </a:ext>
            </a:extLst>
          </p:cNvPr>
          <p:cNvSpPr/>
          <p:nvPr/>
        </p:nvSpPr>
        <p:spPr>
          <a:xfrm>
            <a:off x="3208701" y="1913815"/>
            <a:ext cx="2047219" cy="46424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300" dirty="0">
                <a:latin typeface="Arial" panose="020B0604020202020204" pitchFamily="34" charset="0"/>
                <a:cs typeface="Arial" panose="020B0604020202020204" pitchFamily="34" charset="0"/>
              </a:rPr>
              <a:t>Fase I: Fijación del CO</a:t>
            </a:r>
            <a:r>
              <a:rPr lang="es-ES" sz="13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sp>
        <p:nvSpPr>
          <p:cNvPr id="3318" name="CuadroTexto 3317">
            <a:extLst>
              <a:ext uri="{FF2B5EF4-FFF2-40B4-BE49-F238E27FC236}">
                <a16:creationId xmlns:a16="http://schemas.microsoft.com/office/drawing/2014/main" id="{844A443D-CCA1-283C-437E-6E2BD8117864}"/>
              </a:ext>
            </a:extLst>
          </p:cNvPr>
          <p:cNvSpPr txBox="1"/>
          <p:nvPr/>
        </p:nvSpPr>
        <p:spPr>
          <a:xfrm>
            <a:off x="3779837" y="2283972"/>
            <a:ext cx="653074" cy="2626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(3) CO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3320" name="Conector: curvado 3319">
            <a:extLst>
              <a:ext uri="{FF2B5EF4-FFF2-40B4-BE49-F238E27FC236}">
                <a16:creationId xmlns:a16="http://schemas.microsoft.com/office/drawing/2014/main" id="{C2BA81DB-91EF-EDF3-82A3-C1548B007DEE}"/>
              </a:ext>
            </a:extLst>
          </p:cNvPr>
          <p:cNvCxnSpPr>
            <a:cxnSpLocks/>
            <a:stCxn id="3318" idx="2"/>
          </p:cNvCxnSpPr>
          <p:nvPr/>
        </p:nvCxnSpPr>
        <p:spPr>
          <a:xfrm rot="16200000" flipH="1">
            <a:off x="4167009" y="2486010"/>
            <a:ext cx="87683" cy="208952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14" name="Conector recto de flecha 3313">
            <a:extLst>
              <a:ext uri="{FF2B5EF4-FFF2-40B4-BE49-F238E27FC236}">
                <a16:creationId xmlns:a16="http://schemas.microsoft.com/office/drawing/2014/main" id="{4E7F5A6D-D1A7-142D-56FE-C795F5E808AD}"/>
              </a:ext>
            </a:extLst>
          </p:cNvPr>
          <p:cNvCxnSpPr>
            <a:stCxn id="3311" idx="3"/>
            <a:endCxn id="3312" idx="1"/>
          </p:cNvCxnSpPr>
          <p:nvPr/>
        </p:nvCxnSpPr>
        <p:spPr>
          <a:xfrm>
            <a:off x="3779837" y="2636999"/>
            <a:ext cx="1735200" cy="1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22" name="CuadroTexto 3321">
            <a:extLst>
              <a:ext uri="{FF2B5EF4-FFF2-40B4-BE49-F238E27FC236}">
                <a16:creationId xmlns:a16="http://schemas.microsoft.com/office/drawing/2014/main" id="{50EAAE99-CC1F-05BF-2C8F-0138060DB397}"/>
              </a:ext>
            </a:extLst>
          </p:cNvPr>
          <p:cNvSpPr txBox="1"/>
          <p:nvPr/>
        </p:nvSpPr>
        <p:spPr>
          <a:xfrm>
            <a:off x="5515037" y="3850593"/>
            <a:ext cx="141662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(6) 1,3-bisfosfoglicerato 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(3C)</a:t>
            </a:r>
          </a:p>
        </p:txBody>
      </p:sp>
      <p:sp>
        <p:nvSpPr>
          <p:cNvPr id="3327" name="CuadroTexto 3326">
            <a:extLst>
              <a:ext uri="{FF2B5EF4-FFF2-40B4-BE49-F238E27FC236}">
                <a16:creationId xmlns:a16="http://schemas.microsoft.com/office/drawing/2014/main" id="{1C51A370-EA10-A73A-9A65-A5C839CDAF2B}"/>
              </a:ext>
            </a:extLst>
          </p:cNvPr>
          <p:cNvSpPr txBox="1"/>
          <p:nvPr/>
        </p:nvSpPr>
        <p:spPr>
          <a:xfrm>
            <a:off x="6206901" y="3073458"/>
            <a:ext cx="12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3-Fosfoglicerato quinasa</a:t>
            </a:r>
          </a:p>
        </p:txBody>
      </p:sp>
      <p:sp>
        <p:nvSpPr>
          <p:cNvPr id="3329" name="CuadroTexto 3328">
            <a:extLst>
              <a:ext uri="{FF2B5EF4-FFF2-40B4-BE49-F238E27FC236}">
                <a16:creationId xmlns:a16="http://schemas.microsoft.com/office/drawing/2014/main" id="{3B2D1373-E570-5DF7-C0B3-ADBDEBB0AB23}"/>
              </a:ext>
            </a:extLst>
          </p:cNvPr>
          <p:cNvSpPr txBox="1"/>
          <p:nvPr/>
        </p:nvSpPr>
        <p:spPr>
          <a:xfrm>
            <a:off x="5319958" y="3412148"/>
            <a:ext cx="7263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(6) ADP</a:t>
            </a:r>
            <a:endParaRPr lang="es-ES" sz="11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330" name="Conector: curvado 3329">
            <a:extLst>
              <a:ext uri="{FF2B5EF4-FFF2-40B4-BE49-F238E27FC236}">
                <a16:creationId xmlns:a16="http://schemas.microsoft.com/office/drawing/2014/main" id="{1ACA081F-E37C-9946-7F00-F15633F2FF2B}"/>
              </a:ext>
            </a:extLst>
          </p:cNvPr>
          <p:cNvCxnSpPr>
            <a:cxnSpLocks/>
            <a:stCxn id="3338" idx="3"/>
            <a:endCxn id="3329" idx="3"/>
          </p:cNvCxnSpPr>
          <p:nvPr/>
        </p:nvCxnSpPr>
        <p:spPr>
          <a:xfrm>
            <a:off x="6024388" y="3205143"/>
            <a:ext cx="21929" cy="337810"/>
          </a:xfrm>
          <a:prstGeom prst="curvedConnector3">
            <a:avLst>
              <a:gd name="adj1" fmla="val 881700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23" name="Conector recto de flecha 3322">
            <a:extLst>
              <a:ext uri="{FF2B5EF4-FFF2-40B4-BE49-F238E27FC236}">
                <a16:creationId xmlns:a16="http://schemas.microsoft.com/office/drawing/2014/main" id="{178B020E-13AC-7C89-0175-1BD0FE0BA55A}"/>
              </a:ext>
            </a:extLst>
          </p:cNvPr>
          <p:cNvCxnSpPr>
            <a:cxnSpLocks/>
            <a:stCxn id="3312" idx="2"/>
            <a:endCxn id="3322" idx="0"/>
          </p:cNvCxnSpPr>
          <p:nvPr/>
        </p:nvCxnSpPr>
        <p:spPr>
          <a:xfrm>
            <a:off x="6223347" y="2852443"/>
            <a:ext cx="0" cy="99815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38" name="CuadroTexto 3337">
            <a:extLst>
              <a:ext uri="{FF2B5EF4-FFF2-40B4-BE49-F238E27FC236}">
                <a16:creationId xmlns:a16="http://schemas.microsoft.com/office/drawing/2014/main" id="{2C91664C-2627-F235-4F71-D712A9FE64DF}"/>
              </a:ext>
            </a:extLst>
          </p:cNvPr>
          <p:cNvSpPr txBox="1"/>
          <p:nvPr/>
        </p:nvSpPr>
        <p:spPr>
          <a:xfrm>
            <a:off x="5325440" y="3074338"/>
            <a:ext cx="698948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(6) ATP</a:t>
            </a:r>
          </a:p>
        </p:txBody>
      </p:sp>
      <p:sp>
        <p:nvSpPr>
          <p:cNvPr id="3344" name="Flecha: a la derecha 3343">
            <a:extLst>
              <a:ext uri="{FF2B5EF4-FFF2-40B4-BE49-F238E27FC236}">
                <a16:creationId xmlns:a16="http://schemas.microsoft.com/office/drawing/2014/main" id="{E9E3E087-BC11-5C82-1E90-F30406C69F7E}"/>
              </a:ext>
            </a:extLst>
          </p:cNvPr>
          <p:cNvSpPr/>
          <p:nvPr/>
        </p:nvSpPr>
        <p:spPr>
          <a:xfrm>
            <a:off x="3208702" y="3272221"/>
            <a:ext cx="2041928" cy="464248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s-ES" sz="1300" dirty="0">
                <a:latin typeface="Arial" panose="020B0604020202020204" pitchFamily="34" charset="0"/>
                <a:cs typeface="Arial" panose="020B0604020202020204" pitchFamily="34" charset="0"/>
              </a:rPr>
              <a:t>Fase II: Reducción</a:t>
            </a:r>
            <a:endParaRPr lang="es-ES" sz="1300" baseline="-25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45" name="CuadroTexto 3344">
            <a:extLst>
              <a:ext uri="{FF2B5EF4-FFF2-40B4-BE49-F238E27FC236}">
                <a16:creationId xmlns:a16="http://schemas.microsoft.com/office/drawing/2014/main" id="{27CB0EFD-152E-5148-2F38-4253617F4E58}"/>
              </a:ext>
            </a:extLst>
          </p:cNvPr>
          <p:cNvSpPr txBox="1"/>
          <p:nvPr/>
        </p:nvSpPr>
        <p:spPr>
          <a:xfrm>
            <a:off x="5547082" y="5195679"/>
            <a:ext cx="13525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(6) Gliceraldehído 3-fosfato 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(3C)</a:t>
            </a:r>
          </a:p>
        </p:txBody>
      </p:sp>
      <p:sp>
        <p:nvSpPr>
          <p:cNvPr id="3349" name="CuadroTexto 3348">
            <a:extLst>
              <a:ext uri="{FF2B5EF4-FFF2-40B4-BE49-F238E27FC236}">
                <a16:creationId xmlns:a16="http://schemas.microsoft.com/office/drawing/2014/main" id="{074AD92E-C0B7-0651-A8FF-CA9E7D3F26CA}"/>
              </a:ext>
            </a:extLst>
          </p:cNvPr>
          <p:cNvSpPr txBox="1"/>
          <p:nvPr/>
        </p:nvSpPr>
        <p:spPr>
          <a:xfrm>
            <a:off x="6206901" y="4482187"/>
            <a:ext cx="126700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Gliceraldehído 3-fosfato deshidrogenasa</a:t>
            </a:r>
          </a:p>
        </p:txBody>
      </p:sp>
      <p:sp>
        <p:nvSpPr>
          <p:cNvPr id="3350" name="CuadroTexto 3349">
            <a:extLst>
              <a:ext uri="{FF2B5EF4-FFF2-40B4-BE49-F238E27FC236}">
                <a16:creationId xmlns:a16="http://schemas.microsoft.com/office/drawing/2014/main" id="{086961A5-F4CA-8B7D-0217-7FA1B9E4D38F}"/>
              </a:ext>
            </a:extLst>
          </p:cNvPr>
          <p:cNvSpPr txBox="1"/>
          <p:nvPr/>
        </p:nvSpPr>
        <p:spPr>
          <a:xfrm>
            <a:off x="4823393" y="4521160"/>
            <a:ext cx="1196347" cy="26161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2700000" scaled="1"/>
            <a:tileRect/>
          </a:gradFill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(6) NADPH +H</a:t>
            </a:r>
            <a:r>
              <a:rPr lang="es-ES" sz="1100" baseline="3000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sp>
        <p:nvSpPr>
          <p:cNvPr id="3351" name="CuadroTexto 3350">
            <a:extLst>
              <a:ext uri="{FF2B5EF4-FFF2-40B4-BE49-F238E27FC236}">
                <a16:creationId xmlns:a16="http://schemas.microsoft.com/office/drawing/2014/main" id="{4801DC32-A761-0935-7E06-C64D9675AC32}"/>
              </a:ext>
            </a:extLst>
          </p:cNvPr>
          <p:cNvSpPr txBox="1"/>
          <p:nvPr/>
        </p:nvSpPr>
        <p:spPr>
          <a:xfrm>
            <a:off x="5236350" y="4867606"/>
            <a:ext cx="7833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(6) NAD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</a:p>
        </p:txBody>
      </p:sp>
      <p:cxnSp>
        <p:nvCxnSpPr>
          <p:cNvPr id="3352" name="Conector: curvado 3351">
            <a:extLst>
              <a:ext uri="{FF2B5EF4-FFF2-40B4-BE49-F238E27FC236}">
                <a16:creationId xmlns:a16="http://schemas.microsoft.com/office/drawing/2014/main" id="{36C3D59E-E541-8892-CAD7-8F2E18FE625D}"/>
              </a:ext>
            </a:extLst>
          </p:cNvPr>
          <p:cNvCxnSpPr>
            <a:cxnSpLocks/>
            <a:stCxn id="3350" idx="3"/>
            <a:endCxn id="3351" idx="3"/>
          </p:cNvCxnSpPr>
          <p:nvPr/>
        </p:nvCxnSpPr>
        <p:spPr>
          <a:xfrm>
            <a:off x="6019740" y="4651965"/>
            <a:ext cx="12700" cy="346446"/>
          </a:xfrm>
          <a:prstGeom prst="curvedConnector3">
            <a:avLst>
              <a:gd name="adj1" fmla="val 160714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46" name="Conector recto de flecha 3345">
            <a:extLst>
              <a:ext uri="{FF2B5EF4-FFF2-40B4-BE49-F238E27FC236}">
                <a16:creationId xmlns:a16="http://schemas.microsoft.com/office/drawing/2014/main" id="{ED40B642-DC14-1676-E427-A664AC808A82}"/>
              </a:ext>
            </a:extLst>
          </p:cNvPr>
          <p:cNvCxnSpPr>
            <a:cxnSpLocks/>
            <a:stCxn id="3322" idx="2"/>
            <a:endCxn id="3345" idx="0"/>
          </p:cNvCxnSpPr>
          <p:nvPr/>
        </p:nvCxnSpPr>
        <p:spPr>
          <a:xfrm>
            <a:off x="6223347" y="4450757"/>
            <a:ext cx="0" cy="74492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56" name="CuadroTexto 3355">
            <a:extLst>
              <a:ext uri="{FF2B5EF4-FFF2-40B4-BE49-F238E27FC236}">
                <a16:creationId xmlns:a16="http://schemas.microsoft.com/office/drawing/2014/main" id="{7CF4E8CC-797C-9E5D-856E-DBAFF336F4E7}"/>
              </a:ext>
            </a:extLst>
          </p:cNvPr>
          <p:cNvSpPr txBox="1"/>
          <p:nvPr/>
        </p:nvSpPr>
        <p:spPr>
          <a:xfrm>
            <a:off x="5491922" y="6262479"/>
            <a:ext cx="146284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(3) Dihidroxiacetona fosfato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(3C)</a:t>
            </a:r>
          </a:p>
        </p:txBody>
      </p:sp>
      <p:sp>
        <p:nvSpPr>
          <p:cNvPr id="3357" name="CuadroTexto 3356">
            <a:extLst>
              <a:ext uri="{FF2B5EF4-FFF2-40B4-BE49-F238E27FC236}">
                <a16:creationId xmlns:a16="http://schemas.microsoft.com/office/drawing/2014/main" id="{495EF5A7-A1A8-E429-3644-911F405B4A4A}"/>
              </a:ext>
            </a:extLst>
          </p:cNvPr>
          <p:cNvSpPr txBox="1"/>
          <p:nvPr/>
        </p:nvSpPr>
        <p:spPr>
          <a:xfrm>
            <a:off x="3756646" y="6262479"/>
            <a:ext cx="1352530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(3) Fructosa 1,6-bisfosfato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(5C)</a:t>
            </a:r>
          </a:p>
        </p:txBody>
      </p:sp>
      <p:sp>
        <p:nvSpPr>
          <p:cNvPr id="3362" name="CuadroTexto 3361">
            <a:extLst>
              <a:ext uri="{FF2B5EF4-FFF2-40B4-BE49-F238E27FC236}">
                <a16:creationId xmlns:a16="http://schemas.microsoft.com/office/drawing/2014/main" id="{678B5B8F-3587-8EA9-EDCF-A7FB13C096F0}"/>
              </a:ext>
            </a:extLst>
          </p:cNvPr>
          <p:cNvSpPr txBox="1"/>
          <p:nvPr/>
        </p:nvSpPr>
        <p:spPr>
          <a:xfrm>
            <a:off x="6220484" y="5755392"/>
            <a:ext cx="12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Triosa fosfato isomerasa</a:t>
            </a:r>
          </a:p>
        </p:txBody>
      </p:sp>
      <p:cxnSp>
        <p:nvCxnSpPr>
          <p:cNvPr id="3366" name="Conector: angular 3365">
            <a:extLst>
              <a:ext uri="{FF2B5EF4-FFF2-40B4-BE49-F238E27FC236}">
                <a16:creationId xmlns:a16="http://schemas.microsoft.com/office/drawing/2014/main" id="{4435EDAE-9FA9-E0DE-6C85-9B81C929C7F0}"/>
              </a:ext>
            </a:extLst>
          </p:cNvPr>
          <p:cNvCxnSpPr>
            <a:stCxn id="3345" idx="1"/>
            <a:endCxn id="3357" idx="3"/>
          </p:cNvCxnSpPr>
          <p:nvPr/>
        </p:nvCxnSpPr>
        <p:spPr>
          <a:xfrm rot="10800000" flipV="1">
            <a:off x="5109176" y="5495761"/>
            <a:ext cx="437906" cy="1066800"/>
          </a:xfrm>
          <a:prstGeom prst="bentConnector3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69" name="Conector recto de flecha 3368">
            <a:extLst>
              <a:ext uri="{FF2B5EF4-FFF2-40B4-BE49-F238E27FC236}">
                <a16:creationId xmlns:a16="http://schemas.microsoft.com/office/drawing/2014/main" id="{176B07FE-BF3C-2B97-32AD-8DD590E9C21A}"/>
              </a:ext>
            </a:extLst>
          </p:cNvPr>
          <p:cNvCxnSpPr>
            <a:cxnSpLocks/>
            <a:stCxn id="3356" idx="1"/>
            <a:endCxn id="3357" idx="3"/>
          </p:cNvCxnSpPr>
          <p:nvPr/>
        </p:nvCxnSpPr>
        <p:spPr>
          <a:xfrm flipH="1">
            <a:off x="5109176" y="6562561"/>
            <a:ext cx="382746" cy="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2" name="CuadroTexto 3371">
            <a:extLst>
              <a:ext uri="{FF2B5EF4-FFF2-40B4-BE49-F238E27FC236}">
                <a16:creationId xmlns:a16="http://schemas.microsoft.com/office/drawing/2014/main" id="{46595525-0E9D-7777-5212-859C14B8133C}"/>
              </a:ext>
            </a:extLst>
          </p:cNvPr>
          <p:cNvSpPr txBox="1"/>
          <p:nvPr/>
        </p:nvSpPr>
        <p:spPr>
          <a:xfrm>
            <a:off x="5300549" y="5849069"/>
            <a:ext cx="12670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Aldolasa</a:t>
            </a:r>
          </a:p>
        </p:txBody>
      </p:sp>
      <p:sp>
        <p:nvSpPr>
          <p:cNvPr id="3373" name="CuadroTexto 3372">
            <a:extLst>
              <a:ext uri="{FF2B5EF4-FFF2-40B4-BE49-F238E27FC236}">
                <a16:creationId xmlns:a16="http://schemas.microsoft.com/office/drawing/2014/main" id="{AB05D379-9EC5-1C2F-6E5F-106D64EF23EC}"/>
              </a:ext>
            </a:extLst>
          </p:cNvPr>
          <p:cNvSpPr txBox="1"/>
          <p:nvPr/>
        </p:nvSpPr>
        <p:spPr>
          <a:xfrm>
            <a:off x="2092424" y="5548987"/>
            <a:ext cx="9653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(3) Fructosa 6-fosfato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(5C)</a:t>
            </a:r>
          </a:p>
        </p:txBody>
      </p:sp>
      <p:cxnSp>
        <p:nvCxnSpPr>
          <p:cNvPr id="3375" name="Conector: angular 3374">
            <a:extLst>
              <a:ext uri="{FF2B5EF4-FFF2-40B4-BE49-F238E27FC236}">
                <a16:creationId xmlns:a16="http://schemas.microsoft.com/office/drawing/2014/main" id="{7A8C0E8B-0A6A-84BB-BE4E-876203CAA9B9}"/>
              </a:ext>
            </a:extLst>
          </p:cNvPr>
          <p:cNvCxnSpPr>
            <a:cxnSpLocks/>
            <a:stCxn id="3357" idx="1"/>
            <a:endCxn id="3373" idx="2"/>
          </p:cNvCxnSpPr>
          <p:nvPr/>
        </p:nvCxnSpPr>
        <p:spPr>
          <a:xfrm rot="10800000">
            <a:off x="2575078" y="6149151"/>
            <a:ext cx="1181568" cy="413410"/>
          </a:xfrm>
          <a:prstGeom prst="bent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77" name="CuadroTexto 3376">
            <a:extLst>
              <a:ext uri="{FF2B5EF4-FFF2-40B4-BE49-F238E27FC236}">
                <a16:creationId xmlns:a16="http://schemas.microsoft.com/office/drawing/2014/main" id="{2328379A-E1B6-1792-B31F-EDE12E3B8B27}"/>
              </a:ext>
            </a:extLst>
          </p:cNvPr>
          <p:cNvSpPr txBox="1"/>
          <p:nvPr/>
        </p:nvSpPr>
        <p:spPr>
          <a:xfrm>
            <a:off x="2453505" y="6573138"/>
            <a:ext cx="1267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Fructosa 1,6-bisfosfatasa</a:t>
            </a:r>
          </a:p>
        </p:txBody>
      </p:sp>
      <p:sp>
        <p:nvSpPr>
          <p:cNvPr id="3395" name="CuadroTexto 3394">
            <a:extLst>
              <a:ext uri="{FF2B5EF4-FFF2-40B4-BE49-F238E27FC236}">
                <a16:creationId xmlns:a16="http://schemas.microsoft.com/office/drawing/2014/main" id="{29A9BDE9-7453-DD11-888A-2CAD6AA7A9D3}"/>
              </a:ext>
            </a:extLst>
          </p:cNvPr>
          <p:cNvSpPr txBox="1"/>
          <p:nvPr/>
        </p:nvSpPr>
        <p:spPr>
          <a:xfrm>
            <a:off x="2579507" y="3842496"/>
            <a:ext cx="506579" cy="267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solidFill>
                  <a:schemeClr val="accent3">
                    <a:lumMod val="60000"/>
                    <a:lumOff val="4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RPP</a:t>
            </a:r>
          </a:p>
        </p:txBody>
      </p:sp>
      <p:sp>
        <p:nvSpPr>
          <p:cNvPr id="3415" name="CuadroTexto 3414">
            <a:extLst>
              <a:ext uri="{FF2B5EF4-FFF2-40B4-BE49-F238E27FC236}">
                <a16:creationId xmlns:a16="http://schemas.microsoft.com/office/drawing/2014/main" id="{614BAA6F-F98A-B7A0-5797-E29D078FB3EA}"/>
              </a:ext>
            </a:extLst>
          </p:cNvPr>
          <p:cNvSpPr txBox="1"/>
          <p:nvPr/>
        </p:nvSpPr>
        <p:spPr>
          <a:xfrm>
            <a:off x="5818124" y="8214604"/>
            <a:ext cx="146284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Dihidroxiacetona fosfato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(3C)</a:t>
            </a:r>
          </a:p>
        </p:txBody>
      </p:sp>
      <p:sp>
        <p:nvSpPr>
          <p:cNvPr id="3416" name="CuadroTexto 3415">
            <a:extLst>
              <a:ext uri="{FF2B5EF4-FFF2-40B4-BE49-F238E27FC236}">
                <a16:creationId xmlns:a16="http://schemas.microsoft.com/office/drawing/2014/main" id="{69E52F6F-7674-5C42-695D-59676DF5508A}"/>
              </a:ext>
            </a:extLst>
          </p:cNvPr>
          <p:cNvSpPr txBox="1"/>
          <p:nvPr/>
        </p:nvSpPr>
        <p:spPr>
          <a:xfrm>
            <a:off x="4856993" y="8383881"/>
            <a:ext cx="3078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cxnSp>
        <p:nvCxnSpPr>
          <p:cNvPr id="3418" name="Conector: curvado 3417">
            <a:extLst>
              <a:ext uri="{FF2B5EF4-FFF2-40B4-BE49-F238E27FC236}">
                <a16:creationId xmlns:a16="http://schemas.microsoft.com/office/drawing/2014/main" id="{813E71E8-4326-3332-5213-1392DF4CB083}"/>
              </a:ext>
            </a:extLst>
          </p:cNvPr>
          <p:cNvCxnSpPr>
            <a:cxnSpLocks/>
            <a:stCxn id="3356" idx="2"/>
            <a:endCxn id="3415" idx="1"/>
          </p:cNvCxnSpPr>
          <p:nvPr/>
        </p:nvCxnSpPr>
        <p:spPr>
          <a:xfrm rot="5400000">
            <a:off x="5194715" y="7486053"/>
            <a:ext cx="1652043" cy="405223"/>
          </a:xfrm>
          <a:prstGeom prst="bentConnector4">
            <a:avLst>
              <a:gd name="adj1" fmla="val 13832"/>
              <a:gd name="adj2" fmla="val 156413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27" name="CuadroTexto 3426">
            <a:extLst>
              <a:ext uri="{FF2B5EF4-FFF2-40B4-BE49-F238E27FC236}">
                <a16:creationId xmlns:a16="http://schemas.microsoft.com/office/drawing/2014/main" id="{DFB86583-2BFB-FA61-D7D4-A0F413F93D04}"/>
              </a:ext>
            </a:extLst>
          </p:cNvPr>
          <p:cNvSpPr txBox="1"/>
          <p:nvPr/>
        </p:nvSpPr>
        <p:spPr>
          <a:xfrm>
            <a:off x="4856993" y="6779250"/>
            <a:ext cx="3078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S" sz="1100" baseline="-25000" dirty="0"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</a:p>
        </p:txBody>
      </p:sp>
      <p:cxnSp>
        <p:nvCxnSpPr>
          <p:cNvPr id="3428" name="Conector: curvado 3417">
            <a:extLst>
              <a:ext uri="{FF2B5EF4-FFF2-40B4-BE49-F238E27FC236}">
                <a16:creationId xmlns:a16="http://schemas.microsoft.com/office/drawing/2014/main" id="{8586915B-DA03-9D37-3EEC-A5E28297E7E6}"/>
              </a:ext>
            </a:extLst>
          </p:cNvPr>
          <p:cNvCxnSpPr>
            <a:cxnSpLocks/>
            <a:stCxn id="3416" idx="3"/>
            <a:endCxn id="3427" idx="3"/>
          </p:cNvCxnSpPr>
          <p:nvPr/>
        </p:nvCxnSpPr>
        <p:spPr>
          <a:xfrm flipV="1">
            <a:off x="5164878" y="6910055"/>
            <a:ext cx="12700" cy="1604631"/>
          </a:xfrm>
          <a:prstGeom prst="bentConnector3">
            <a:avLst>
              <a:gd name="adj1" fmla="val 3331913"/>
            </a:avLst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396" name="Group 1357">
            <a:extLst>
              <a:ext uri="{FF2B5EF4-FFF2-40B4-BE49-F238E27FC236}">
                <a16:creationId xmlns:a16="http://schemas.microsoft.com/office/drawing/2014/main" id="{7ACCF0E8-0958-B857-583B-4A547AA936B8}"/>
              </a:ext>
            </a:extLst>
          </p:cNvPr>
          <p:cNvGrpSpPr>
            <a:grpSpLocks/>
          </p:cNvGrpSpPr>
          <p:nvPr/>
        </p:nvGrpSpPr>
        <p:grpSpPr bwMode="auto">
          <a:xfrm>
            <a:off x="5340333" y="7320974"/>
            <a:ext cx="477791" cy="616775"/>
            <a:chOff x="545" y="1122"/>
            <a:chExt cx="518" cy="769"/>
          </a:xfrm>
        </p:grpSpPr>
        <p:sp>
          <p:nvSpPr>
            <p:cNvPr id="3397" name="Freeform 1358">
              <a:extLst>
                <a:ext uri="{FF2B5EF4-FFF2-40B4-BE49-F238E27FC236}">
                  <a16:creationId xmlns:a16="http://schemas.microsoft.com/office/drawing/2014/main" id="{53369867-BA6C-F095-3E07-EFA08DF10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" y="1122"/>
              <a:ext cx="240" cy="699"/>
            </a:xfrm>
            <a:custGeom>
              <a:avLst/>
              <a:gdLst>
                <a:gd name="T0" fmla="*/ 947 w 110"/>
                <a:gd name="T1" fmla="*/ 2519 h 300"/>
                <a:gd name="T2" fmla="*/ 842 w 110"/>
                <a:gd name="T3" fmla="*/ 3605 h 300"/>
                <a:gd name="T4" fmla="*/ 113 w 110"/>
                <a:gd name="T5" fmla="*/ 2882 h 300"/>
                <a:gd name="T6" fmla="*/ 0 w 110"/>
                <a:gd name="T7" fmla="*/ 1873 h 300"/>
                <a:gd name="T8" fmla="*/ 113 w 110"/>
                <a:gd name="T9" fmla="*/ 911 h 300"/>
                <a:gd name="T10" fmla="*/ 842 w 110"/>
                <a:gd name="T11" fmla="*/ 179 h 300"/>
                <a:gd name="T12" fmla="*/ 947 w 110"/>
                <a:gd name="T13" fmla="*/ 1277 h 300"/>
                <a:gd name="T14" fmla="*/ 947 w 110"/>
                <a:gd name="T15" fmla="*/ 2519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0" h="300">
                  <a:moveTo>
                    <a:pt x="91" y="199"/>
                  </a:moveTo>
                  <a:cubicBezTo>
                    <a:pt x="98" y="230"/>
                    <a:pt x="110" y="271"/>
                    <a:pt x="81" y="285"/>
                  </a:cubicBezTo>
                  <a:cubicBezTo>
                    <a:pt x="52" y="300"/>
                    <a:pt x="21" y="262"/>
                    <a:pt x="11" y="228"/>
                  </a:cubicBezTo>
                  <a:cubicBezTo>
                    <a:pt x="6" y="211"/>
                    <a:pt x="0" y="179"/>
                    <a:pt x="0" y="148"/>
                  </a:cubicBezTo>
                  <a:cubicBezTo>
                    <a:pt x="0" y="116"/>
                    <a:pt x="7" y="86"/>
                    <a:pt x="11" y="72"/>
                  </a:cubicBezTo>
                  <a:cubicBezTo>
                    <a:pt x="21" y="37"/>
                    <a:pt x="52" y="0"/>
                    <a:pt x="81" y="14"/>
                  </a:cubicBezTo>
                  <a:cubicBezTo>
                    <a:pt x="110" y="28"/>
                    <a:pt x="98" y="69"/>
                    <a:pt x="91" y="101"/>
                  </a:cubicBezTo>
                  <a:cubicBezTo>
                    <a:pt x="84" y="131"/>
                    <a:pt x="84" y="161"/>
                    <a:pt x="91" y="199"/>
                  </a:cubicBezTo>
                  <a:close/>
                </a:path>
              </a:pathLst>
            </a:custGeom>
            <a:solidFill>
              <a:srgbClr val="6AA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8" name="Freeform 1359">
              <a:extLst>
                <a:ext uri="{FF2B5EF4-FFF2-40B4-BE49-F238E27FC236}">
                  <a16:creationId xmlns:a16="http://schemas.microsoft.com/office/drawing/2014/main" id="{F6B854CC-6F6E-50EE-ACAF-7D889B98F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661" y="1155"/>
              <a:ext cx="116" cy="629"/>
            </a:xfrm>
            <a:custGeom>
              <a:avLst/>
              <a:gdLst>
                <a:gd name="T0" fmla="*/ 201 w 53"/>
                <a:gd name="T1" fmla="*/ 2339 h 270"/>
                <a:gd name="T2" fmla="*/ 221 w 53"/>
                <a:gd name="T3" fmla="*/ 1086 h 270"/>
                <a:gd name="T4" fmla="*/ 105 w 53"/>
                <a:gd name="T5" fmla="*/ 49 h 270"/>
                <a:gd name="T6" fmla="*/ 0 w 53"/>
                <a:gd name="T7" fmla="*/ 65 h 270"/>
                <a:gd name="T8" fmla="*/ 274 w 53"/>
                <a:gd name="T9" fmla="*/ 49 h 270"/>
                <a:gd name="T10" fmla="*/ 346 w 53"/>
                <a:gd name="T11" fmla="*/ 1139 h 270"/>
                <a:gd name="T12" fmla="*/ 346 w 53"/>
                <a:gd name="T13" fmla="*/ 2311 h 270"/>
                <a:gd name="T14" fmla="*/ 230 w 53"/>
                <a:gd name="T15" fmla="*/ 3387 h 270"/>
                <a:gd name="T16" fmla="*/ 72 w 53"/>
                <a:gd name="T17" fmla="*/ 3413 h 270"/>
                <a:gd name="T18" fmla="*/ 201 w 53"/>
                <a:gd name="T19" fmla="*/ 2339 h 27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3" h="270">
                  <a:moveTo>
                    <a:pt x="19" y="185"/>
                  </a:moveTo>
                  <a:cubicBezTo>
                    <a:pt x="12" y="149"/>
                    <a:pt x="15" y="115"/>
                    <a:pt x="21" y="86"/>
                  </a:cubicBezTo>
                  <a:cubicBezTo>
                    <a:pt x="28" y="56"/>
                    <a:pt x="37" y="18"/>
                    <a:pt x="10" y="4"/>
                  </a:cubicBezTo>
                  <a:cubicBezTo>
                    <a:pt x="7" y="3"/>
                    <a:pt x="3" y="3"/>
                    <a:pt x="0" y="5"/>
                  </a:cubicBezTo>
                  <a:cubicBezTo>
                    <a:pt x="8" y="1"/>
                    <a:pt x="17" y="0"/>
                    <a:pt x="26" y="4"/>
                  </a:cubicBezTo>
                  <a:cubicBezTo>
                    <a:pt x="53" y="18"/>
                    <a:pt x="39" y="60"/>
                    <a:pt x="33" y="90"/>
                  </a:cubicBezTo>
                  <a:cubicBezTo>
                    <a:pt x="26" y="119"/>
                    <a:pt x="26" y="148"/>
                    <a:pt x="33" y="183"/>
                  </a:cubicBezTo>
                  <a:cubicBezTo>
                    <a:pt x="39" y="213"/>
                    <a:pt x="50" y="254"/>
                    <a:pt x="22" y="268"/>
                  </a:cubicBezTo>
                  <a:cubicBezTo>
                    <a:pt x="17" y="270"/>
                    <a:pt x="12" y="270"/>
                    <a:pt x="7" y="270"/>
                  </a:cubicBezTo>
                  <a:cubicBezTo>
                    <a:pt x="52" y="261"/>
                    <a:pt x="25" y="214"/>
                    <a:pt x="19" y="185"/>
                  </a:cubicBezTo>
                  <a:close/>
                </a:path>
              </a:pathLst>
            </a:custGeom>
            <a:solidFill>
              <a:srgbClr val="BED9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99" name="Freeform 1360">
              <a:extLst>
                <a:ext uri="{FF2B5EF4-FFF2-40B4-BE49-F238E27FC236}">
                  <a16:creationId xmlns:a16="http://schemas.microsoft.com/office/drawing/2014/main" id="{A8924D1A-2979-0F2D-1722-559F42AFFB0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" y="1122"/>
              <a:ext cx="365" cy="769"/>
            </a:xfrm>
            <a:custGeom>
              <a:avLst/>
              <a:gdLst>
                <a:gd name="T0" fmla="*/ 415 w 167"/>
                <a:gd name="T1" fmla="*/ 3540 h 330"/>
                <a:gd name="T2" fmla="*/ 721 w 167"/>
                <a:gd name="T3" fmla="*/ 3416 h 330"/>
                <a:gd name="T4" fmla="*/ 730 w 167"/>
                <a:gd name="T5" fmla="*/ 3356 h 330"/>
                <a:gd name="T6" fmla="*/ 793 w 167"/>
                <a:gd name="T7" fmla="*/ 2519 h 330"/>
                <a:gd name="T8" fmla="*/ 793 w 167"/>
                <a:gd name="T9" fmla="*/ 1277 h 330"/>
                <a:gd name="T10" fmla="*/ 898 w 167"/>
                <a:gd name="T11" fmla="*/ 179 h 330"/>
                <a:gd name="T12" fmla="*/ 1628 w 167"/>
                <a:gd name="T13" fmla="*/ 911 h 330"/>
                <a:gd name="T14" fmla="*/ 1744 w 167"/>
                <a:gd name="T15" fmla="*/ 1874 h 330"/>
                <a:gd name="T16" fmla="*/ 1628 w 167"/>
                <a:gd name="T17" fmla="*/ 2883 h 330"/>
                <a:gd name="T18" fmla="*/ 1381 w 167"/>
                <a:gd name="T19" fmla="*/ 3433 h 330"/>
                <a:gd name="T20" fmla="*/ 1346 w 167"/>
                <a:gd name="T21" fmla="*/ 3519 h 330"/>
                <a:gd name="T22" fmla="*/ 555 w 167"/>
                <a:gd name="T23" fmla="*/ 4176 h 330"/>
                <a:gd name="T24" fmla="*/ 0 w 167"/>
                <a:gd name="T25" fmla="*/ 3845 h 330"/>
                <a:gd name="T26" fmla="*/ 415 w 167"/>
                <a:gd name="T27" fmla="*/ 3540 h 3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7" h="330">
                  <a:moveTo>
                    <a:pt x="40" y="280"/>
                  </a:moveTo>
                  <a:cubicBezTo>
                    <a:pt x="54" y="276"/>
                    <a:pt x="63" y="274"/>
                    <a:pt x="69" y="270"/>
                  </a:cubicBezTo>
                  <a:cubicBezTo>
                    <a:pt x="70" y="268"/>
                    <a:pt x="70" y="266"/>
                    <a:pt x="70" y="265"/>
                  </a:cubicBezTo>
                  <a:cubicBezTo>
                    <a:pt x="64" y="246"/>
                    <a:pt x="71" y="220"/>
                    <a:pt x="76" y="199"/>
                  </a:cubicBezTo>
                  <a:cubicBezTo>
                    <a:pt x="83" y="161"/>
                    <a:pt x="83" y="131"/>
                    <a:pt x="76" y="101"/>
                  </a:cubicBezTo>
                  <a:cubicBezTo>
                    <a:pt x="69" y="69"/>
                    <a:pt x="57" y="28"/>
                    <a:pt x="86" y="14"/>
                  </a:cubicBezTo>
                  <a:cubicBezTo>
                    <a:pt x="115" y="0"/>
                    <a:pt x="146" y="37"/>
                    <a:pt x="156" y="72"/>
                  </a:cubicBezTo>
                  <a:cubicBezTo>
                    <a:pt x="160" y="86"/>
                    <a:pt x="167" y="116"/>
                    <a:pt x="167" y="148"/>
                  </a:cubicBezTo>
                  <a:cubicBezTo>
                    <a:pt x="167" y="179"/>
                    <a:pt x="161" y="211"/>
                    <a:pt x="156" y="228"/>
                  </a:cubicBezTo>
                  <a:cubicBezTo>
                    <a:pt x="151" y="243"/>
                    <a:pt x="143" y="259"/>
                    <a:pt x="132" y="271"/>
                  </a:cubicBezTo>
                  <a:cubicBezTo>
                    <a:pt x="130" y="273"/>
                    <a:pt x="129" y="276"/>
                    <a:pt x="129" y="278"/>
                  </a:cubicBezTo>
                  <a:cubicBezTo>
                    <a:pt x="128" y="301"/>
                    <a:pt x="91" y="330"/>
                    <a:pt x="53" y="330"/>
                  </a:cubicBezTo>
                  <a:cubicBezTo>
                    <a:pt x="11" y="330"/>
                    <a:pt x="0" y="317"/>
                    <a:pt x="0" y="304"/>
                  </a:cubicBezTo>
                  <a:cubicBezTo>
                    <a:pt x="0" y="291"/>
                    <a:pt x="18" y="285"/>
                    <a:pt x="40" y="280"/>
                  </a:cubicBezTo>
                  <a:close/>
                </a:path>
              </a:pathLst>
            </a:custGeom>
            <a:solidFill>
              <a:srgbClr val="6AAF8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0" name="Freeform 1361">
              <a:extLst>
                <a:ext uri="{FF2B5EF4-FFF2-40B4-BE49-F238E27FC236}">
                  <a16:creationId xmlns:a16="http://schemas.microsoft.com/office/drawing/2014/main" id="{BB9C5E80-7666-DD27-0FAC-77E298435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552" y="1290"/>
              <a:ext cx="94" cy="471"/>
            </a:xfrm>
            <a:custGeom>
              <a:avLst/>
              <a:gdLst>
                <a:gd name="T0" fmla="*/ 448 w 43"/>
                <a:gd name="T1" fmla="*/ 2560 h 202"/>
                <a:gd name="T2" fmla="*/ 157 w 43"/>
                <a:gd name="T3" fmla="*/ 1980 h 202"/>
                <a:gd name="T4" fmla="*/ 33 w 43"/>
                <a:gd name="T5" fmla="*/ 963 h 202"/>
                <a:gd name="T6" fmla="*/ 157 w 43"/>
                <a:gd name="T7" fmla="*/ 0 h 202"/>
                <a:gd name="T8" fmla="*/ 448 w 43"/>
                <a:gd name="T9" fmla="*/ 2560 h 2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202">
                  <a:moveTo>
                    <a:pt x="43" y="202"/>
                  </a:moveTo>
                  <a:cubicBezTo>
                    <a:pt x="30" y="191"/>
                    <a:pt x="20" y="174"/>
                    <a:pt x="15" y="156"/>
                  </a:cubicBezTo>
                  <a:cubicBezTo>
                    <a:pt x="9" y="139"/>
                    <a:pt x="3" y="107"/>
                    <a:pt x="3" y="76"/>
                  </a:cubicBezTo>
                  <a:cubicBezTo>
                    <a:pt x="3" y="44"/>
                    <a:pt x="10" y="14"/>
                    <a:pt x="15" y="0"/>
                  </a:cubicBezTo>
                  <a:cubicBezTo>
                    <a:pt x="10" y="39"/>
                    <a:pt x="0" y="117"/>
                    <a:pt x="43" y="202"/>
                  </a:cubicBez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1" name="Freeform 1362">
              <a:extLst>
                <a:ext uri="{FF2B5EF4-FFF2-40B4-BE49-F238E27FC236}">
                  <a16:creationId xmlns:a16="http://schemas.microsoft.com/office/drawing/2014/main" id="{C2F8A77E-9080-7F6D-3C68-B15F588067C2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" y="1222"/>
              <a:ext cx="68" cy="476"/>
            </a:xfrm>
            <a:custGeom>
              <a:avLst/>
              <a:gdLst>
                <a:gd name="T0" fmla="*/ 20 w 31"/>
                <a:gd name="T1" fmla="*/ 2592 h 204"/>
                <a:gd name="T2" fmla="*/ 105 w 31"/>
                <a:gd name="T3" fmla="*/ 1981 h 204"/>
                <a:gd name="T4" fmla="*/ 105 w 31"/>
                <a:gd name="T5" fmla="*/ 735 h 204"/>
                <a:gd name="T6" fmla="*/ 20 w 31"/>
                <a:gd name="T7" fmla="*/ 0 h 204"/>
                <a:gd name="T8" fmla="*/ 202 w 31"/>
                <a:gd name="T9" fmla="*/ 789 h 204"/>
                <a:gd name="T10" fmla="*/ 169 w 31"/>
                <a:gd name="T11" fmla="*/ 1972 h 204"/>
                <a:gd name="T12" fmla="*/ 20 w 31"/>
                <a:gd name="T13" fmla="*/ 2592 h 2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1" h="204">
                  <a:moveTo>
                    <a:pt x="2" y="204"/>
                  </a:moveTo>
                  <a:cubicBezTo>
                    <a:pt x="2" y="188"/>
                    <a:pt x="7" y="171"/>
                    <a:pt x="10" y="156"/>
                  </a:cubicBezTo>
                  <a:cubicBezTo>
                    <a:pt x="17" y="118"/>
                    <a:pt x="17" y="88"/>
                    <a:pt x="10" y="58"/>
                  </a:cubicBezTo>
                  <a:cubicBezTo>
                    <a:pt x="6" y="39"/>
                    <a:pt x="0" y="18"/>
                    <a:pt x="2" y="0"/>
                  </a:cubicBezTo>
                  <a:cubicBezTo>
                    <a:pt x="2" y="13"/>
                    <a:pt x="7" y="27"/>
                    <a:pt x="19" y="62"/>
                  </a:cubicBezTo>
                  <a:cubicBezTo>
                    <a:pt x="31" y="97"/>
                    <a:pt x="21" y="128"/>
                    <a:pt x="16" y="155"/>
                  </a:cubicBezTo>
                  <a:cubicBezTo>
                    <a:pt x="11" y="181"/>
                    <a:pt x="1" y="192"/>
                    <a:pt x="2" y="204"/>
                  </a:cubicBez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2" name="Freeform 1363">
              <a:extLst>
                <a:ext uri="{FF2B5EF4-FFF2-40B4-BE49-F238E27FC236}">
                  <a16:creationId xmlns:a16="http://schemas.microsoft.com/office/drawing/2014/main" id="{14AFC7CE-1E26-DB25-E432-C86C6901A6BA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" y="1131"/>
              <a:ext cx="199" cy="739"/>
            </a:xfrm>
            <a:custGeom>
              <a:avLst/>
              <a:gdLst>
                <a:gd name="T0" fmla="*/ 0 w 91"/>
                <a:gd name="T1" fmla="*/ 4017 h 317"/>
                <a:gd name="T2" fmla="*/ 536 w 91"/>
                <a:gd name="T3" fmla="*/ 3434 h 317"/>
                <a:gd name="T4" fmla="*/ 597 w 91"/>
                <a:gd name="T5" fmla="*/ 3331 h 317"/>
                <a:gd name="T6" fmla="*/ 838 w 91"/>
                <a:gd name="T7" fmla="*/ 2816 h 317"/>
                <a:gd name="T8" fmla="*/ 951 w 91"/>
                <a:gd name="T9" fmla="*/ 1825 h 317"/>
                <a:gd name="T10" fmla="*/ 838 w 91"/>
                <a:gd name="T11" fmla="*/ 902 h 317"/>
                <a:gd name="T12" fmla="*/ 157 w 91"/>
                <a:gd name="T13" fmla="*/ 180 h 317"/>
                <a:gd name="T14" fmla="*/ 105 w 91"/>
                <a:gd name="T15" fmla="*/ 200 h 317"/>
                <a:gd name="T16" fmla="*/ 649 w 91"/>
                <a:gd name="T17" fmla="*/ 809 h 317"/>
                <a:gd name="T18" fmla="*/ 794 w 91"/>
                <a:gd name="T19" fmla="*/ 1865 h 317"/>
                <a:gd name="T20" fmla="*/ 713 w 91"/>
                <a:gd name="T21" fmla="*/ 2865 h 317"/>
                <a:gd name="T22" fmla="*/ 483 w 91"/>
                <a:gd name="T23" fmla="*/ 3359 h 317"/>
                <a:gd name="T24" fmla="*/ 450 w 91"/>
                <a:gd name="T25" fmla="*/ 3446 h 317"/>
                <a:gd name="T26" fmla="*/ 0 w 91"/>
                <a:gd name="T27" fmla="*/ 4017 h 31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1" h="317">
                  <a:moveTo>
                    <a:pt x="0" y="317"/>
                  </a:moveTo>
                  <a:cubicBezTo>
                    <a:pt x="29" y="310"/>
                    <a:pt x="50" y="289"/>
                    <a:pt x="51" y="271"/>
                  </a:cubicBezTo>
                  <a:cubicBezTo>
                    <a:pt x="51" y="270"/>
                    <a:pt x="55" y="265"/>
                    <a:pt x="57" y="263"/>
                  </a:cubicBezTo>
                  <a:cubicBezTo>
                    <a:pt x="67" y="252"/>
                    <a:pt x="75" y="236"/>
                    <a:pt x="80" y="222"/>
                  </a:cubicBezTo>
                  <a:cubicBezTo>
                    <a:pt x="85" y="205"/>
                    <a:pt x="91" y="174"/>
                    <a:pt x="91" y="144"/>
                  </a:cubicBezTo>
                  <a:cubicBezTo>
                    <a:pt x="91" y="114"/>
                    <a:pt x="84" y="85"/>
                    <a:pt x="80" y="71"/>
                  </a:cubicBezTo>
                  <a:cubicBezTo>
                    <a:pt x="70" y="38"/>
                    <a:pt x="42" y="0"/>
                    <a:pt x="15" y="14"/>
                  </a:cubicBezTo>
                  <a:cubicBezTo>
                    <a:pt x="13" y="15"/>
                    <a:pt x="12" y="16"/>
                    <a:pt x="10" y="16"/>
                  </a:cubicBezTo>
                  <a:cubicBezTo>
                    <a:pt x="33" y="7"/>
                    <a:pt x="53" y="35"/>
                    <a:pt x="62" y="64"/>
                  </a:cubicBezTo>
                  <a:cubicBezTo>
                    <a:pt x="66" y="77"/>
                    <a:pt x="76" y="116"/>
                    <a:pt x="76" y="147"/>
                  </a:cubicBezTo>
                  <a:cubicBezTo>
                    <a:pt x="76" y="177"/>
                    <a:pt x="73" y="209"/>
                    <a:pt x="68" y="226"/>
                  </a:cubicBezTo>
                  <a:cubicBezTo>
                    <a:pt x="63" y="240"/>
                    <a:pt x="56" y="254"/>
                    <a:pt x="46" y="265"/>
                  </a:cubicBezTo>
                  <a:cubicBezTo>
                    <a:pt x="44" y="267"/>
                    <a:pt x="43" y="271"/>
                    <a:pt x="43" y="272"/>
                  </a:cubicBezTo>
                  <a:cubicBezTo>
                    <a:pt x="43" y="287"/>
                    <a:pt x="21" y="308"/>
                    <a:pt x="0" y="317"/>
                  </a:cubicBezTo>
                  <a:close/>
                </a:path>
              </a:pathLst>
            </a:custGeom>
            <a:solidFill>
              <a:srgbClr val="BED9C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3" name="Freeform 1364">
              <a:extLst>
                <a:ext uri="{FF2B5EF4-FFF2-40B4-BE49-F238E27FC236}">
                  <a16:creationId xmlns:a16="http://schemas.microsoft.com/office/drawing/2014/main" id="{4981C846-FE36-C73F-4774-760B87C90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124"/>
              <a:ext cx="264" cy="667"/>
            </a:xfrm>
            <a:custGeom>
              <a:avLst/>
              <a:gdLst>
                <a:gd name="T0" fmla="*/ 624 w 121"/>
                <a:gd name="T1" fmla="*/ 0 h 286"/>
                <a:gd name="T2" fmla="*/ 633 w 121"/>
                <a:gd name="T3" fmla="*/ 0 h 286"/>
                <a:gd name="T4" fmla="*/ 1257 w 121"/>
                <a:gd name="T5" fmla="*/ 152 h 286"/>
                <a:gd name="T6" fmla="*/ 1257 w 121"/>
                <a:gd name="T7" fmla="*/ 152 h 286"/>
                <a:gd name="T8" fmla="*/ 1224 w 121"/>
                <a:gd name="T9" fmla="*/ 142 h 286"/>
                <a:gd name="T10" fmla="*/ 1224 w 121"/>
                <a:gd name="T11" fmla="*/ 142 h 286"/>
                <a:gd name="T12" fmla="*/ 1204 w 121"/>
                <a:gd name="T13" fmla="*/ 126 h 286"/>
                <a:gd name="T14" fmla="*/ 1196 w 121"/>
                <a:gd name="T15" fmla="*/ 126 h 286"/>
                <a:gd name="T16" fmla="*/ 1176 w 121"/>
                <a:gd name="T17" fmla="*/ 126 h 286"/>
                <a:gd name="T18" fmla="*/ 1161 w 121"/>
                <a:gd name="T19" fmla="*/ 126 h 286"/>
                <a:gd name="T20" fmla="*/ 1143 w 121"/>
                <a:gd name="T21" fmla="*/ 126 h 286"/>
                <a:gd name="T22" fmla="*/ 1132 w 121"/>
                <a:gd name="T23" fmla="*/ 126 h 286"/>
                <a:gd name="T24" fmla="*/ 1108 w 121"/>
                <a:gd name="T25" fmla="*/ 126 h 286"/>
                <a:gd name="T26" fmla="*/ 1108 w 121"/>
                <a:gd name="T27" fmla="*/ 126 h 286"/>
                <a:gd name="T28" fmla="*/ 1091 w 121"/>
                <a:gd name="T29" fmla="*/ 142 h 286"/>
                <a:gd name="T30" fmla="*/ 1080 w 121"/>
                <a:gd name="T31" fmla="*/ 142 h 286"/>
                <a:gd name="T32" fmla="*/ 1063 w 121"/>
                <a:gd name="T33" fmla="*/ 152 h 286"/>
                <a:gd name="T34" fmla="*/ 1047 w 121"/>
                <a:gd name="T35" fmla="*/ 152 h 286"/>
                <a:gd name="T36" fmla="*/ 1019 w 121"/>
                <a:gd name="T37" fmla="*/ 163 h 286"/>
                <a:gd name="T38" fmla="*/ 914 w 121"/>
                <a:gd name="T39" fmla="*/ 1266 h 286"/>
                <a:gd name="T40" fmla="*/ 914 w 121"/>
                <a:gd name="T41" fmla="*/ 2512 h 286"/>
                <a:gd name="T42" fmla="*/ 905 w 121"/>
                <a:gd name="T43" fmla="*/ 2561 h 286"/>
                <a:gd name="T44" fmla="*/ 895 w 121"/>
                <a:gd name="T45" fmla="*/ 2600 h 286"/>
                <a:gd name="T46" fmla="*/ 895 w 121"/>
                <a:gd name="T47" fmla="*/ 2610 h 286"/>
                <a:gd name="T48" fmla="*/ 881 w 121"/>
                <a:gd name="T49" fmla="*/ 2666 h 286"/>
                <a:gd name="T50" fmla="*/ 881 w 121"/>
                <a:gd name="T51" fmla="*/ 2666 h 286"/>
                <a:gd name="T52" fmla="*/ 871 w 121"/>
                <a:gd name="T53" fmla="*/ 2715 h 286"/>
                <a:gd name="T54" fmla="*/ 871 w 121"/>
                <a:gd name="T55" fmla="*/ 2724 h 286"/>
                <a:gd name="T56" fmla="*/ 853 w 121"/>
                <a:gd name="T57" fmla="*/ 2829 h 286"/>
                <a:gd name="T58" fmla="*/ 853 w 121"/>
                <a:gd name="T59" fmla="*/ 2829 h 286"/>
                <a:gd name="T60" fmla="*/ 853 w 121"/>
                <a:gd name="T61" fmla="*/ 2878 h 286"/>
                <a:gd name="T62" fmla="*/ 842 w 121"/>
                <a:gd name="T63" fmla="*/ 2894 h 286"/>
                <a:gd name="T64" fmla="*/ 833 w 121"/>
                <a:gd name="T65" fmla="*/ 2992 h 286"/>
                <a:gd name="T66" fmla="*/ 833 w 121"/>
                <a:gd name="T67" fmla="*/ 2992 h 286"/>
                <a:gd name="T68" fmla="*/ 833 w 121"/>
                <a:gd name="T69" fmla="*/ 3046 h 286"/>
                <a:gd name="T70" fmla="*/ 833 w 121"/>
                <a:gd name="T71" fmla="*/ 3046 h 286"/>
                <a:gd name="T72" fmla="*/ 833 w 121"/>
                <a:gd name="T73" fmla="*/ 3160 h 286"/>
                <a:gd name="T74" fmla="*/ 833 w 121"/>
                <a:gd name="T75" fmla="*/ 3160 h 286"/>
                <a:gd name="T76" fmla="*/ 833 w 121"/>
                <a:gd name="T77" fmla="*/ 3258 h 286"/>
                <a:gd name="T78" fmla="*/ 833 w 121"/>
                <a:gd name="T79" fmla="*/ 3258 h 286"/>
                <a:gd name="T80" fmla="*/ 842 w 121"/>
                <a:gd name="T81" fmla="*/ 3295 h 286"/>
                <a:gd name="T82" fmla="*/ 842 w 121"/>
                <a:gd name="T83" fmla="*/ 3312 h 286"/>
                <a:gd name="T84" fmla="*/ 853 w 121"/>
                <a:gd name="T85" fmla="*/ 3351 h 286"/>
                <a:gd name="T86" fmla="*/ 842 w 121"/>
                <a:gd name="T87" fmla="*/ 3410 h 286"/>
                <a:gd name="T88" fmla="*/ 757 w 121"/>
                <a:gd name="T89" fmla="*/ 3466 h 286"/>
                <a:gd name="T90" fmla="*/ 633 w 121"/>
                <a:gd name="T91" fmla="*/ 3438 h 286"/>
                <a:gd name="T92" fmla="*/ 624 w 121"/>
                <a:gd name="T93" fmla="*/ 3438 h 286"/>
                <a:gd name="T94" fmla="*/ 209 w 121"/>
                <a:gd name="T95" fmla="*/ 3629 h 286"/>
                <a:gd name="T96" fmla="*/ 209 w 121"/>
                <a:gd name="T97" fmla="*/ 3617 h 286"/>
                <a:gd name="T98" fmla="*/ 238 w 121"/>
                <a:gd name="T99" fmla="*/ 3601 h 286"/>
                <a:gd name="T100" fmla="*/ 343 w 121"/>
                <a:gd name="T101" fmla="*/ 2512 h 286"/>
                <a:gd name="T102" fmla="*/ 343 w 121"/>
                <a:gd name="T103" fmla="*/ 1266 h 286"/>
                <a:gd name="T104" fmla="*/ 238 w 121"/>
                <a:gd name="T105" fmla="*/ 163 h 286"/>
                <a:gd name="T106" fmla="*/ 0 w 121"/>
                <a:gd name="T107" fmla="*/ 152 h 286"/>
                <a:gd name="T108" fmla="*/ 624 w 121"/>
                <a:gd name="T109" fmla="*/ 0 h 28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1" h="286">
                  <a:moveTo>
                    <a:pt x="60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84" y="0"/>
                    <a:pt x="102" y="4"/>
                    <a:pt x="121" y="12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120" y="11"/>
                    <a:pt x="119" y="11"/>
                    <a:pt x="118" y="11"/>
                  </a:cubicBezTo>
                  <a:cubicBezTo>
                    <a:pt x="118" y="11"/>
                    <a:pt x="118" y="11"/>
                    <a:pt x="118" y="11"/>
                  </a:cubicBezTo>
                  <a:cubicBezTo>
                    <a:pt x="117" y="11"/>
                    <a:pt x="117" y="11"/>
                    <a:pt x="116" y="10"/>
                  </a:cubicBezTo>
                  <a:cubicBezTo>
                    <a:pt x="116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3" y="10"/>
                  </a:cubicBezTo>
                  <a:cubicBezTo>
                    <a:pt x="113" y="10"/>
                    <a:pt x="113" y="10"/>
                    <a:pt x="112" y="10"/>
                  </a:cubicBezTo>
                  <a:cubicBezTo>
                    <a:pt x="112" y="10"/>
                    <a:pt x="111" y="10"/>
                    <a:pt x="110" y="10"/>
                  </a:cubicBezTo>
                  <a:cubicBezTo>
                    <a:pt x="110" y="10"/>
                    <a:pt x="110" y="10"/>
                    <a:pt x="109" y="10"/>
                  </a:cubicBezTo>
                  <a:cubicBezTo>
                    <a:pt x="109" y="10"/>
                    <a:pt x="108" y="10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6" y="10"/>
                    <a:pt x="105" y="11"/>
                    <a:pt x="105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11"/>
                    <a:pt x="102" y="11"/>
                    <a:pt x="102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0" y="12"/>
                    <a:pt x="99" y="13"/>
                    <a:pt x="98" y="13"/>
                  </a:cubicBezTo>
                  <a:cubicBezTo>
                    <a:pt x="69" y="27"/>
                    <a:pt x="81" y="68"/>
                    <a:pt x="88" y="100"/>
                  </a:cubicBezTo>
                  <a:cubicBezTo>
                    <a:pt x="95" y="130"/>
                    <a:pt x="95" y="160"/>
                    <a:pt x="88" y="198"/>
                  </a:cubicBezTo>
                  <a:cubicBezTo>
                    <a:pt x="88" y="199"/>
                    <a:pt x="87" y="200"/>
                    <a:pt x="87" y="202"/>
                  </a:cubicBezTo>
                  <a:cubicBezTo>
                    <a:pt x="87" y="203"/>
                    <a:pt x="86" y="204"/>
                    <a:pt x="86" y="205"/>
                  </a:cubicBezTo>
                  <a:cubicBezTo>
                    <a:pt x="86" y="205"/>
                    <a:pt x="86" y="206"/>
                    <a:pt x="86" y="206"/>
                  </a:cubicBezTo>
                  <a:cubicBezTo>
                    <a:pt x="86" y="207"/>
                    <a:pt x="85" y="209"/>
                    <a:pt x="85" y="210"/>
                  </a:cubicBezTo>
                  <a:cubicBezTo>
                    <a:pt x="85" y="210"/>
                    <a:pt x="85" y="210"/>
                    <a:pt x="85" y="210"/>
                  </a:cubicBezTo>
                  <a:cubicBezTo>
                    <a:pt x="85" y="212"/>
                    <a:pt x="84" y="213"/>
                    <a:pt x="84" y="214"/>
                  </a:cubicBezTo>
                  <a:cubicBezTo>
                    <a:pt x="84" y="214"/>
                    <a:pt x="84" y="215"/>
                    <a:pt x="84" y="215"/>
                  </a:cubicBezTo>
                  <a:cubicBezTo>
                    <a:pt x="83" y="218"/>
                    <a:pt x="83" y="220"/>
                    <a:pt x="82" y="223"/>
                  </a:cubicBezTo>
                  <a:cubicBezTo>
                    <a:pt x="82" y="223"/>
                    <a:pt x="82" y="223"/>
                    <a:pt x="82" y="223"/>
                  </a:cubicBezTo>
                  <a:cubicBezTo>
                    <a:pt x="82" y="225"/>
                    <a:pt x="82" y="226"/>
                    <a:pt x="82" y="227"/>
                  </a:cubicBezTo>
                  <a:cubicBezTo>
                    <a:pt x="82" y="227"/>
                    <a:pt x="81" y="228"/>
                    <a:pt x="81" y="228"/>
                  </a:cubicBezTo>
                  <a:cubicBezTo>
                    <a:pt x="81" y="230"/>
                    <a:pt x="81" y="233"/>
                    <a:pt x="80" y="236"/>
                  </a:cubicBezTo>
                  <a:cubicBezTo>
                    <a:pt x="80" y="236"/>
                    <a:pt x="80" y="236"/>
                    <a:pt x="80" y="236"/>
                  </a:cubicBezTo>
                  <a:cubicBezTo>
                    <a:pt x="80" y="238"/>
                    <a:pt x="80" y="239"/>
                    <a:pt x="80" y="240"/>
                  </a:cubicBezTo>
                  <a:cubicBezTo>
                    <a:pt x="80" y="240"/>
                    <a:pt x="80" y="240"/>
                    <a:pt x="80" y="240"/>
                  </a:cubicBezTo>
                  <a:cubicBezTo>
                    <a:pt x="80" y="243"/>
                    <a:pt x="80" y="246"/>
                    <a:pt x="80" y="249"/>
                  </a:cubicBezTo>
                  <a:cubicBezTo>
                    <a:pt x="80" y="249"/>
                    <a:pt x="80" y="249"/>
                    <a:pt x="80" y="249"/>
                  </a:cubicBezTo>
                  <a:cubicBezTo>
                    <a:pt x="80" y="252"/>
                    <a:pt x="80" y="254"/>
                    <a:pt x="80" y="257"/>
                  </a:cubicBezTo>
                  <a:cubicBezTo>
                    <a:pt x="80" y="257"/>
                    <a:pt x="80" y="257"/>
                    <a:pt x="80" y="257"/>
                  </a:cubicBezTo>
                  <a:cubicBezTo>
                    <a:pt x="80" y="258"/>
                    <a:pt x="80" y="259"/>
                    <a:pt x="81" y="260"/>
                  </a:cubicBezTo>
                  <a:cubicBezTo>
                    <a:pt x="81" y="260"/>
                    <a:pt x="81" y="260"/>
                    <a:pt x="81" y="261"/>
                  </a:cubicBezTo>
                  <a:cubicBezTo>
                    <a:pt x="81" y="262"/>
                    <a:pt x="81" y="263"/>
                    <a:pt x="82" y="264"/>
                  </a:cubicBezTo>
                  <a:cubicBezTo>
                    <a:pt x="82" y="266"/>
                    <a:pt x="82" y="267"/>
                    <a:pt x="81" y="269"/>
                  </a:cubicBezTo>
                  <a:cubicBezTo>
                    <a:pt x="79" y="270"/>
                    <a:pt x="76" y="272"/>
                    <a:pt x="73" y="273"/>
                  </a:cubicBezTo>
                  <a:cubicBezTo>
                    <a:pt x="69" y="271"/>
                    <a:pt x="65" y="271"/>
                    <a:pt x="61" y="271"/>
                  </a:cubicBezTo>
                  <a:cubicBezTo>
                    <a:pt x="60" y="271"/>
                    <a:pt x="60" y="271"/>
                    <a:pt x="60" y="271"/>
                  </a:cubicBezTo>
                  <a:cubicBezTo>
                    <a:pt x="46" y="271"/>
                    <a:pt x="39" y="278"/>
                    <a:pt x="20" y="286"/>
                  </a:cubicBezTo>
                  <a:cubicBezTo>
                    <a:pt x="20" y="285"/>
                    <a:pt x="20" y="285"/>
                    <a:pt x="20" y="285"/>
                  </a:cubicBezTo>
                  <a:cubicBezTo>
                    <a:pt x="21" y="285"/>
                    <a:pt x="22" y="285"/>
                    <a:pt x="23" y="284"/>
                  </a:cubicBezTo>
                  <a:cubicBezTo>
                    <a:pt x="52" y="270"/>
                    <a:pt x="40" y="229"/>
                    <a:pt x="33" y="198"/>
                  </a:cubicBezTo>
                  <a:cubicBezTo>
                    <a:pt x="26" y="160"/>
                    <a:pt x="26" y="130"/>
                    <a:pt x="33" y="100"/>
                  </a:cubicBezTo>
                  <a:cubicBezTo>
                    <a:pt x="40" y="68"/>
                    <a:pt x="52" y="27"/>
                    <a:pt x="23" y="13"/>
                  </a:cubicBezTo>
                  <a:cubicBezTo>
                    <a:pt x="15" y="9"/>
                    <a:pt x="7" y="9"/>
                    <a:pt x="0" y="12"/>
                  </a:cubicBezTo>
                  <a:cubicBezTo>
                    <a:pt x="19" y="4"/>
                    <a:pt x="37" y="0"/>
                    <a:pt x="60" y="0"/>
                  </a:cubicBez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4" name="Freeform 1365">
              <a:extLst>
                <a:ext uri="{FF2B5EF4-FFF2-40B4-BE49-F238E27FC236}">
                  <a16:creationId xmlns:a16="http://schemas.microsoft.com/office/drawing/2014/main" id="{2CDF7203-ED13-6843-430D-406184722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" y="1157"/>
              <a:ext cx="79" cy="424"/>
            </a:xfrm>
            <a:custGeom>
              <a:avLst/>
              <a:gdLst>
                <a:gd name="T0" fmla="*/ 169 w 36"/>
                <a:gd name="T1" fmla="*/ 2302 h 182"/>
                <a:gd name="T2" fmla="*/ 169 w 36"/>
                <a:gd name="T3" fmla="*/ 1123 h 182"/>
                <a:gd name="T4" fmla="*/ 97 w 36"/>
                <a:gd name="T5" fmla="*/ 37 h 182"/>
                <a:gd name="T6" fmla="*/ 0 w 36"/>
                <a:gd name="T7" fmla="*/ 0 h 182"/>
                <a:gd name="T8" fmla="*/ 213 w 36"/>
                <a:gd name="T9" fmla="*/ 417 h 182"/>
                <a:gd name="T10" fmla="*/ 97 w 36"/>
                <a:gd name="T11" fmla="*/ 1482 h 182"/>
                <a:gd name="T12" fmla="*/ 169 w 36"/>
                <a:gd name="T13" fmla="*/ 2302 h 1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" h="182">
                  <a:moveTo>
                    <a:pt x="16" y="182"/>
                  </a:moveTo>
                  <a:cubicBezTo>
                    <a:pt x="9" y="147"/>
                    <a:pt x="9" y="118"/>
                    <a:pt x="16" y="89"/>
                  </a:cubicBezTo>
                  <a:cubicBezTo>
                    <a:pt x="22" y="59"/>
                    <a:pt x="36" y="17"/>
                    <a:pt x="9" y="3"/>
                  </a:cubicBezTo>
                  <a:cubicBezTo>
                    <a:pt x="6" y="2"/>
                    <a:pt x="3" y="1"/>
                    <a:pt x="0" y="0"/>
                  </a:cubicBezTo>
                  <a:cubicBezTo>
                    <a:pt x="11" y="4"/>
                    <a:pt x="19" y="16"/>
                    <a:pt x="20" y="33"/>
                  </a:cubicBezTo>
                  <a:cubicBezTo>
                    <a:pt x="22" y="50"/>
                    <a:pt x="10" y="71"/>
                    <a:pt x="9" y="117"/>
                  </a:cubicBezTo>
                  <a:cubicBezTo>
                    <a:pt x="8" y="164"/>
                    <a:pt x="16" y="182"/>
                    <a:pt x="16" y="18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5" name="Freeform 1366">
              <a:extLst>
                <a:ext uri="{FF2B5EF4-FFF2-40B4-BE49-F238E27FC236}">
                  <a16:creationId xmlns:a16="http://schemas.microsoft.com/office/drawing/2014/main" id="{43B07E4F-BD17-C3D4-B85C-F5FE96CAE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901" y="1145"/>
              <a:ext cx="155" cy="504"/>
            </a:xfrm>
            <a:custGeom>
              <a:avLst/>
              <a:gdLst>
                <a:gd name="T0" fmla="*/ 563 w 71"/>
                <a:gd name="T1" fmla="*/ 828 h 216"/>
                <a:gd name="T2" fmla="*/ 0 w 71"/>
                <a:gd name="T3" fmla="*/ 65 h 216"/>
                <a:gd name="T4" fmla="*/ 616 w 71"/>
                <a:gd name="T5" fmla="*/ 828 h 216"/>
                <a:gd name="T6" fmla="*/ 729 w 71"/>
                <a:gd name="T7" fmla="*/ 1752 h 216"/>
                <a:gd name="T8" fmla="*/ 616 w 71"/>
                <a:gd name="T9" fmla="*/ 2744 h 216"/>
                <a:gd name="T10" fmla="*/ 563 w 71"/>
                <a:gd name="T11" fmla="*/ 828 h 2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1" h="216">
                  <a:moveTo>
                    <a:pt x="54" y="65"/>
                  </a:moveTo>
                  <a:cubicBezTo>
                    <a:pt x="39" y="25"/>
                    <a:pt x="16" y="1"/>
                    <a:pt x="0" y="5"/>
                  </a:cubicBezTo>
                  <a:cubicBezTo>
                    <a:pt x="26" y="0"/>
                    <a:pt x="50" y="34"/>
                    <a:pt x="59" y="65"/>
                  </a:cubicBezTo>
                  <a:cubicBezTo>
                    <a:pt x="63" y="79"/>
                    <a:pt x="70" y="108"/>
                    <a:pt x="70" y="138"/>
                  </a:cubicBezTo>
                  <a:cubicBezTo>
                    <a:pt x="70" y="168"/>
                    <a:pt x="64" y="199"/>
                    <a:pt x="59" y="216"/>
                  </a:cubicBezTo>
                  <a:cubicBezTo>
                    <a:pt x="71" y="164"/>
                    <a:pt x="68" y="106"/>
                    <a:pt x="54" y="65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6" name="Freeform 1367">
              <a:extLst>
                <a:ext uri="{FF2B5EF4-FFF2-40B4-BE49-F238E27FC236}">
                  <a16:creationId xmlns:a16="http://schemas.microsoft.com/office/drawing/2014/main" id="{BEFACF0E-1E5E-7838-559A-F7F2F771CAB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" y="1798"/>
              <a:ext cx="129" cy="84"/>
            </a:xfrm>
            <a:custGeom>
              <a:avLst/>
              <a:gdLst>
                <a:gd name="T0" fmla="*/ 617 w 59"/>
                <a:gd name="T1" fmla="*/ 429 h 36"/>
                <a:gd name="T2" fmla="*/ 52 w 59"/>
                <a:gd name="T3" fmla="*/ 257 h 36"/>
                <a:gd name="T4" fmla="*/ 249 w 59"/>
                <a:gd name="T5" fmla="*/ 0 h 36"/>
                <a:gd name="T6" fmla="*/ 617 w 59"/>
                <a:gd name="T7" fmla="*/ 429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9" h="36">
                  <a:moveTo>
                    <a:pt x="59" y="34"/>
                  </a:moveTo>
                  <a:cubicBezTo>
                    <a:pt x="35" y="36"/>
                    <a:pt x="11" y="31"/>
                    <a:pt x="5" y="20"/>
                  </a:cubicBezTo>
                  <a:cubicBezTo>
                    <a:pt x="0" y="9"/>
                    <a:pt x="12" y="3"/>
                    <a:pt x="24" y="0"/>
                  </a:cubicBezTo>
                  <a:cubicBezTo>
                    <a:pt x="11" y="3"/>
                    <a:pt x="0" y="27"/>
                    <a:pt x="59" y="34"/>
                  </a:cubicBezTo>
                  <a:close/>
                </a:path>
              </a:pathLst>
            </a:custGeom>
            <a:solidFill>
              <a:srgbClr val="008A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7" name="Freeform 1368">
              <a:extLst>
                <a:ext uri="{FF2B5EF4-FFF2-40B4-BE49-F238E27FC236}">
                  <a16:creationId xmlns:a16="http://schemas.microsoft.com/office/drawing/2014/main" id="{A36569F4-774F-1757-E794-A58702EFE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" y="1143"/>
              <a:ext cx="120" cy="615"/>
            </a:xfrm>
            <a:custGeom>
              <a:avLst/>
              <a:gdLst>
                <a:gd name="T0" fmla="*/ 0 w 55"/>
                <a:gd name="T1" fmla="*/ 3338 h 264"/>
                <a:gd name="T2" fmla="*/ 238 w 55"/>
                <a:gd name="T3" fmla="*/ 3033 h 264"/>
                <a:gd name="T4" fmla="*/ 386 w 55"/>
                <a:gd name="T5" fmla="*/ 1931 h 264"/>
                <a:gd name="T6" fmla="*/ 290 w 55"/>
                <a:gd name="T7" fmla="*/ 657 h 264"/>
                <a:gd name="T8" fmla="*/ 157 w 55"/>
                <a:gd name="T9" fmla="*/ 49 h 264"/>
                <a:gd name="T10" fmla="*/ 166 w 55"/>
                <a:gd name="T11" fmla="*/ 12 h 264"/>
                <a:gd name="T12" fmla="*/ 572 w 55"/>
                <a:gd name="T13" fmla="*/ 86 h 264"/>
                <a:gd name="T14" fmla="*/ 500 w 55"/>
                <a:gd name="T15" fmla="*/ 1162 h 264"/>
                <a:gd name="T16" fmla="*/ 500 w 55"/>
                <a:gd name="T17" fmla="*/ 2404 h 264"/>
                <a:gd name="T18" fmla="*/ 491 w 55"/>
                <a:gd name="T19" fmla="*/ 2453 h 264"/>
                <a:gd name="T20" fmla="*/ 476 w 55"/>
                <a:gd name="T21" fmla="*/ 2490 h 264"/>
                <a:gd name="T22" fmla="*/ 476 w 55"/>
                <a:gd name="T23" fmla="*/ 2502 h 264"/>
                <a:gd name="T24" fmla="*/ 467 w 55"/>
                <a:gd name="T25" fmla="*/ 2556 h 264"/>
                <a:gd name="T26" fmla="*/ 467 w 55"/>
                <a:gd name="T27" fmla="*/ 2556 h 264"/>
                <a:gd name="T28" fmla="*/ 456 w 55"/>
                <a:gd name="T29" fmla="*/ 2604 h 264"/>
                <a:gd name="T30" fmla="*/ 456 w 55"/>
                <a:gd name="T31" fmla="*/ 2616 h 264"/>
                <a:gd name="T32" fmla="*/ 439 w 55"/>
                <a:gd name="T33" fmla="*/ 2719 h 264"/>
                <a:gd name="T34" fmla="*/ 439 w 55"/>
                <a:gd name="T35" fmla="*/ 2719 h 264"/>
                <a:gd name="T36" fmla="*/ 439 w 55"/>
                <a:gd name="T37" fmla="*/ 2768 h 264"/>
                <a:gd name="T38" fmla="*/ 423 w 55"/>
                <a:gd name="T39" fmla="*/ 2784 h 264"/>
                <a:gd name="T40" fmla="*/ 415 w 55"/>
                <a:gd name="T41" fmla="*/ 2882 h 264"/>
                <a:gd name="T42" fmla="*/ 415 w 55"/>
                <a:gd name="T43" fmla="*/ 2882 h 264"/>
                <a:gd name="T44" fmla="*/ 415 w 55"/>
                <a:gd name="T45" fmla="*/ 2931 h 264"/>
                <a:gd name="T46" fmla="*/ 415 w 55"/>
                <a:gd name="T47" fmla="*/ 2931 h 264"/>
                <a:gd name="T48" fmla="*/ 415 w 55"/>
                <a:gd name="T49" fmla="*/ 3045 h 264"/>
                <a:gd name="T50" fmla="*/ 415 w 55"/>
                <a:gd name="T51" fmla="*/ 3045 h 264"/>
                <a:gd name="T52" fmla="*/ 415 w 55"/>
                <a:gd name="T53" fmla="*/ 3147 h 264"/>
                <a:gd name="T54" fmla="*/ 415 w 55"/>
                <a:gd name="T55" fmla="*/ 3147 h 264"/>
                <a:gd name="T56" fmla="*/ 423 w 55"/>
                <a:gd name="T57" fmla="*/ 3184 h 264"/>
                <a:gd name="T58" fmla="*/ 423 w 55"/>
                <a:gd name="T59" fmla="*/ 3196 h 264"/>
                <a:gd name="T60" fmla="*/ 439 w 55"/>
                <a:gd name="T61" fmla="*/ 3233 h 264"/>
                <a:gd name="T62" fmla="*/ 423 w 55"/>
                <a:gd name="T63" fmla="*/ 3299 h 264"/>
                <a:gd name="T64" fmla="*/ 362 w 55"/>
                <a:gd name="T65" fmla="*/ 3338 h 264"/>
                <a:gd name="T66" fmla="*/ 247 w 55"/>
                <a:gd name="T67" fmla="*/ 3233 h 264"/>
                <a:gd name="T68" fmla="*/ 0 w 55"/>
                <a:gd name="T69" fmla="*/ 3338 h 26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55" h="264">
                  <a:moveTo>
                    <a:pt x="0" y="264"/>
                  </a:moveTo>
                  <a:cubicBezTo>
                    <a:pt x="8" y="252"/>
                    <a:pt x="17" y="245"/>
                    <a:pt x="23" y="240"/>
                  </a:cubicBezTo>
                  <a:cubicBezTo>
                    <a:pt x="33" y="229"/>
                    <a:pt x="32" y="187"/>
                    <a:pt x="37" y="153"/>
                  </a:cubicBezTo>
                  <a:cubicBezTo>
                    <a:pt x="42" y="118"/>
                    <a:pt x="30" y="90"/>
                    <a:pt x="28" y="52"/>
                  </a:cubicBezTo>
                  <a:cubicBezTo>
                    <a:pt x="25" y="17"/>
                    <a:pt x="41" y="13"/>
                    <a:pt x="15" y="4"/>
                  </a:cubicBezTo>
                  <a:cubicBezTo>
                    <a:pt x="13" y="3"/>
                    <a:pt x="13" y="1"/>
                    <a:pt x="16" y="1"/>
                  </a:cubicBezTo>
                  <a:cubicBezTo>
                    <a:pt x="29" y="0"/>
                    <a:pt x="45" y="2"/>
                    <a:pt x="55" y="7"/>
                  </a:cubicBezTo>
                  <a:cubicBezTo>
                    <a:pt x="30" y="22"/>
                    <a:pt x="41" y="61"/>
                    <a:pt x="48" y="92"/>
                  </a:cubicBezTo>
                  <a:cubicBezTo>
                    <a:pt x="55" y="122"/>
                    <a:pt x="55" y="152"/>
                    <a:pt x="48" y="190"/>
                  </a:cubicBezTo>
                  <a:cubicBezTo>
                    <a:pt x="48" y="191"/>
                    <a:pt x="47" y="192"/>
                    <a:pt x="47" y="194"/>
                  </a:cubicBezTo>
                  <a:cubicBezTo>
                    <a:pt x="47" y="195"/>
                    <a:pt x="46" y="196"/>
                    <a:pt x="46" y="197"/>
                  </a:cubicBezTo>
                  <a:cubicBezTo>
                    <a:pt x="46" y="197"/>
                    <a:pt x="46" y="198"/>
                    <a:pt x="46" y="198"/>
                  </a:cubicBezTo>
                  <a:cubicBezTo>
                    <a:pt x="46" y="199"/>
                    <a:pt x="45" y="201"/>
                    <a:pt x="45" y="202"/>
                  </a:cubicBezTo>
                  <a:cubicBezTo>
                    <a:pt x="45" y="202"/>
                    <a:pt x="45" y="202"/>
                    <a:pt x="45" y="202"/>
                  </a:cubicBezTo>
                  <a:cubicBezTo>
                    <a:pt x="45" y="204"/>
                    <a:pt x="44" y="205"/>
                    <a:pt x="44" y="206"/>
                  </a:cubicBezTo>
                  <a:cubicBezTo>
                    <a:pt x="44" y="206"/>
                    <a:pt x="44" y="207"/>
                    <a:pt x="44" y="207"/>
                  </a:cubicBezTo>
                  <a:cubicBezTo>
                    <a:pt x="43" y="210"/>
                    <a:pt x="43" y="212"/>
                    <a:pt x="42" y="215"/>
                  </a:cubicBezTo>
                  <a:cubicBezTo>
                    <a:pt x="42" y="215"/>
                    <a:pt x="42" y="215"/>
                    <a:pt x="42" y="215"/>
                  </a:cubicBezTo>
                  <a:cubicBezTo>
                    <a:pt x="42" y="217"/>
                    <a:pt x="42" y="218"/>
                    <a:pt x="42" y="219"/>
                  </a:cubicBezTo>
                  <a:cubicBezTo>
                    <a:pt x="42" y="219"/>
                    <a:pt x="41" y="220"/>
                    <a:pt x="41" y="220"/>
                  </a:cubicBezTo>
                  <a:cubicBezTo>
                    <a:pt x="41" y="222"/>
                    <a:pt x="41" y="225"/>
                    <a:pt x="40" y="228"/>
                  </a:cubicBezTo>
                  <a:cubicBezTo>
                    <a:pt x="40" y="228"/>
                    <a:pt x="40" y="228"/>
                    <a:pt x="40" y="228"/>
                  </a:cubicBezTo>
                  <a:cubicBezTo>
                    <a:pt x="40" y="230"/>
                    <a:pt x="40" y="231"/>
                    <a:pt x="40" y="232"/>
                  </a:cubicBezTo>
                  <a:cubicBezTo>
                    <a:pt x="40" y="232"/>
                    <a:pt x="40" y="232"/>
                    <a:pt x="40" y="232"/>
                  </a:cubicBezTo>
                  <a:cubicBezTo>
                    <a:pt x="40" y="235"/>
                    <a:pt x="40" y="238"/>
                    <a:pt x="40" y="241"/>
                  </a:cubicBezTo>
                  <a:cubicBezTo>
                    <a:pt x="40" y="241"/>
                    <a:pt x="40" y="241"/>
                    <a:pt x="40" y="241"/>
                  </a:cubicBezTo>
                  <a:cubicBezTo>
                    <a:pt x="40" y="244"/>
                    <a:pt x="40" y="246"/>
                    <a:pt x="40" y="249"/>
                  </a:cubicBezTo>
                  <a:cubicBezTo>
                    <a:pt x="40" y="249"/>
                    <a:pt x="40" y="249"/>
                    <a:pt x="40" y="249"/>
                  </a:cubicBezTo>
                  <a:cubicBezTo>
                    <a:pt x="40" y="250"/>
                    <a:pt x="40" y="251"/>
                    <a:pt x="41" y="252"/>
                  </a:cubicBezTo>
                  <a:cubicBezTo>
                    <a:pt x="41" y="252"/>
                    <a:pt x="41" y="252"/>
                    <a:pt x="41" y="253"/>
                  </a:cubicBezTo>
                  <a:cubicBezTo>
                    <a:pt x="41" y="254"/>
                    <a:pt x="41" y="255"/>
                    <a:pt x="42" y="256"/>
                  </a:cubicBezTo>
                  <a:cubicBezTo>
                    <a:pt x="42" y="258"/>
                    <a:pt x="42" y="259"/>
                    <a:pt x="41" y="261"/>
                  </a:cubicBezTo>
                  <a:cubicBezTo>
                    <a:pt x="39" y="262"/>
                    <a:pt x="37" y="263"/>
                    <a:pt x="35" y="264"/>
                  </a:cubicBezTo>
                  <a:cubicBezTo>
                    <a:pt x="34" y="260"/>
                    <a:pt x="30" y="256"/>
                    <a:pt x="24" y="256"/>
                  </a:cubicBezTo>
                  <a:cubicBezTo>
                    <a:pt x="11" y="256"/>
                    <a:pt x="4" y="260"/>
                    <a:pt x="0" y="264"/>
                  </a:cubicBezTo>
                  <a:close/>
                </a:path>
              </a:pathLst>
            </a:custGeom>
            <a:solidFill>
              <a:srgbClr val="007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8" name="Freeform 1369">
              <a:extLst>
                <a:ext uri="{FF2B5EF4-FFF2-40B4-BE49-F238E27FC236}">
                  <a16:creationId xmlns:a16="http://schemas.microsoft.com/office/drawing/2014/main" id="{DC8C1BB8-039E-0A2B-7897-6DA35EB8A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9" y="1178"/>
              <a:ext cx="52" cy="578"/>
            </a:xfrm>
            <a:custGeom>
              <a:avLst/>
              <a:gdLst>
                <a:gd name="T0" fmla="*/ 113 w 24"/>
                <a:gd name="T1" fmla="*/ 3139 h 248"/>
                <a:gd name="T2" fmla="*/ 72 w 24"/>
                <a:gd name="T3" fmla="*/ 2216 h 248"/>
                <a:gd name="T4" fmla="*/ 72 w 24"/>
                <a:gd name="T5" fmla="*/ 972 h 248"/>
                <a:gd name="T6" fmla="*/ 93 w 24"/>
                <a:gd name="T7" fmla="*/ 0 h 248"/>
                <a:gd name="T8" fmla="*/ 113 w 24"/>
                <a:gd name="T9" fmla="*/ 0 h 248"/>
                <a:gd name="T10" fmla="*/ 202 w 24"/>
                <a:gd name="T11" fmla="*/ 771 h 248"/>
                <a:gd name="T12" fmla="*/ 165 w 24"/>
                <a:gd name="T13" fmla="*/ 1988 h 248"/>
                <a:gd name="T14" fmla="*/ 113 w 24"/>
                <a:gd name="T15" fmla="*/ 3139 h 2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248">
                  <a:moveTo>
                    <a:pt x="11" y="248"/>
                  </a:moveTo>
                  <a:cubicBezTo>
                    <a:pt x="21" y="229"/>
                    <a:pt x="13" y="199"/>
                    <a:pt x="7" y="175"/>
                  </a:cubicBezTo>
                  <a:cubicBezTo>
                    <a:pt x="0" y="137"/>
                    <a:pt x="0" y="107"/>
                    <a:pt x="7" y="77"/>
                  </a:cubicBezTo>
                  <a:cubicBezTo>
                    <a:pt x="13" y="51"/>
                    <a:pt x="22" y="19"/>
                    <a:pt x="9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22" y="9"/>
                    <a:pt x="24" y="36"/>
                    <a:pt x="20" y="61"/>
                  </a:cubicBezTo>
                  <a:cubicBezTo>
                    <a:pt x="16" y="85"/>
                    <a:pt x="8" y="116"/>
                    <a:pt x="16" y="157"/>
                  </a:cubicBezTo>
                  <a:cubicBezTo>
                    <a:pt x="23" y="198"/>
                    <a:pt x="23" y="233"/>
                    <a:pt x="11" y="248"/>
                  </a:cubicBezTo>
                  <a:close/>
                </a:path>
              </a:pathLst>
            </a:custGeom>
            <a:solidFill>
              <a:srgbClr val="0073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09" name="Freeform 1370">
              <a:extLst>
                <a:ext uri="{FF2B5EF4-FFF2-40B4-BE49-F238E27FC236}">
                  <a16:creationId xmlns:a16="http://schemas.microsoft.com/office/drawing/2014/main" id="{7B038EAD-D5CE-202C-A795-D5F4B831B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" y="1129"/>
              <a:ext cx="136" cy="14"/>
            </a:xfrm>
            <a:custGeom>
              <a:avLst/>
              <a:gdLst>
                <a:gd name="T0" fmla="*/ 654 w 62"/>
                <a:gd name="T1" fmla="*/ 77 h 6"/>
                <a:gd name="T2" fmla="*/ 0 w 62"/>
                <a:gd name="T3" fmla="*/ 77 h 6"/>
                <a:gd name="T4" fmla="*/ 654 w 62"/>
                <a:gd name="T5" fmla="*/ 7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6">
                  <a:moveTo>
                    <a:pt x="62" y="6"/>
                  </a:moveTo>
                  <a:cubicBezTo>
                    <a:pt x="49" y="0"/>
                    <a:pt x="17" y="0"/>
                    <a:pt x="0" y="6"/>
                  </a:cubicBezTo>
                  <a:cubicBezTo>
                    <a:pt x="15" y="1"/>
                    <a:pt x="58" y="5"/>
                    <a:pt x="6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0" name="Freeform 1371">
              <a:extLst>
                <a:ext uri="{FF2B5EF4-FFF2-40B4-BE49-F238E27FC236}">
                  <a16:creationId xmlns:a16="http://schemas.microsoft.com/office/drawing/2014/main" id="{680FAE42-B86D-06F2-8A5A-7FAC47C94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838" y="1299"/>
              <a:ext cx="44" cy="408"/>
            </a:xfrm>
            <a:custGeom>
              <a:avLst/>
              <a:gdLst>
                <a:gd name="T0" fmla="*/ 73 w 20"/>
                <a:gd name="T1" fmla="*/ 0 h 175"/>
                <a:gd name="T2" fmla="*/ 150 w 20"/>
                <a:gd name="T3" fmla="*/ 1392 h 175"/>
                <a:gd name="T4" fmla="*/ 44 w 20"/>
                <a:gd name="T5" fmla="*/ 2217 h 175"/>
                <a:gd name="T6" fmla="*/ 73 w 20"/>
                <a:gd name="T7" fmla="*/ 1420 h 175"/>
                <a:gd name="T8" fmla="*/ 73 w 20"/>
                <a:gd name="T9" fmla="*/ 0 h 17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75">
                  <a:moveTo>
                    <a:pt x="7" y="0"/>
                  </a:moveTo>
                  <a:cubicBezTo>
                    <a:pt x="14" y="20"/>
                    <a:pt x="20" y="68"/>
                    <a:pt x="14" y="110"/>
                  </a:cubicBezTo>
                  <a:cubicBezTo>
                    <a:pt x="8" y="153"/>
                    <a:pt x="2" y="165"/>
                    <a:pt x="4" y="175"/>
                  </a:cubicBezTo>
                  <a:cubicBezTo>
                    <a:pt x="0" y="159"/>
                    <a:pt x="4" y="130"/>
                    <a:pt x="7" y="112"/>
                  </a:cubicBezTo>
                  <a:cubicBezTo>
                    <a:pt x="12" y="84"/>
                    <a:pt x="15" y="50"/>
                    <a:pt x="7" y="0"/>
                  </a:cubicBezTo>
                  <a:close/>
                </a:path>
              </a:pathLst>
            </a:custGeom>
            <a:solidFill>
              <a:srgbClr val="005A2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1" name="Freeform 1372">
              <a:extLst>
                <a:ext uri="{FF2B5EF4-FFF2-40B4-BE49-F238E27FC236}">
                  <a16:creationId xmlns:a16="http://schemas.microsoft.com/office/drawing/2014/main" id="{7112224C-7676-A140-40C4-FDBEEDBBA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3" y="1392"/>
              <a:ext cx="19" cy="168"/>
            </a:xfrm>
            <a:custGeom>
              <a:avLst/>
              <a:gdLst>
                <a:gd name="T0" fmla="*/ 57 w 9"/>
                <a:gd name="T1" fmla="*/ 0 h 72"/>
                <a:gd name="T2" fmla="*/ 84 w 9"/>
                <a:gd name="T3" fmla="*/ 915 h 72"/>
                <a:gd name="T4" fmla="*/ 57 w 9"/>
                <a:gd name="T5" fmla="*/ 0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2">
                  <a:moveTo>
                    <a:pt x="6" y="0"/>
                  </a:moveTo>
                  <a:cubicBezTo>
                    <a:pt x="4" y="10"/>
                    <a:pt x="0" y="36"/>
                    <a:pt x="9" y="72"/>
                  </a:cubicBezTo>
                  <a:cubicBezTo>
                    <a:pt x="7" y="62"/>
                    <a:pt x="5" y="14"/>
                    <a:pt x="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2" name="Freeform 1373">
              <a:extLst>
                <a:ext uri="{FF2B5EF4-FFF2-40B4-BE49-F238E27FC236}">
                  <a16:creationId xmlns:a16="http://schemas.microsoft.com/office/drawing/2014/main" id="{7BB9546D-84F8-528B-6B9C-04251E01B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545" y="1122"/>
              <a:ext cx="240" cy="699"/>
            </a:xfrm>
            <a:custGeom>
              <a:avLst/>
              <a:gdLst>
                <a:gd name="T0" fmla="*/ 947 w 110"/>
                <a:gd name="T1" fmla="*/ 2519 h 300"/>
                <a:gd name="T2" fmla="*/ 842 w 110"/>
                <a:gd name="T3" fmla="*/ 3605 h 300"/>
                <a:gd name="T4" fmla="*/ 113 w 110"/>
                <a:gd name="T5" fmla="*/ 2882 h 300"/>
                <a:gd name="T6" fmla="*/ 0 w 110"/>
                <a:gd name="T7" fmla="*/ 1873 h 300"/>
                <a:gd name="T8" fmla="*/ 113 w 110"/>
                <a:gd name="T9" fmla="*/ 911 h 300"/>
                <a:gd name="T10" fmla="*/ 842 w 110"/>
                <a:gd name="T11" fmla="*/ 179 h 300"/>
                <a:gd name="T12" fmla="*/ 947 w 110"/>
                <a:gd name="T13" fmla="*/ 1277 h 300"/>
                <a:gd name="T14" fmla="*/ 947 w 110"/>
                <a:gd name="T15" fmla="*/ 2519 h 3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0" h="300">
                  <a:moveTo>
                    <a:pt x="91" y="199"/>
                  </a:moveTo>
                  <a:cubicBezTo>
                    <a:pt x="98" y="230"/>
                    <a:pt x="110" y="271"/>
                    <a:pt x="81" y="285"/>
                  </a:cubicBezTo>
                  <a:cubicBezTo>
                    <a:pt x="52" y="300"/>
                    <a:pt x="21" y="262"/>
                    <a:pt x="11" y="228"/>
                  </a:cubicBezTo>
                  <a:cubicBezTo>
                    <a:pt x="6" y="211"/>
                    <a:pt x="0" y="179"/>
                    <a:pt x="0" y="148"/>
                  </a:cubicBezTo>
                  <a:cubicBezTo>
                    <a:pt x="0" y="116"/>
                    <a:pt x="7" y="86"/>
                    <a:pt x="11" y="72"/>
                  </a:cubicBezTo>
                  <a:cubicBezTo>
                    <a:pt x="21" y="37"/>
                    <a:pt x="52" y="0"/>
                    <a:pt x="81" y="14"/>
                  </a:cubicBezTo>
                  <a:cubicBezTo>
                    <a:pt x="110" y="28"/>
                    <a:pt x="98" y="69"/>
                    <a:pt x="91" y="101"/>
                  </a:cubicBezTo>
                  <a:cubicBezTo>
                    <a:pt x="84" y="131"/>
                    <a:pt x="84" y="161"/>
                    <a:pt x="91" y="199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3" name="Freeform 1374">
              <a:extLst>
                <a:ext uri="{FF2B5EF4-FFF2-40B4-BE49-F238E27FC236}">
                  <a16:creationId xmlns:a16="http://schemas.microsoft.com/office/drawing/2014/main" id="{3F760A13-5F82-240E-4CB1-FBB827641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698" y="1122"/>
              <a:ext cx="365" cy="769"/>
            </a:xfrm>
            <a:custGeom>
              <a:avLst/>
              <a:gdLst>
                <a:gd name="T0" fmla="*/ 415 w 167"/>
                <a:gd name="T1" fmla="*/ 3540 h 330"/>
                <a:gd name="T2" fmla="*/ 721 w 167"/>
                <a:gd name="T3" fmla="*/ 3416 h 330"/>
                <a:gd name="T4" fmla="*/ 730 w 167"/>
                <a:gd name="T5" fmla="*/ 3356 h 330"/>
                <a:gd name="T6" fmla="*/ 793 w 167"/>
                <a:gd name="T7" fmla="*/ 2519 h 330"/>
                <a:gd name="T8" fmla="*/ 793 w 167"/>
                <a:gd name="T9" fmla="*/ 1277 h 330"/>
                <a:gd name="T10" fmla="*/ 898 w 167"/>
                <a:gd name="T11" fmla="*/ 179 h 330"/>
                <a:gd name="T12" fmla="*/ 1628 w 167"/>
                <a:gd name="T13" fmla="*/ 911 h 330"/>
                <a:gd name="T14" fmla="*/ 1744 w 167"/>
                <a:gd name="T15" fmla="*/ 1874 h 330"/>
                <a:gd name="T16" fmla="*/ 1628 w 167"/>
                <a:gd name="T17" fmla="*/ 2883 h 330"/>
                <a:gd name="T18" fmla="*/ 1381 w 167"/>
                <a:gd name="T19" fmla="*/ 3433 h 330"/>
                <a:gd name="T20" fmla="*/ 1346 w 167"/>
                <a:gd name="T21" fmla="*/ 3519 h 330"/>
                <a:gd name="T22" fmla="*/ 555 w 167"/>
                <a:gd name="T23" fmla="*/ 4176 h 330"/>
                <a:gd name="T24" fmla="*/ 0 w 167"/>
                <a:gd name="T25" fmla="*/ 3845 h 330"/>
                <a:gd name="T26" fmla="*/ 415 w 167"/>
                <a:gd name="T27" fmla="*/ 3540 h 33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67" h="330">
                  <a:moveTo>
                    <a:pt x="40" y="280"/>
                  </a:moveTo>
                  <a:cubicBezTo>
                    <a:pt x="54" y="276"/>
                    <a:pt x="63" y="274"/>
                    <a:pt x="69" y="270"/>
                  </a:cubicBezTo>
                  <a:cubicBezTo>
                    <a:pt x="70" y="268"/>
                    <a:pt x="70" y="266"/>
                    <a:pt x="70" y="265"/>
                  </a:cubicBezTo>
                  <a:cubicBezTo>
                    <a:pt x="64" y="246"/>
                    <a:pt x="71" y="220"/>
                    <a:pt x="76" y="199"/>
                  </a:cubicBezTo>
                  <a:cubicBezTo>
                    <a:pt x="83" y="161"/>
                    <a:pt x="83" y="131"/>
                    <a:pt x="76" y="101"/>
                  </a:cubicBezTo>
                  <a:cubicBezTo>
                    <a:pt x="69" y="69"/>
                    <a:pt x="57" y="28"/>
                    <a:pt x="86" y="14"/>
                  </a:cubicBezTo>
                  <a:cubicBezTo>
                    <a:pt x="115" y="0"/>
                    <a:pt x="146" y="37"/>
                    <a:pt x="156" y="72"/>
                  </a:cubicBezTo>
                  <a:cubicBezTo>
                    <a:pt x="160" y="86"/>
                    <a:pt x="167" y="116"/>
                    <a:pt x="167" y="148"/>
                  </a:cubicBezTo>
                  <a:cubicBezTo>
                    <a:pt x="167" y="179"/>
                    <a:pt x="161" y="211"/>
                    <a:pt x="156" y="228"/>
                  </a:cubicBezTo>
                  <a:cubicBezTo>
                    <a:pt x="151" y="243"/>
                    <a:pt x="143" y="259"/>
                    <a:pt x="132" y="271"/>
                  </a:cubicBezTo>
                  <a:cubicBezTo>
                    <a:pt x="130" y="273"/>
                    <a:pt x="129" y="276"/>
                    <a:pt x="129" y="278"/>
                  </a:cubicBezTo>
                  <a:cubicBezTo>
                    <a:pt x="128" y="301"/>
                    <a:pt x="91" y="330"/>
                    <a:pt x="53" y="330"/>
                  </a:cubicBezTo>
                  <a:cubicBezTo>
                    <a:pt x="11" y="330"/>
                    <a:pt x="0" y="317"/>
                    <a:pt x="0" y="304"/>
                  </a:cubicBezTo>
                  <a:cubicBezTo>
                    <a:pt x="0" y="291"/>
                    <a:pt x="18" y="285"/>
                    <a:pt x="40" y="28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14" name="Freeform 1375">
              <a:extLst>
                <a:ext uri="{FF2B5EF4-FFF2-40B4-BE49-F238E27FC236}">
                  <a16:creationId xmlns:a16="http://schemas.microsoft.com/office/drawing/2014/main" id="{AEF4749D-9C3F-BF40-1AEF-D6A4120536B8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1124"/>
              <a:ext cx="264" cy="667"/>
            </a:xfrm>
            <a:custGeom>
              <a:avLst/>
              <a:gdLst>
                <a:gd name="T0" fmla="*/ 624 w 121"/>
                <a:gd name="T1" fmla="*/ 0 h 286"/>
                <a:gd name="T2" fmla="*/ 633 w 121"/>
                <a:gd name="T3" fmla="*/ 0 h 286"/>
                <a:gd name="T4" fmla="*/ 1257 w 121"/>
                <a:gd name="T5" fmla="*/ 152 h 286"/>
                <a:gd name="T6" fmla="*/ 1257 w 121"/>
                <a:gd name="T7" fmla="*/ 152 h 286"/>
                <a:gd name="T8" fmla="*/ 1224 w 121"/>
                <a:gd name="T9" fmla="*/ 142 h 286"/>
                <a:gd name="T10" fmla="*/ 1224 w 121"/>
                <a:gd name="T11" fmla="*/ 142 h 286"/>
                <a:gd name="T12" fmla="*/ 1204 w 121"/>
                <a:gd name="T13" fmla="*/ 126 h 286"/>
                <a:gd name="T14" fmla="*/ 1196 w 121"/>
                <a:gd name="T15" fmla="*/ 126 h 286"/>
                <a:gd name="T16" fmla="*/ 1176 w 121"/>
                <a:gd name="T17" fmla="*/ 126 h 286"/>
                <a:gd name="T18" fmla="*/ 1161 w 121"/>
                <a:gd name="T19" fmla="*/ 126 h 286"/>
                <a:gd name="T20" fmla="*/ 1143 w 121"/>
                <a:gd name="T21" fmla="*/ 126 h 286"/>
                <a:gd name="T22" fmla="*/ 1132 w 121"/>
                <a:gd name="T23" fmla="*/ 126 h 286"/>
                <a:gd name="T24" fmla="*/ 1108 w 121"/>
                <a:gd name="T25" fmla="*/ 126 h 286"/>
                <a:gd name="T26" fmla="*/ 1108 w 121"/>
                <a:gd name="T27" fmla="*/ 126 h 286"/>
                <a:gd name="T28" fmla="*/ 1091 w 121"/>
                <a:gd name="T29" fmla="*/ 142 h 286"/>
                <a:gd name="T30" fmla="*/ 1080 w 121"/>
                <a:gd name="T31" fmla="*/ 142 h 286"/>
                <a:gd name="T32" fmla="*/ 1063 w 121"/>
                <a:gd name="T33" fmla="*/ 152 h 286"/>
                <a:gd name="T34" fmla="*/ 1047 w 121"/>
                <a:gd name="T35" fmla="*/ 152 h 286"/>
                <a:gd name="T36" fmla="*/ 1019 w 121"/>
                <a:gd name="T37" fmla="*/ 163 h 286"/>
                <a:gd name="T38" fmla="*/ 914 w 121"/>
                <a:gd name="T39" fmla="*/ 1266 h 286"/>
                <a:gd name="T40" fmla="*/ 914 w 121"/>
                <a:gd name="T41" fmla="*/ 2512 h 286"/>
                <a:gd name="T42" fmla="*/ 905 w 121"/>
                <a:gd name="T43" fmla="*/ 2561 h 286"/>
                <a:gd name="T44" fmla="*/ 895 w 121"/>
                <a:gd name="T45" fmla="*/ 2600 h 286"/>
                <a:gd name="T46" fmla="*/ 895 w 121"/>
                <a:gd name="T47" fmla="*/ 2610 h 286"/>
                <a:gd name="T48" fmla="*/ 881 w 121"/>
                <a:gd name="T49" fmla="*/ 2666 h 286"/>
                <a:gd name="T50" fmla="*/ 881 w 121"/>
                <a:gd name="T51" fmla="*/ 2666 h 286"/>
                <a:gd name="T52" fmla="*/ 871 w 121"/>
                <a:gd name="T53" fmla="*/ 2715 h 286"/>
                <a:gd name="T54" fmla="*/ 871 w 121"/>
                <a:gd name="T55" fmla="*/ 2724 h 286"/>
                <a:gd name="T56" fmla="*/ 853 w 121"/>
                <a:gd name="T57" fmla="*/ 2829 h 286"/>
                <a:gd name="T58" fmla="*/ 853 w 121"/>
                <a:gd name="T59" fmla="*/ 2829 h 286"/>
                <a:gd name="T60" fmla="*/ 853 w 121"/>
                <a:gd name="T61" fmla="*/ 2878 h 286"/>
                <a:gd name="T62" fmla="*/ 842 w 121"/>
                <a:gd name="T63" fmla="*/ 2894 h 286"/>
                <a:gd name="T64" fmla="*/ 833 w 121"/>
                <a:gd name="T65" fmla="*/ 2992 h 286"/>
                <a:gd name="T66" fmla="*/ 833 w 121"/>
                <a:gd name="T67" fmla="*/ 2992 h 286"/>
                <a:gd name="T68" fmla="*/ 833 w 121"/>
                <a:gd name="T69" fmla="*/ 3046 h 286"/>
                <a:gd name="T70" fmla="*/ 833 w 121"/>
                <a:gd name="T71" fmla="*/ 3046 h 286"/>
                <a:gd name="T72" fmla="*/ 833 w 121"/>
                <a:gd name="T73" fmla="*/ 3160 h 286"/>
                <a:gd name="T74" fmla="*/ 833 w 121"/>
                <a:gd name="T75" fmla="*/ 3160 h 286"/>
                <a:gd name="T76" fmla="*/ 833 w 121"/>
                <a:gd name="T77" fmla="*/ 3258 h 286"/>
                <a:gd name="T78" fmla="*/ 833 w 121"/>
                <a:gd name="T79" fmla="*/ 3258 h 286"/>
                <a:gd name="T80" fmla="*/ 842 w 121"/>
                <a:gd name="T81" fmla="*/ 3295 h 286"/>
                <a:gd name="T82" fmla="*/ 842 w 121"/>
                <a:gd name="T83" fmla="*/ 3312 h 286"/>
                <a:gd name="T84" fmla="*/ 853 w 121"/>
                <a:gd name="T85" fmla="*/ 3351 h 286"/>
                <a:gd name="T86" fmla="*/ 842 w 121"/>
                <a:gd name="T87" fmla="*/ 3410 h 286"/>
                <a:gd name="T88" fmla="*/ 757 w 121"/>
                <a:gd name="T89" fmla="*/ 3466 h 286"/>
                <a:gd name="T90" fmla="*/ 633 w 121"/>
                <a:gd name="T91" fmla="*/ 3438 h 286"/>
                <a:gd name="T92" fmla="*/ 624 w 121"/>
                <a:gd name="T93" fmla="*/ 3438 h 286"/>
                <a:gd name="T94" fmla="*/ 209 w 121"/>
                <a:gd name="T95" fmla="*/ 3629 h 286"/>
                <a:gd name="T96" fmla="*/ 209 w 121"/>
                <a:gd name="T97" fmla="*/ 3617 h 286"/>
                <a:gd name="T98" fmla="*/ 238 w 121"/>
                <a:gd name="T99" fmla="*/ 3601 h 286"/>
                <a:gd name="T100" fmla="*/ 343 w 121"/>
                <a:gd name="T101" fmla="*/ 2512 h 286"/>
                <a:gd name="T102" fmla="*/ 343 w 121"/>
                <a:gd name="T103" fmla="*/ 1266 h 286"/>
                <a:gd name="T104" fmla="*/ 238 w 121"/>
                <a:gd name="T105" fmla="*/ 163 h 286"/>
                <a:gd name="T106" fmla="*/ 0 w 121"/>
                <a:gd name="T107" fmla="*/ 152 h 286"/>
                <a:gd name="T108" fmla="*/ 624 w 121"/>
                <a:gd name="T109" fmla="*/ 0 h 28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121" h="286">
                  <a:moveTo>
                    <a:pt x="60" y="0"/>
                  </a:moveTo>
                  <a:cubicBezTo>
                    <a:pt x="61" y="0"/>
                    <a:pt x="61" y="0"/>
                    <a:pt x="61" y="0"/>
                  </a:cubicBezTo>
                  <a:cubicBezTo>
                    <a:pt x="84" y="0"/>
                    <a:pt x="102" y="4"/>
                    <a:pt x="121" y="12"/>
                  </a:cubicBezTo>
                  <a:cubicBezTo>
                    <a:pt x="121" y="12"/>
                    <a:pt x="121" y="12"/>
                    <a:pt x="121" y="12"/>
                  </a:cubicBezTo>
                  <a:cubicBezTo>
                    <a:pt x="120" y="11"/>
                    <a:pt x="119" y="11"/>
                    <a:pt x="118" y="11"/>
                  </a:cubicBezTo>
                  <a:cubicBezTo>
                    <a:pt x="118" y="11"/>
                    <a:pt x="118" y="11"/>
                    <a:pt x="118" y="11"/>
                  </a:cubicBezTo>
                  <a:cubicBezTo>
                    <a:pt x="117" y="11"/>
                    <a:pt x="117" y="11"/>
                    <a:pt x="116" y="10"/>
                  </a:cubicBezTo>
                  <a:cubicBezTo>
                    <a:pt x="116" y="10"/>
                    <a:pt x="115" y="10"/>
                    <a:pt x="115" y="10"/>
                  </a:cubicBezTo>
                  <a:cubicBezTo>
                    <a:pt x="114" y="10"/>
                    <a:pt x="114" y="10"/>
                    <a:pt x="113" y="10"/>
                  </a:cubicBezTo>
                  <a:cubicBezTo>
                    <a:pt x="113" y="10"/>
                    <a:pt x="113" y="10"/>
                    <a:pt x="112" y="10"/>
                  </a:cubicBezTo>
                  <a:cubicBezTo>
                    <a:pt x="112" y="10"/>
                    <a:pt x="111" y="10"/>
                    <a:pt x="110" y="10"/>
                  </a:cubicBezTo>
                  <a:cubicBezTo>
                    <a:pt x="110" y="10"/>
                    <a:pt x="110" y="10"/>
                    <a:pt x="109" y="10"/>
                  </a:cubicBezTo>
                  <a:cubicBezTo>
                    <a:pt x="109" y="10"/>
                    <a:pt x="108" y="10"/>
                    <a:pt x="107" y="10"/>
                  </a:cubicBezTo>
                  <a:cubicBezTo>
                    <a:pt x="107" y="10"/>
                    <a:pt x="107" y="10"/>
                    <a:pt x="107" y="10"/>
                  </a:cubicBezTo>
                  <a:cubicBezTo>
                    <a:pt x="106" y="10"/>
                    <a:pt x="105" y="11"/>
                    <a:pt x="105" y="11"/>
                  </a:cubicBezTo>
                  <a:cubicBezTo>
                    <a:pt x="104" y="11"/>
                    <a:pt x="104" y="11"/>
                    <a:pt x="104" y="11"/>
                  </a:cubicBezTo>
                  <a:cubicBezTo>
                    <a:pt x="103" y="11"/>
                    <a:pt x="102" y="11"/>
                    <a:pt x="102" y="12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100" y="12"/>
                    <a:pt x="99" y="13"/>
                    <a:pt x="98" y="13"/>
                  </a:cubicBezTo>
                  <a:cubicBezTo>
                    <a:pt x="69" y="27"/>
                    <a:pt x="81" y="68"/>
                    <a:pt x="88" y="100"/>
                  </a:cubicBezTo>
                  <a:cubicBezTo>
                    <a:pt x="95" y="130"/>
                    <a:pt x="95" y="160"/>
                    <a:pt x="88" y="198"/>
                  </a:cubicBezTo>
                  <a:cubicBezTo>
                    <a:pt x="88" y="199"/>
                    <a:pt x="87" y="200"/>
                    <a:pt x="87" y="202"/>
                  </a:cubicBezTo>
                  <a:cubicBezTo>
                    <a:pt x="87" y="203"/>
                    <a:pt x="86" y="204"/>
                    <a:pt x="86" y="205"/>
                  </a:cubicBezTo>
                  <a:cubicBezTo>
                    <a:pt x="86" y="205"/>
                    <a:pt x="86" y="206"/>
                    <a:pt x="86" y="206"/>
                  </a:cubicBezTo>
                  <a:cubicBezTo>
                    <a:pt x="86" y="207"/>
                    <a:pt x="85" y="209"/>
                    <a:pt x="85" y="210"/>
                  </a:cubicBezTo>
                  <a:cubicBezTo>
                    <a:pt x="85" y="210"/>
                    <a:pt x="85" y="210"/>
                    <a:pt x="85" y="210"/>
                  </a:cubicBezTo>
                  <a:cubicBezTo>
                    <a:pt x="85" y="212"/>
                    <a:pt x="84" y="213"/>
                    <a:pt x="84" y="214"/>
                  </a:cubicBezTo>
                  <a:cubicBezTo>
                    <a:pt x="84" y="214"/>
                    <a:pt x="84" y="215"/>
                    <a:pt x="84" y="215"/>
                  </a:cubicBezTo>
                  <a:cubicBezTo>
                    <a:pt x="83" y="218"/>
                    <a:pt x="83" y="220"/>
                    <a:pt x="82" y="223"/>
                  </a:cubicBezTo>
                  <a:cubicBezTo>
                    <a:pt x="82" y="223"/>
                    <a:pt x="82" y="223"/>
                    <a:pt x="82" y="223"/>
                  </a:cubicBezTo>
                  <a:cubicBezTo>
                    <a:pt x="82" y="225"/>
                    <a:pt x="82" y="226"/>
                    <a:pt x="82" y="227"/>
                  </a:cubicBezTo>
                  <a:cubicBezTo>
                    <a:pt x="82" y="227"/>
                    <a:pt x="81" y="228"/>
                    <a:pt x="81" y="228"/>
                  </a:cubicBezTo>
                  <a:cubicBezTo>
                    <a:pt x="81" y="230"/>
                    <a:pt x="81" y="233"/>
                    <a:pt x="80" y="236"/>
                  </a:cubicBezTo>
                  <a:cubicBezTo>
                    <a:pt x="80" y="236"/>
                    <a:pt x="80" y="236"/>
                    <a:pt x="80" y="236"/>
                  </a:cubicBezTo>
                  <a:cubicBezTo>
                    <a:pt x="80" y="238"/>
                    <a:pt x="80" y="239"/>
                    <a:pt x="80" y="240"/>
                  </a:cubicBezTo>
                  <a:cubicBezTo>
                    <a:pt x="80" y="240"/>
                    <a:pt x="80" y="240"/>
                    <a:pt x="80" y="240"/>
                  </a:cubicBezTo>
                  <a:cubicBezTo>
                    <a:pt x="80" y="243"/>
                    <a:pt x="80" y="246"/>
                    <a:pt x="80" y="249"/>
                  </a:cubicBezTo>
                  <a:cubicBezTo>
                    <a:pt x="80" y="249"/>
                    <a:pt x="80" y="249"/>
                    <a:pt x="80" y="249"/>
                  </a:cubicBezTo>
                  <a:cubicBezTo>
                    <a:pt x="80" y="252"/>
                    <a:pt x="80" y="254"/>
                    <a:pt x="80" y="257"/>
                  </a:cubicBezTo>
                  <a:cubicBezTo>
                    <a:pt x="80" y="257"/>
                    <a:pt x="80" y="257"/>
                    <a:pt x="80" y="257"/>
                  </a:cubicBezTo>
                  <a:cubicBezTo>
                    <a:pt x="80" y="258"/>
                    <a:pt x="80" y="259"/>
                    <a:pt x="81" y="260"/>
                  </a:cubicBezTo>
                  <a:cubicBezTo>
                    <a:pt x="81" y="260"/>
                    <a:pt x="81" y="260"/>
                    <a:pt x="81" y="261"/>
                  </a:cubicBezTo>
                  <a:cubicBezTo>
                    <a:pt x="81" y="262"/>
                    <a:pt x="81" y="263"/>
                    <a:pt x="82" y="264"/>
                  </a:cubicBezTo>
                  <a:cubicBezTo>
                    <a:pt x="82" y="266"/>
                    <a:pt x="82" y="267"/>
                    <a:pt x="81" y="269"/>
                  </a:cubicBezTo>
                  <a:cubicBezTo>
                    <a:pt x="79" y="270"/>
                    <a:pt x="76" y="272"/>
                    <a:pt x="73" y="273"/>
                  </a:cubicBezTo>
                  <a:cubicBezTo>
                    <a:pt x="69" y="271"/>
                    <a:pt x="65" y="271"/>
                    <a:pt x="61" y="271"/>
                  </a:cubicBezTo>
                  <a:cubicBezTo>
                    <a:pt x="60" y="271"/>
                    <a:pt x="60" y="271"/>
                    <a:pt x="60" y="271"/>
                  </a:cubicBezTo>
                  <a:cubicBezTo>
                    <a:pt x="46" y="271"/>
                    <a:pt x="39" y="278"/>
                    <a:pt x="20" y="286"/>
                  </a:cubicBezTo>
                  <a:cubicBezTo>
                    <a:pt x="20" y="285"/>
                    <a:pt x="20" y="285"/>
                    <a:pt x="20" y="285"/>
                  </a:cubicBezTo>
                  <a:cubicBezTo>
                    <a:pt x="21" y="285"/>
                    <a:pt x="22" y="285"/>
                    <a:pt x="23" y="284"/>
                  </a:cubicBezTo>
                  <a:cubicBezTo>
                    <a:pt x="52" y="270"/>
                    <a:pt x="40" y="229"/>
                    <a:pt x="33" y="198"/>
                  </a:cubicBezTo>
                  <a:cubicBezTo>
                    <a:pt x="26" y="160"/>
                    <a:pt x="26" y="130"/>
                    <a:pt x="33" y="100"/>
                  </a:cubicBezTo>
                  <a:cubicBezTo>
                    <a:pt x="40" y="68"/>
                    <a:pt x="52" y="27"/>
                    <a:pt x="23" y="13"/>
                  </a:cubicBezTo>
                  <a:cubicBezTo>
                    <a:pt x="15" y="9"/>
                    <a:pt x="7" y="9"/>
                    <a:pt x="0" y="12"/>
                  </a:cubicBezTo>
                  <a:cubicBezTo>
                    <a:pt x="19" y="4"/>
                    <a:pt x="37" y="0"/>
                    <a:pt x="60" y="0"/>
                  </a:cubicBezTo>
                  <a:close/>
                </a:path>
              </a:pathLst>
            </a:custGeom>
            <a:noFill/>
            <a:ln w="6350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435" name="CuadroTexto 3434">
            <a:extLst>
              <a:ext uri="{FF2B5EF4-FFF2-40B4-BE49-F238E27FC236}">
                <a16:creationId xmlns:a16="http://schemas.microsoft.com/office/drawing/2014/main" id="{14637EF4-ACAD-1B3B-A118-8BE52142B8F3}"/>
              </a:ext>
            </a:extLst>
          </p:cNvPr>
          <p:cNvSpPr txBox="1"/>
          <p:nvPr/>
        </p:nvSpPr>
        <p:spPr>
          <a:xfrm>
            <a:off x="4702068" y="9273097"/>
            <a:ext cx="146284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Gliceraldehído 3-fosfato</a:t>
            </a:r>
          </a:p>
        </p:txBody>
      </p:sp>
      <p:sp>
        <p:nvSpPr>
          <p:cNvPr id="3436" name="CuadroTexto 3435">
            <a:extLst>
              <a:ext uri="{FF2B5EF4-FFF2-40B4-BE49-F238E27FC236}">
                <a16:creationId xmlns:a16="http://schemas.microsoft.com/office/drawing/2014/main" id="{1F8C73A6-9ABA-FD9E-F05F-F2BEF172B2E7}"/>
              </a:ext>
            </a:extLst>
          </p:cNvPr>
          <p:cNvSpPr txBox="1"/>
          <p:nvPr/>
        </p:nvSpPr>
        <p:spPr>
          <a:xfrm>
            <a:off x="5024568" y="10157334"/>
            <a:ext cx="845521" cy="267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Glucolisis</a:t>
            </a:r>
          </a:p>
        </p:txBody>
      </p:sp>
      <p:cxnSp>
        <p:nvCxnSpPr>
          <p:cNvPr id="3441" name="Conector recto de flecha 3440">
            <a:extLst>
              <a:ext uri="{FF2B5EF4-FFF2-40B4-BE49-F238E27FC236}">
                <a16:creationId xmlns:a16="http://schemas.microsoft.com/office/drawing/2014/main" id="{68BE67DA-EB6F-F04E-D18A-1F260BCF6B69}"/>
              </a:ext>
            </a:extLst>
          </p:cNvPr>
          <p:cNvCxnSpPr>
            <a:cxnSpLocks/>
            <a:stCxn id="3345" idx="2"/>
          </p:cNvCxnSpPr>
          <p:nvPr/>
        </p:nvCxnSpPr>
        <p:spPr>
          <a:xfrm flipH="1">
            <a:off x="6223346" y="5795843"/>
            <a:ext cx="1" cy="457633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48" name="Conector: angular 3447">
            <a:extLst>
              <a:ext uri="{FF2B5EF4-FFF2-40B4-BE49-F238E27FC236}">
                <a16:creationId xmlns:a16="http://schemas.microsoft.com/office/drawing/2014/main" id="{D7408BFE-FD3D-0AAB-69CD-02355F9EDD76}"/>
              </a:ext>
            </a:extLst>
          </p:cNvPr>
          <p:cNvCxnSpPr>
            <a:stCxn id="3415" idx="2"/>
            <a:endCxn id="3435" idx="3"/>
          </p:cNvCxnSpPr>
          <p:nvPr/>
        </p:nvCxnSpPr>
        <p:spPr>
          <a:xfrm rot="5400000">
            <a:off x="6020347" y="8959338"/>
            <a:ext cx="673773" cy="384632"/>
          </a:xfrm>
          <a:prstGeom prst="bent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50" name="Conector recto de flecha 3449">
            <a:extLst>
              <a:ext uri="{FF2B5EF4-FFF2-40B4-BE49-F238E27FC236}">
                <a16:creationId xmlns:a16="http://schemas.microsoft.com/office/drawing/2014/main" id="{C137CB68-45C8-B0DD-7154-B4398823C3D9}"/>
              </a:ext>
            </a:extLst>
          </p:cNvPr>
          <p:cNvCxnSpPr>
            <a:cxnSpLocks/>
            <a:stCxn id="3435" idx="2"/>
            <a:endCxn id="3436" idx="0"/>
          </p:cNvCxnSpPr>
          <p:nvPr/>
        </p:nvCxnSpPr>
        <p:spPr>
          <a:xfrm>
            <a:off x="5433493" y="9703984"/>
            <a:ext cx="13836" cy="453350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57" name="CuadroTexto 3456">
            <a:extLst>
              <a:ext uri="{FF2B5EF4-FFF2-40B4-BE49-F238E27FC236}">
                <a16:creationId xmlns:a16="http://schemas.microsoft.com/office/drawing/2014/main" id="{478CAFA2-0A36-CF32-868E-4DDB3BF2CD4C}"/>
              </a:ext>
            </a:extLst>
          </p:cNvPr>
          <p:cNvSpPr txBox="1"/>
          <p:nvPr/>
        </p:nvSpPr>
        <p:spPr>
          <a:xfrm>
            <a:off x="3720505" y="8814767"/>
            <a:ext cx="10104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 1,6-bisfosfato</a:t>
            </a:r>
          </a:p>
        </p:txBody>
      </p:sp>
      <p:cxnSp>
        <p:nvCxnSpPr>
          <p:cNvPr id="3458" name="Conector: angular 3457">
            <a:extLst>
              <a:ext uri="{FF2B5EF4-FFF2-40B4-BE49-F238E27FC236}">
                <a16:creationId xmlns:a16="http://schemas.microsoft.com/office/drawing/2014/main" id="{CA9D0F18-1817-802F-893C-970694066C73}"/>
              </a:ext>
            </a:extLst>
          </p:cNvPr>
          <p:cNvCxnSpPr>
            <a:cxnSpLocks/>
            <a:stCxn id="3415" idx="2"/>
            <a:endCxn id="3457" idx="3"/>
          </p:cNvCxnSpPr>
          <p:nvPr/>
        </p:nvCxnSpPr>
        <p:spPr>
          <a:xfrm rot="5400000">
            <a:off x="5532507" y="8013168"/>
            <a:ext cx="215443" cy="1818643"/>
          </a:xfrm>
          <a:prstGeom prst="bent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61" name="Conector: angular 3460">
            <a:extLst>
              <a:ext uri="{FF2B5EF4-FFF2-40B4-BE49-F238E27FC236}">
                <a16:creationId xmlns:a16="http://schemas.microsoft.com/office/drawing/2014/main" id="{B33B16EA-3B96-8E93-4793-A58AD7ADB94D}"/>
              </a:ext>
            </a:extLst>
          </p:cNvPr>
          <p:cNvCxnSpPr>
            <a:cxnSpLocks/>
            <a:stCxn id="3435" idx="0"/>
            <a:endCxn id="3457" idx="3"/>
          </p:cNvCxnSpPr>
          <p:nvPr/>
        </p:nvCxnSpPr>
        <p:spPr>
          <a:xfrm rot="16200000" flipV="1">
            <a:off x="4960757" y="8800360"/>
            <a:ext cx="242886" cy="702587"/>
          </a:xfrm>
          <a:prstGeom prst="bent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66" name="CuadroTexto 3465">
            <a:extLst>
              <a:ext uri="{FF2B5EF4-FFF2-40B4-BE49-F238E27FC236}">
                <a16:creationId xmlns:a16="http://schemas.microsoft.com/office/drawing/2014/main" id="{BB7FD0E7-D69F-896B-AF22-38C7402694E7}"/>
              </a:ext>
            </a:extLst>
          </p:cNvPr>
          <p:cNvSpPr txBox="1"/>
          <p:nvPr/>
        </p:nvSpPr>
        <p:spPr>
          <a:xfrm>
            <a:off x="2254499" y="8817809"/>
            <a:ext cx="10104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Fructosa 6-fosfato</a:t>
            </a:r>
          </a:p>
        </p:txBody>
      </p:sp>
      <p:sp>
        <p:nvSpPr>
          <p:cNvPr id="3467" name="CuadroTexto 3466">
            <a:extLst>
              <a:ext uri="{FF2B5EF4-FFF2-40B4-BE49-F238E27FC236}">
                <a16:creationId xmlns:a16="http://schemas.microsoft.com/office/drawing/2014/main" id="{ECE39500-3636-C7BC-AC45-5009F5B9BC08}"/>
              </a:ext>
            </a:extLst>
          </p:cNvPr>
          <p:cNvSpPr txBox="1"/>
          <p:nvPr/>
        </p:nvSpPr>
        <p:spPr>
          <a:xfrm>
            <a:off x="1010125" y="8899405"/>
            <a:ext cx="7887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Sacarosa</a:t>
            </a:r>
          </a:p>
        </p:txBody>
      </p:sp>
      <p:cxnSp>
        <p:nvCxnSpPr>
          <p:cNvPr id="3468" name="Conector recto de flecha 3467">
            <a:extLst>
              <a:ext uri="{FF2B5EF4-FFF2-40B4-BE49-F238E27FC236}">
                <a16:creationId xmlns:a16="http://schemas.microsoft.com/office/drawing/2014/main" id="{D50E130A-63EA-0484-762B-295F4703EE20}"/>
              </a:ext>
            </a:extLst>
          </p:cNvPr>
          <p:cNvCxnSpPr>
            <a:cxnSpLocks/>
            <a:stCxn id="3457" idx="1"/>
            <a:endCxn id="3466" idx="3"/>
          </p:cNvCxnSpPr>
          <p:nvPr/>
        </p:nvCxnSpPr>
        <p:spPr>
          <a:xfrm flipH="1">
            <a:off x="3264900" y="9030211"/>
            <a:ext cx="455605" cy="3042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71" name="Conector recto de flecha 3470">
            <a:extLst>
              <a:ext uri="{FF2B5EF4-FFF2-40B4-BE49-F238E27FC236}">
                <a16:creationId xmlns:a16="http://schemas.microsoft.com/office/drawing/2014/main" id="{E79F3DA1-43D4-FDFE-ED8B-2C23C70BFB99}"/>
              </a:ext>
            </a:extLst>
          </p:cNvPr>
          <p:cNvCxnSpPr>
            <a:cxnSpLocks/>
            <a:stCxn id="3466" idx="1"/>
            <a:endCxn id="3467" idx="3"/>
          </p:cNvCxnSpPr>
          <p:nvPr/>
        </p:nvCxnSpPr>
        <p:spPr>
          <a:xfrm flipH="1" flipV="1">
            <a:off x="1798894" y="9030210"/>
            <a:ext cx="455605" cy="3043"/>
          </a:xfrm>
          <a:prstGeom prst="straightConnector1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77" name="CuadroTexto 3476">
            <a:extLst>
              <a:ext uri="{FF2B5EF4-FFF2-40B4-BE49-F238E27FC236}">
                <a16:creationId xmlns:a16="http://schemas.microsoft.com/office/drawing/2014/main" id="{068320F1-B1CC-0A70-D33D-B99BF3CE9E0D}"/>
              </a:ext>
            </a:extLst>
          </p:cNvPr>
          <p:cNvSpPr txBox="1"/>
          <p:nvPr/>
        </p:nvSpPr>
        <p:spPr>
          <a:xfrm>
            <a:off x="6327506" y="1787485"/>
            <a:ext cx="95346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pH alcalino</a:t>
            </a:r>
          </a:p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↑ Mg</a:t>
            </a:r>
            <a:r>
              <a:rPr lang="es-ES" sz="1100" baseline="30000" dirty="0">
                <a:latin typeface="Arial" panose="020B0604020202020204" pitchFamily="34" charset="0"/>
                <a:cs typeface="Arial" panose="020B0604020202020204" pitchFamily="34" charset="0"/>
              </a:rPr>
              <a:t>2+</a:t>
            </a:r>
          </a:p>
        </p:txBody>
      </p:sp>
      <p:cxnSp>
        <p:nvCxnSpPr>
          <p:cNvPr id="3479" name="Conector: angular 3478">
            <a:extLst>
              <a:ext uri="{FF2B5EF4-FFF2-40B4-BE49-F238E27FC236}">
                <a16:creationId xmlns:a16="http://schemas.microsoft.com/office/drawing/2014/main" id="{27E6104F-B4DE-658F-3BE8-4BD79D11E9C8}"/>
              </a:ext>
            </a:extLst>
          </p:cNvPr>
          <p:cNvCxnSpPr>
            <a:cxnSpLocks/>
            <a:stCxn id="3477" idx="1"/>
            <a:endCxn id="3315" idx="3"/>
          </p:cNvCxnSpPr>
          <p:nvPr/>
        </p:nvCxnSpPr>
        <p:spPr>
          <a:xfrm rot="10800000" flipV="1">
            <a:off x="5173278" y="2002928"/>
            <a:ext cx="1154228" cy="472621"/>
          </a:xfrm>
          <a:prstGeom prst="bentConnector3">
            <a:avLst>
              <a:gd name="adj1" fmla="val 69417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83" name="Grupo 3482">
            <a:extLst>
              <a:ext uri="{FF2B5EF4-FFF2-40B4-BE49-F238E27FC236}">
                <a16:creationId xmlns:a16="http://schemas.microsoft.com/office/drawing/2014/main" id="{84DCDCC7-1D8E-FBBB-A1DD-D258C00EAC5F}"/>
              </a:ext>
            </a:extLst>
          </p:cNvPr>
          <p:cNvGrpSpPr/>
          <p:nvPr/>
        </p:nvGrpSpPr>
        <p:grpSpPr>
          <a:xfrm>
            <a:off x="5832816" y="1805651"/>
            <a:ext cx="128136" cy="128136"/>
            <a:chOff x="2606150" y="3355191"/>
            <a:chExt cx="128136" cy="128136"/>
          </a:xfrm>
        </p:grpSpPr>
        <p:sp>
          <p:nvSpPr>
            <p:cNvPr id="3484" name="Elipse 3483">
              <a:extLst>
                <a:ext uri="{FF2B5EF4-FFF2-40B4-BE49-F238E27FC236}">
                  <a16:creationId xmlns:a16="http://schemas.microsoft.com/office/drawing/2014/main" id="{2335C625-8027-8292-505B-C83A574238CB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85" name="Triángulo isósceles 3484">
              <a:extLst>
                <a:ext uri="{FF2B5EF4-FFF2-40B4-BE49-F238E27FC236}">
                  <a16:creationId xmlns:a16="http://schemas.microsoft.com/office/drawing/2014/main" id="{F08DE8FA-C3BF-5A73-8379-1CD24D03E973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489" name="CuadroTexto 3488">
            <a:extLst>
              <a:ext uri="{FF2B5EF4-FFF2-40B4-BE49-F238E27FC236}">
                <a16:creationId xmlns:a16="http://schemas.microsoft.com/office/drawing/2014/main" id="{9577DF63-DDD3-29FD-DFCE-3516F098BED1}"/>
              </a:ext>
            </a:extLst>
          </p:cNvPr>
          <p:cNvSpPr txBox="1"/>
          <p:nvPr/>
        </p:nvSpPr>
        <p:spPr>
          <a:xfrm>
            <a:off x="3714589" y="7049257"/>
            <a:ext cx="5257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Luz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90" name="Conector: angular 3489">
            <a:extLst>
              <a:ext uri="{FF2B5EF4-FFF2-40B4-BE49-F238E27FC236}">
                <a16:creationId xmlns:a16="http://schemas.microsoft.com/office/drawing/2014/main" id="{38B925B4-88DC-3CC0-7B8B-AC1B71273B58}"/>
              </a:ext>
            </a:extLst>
          </p:cNvPr>
          <p:cNvCxnSpPr>
            <a:cxnSpLocks/>
            <a:stCxn id="3489" idx="1"/>
            <a:endCxn id="3377" idx="2"/>
          </p:cNvCxnSpPr>
          <p:nvPr/>
        </p:nvCxnSpPr>
        <p:spPr>
          <a:xfrm rot="10800000">
            <a:off x="3087005" y="7004026"/>
            <a:ext cx="627584" cy="176037"/>
          </a:xfrm>
          <a:prstGeom prst="bentConnector2">
            <a:avLst/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491" name="Grupo 3490">
            <a:extLst>
              <a:ext uri="{FF2B5EF4-FFF2-40B4-BE49-F238E27FC236}">
                <a16:creationId xmlns:a16="http://schemas.microsoft.com/office/drawing/2014/main" id="{5D75BEB2-F419-2121-B286-EB40FD08C44E}"/>
              </a:ext>
            </a:extLst>
          </p:cNvPr>
          <p:cNvGrpSpPr/>
          <p:nvPr/>
        </p:nvGrpSpPr>
        <p:grpSpPr>
          <a:xfrm>
            <a:off x="3336729" y="7227836"/>
            <a:ext cx="128136" cy="128136"/>
            <a:chOff x="2606150" y="3355191"/>
            <a:chExt cx="128136" cy="128136"/>
          </a:xfrm>
        </p:grpSpPr>
        <p:sp>
          <p:nvSpPr>
            <p:cNvPr id="3492" name="Elipse 3491">
              <a:extLst>
                <a:ext uri="{FF2B5EF4-FFF2-40B4-BE49-F238E27FC236}">
                  <a16:creationId xmlns:a16="http://schemas.microsoft.com/office/drawing/2014/main" id="{F54FB7CC-3A7C-E97D-1B81-2111566A9EF2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493" name="Triángulo isósceles 3492">
              <a:extLst>
                <a:ext uri="{FF2B5EF4-FFF2-40B4-BE49-F238E27FC236}">
                  <a16:creationId xmlns:a16="http://schemas.microsoft.com/office/drawing/2014/main" id="{3635604F-24DC-BC49-CC0A-DEECA0B9491D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496" name="CuadroTexto 3495">
            <a:extLst>
              <a:ext uri="{FF2B5EF4-FFF2-40B4-BE49-F238E27FC236}">
                <a16:creationId xmlns:a16="http://schemas.microsoft.com/office/drawing/2014/main" id="{E6B6A6C8-D362-8E35-A796-F54238F32581}"/>
              </a:ext>
            </a:extLst>
          </p:cNvPr>
          <p:cNvSpPr txBox="1"/>
          <p:nvPr/>
        </p:nvSpPr>
        <p:spPr>
          <a:xfrm>
            <a:off x="6770303" y="3740623"/>
            <a:ext cx="5257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Luz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97" name="Conector: angular 3496">
            <a:extLst>
              <a:ext uri="{FF2B5EF4-FFF2-40B4-BE49-F238E27FC236}">
                <a16:creationId xmlns:a16="http://schemas.microsoft.com/office/drawing/2014/main" id="{7E2FA0C6-9DFC-F295-C33E-30FE5A998B1C}"/>
              </a:ext>
            </a:extLst>
          </p:cNvPr>
          <p:cNvCxnSpPr>
            <a:cxnSpLocks/>
            <a:stCxn id="3496" idx="2"/>
            <a:endCxn id="3349" idx="0"/>
          </p:cNvCxnSpPr>
          <p:nvPr/>
        </p:nvCxnSpPr>
        <p:spPr>
          <a:xfrm rot="5400000">
            <a:off x="6696805" y="4145830"/>
            <a:ext cx="479954" cy="192761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00" name="Grupo 3499">
            <a:extLst>
              <a:ext uri="{FF2B5EF4-FFF2-40B4-BE49-F238E27FC236}">
                <a16:creationId xmlns:a16="http://schemas.microsoft.com/office/drawing/2014/main" id="{F9DC88A0-543B-6646-362B-F60605E39033}"/>
              </a:ext>
            </a:extLst>
          </p:cNvPr>
          <p:cNvGrpSpPr/>
          <p:nvPr/>
        </p:nvGrpSpPr>
        <p:grpSpPr>
          <a:xfrm>
            <a:off x="7087991" y="4074195"/>
            <a:ext cx="128136" cy="128136"/>
            <a:chOff x="2606150" y="3355191"/>
            <a:chExt cx="128136" cy="128136"/>
          </a:xfrm>
        </p:grpSpPr>
        <p:sp>
          <p:nvSpPr>
            <p:cNvPr id="3501" name="Elipse 3500">
              <a:extLst>
                <a:ext uri="{FF2B5EF4-FFF2-40B4-BE49-F238E27FC236}">
                  <a16:creationId xmlns:a16="http://schemas.microsoft.com/office/drawing/2014/main" id="{77C66F9F-8676-B494-535D-2D98C2A134F0}"/>
                </a:ext>
              </a:extLst>
            </p:cNvPr>
            <p:cNvSpPr/>
            <p:nvPr/>
          </p:nvSpPr>
          <p:spPr>
            <a:xfrm>
              <a:off x="2606150" y="3355191"/>
              <a:ext cx="128136" cy="128136"/>
            </a:xfrm>
            <a:prstGeom prst="ellipse">
              <a:avLst/>
            </a:prstGeom>
            <a:noFill/>
            <a:ln w="12700"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02" name="Triángulo isósceles 3501">
              <a:extLst>
                <a:ext uri="{FF2B5EF4-FFF2-40B4-BE49-F238E27FC236}">
                  <a16:creationId xmlns:a16="http://schemas.microsoft.com/office/drawing/2014/main" id="{F995EF3A-4394-1081-8945-9487DFC61CCA}"/>
                </a:ext>
              </a:extLst>
            </p:cNvPr>
            <p:cNvSpPr/>
            <p:nvPr/>
          </p:nvSpPr>
          <p:spPr>
            <a:xfrm>
              <a:off x="2627902" y="3372696"/>
              <a:ext cx="81599" cy="82325"/>
            </a:xfrm>
            <a:prstGeom prst="triangle">
              <a:avLst/>
            </a:prstGeom>
            <a:solidFill>
              <a:schemeClr val="accent6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503" name="CuadroTexto 3502">
            <a:extLst>
              <a:ext uri="{FF2B5EF4-FFF2-40B4-BE49-F238E27FC236}">
                <a16:creationId xmlns:a16="http://schemas.microsoft.com/office/drawing/2014/main" id="{53EA768F-642C-8362-8792-4CEA30F57356}"/>
              </a:ext>
            </a:extLst>
          </p:cNvPr>
          <p:cNvSpPr txBox="1"/>
          <p:nvPr/>
        </p:nvSpPr>
        <p:spPr>
          <a:xfrm>
            <a:off x="3431046" y="4056516"/>
            <a:ext cx="5257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Luz</a:t>
            </a:r>
            <a:endParaRPr lang="es-ES" sz="1100" baseline="30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504" name="Conector: angular 3503">
            <a:extLst>
              <a:ext uri="{FF2B5EF4-FFF2-40B4-BE49-F238E27FC236}">
                <a16:creationId xmlns:a16="http://schemas.microsoft.com/office/drawing/2014/main" id="{8579C5C7-6B50-E65F-42E3-F95963E0B795}"/>
              </a:ext>
            </a:extLst>
          </p:cNvPr>
          <p:cNvCxnSpPr>
            <a:cxnSpLocks/>
            <a:stCxn id="3503" idx="1"/>
            <a:endCxn id="3395" idx="3"/>
          </p:cNvCxnSpPr>
          <p:nvPr/>
        </p:nvCxnSpPr>
        <p:spPr>
          <a:xfrm rot="10800000">
            <a:off x="3086086" y="3976423"/>
            <a:ext cx="344960" cy="210898"/>
          </a:xfrm>
          <a:prstGeom prst="bentConnector3">
            <a:avLst>
              <a:gd name="adj1" fmla="val 50000"/>
            </a:avLst>
          </a:prstGeom>
          <a:ln>
            <a:solidFill>
              <a:schemeClr val="bg1">
                <a:lumMod val="75000"/>
              </a:schemeClr>
            </a:solidFill>
            <a:prstDash val="sys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3507" name="Grupo 3506">
            <a:extLst>
              <a:ext uri="{FF2B5EF4-FFF2-40B4-BE49-F238E27FC236}">
                <a16:creationId xmlns:a16="http://schemas.microsoft.com/office/drawing/2014/main" id="{3CCA8B85-5BE5-E5FE-F1FB-FFE114BBF3A1}"/>
              </a:ext>
            </a:extLst>
          </p:cNvPr>
          <p:cNvGrpSpPr/>
          <p:nvPr/>
        </p:nvGrpSpPr>
        <p:grpSpPr>
          <a:xfrm>
            <a:off x="3302806" y="4007882"/>
            <a:ext cx="128136" cy="128136"/>
            <a:chOff x="908127" y="1162591"/>
            <a:chExt cx="128136" cy="128136"/>
          </a:xfrm>
        </p:grpSpPr>
        <p:sp>
          <p:nvSpPr>
            <p:cNvPr id="3508" name="Elipse 3507">
              <a:extLst>
                <a:ext uri="{FF2B5EF4-FFF2-40B4-BE49-F238E27FC236}">
                  <a16:creationId xmlns:a16="http://schemas.microsoft.com/office/drawing/2014/main" id="{F7564C60-92EA-818A-ED52-EC3C716573E4}"/>
                </a:ext>
              </a:extLst>
            </p:cNvPr>
            <p:cNvSpPr/>
            <p:nvPr/>
          </p:nvSpPr>
          <p:spPr>
            <a:xfrm>
              <a:off x="908127" y="1162591"/>
              <a:ext cx="128136" cy="128136"/>
            </a:xfrm>
            <a:prstGeom prst="ellipse">
              <a:avLst/>
            </a:prstGeom>
            <a:noFill/>
            <a:ln w="127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  <p:sp>
          <p:nvSpPr>
            <p:cNvPr id="3509" name="Cruz 3508">
              <a:extLst>
                <a:ext uri="{FF2B5EF4-FFF2-40B4-BE49-F238E27FC236}">
                  <a16:creationId xmlns:a16="http://schemas.microsoft.com/office/drawing/2014/main" id="{753B136E-8CE1-B640-7302-F829ED5DC5C2}"/>
                </a:ext>
              </a:extLst>
            </p:cNvPr>
            <p:cNvSpPr/>
            <p:nvPr/>
          </p:nvSpPr>
          <p:spPr>
            <a:xfrm rot="18725897">
              <a:off x="916573" y="1167869"/>
              <a:ext cx="115542" cy="115987"/>
            </a:xfrm>
            <a:prstGeom prst="plus">
              <a:avLst>
                <a:gd name="adj" fmla="val 42398"/>
              </a:avLst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ES"/>
            </a:p>
          </p:txBody>
        </p:sp>
      </p:grpSp>
      <p:sp>
        <p:nvSpPr>
          <p:cNvPr id="3510" name="CuadroTexto 3509">
            <a:extLst>
              <a:ext uri="{FF2B5EF4-FFF2-40B4-BE49-F238E27FC236}">
                <a16:creationId xmlns:a16="http://schemas.microsoft.com/office/drawing/2014/main" id="{8A6906EF-229E-C61E-DEC0-E5219243D7F8}"/>
              </a:ext>
            </a:extLst>
          </p:cNvPr>
          <p:cNvSpPr txBox="1"/>
          <p:nvPr/>
        </p:nvSpPr>
        <p:spPr>
          <a:xfrm>
            <a:off x="3474109" y="4325572"/>
            <a:ext cx="96530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100" dirty="0">
                <a:latin typeface="Arial" panose="020B0604020202020204" pitchFamily="34" charset="0"/>
                <a:cs typeface="Arial" panose="020B0604020202020204" pitchFamily="34" charset="0"/>
              </a:rPr>
              <a:t>Almidón</a:t>
            </a:r>
          </a:p>
        </p:txBody>
      </p:sp>
      <p:cxnSp>
        <p:nvCxnSpPr>
          <p:cNvPr id="3511" name="Conector: angular 3510">
            <a:extLst>
              <a:ext uri="{FF2B5EF4-FFF2-40B4-BE49-F238E27FC236}">
                <a16:creationId xmlns:a16="http://schemas.microsoft.com/office/drawing/2014/main" id="{4B7C09C3-FFA2-AA55-B906-65EA6E472661}"/>
              </a:ext>
            </a:extLst>
          </p:cNvPr>
          <p:cNvCxnSpPr>
            <a:cxnSpLocks/>
            <a:stCxn id="3373" idx="0"/>
            <a:endCxn id="3510" idx="1"/>
          </p:cNvCxnSpPr>
          <p:nvPr/>
        </p:nvCxnSpPr>
        <p:spPr>
          <a:xfrm rot="5400000" flipH="1" flipV="1">
            <a:off x="2478288" y="4553167"/>
            <a:ext cx="1092610" cy="899031"/>
          </a:xfrm>
          <a:prstGeom prst="bent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20" name="Conector: angular 3519">
            <a:extLst>
              <a:ext uri="{FF2B5EF4-FFF2-40B4-BE49-F238E27FC236}">
                <a16:creationId xmlns:a16="http://schemas.microsoft.com/office/drawing/2014/main" id="{25943792-76B0-A682-D77D-40561A85E571}"/>
              </a:ext>
            </a:extLst>
          </p:cNvPr>
          <p:cNvCxnSpPr>
            <a:cxnSpLocks/>
            <a:stCxn id="3373" idx="0"/>
            <a:endCxn id="3311" idx="1"/>
          </p:cNvCxnSpPr>
          <p:nvPr/>
        </p:nvCxnSpPr>
        <p:spPr>
          <a:xfrm rot="5400000" flipH="1" flipV="1">
            <a:off x="1211395" y="4000682"/>
            <a:ext cx="2911988" cy="184622"/>
          </a:xfrm>
          <a:prstGeom prst="bentConnector2">
            <a:avLst/>
          </a:prstGeom>
          <a:ln>
            <a:solidFill>
              <a:schemeClr val="accent3">
                <a:lumMod val="60000"/>
                <a:lumOff val="4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33" name="Flecha: circular 3532">
            <a:extLst>
              <a:ext uri="{FF2B5EF4-FFF2-40B4-BE49-F238E27FC236}">
                <a16:creationId xmlns:a16="http://schemas.microsoft.com/office/drawing/2014/main" id="{27E6E016-59DC-313E-FC26-1995D8A4E404}"/>
              </a:ext>
            </a:extLst>
          </p:cNvPr>
          <p:cNvSpPr/>
          <p:nvPr/>
        </p:nvSpPr>
        <p:spPr>
          <a:xfrm rot="12224890">
            <a:off x="2543774" y="4074661"/>
            <a:ext cx="2478884" cy="1973952"/>
          </a:xfrm>
          <a:prstGeom prst="circularArrow">
            <a:avLst>
              <a:gd name="adj1" fmla="val 13837"/>
              <a:gd name="adj2" fmla="val 1142319"/>
              <a:gd name="adj3" fmla="val 20510960"/>
              <a:gd name="adj4" fmla="val 10551536"/>
              <a:gd name="adj5" fmla="val 12500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 dirty="0">
              <a:solidFill>
                <a:schemeClr val="tx1"/>
              </a:solidFill>
            </a:endParaRPr>
          </a:p>
        </p:txBody>
      </p:sp>
      <p:sp>
        <p:nvSpPr>
          <p:cNvPr id="3534" name="CuadroTexto 3533">
            <a:extLst>
              <a:ext uri="{FF2B5EF4-FFF2-40B4-BE49-F238E27FC236}">
                <a16:creationId xmlns:a16="http://schemas.microsoft.com/office/drawing/2014/main" id="{0C2C7DC7-C9C7-9654-4074-C18E7842D518}"/>
              </a:ext>
            </a:extLst>
          </p:cNvPr>
          <p:cNvSpPr txBox="1"/>
          <p:nvPr/>
        </p:nvSpPr>
        <p:spPr>
          <a:xfrm rot="1393393">
            <a:off x="2970439" y="5530208"/>
            <a:ext cx="85595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300" dirty="0">
                <a:latin typeface="Arial" panose="020B0604020202020204" pitchFamily="34" charset="0"/>
                <a:cs typeface="Arial" panose="020B0604020202020204" pitchFamily="34" charset="0"/>
              </a:rPr>
              <a:t>Fase III:</a:t>
            </a:r>
          </a:p>
        </p:txBody>
      </p:sp>
      <p:sp>
        <p:nvSpPr>
          <p:cNvPr id="3535" name="CuadroTexto 3534">
            <a:extLst>
              <a:ext uri="{FF2B5EF4-FFF2-40B4-BE49-F238E27FC236}">
                <a16:creationId xmlns:a16="http://schemas.microsoft.com/office/drawing/2014/main" id="{AA1FC1CE-27C5-9B11-599D-5C7BE5E1A66A}"/>
              </a:ext>
            </a:extLst>
          </p:cNvPr>
          <p:cNvSpPr txBox="1"/>
          <p:nvPr/>
        </p:nvSpPr>
        <p:spPr>
          <a:xfrm rot="20881954">
            <a:off x="3582382" y="5573709"/>
            <a:ext cx="1281926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300" dirty="0">
                <a:latin typeface="Arial" panose="020B0604020202020204" pitchFamily="34" charset="0"/>
                <a:cs typeface="Arial" panose="020B0604020202020204" pitchFamily="34" charset="0"/>
              </a:rPr>
              <a:t>Regeneración</a:t>
            </a:r>
          </a:p>
        </p:txBody>
      </p:sp>
    </p:spTree>
    <p:extLst>
      <p:ext uri="{BB962C8B-B14F-4D97-AF65-F5344CB8AC3E}">
        <p14:creationId xmlns:p14="http://schemas.microsoft.com/office/powerpoint/2010/main" val="1225451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735BD57F-20FB-4D2D-8A30-5DA41967796B}">
  <we:reference id="WA104178141" version="4.3.3.0" store="Omex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CD09CEAA-EBBC-4961-9963-C447C4D8BF92}">
  <we:reference id="WA200000113" version="1.0.0.0" store="Omex" storeType="OMEX"/>
  <we:alternateReferences>
    <we:reference id="WA200000113" version="1.0.0.0" store="WA20000011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141</Words>
  <Application>Microsoft Office PowerPoint</Application>
  <PresentationFormat>Personalizado</PresentationFormat>
  <Paragraphs>51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Alfonso Olaya Abril</dc:creator>
  <cp:lastModifiedBy>Alfonso Olaya Abril</cp:lastModifiedBy>
  <cp:revision>27</cp:revision>
  <dcterms:created xsi:type="dcterms:W3CDTF">2025-10-09T08:39:27Z</dcterms:created>
  <dcterms:modified xsi:type="dcterms:W3CDTF">2025-10-15T11:38:52Z</dcterms:modified>
</cp:coreProperties>
</file>