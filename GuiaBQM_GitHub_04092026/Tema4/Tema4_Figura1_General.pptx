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1838" y="-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08/01/2026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08/01/2026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08/01/2026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08/01/2026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08/01/2026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08/01/2026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08/01/2026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08/01/2026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08/01/2026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08/01/2026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08/01/2026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08/01/2026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CuadroTexto 2054">
            <a:extLst>
              <a:ext uri="{FF2B5EF4-FFF2-40B4-BE49-F238E27FC236}">
                <a16:creationId xmlns:a16="http://schemas.microsoft.com/office/drawing/2014/main" id="{F226E874-FB92-2FE4-C01F-D32A707B1C5E}"/>
              </a:ext>
            </a:extLst>
          </p:cNvPr>
          <p:cNvSpPr txBox="1"/>
          <p:nvPr/>
        </p:nvSpPr>
        <p:spPr>
          <a:xfrm>
            <a:off x="3626165" y="8720988"/>
            <a:ext cx="1137939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Porfirias, hemo, clorofila</a:t>
            </a:r>
          </a:p>
        </p:txBody>
      </p:sp>
      <p:cxnSp>
        <p:nvCxnSpPr>
          <p:cNvPr id="2093" name="Conector: angular 2092">
            <a:extLst>
              <a:ext uri="{FF2B5EF4-FFF2-40B4-BE49-F238E27FC236}">
                <a16:creationId xmlns:a16="http://schemas.microsoft.com/office/drawing/2014/main" id="{D7A61D92-B30F-91BF-5D56-A7DD3C16F752}"/>
              </a:ext>
            </a:extLst>
          </p:cNvPr>
          <p:cNvCxnSpPr>
            <a:cxnSpLocks/>
            <a:stCxn id="1865" idx="0"/>
            <a:endCxn id="1654" idx="1"/>
          </p:cNvCxnSpPr>
          <p:nvPr/>
        </p:nvCxnSpPr>
        <p:spPr>
          <a:xfrm rot="5400000" flipH="1" flipV="1">
            <a:off x="1052535" y="2446485"/>
            <a:ext cx="3091160" cy="55013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0" name="Elipse 1899">
            <a:extLst>
              <a:ext uri="{FF2B5EF4-FFF2-40B4-BE49-F238E27FC236}">
                <a16:creationId xmlns:a16="http://schemas.microsoft.com/office/drawing/2014/main" id="{1EEFECF2-DA6F-F062-BAB0-5134B2E1C486}"/>
              </a:ext>
            </a:extLst>
          </p:cNvPr>
          <p:cNvSpPr/>
          <p:nvPr/>
        </p:nvSpPr>
        <p:spPr>
          <a:xfrm>
            <a:off x="1147589" y="3973471"/>
            <a:ext cx="5149445" cy="46298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957DC9A-9D7E-07B5-1000-D3E90608C157}"/>
              </a:ext>
            </a:extLst>
          </p:cNvPr>
          <p:cNvSpPr txBox="1"/>
          <p:nvPr/>
        </p:nvSpPr>
        <p:spPr>
          <a:xfrm>
            <a:off x="2869145" y="27065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grpSp>
        <p:nvGrpSpPr>
          <p:cNvPr id="3" name="Group 1385">
            <a:extLst>
              <a:ext uri="{FF2B5EF4-FFF2-40B4-BE49-F238E27FC236}">
                <a16:creationId xmlns:a16="http://schemas.microsoft.com/office/drawing/2014/main" id="{F068D45A-7DB8-9821-79F5-47734257DC8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467350"/>
            <a:ext cx="1141095" cy="340150"/>
            <a:chOff x="446" y="1196"/>
            <a:chExt cx="1048" cy="312"/>
          </a:xfrm>
        </p:grpSpPr>
        <p:grpSp>
          <p:nvGrpSpPr>
            <p:cNvPr id="4" name="Group 1386">
              <a:extLst>
                <a:ext uri="{FF2B5EF4-FFF2-40B4-BE49-F238E27FC236}">
                  <a16:creationId xmlns:a16="http://schemas.microsoft.com/office/drawing/2014/main" id="{D6922A03-D093-0F5F-1831-69FAEB1CE95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22" name="Oval 1387">
                <a:extLst>
                  <a:ext uri="{FF2B5EF4-FFF2-40B4-BE49-F238E27FC236}">
                    <a16:creationId xmlns:a16="http://schemas.microsoft.com/office/drawing/2014/main" id="{26AAA403-B5D5-2F41-C2DC-0493B40E53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3" name="Oval 1388">
                <a:extLst>
                  <a:ext uri="{FF2B5EF4-FFF2-40B4-BE49-F238E27FC236}">
                    <a16:creationId xmlns:a16="http://schemas.microsoft.com/office/drawing/2014/main" id="{933A5002-446E-75FA-DF2A-23CF6A99F3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4" name="Freeform 1389">
                <a:extLst>
                  <a:ext uri="{FF2B5EF4-FFF2-40B4-BE49-F238E27FC236}">
                    <a16:creationId xmlns:a16="http://schemas.microsoft.com/office/drawing/2014/main" id="{D7A721B7-C40D-DB35-EE02-F4D0B689DE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Freeform 1390">
                <a:extLst>
                  <a:ext uri="{FF2B5EF4-FFF2-40B4-BE49-F238E27FC236}">
                    <a16:creationId xmlns:a16="http://schemas.microsoft.com/office/drawing/2014/main" id="{AC2B815C-735C-A9AD-FB2F-BEDA308746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 1391">
                <a:extLst>
                  <a:ext uri="{FF2B5EF4-FFF2-40B4-BE49-F238E27FC236}">
                    <a16:creationId xmlns:a16="http://schemas.microsoft.com/office/drawing/2014/main" id="{BC56A34B-E00E-D1DE-4739-6B5F760B15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Oval 1392">
                <a:extLst>
                  <a:ext uri="{FF2B5EF4-FFF2-40B4-BE49-F238E27FC236}">
                    <a16:creationId xmlns:a16="http://schemas.microsoft.com/office/drawing/2014/main" id="{907574BB-EE7C-7175-D418-ACAB589CD5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" name="Group 1393">
              <a:extLst>
                <a:ext uri="{FF2B5EF4-FFF2-40B4-BE49-F238E27FC236}">
                  <a16:creationId xmlns:a16="http://schemas.microsoft.com/office/drawing/2014/main" id="{CDA294E4-A64A-3DAF-1B5C-126349C6F6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16" name="Oval 1394">
                <a:extLst>
                  <a:ext uri="{FF2B5EF4-FFF2-40B4-BE49-F238E27FC236}">
                    <a16:creationId xmlns:a16="http://schemas.microsoft.com/office/drawing/2014/main" id="{FE68E6C7-0926-5ACE-7913-F782420099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7" name="Oval 1395">
                <a:extLst>
                  <a:ext uri="{FF2B5EF4-FFF2-40B4-BE49-F238E27FC236}">
                    <a16:creationId xmlns:a16="http://schemas.microsoft.com/office/drawing/2014/main" id="{57608BB9-B1A3-02CA-7FE0-CA1D9387FB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8" name="Freeform 1396">
                <a:extLst>
                  <a:ext uri="{FF2B5EF4-FFF2-40B4-BE49-F238E27FC236}">
                    <a16:creationId xmlns:a16="http://schemas.microsoft.com/office/drawing/2014/main" id="{B9437884-F13E-83C6-8915-2C775B7F2F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1397">
                <a:extLst>
                  <a:ext uri="{FF2B5EF4-FFF2-40B4-BE49-F238E27FC236}">
                    <a16:creationId xmlns:a16="http://schemas.microsoft.com/office/drawing/2014/main" id="{A457791F-45CC-956A-1C4F-1F09C2C592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1398">
                <a:extLst>
                  <a:ext uri="{FF2B5EF4-FFF2-40B4-BE49-F238E27FC236}">
                    <a16:creationId xmlns:a16="http://schemas.microsoft.com/office/drawing/2014/main" id="{505B363B-529A-C34D-31D4-8A048726C7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Oval 1399">
                <a:extLst>
                  <a:ext uri="{FF2B5EF4-FFF2-40B4-BE49-F238E27FC236}">
                    <a16:creationId xmlns:a16="http://schemas.microsoft.com/office/drawing/2014/main" id="{D869E457-2800-200E-A537-BA3349468F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" name="Group 1400">
              <a:extLst>
                <a:ext uri="{FF2B5EF4-FFF2-40B4-BE49-F238E27FC236}">
                  <a16:creationId xmlns:a16="http://schemas.microsoft.com/office/drawing/2014/main" id="{B11750D0-2429-FD5B-229D-E3F163A3BD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10" name="Oval 1401">
                <a:extLst>
                  <a:ext uri="{FF2B5EF4-FFF2-40B4-BE49-F238E27FC236}">
                    <a16:creationId xmlns:a16="http://schemas.microsoft.com/office/drawing/2014/main" id="{DE7DC74C-6C41-58C2-94D5-58EA01A265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1" name="Oval 1402">
                <a:extLst>
                  <a:ext uri="{FF2B5EF4-FFF2-40B4-BE49-F238E27FC236}">
                    <a16:creationId xmlns:a16="http://schemas.microsoft.com/office/drawing/2014/main" id="{F2851E13-5DE4-CB89-536E-44A58C54DB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2" name="Freeform 1403">
                <a:extLst>
                  <a:ext uri="{FF2B5EF4-FFF2-40B4-BE49-F238E27FC236}">
                    <a16:creationId xmlns:a16="http://schemas.microsoft.com/office/drawing/2014/main" id="{A4FCB92E-2F19-E802-6748-4E9E5651BD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 1404">
                <a:extLst>
                  <a:ext uri="{FF2B5EF4-FFF2-40B4-BE49-F238E27FC236}">
                    <a16:creationId xmlns:a16="http://schemas.microsoft.com/office/drawing/2014/main" id="{4CFE6385-F111-B2CA-2DCF-BD3221947A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1405">
                <a:extLst>
                  <a:ext uri="{FF2B5EF4-FFF2-40B4-BE49-F238E27FC236}">
                    <a16:creationId xmlns:a16="http://schemas.microsoft.com/office/drawing/2014/main" id="{8CBBDBE7-39E2-713E-3C2D-9A33C3DAF2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Oval 1406">
                <a:extLst>
                  <a:ext uri="{FF2B5EF4-FFF2-40B4-BE49-F238E27FC236}">
                    <a16:creationId xmlns:a16="http://schemas.microsoft.com/office/drawing/2014/main" id="{C0510768-61EB-CB97-2F32-F4D0C9204F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" name="Group 1407">
              <a:extLst>
                <a:ext uri="{FF2B5EF4-FFF2-40B4-BE49-F238E27FC236}">
                  <a16:creationId xmlns:a16="http://schemas.microsoft.com/office/drawing/2014/main" id="{52BECAF9-1D16-AEA2-5FFB-FC709DEED9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04" name="Oval 1408">
                <a:extLst>
                  <a:ext uri="{FF2B5EF4-FFF2-40B4-BE49-F238E27FC236}">
                    <a16:creationId xmlns:a16="http://schemas.microsoft.com/office/drawing/2014/main" id="{0FC65B89-3845-D0C4-2778-E26F54A1C1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5" name="Oval 1409">
                <a:extLst>
                  <a:ext uri="{FF2B5EF4-FFF2-40B4-BE49-F238E27FC236}">
                    <a16:creationId xmlns:a16="http://schemas.microsoft.com/office/drawing/2014/main" id="{F2AA7A7D-FECE-8DB3-D7AD-66D76F51C2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" name="Freeform 1410">
                <a:extLst>
                  <a:ext uri="{FF2B5EF4-FFF2-40B4-BE49-F238E27FC236}">
                    <a16:creationId xmlns:a16="http://schemas.microsoft.com/office/drawing/2014/main" id="{3F558C71-28E7-AB65-BCD3-8063E9D5CB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Freeform 1411">
                <a:extLst>
                  <a:ext uri="{FF2B5EF4-FFF2-40B4-BE49-F238E27FC236}">
                    <a16:creationId xmlns:a16="http://schemas.microsoft.com/office/drawing/2014/main" id="{13B589FA-88F5-DE36-31EF-A843D523CC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Freeform 1412">
                <a:extLst>
                  <a:ext uri="{FF2B5EF4-FFF2-40B4-BE49-F238E27FC236}">
                    <a16:creationId xmlns:a16="http://schemas.microsoft.com/office/drawing/2014/main" id="{A5301765-C086-9CC0-1308-A8DACC7EFB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Oval 1413">
                <a:extLst>
                  <a:ext uri="{FF2B5EF4-FFF2-40B4-BE49-F238E27FC236}">
                    <a16:creationId xmlns:a16="http://schemas.microsoft.com/office/drawing/2014/main" id="{53290063-0C2A-120B-5FBB-B9208D1A51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" name="Group 1414">
              <a:extLst>
                <a:ext uri="{FF2B5EF4-FFF2-40B4-BE49-F238E27FC236}">
                  <a16:creationId xmlns:a16="http://schemas.microsoft.com/office/drawing/2014/main" id="{C66D79CD-F0C4-71C3-5623-DBB0F8DF09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98" name="Oval 1415">
                <a:extLst>
                  <a:ext uri="{FF2B5EF4-FFF2-40B4-BE49-F238E27FC236}">
                    <a16:creationId xmlns:a16="http://schemas.microsoft.com/office/drawing/2014/main" id="{F13A4721-15CC-476F-168B-0864089821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" name="Oval 1416">
                <a:extLst>
                  <a:ext uri="{FF2B5EF4-FFF2-40B4-BE49-F238E27FC236}">
                    <a16:creationId xmlns:a16="http://schemas.microsoft.com/office/drawing/2014/main" id="{702F5544-2EAA-1925-8098-7990BC33A8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" name="Freeform 1417">
                <a:extLst>
                  <a:ext uri="{FF2B5EF4-FFF2-40B4-BE49-F238E27FC236}">
                    <a16:creationId xmlns:a16="http://schemas.microsoft.com/office/drawing/2014/main" id="{4B2145C4-5512-F154-86FB-CB2B72BE65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Freeform 1418">
                <a:extLst>
                  <a:ext uri="{FF2B5EF4-FFF2-40B4-BE49-F238E27FC236}">
                    <a16:creationId xmlns:a16="http://schemas.microsoft.com/office/drawing/2014/main" id="{8026B7BC-4895-011F-DDEF-46D9FC7420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 1419">
                <a:extLst>
                  <a:ext uri="{FF2B5EF4-FFF2-40B4-BE49-F238E27FC236}">
                    <a16:creationId xmlns:a16="http://schemas.microsoft.com/office/drawing/2014/main" id="{3DA1D79F-37D0-2286-48A7-223879FA8B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Oval 1420">
                <a:extLst>
                  <a:ext uri="{FF2B5EF4-FFF2-40B4-BE49-F238E27FC236}">
                    <a16:creationId xmlns:a16="http://schemas.microsoft.com/office/drawing/2014/main" id="{BD0825DB-31BD-00A2-BFBE-D017BF9315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" name="Group 1421">
              <a:extLst>
                <a:ext uri="{FF2B5EF4-FFF2-40B4-BE49-F238E27FC236}">
                  <a16:creationId xmlns:a16="http://schemas.microsoft.com/office/drawing/2014/main" id="{331DAF15-A5F6-94B9-733F-BD1E4908CA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92" name="Oval 1422">
                <a:extLst>
                  <a:ext uri="{FF2B5EF4-FFF2-40B4-BE49-F238E27FC236}">
                    <a16:creationId xmlns:a16="http://schemas.microsoft.com/office/drawing/2014/main" id="{125374CB-D84F-379D-1195-97A82E4D87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3" name="Oval 1423">
                <a:extLst>
                  <a:ext uri="{FF2B5EF4-FFF2-40B4-BE49-F238E27FC236}">
                    <a16:creationId xmlns:a16="http://schemas.microsoft.com/office/drawing/2014/main" id="{A6766C1B-2FBB-04EB-BE1C-AA529E6A00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4" name="Freeform 1424">
                <a:extLst>
                  <a:ext uri="{FF2B5EF4-FFF2-40B4-BE49-F238E27FC236}">
                    <a16:creationId xmlns:a16="http://schemas.microsoft.com/office/drawing/2014/main" id="{E6C30BCE-4BAB-DE50-8ADB-8DF12FE4B7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 1425">
                <a:extLst>
                  <a:ext uri="{FF2B5EF4-FFF2-40B4-BE49-F238E27FC236}">
                    <a16:creationId xmlns:a16="http://schemas.microsoft.com/office/drawing/2014/main" id="{CE810324-B037-3F79-53C1-D3B36336F4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1426">
                <a:extLst>
                  <a:ext uri="{FF2B5EF4-FFF2-40B4-BE49-F238E27FC236}">
                    <a16:creationId xmlns:a16="http://schemas.microsoft.com/office/drawing/2014/main" id="{B1ADFB69-A53D-DA7B-B416-FA3D4C5D8E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Oval 1427">
                <a:extLst>
                  <a:ext uri="{FF2B5EF4-FFF2-40B4-BE49-F238E27FC236}">
                    <a16:creationId xmlns:a16="http://schemas.microsoft.com/office/drawing/2014/main" id="{0B096F12-662F-0194-BBEA-F75545E818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0" name="Group 1428">
              <a:extLst>
                <a:ext uri="{FF2B5EF4-FFF2-40B4-BE49-F238E27FC236}">
                  <a16:creationId xmlns:a16="http://schemas.microsoft.com/office/drawing/2014/main" id="{4E7EB852-3C02-406B-9B7D-4DED27E6847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86" name="Oval 1429">
                <a:extLst>
                  <a:ext uri="{FF2B5EF4-FFF2-40B4-BE49-F238E27FC236}">
                    <a16:creationId xmlns:a16="http://schemas.microsoft.com/office/drawing/2014/main" id="{F5AA05B9-3BB0-6F8F-3144-C631740267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7" name="Oval 1430">
                <a:extLst>
                  <a:ext uri="{FF2B5EF4-FFF2-40B4-BE49-F238E27FC236}">
                    <a16:creationId xmlns:a16="http://schemas.microsoft.com/office/drawing/2014/main" id="{A3E5AD81-0EB7-474B-92B1-405C600B5B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8" name="Freeform 1431">
                <a:extLst>
                  <a:ext uri="{FF2B5EF4-FFF2-40B4-BE49-F238E27FC236}">
                    <a16:creationId xmlns:a16="http://schemas.microsoft.com/office/drawing/2014/main" id="{69E015A3-42E4-A338-31E2-CEB708A88E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Freeform 1432">
                <a:extLst>
                  <a:ext uri="{FF2B5EF4-FFF2-40B4-BE49-F238E27FC236}">
                    <a16:creationId xmlns:a16="http://schemas.microsoft.com/office/drawing/2014/main" id="{12506E89-89BF-2B29-B5A0-6FEDB866FE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1433">
                <a:extLst>
                  <a:ext uri="{FF2B5EF4-FFF2-40B4-BE49-F238E27FC236}">
                    <a16:creationId xmlns:a16="http://schemas.microsoft.com/office/drawing/2014/main" id="{E0201AF9-3B62-EDE5-1892-6301EEC3F1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Oval 1434">
                <a:extLst>
                  <a:ext uri="{FF2B5EF4-FFF2-40B4-BE49-F238E27FC236}">
                    <a16:creationId xmlns:a16="http://schemas.microsoft.com/office/drawing/2014/main" id="{D96A74B2-B377-03D8-CC86-57F4D8C10F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" name="Group 1435">
              <a:extLst>
                <a:ext uri="{FF2B5EF4-FFF2-40B4-BE49-F238E27FC236}">
                  <a16:creationId xmlns:a16="http://schemas.microsoft.com/office/drawing/2014/main" id="{01961A46-D99F-028F-EA5F-DE92E85698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80" name="Oval 1436">
                <a:extLst>
                  <a:ext uri="{FF2B5EF4-FFF2-40B4-BE49-F238E27FC236}">
                    <a16:creationId xmlns:a16="http://schemas.microsoft.com/office/drawing/2014/main" id="{79BF6BD5-D86A-CD83-4BC7-C6D1051C63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1" name="Oval 1437">
                <a:extLst>
                  <a:ext uri="{FF2B5EF4-FFF2-40B4-BE49-F238E27FC236}">
                    <a16:creationId xmlns:a16="http://schemas.microsoft.com/office/drawing/2014/main" id="{8A61F8AC-E03A-CDEB-92FE-ED50314A37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2" name="Freeform 1438">
                <a:extLst>
                  <a:ext uri="{FF2B5EF4-FFF2-40B4-BE49-F238E27FC236}">
                    <a16:creationId xmlns:a16="http://schemas.microsoft.com/office/drawing/2014/main" id="{DBA811F7-FAB3-BA7F-8F81-86F5AC67C4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Freeform 1439">
                <a:extLst>
                  <a:ext uri="{FF2B5EF4-FFF2-40B4-BE49-F238E27FC236}">
                    <a16:creationId xmlns:a16="http://schemas.microsoft.com/office/drawing/2014/main" id="{34AEC153-739D-CDFD-94AF-CFF5A3ECD1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Freeform 1440">
                <a:extLst>
                  <a:ext uri="{FF2B5EF4-FFF2-40B4-BE49-F238E27FC236}">
                    <a16:creationId xmlns:a16="http://schemas.microsoft.com/office/drawing/2014/main" id="{ECCFBA3D-72A7-AC63-40B5-7C19498A8E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Oval 1441">
                <a:extLst>
                  <a:ext uri="{FF2B5EF4-FFF2-40B4-BE49-F238E27FC236}">
                    <a16:creationId xmlns:a16="http://schemas.microsoft.com/office/drawing/2014/main" id="{14A00693-6173-A1FB-A2D5-82160985ED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2" name="Group 1442">
              <a:extLst>
                <a:ext uri="{FF2B5EF4-FFF2-40B4-BE49-F238E27FC236}">
                  <a16:creationId xmlns:a16="http://schemas.microsoft.com/office/drawing/2014/main" id="{8E7869EB-5E6C-5ECE-E25C-5CC71F34447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74" name="Oval 1443">
                <a:extLst>
                  <a:ext uri="{FF2B5EF4-FFF2-40B4-BE49-F238E27FC236}">
                    <a16:creationId xmlns:a16="http://schemas.microsoft.com/office/drawing/2014/main" id="{2EDCB879-04AD-B641-CE78-EFD64EE75D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" name="Oval 1444">
                <a:extLst>
                  <a:ext uri="{FF2B5EF4-FFF2-40B4-BE49-F238E27FC236}">
                    <a16:creationId xmlns:a16="http://schemas.microsoft.com/office/drawing/2014/main" id="{39E08BCD-A56A-FCED-9805-5B3EF3C3E7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6" name="Freeform 1445">
                <a:extLst>
                  <a:ext uri="{FF2B5EF4-FFF2-40B4-BE49-F238E27FC236}">
                    <a16:creationId xmlns:a16="http://schemas.microsoft.com/office/drawing/2014/main" id="{8851731A-1884-2CFD-61CD-CB231C1FB5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Freeform 1446">
                <a:extLst>
                  <a:ext uri="{FF2B5EF4-FFF2-40B4-BE49-F238E27FC236}">
                    <a16:creationId xmlns:a16="http://schemas.microsoft.com/office/drawing/2014/main" id="{79B8A7E0-044B-F1A2-444F-68E121C7DA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Freeform 1447">
                <a:extLst>
                  <a:ext uri="{FF2B5EF4-FFF2-40B4-BE49-F238E27FC236}">
                    <a16:creationId xmlns:a16="http://schemas.microsoft.com/office/drawing/2014/main" id="{115D2162-2151-FE0C-AAEA-708DB88193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Oval 1448">
                <a:extLst>
                  <a:ext uri="{FF2B5EF4-FFF2-40B4-BE49-F238E27FC236}">
                    <a16:creationId xmlns:a16="http://schemas.microsoft.com/office/drawing/2014/main" id="{00AA6D5A-C391-223D-39CC-377B6235AA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" name="Group 1449">
              <a:extLst>
                <a:ext uri="{FF2B5EF4-FFF2-40B4-BE49-F238E27FC236}">
                  <a16:creationId xmlns:a16="http://schemas.microsoft.com/office/drawing/2014/main" id="{454156C5-8036-88B9-3ED5-E8C6AAC603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68" name="Oval 1450">
                <a:extLst>
                  <a:ext uri="{FF2B5EF4-FFF2-40B4-BE49-F238E27FC236}">
                    <a16:creationId xmlns:a16="http://schemas.microsoft.com/office/drawing/2014/main" id="{571053D7-BD75-2647-ED9A-F5A3548235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9" name="Oval 1451">
                <a:extLst>
                  <a:ext uri="{FF2B5EF4-FFF2-40B4-BE49-F238E27FC236}">
                    <a16:creationId xmlns:a16="http://schemas.microsoft.com/office/drawing/2014/main" id="{8C087DEE-25C9-AAB5-9FD7-6FD4DD8D25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0" name="Freeform 1452">
                <a:extLst>
                  <a:ext uri="{FF2B5EF4-FFF2-40B4-BE49-F238E27FC236}">
                    <a16:creationId xmlns:a16="http://schemas.microsoft.com/office/drawing/2014/main" id="{B9C70B6C-5FB2-3148-3206-2CC692DD59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1453">
                <a:extLst>
                  <a:ext uri="{FF2B5EF4-FFF2-40B4-BE49-F238E27FC236}">
                    <a16:creationId xmlns:a16="http://schemas.microsoft.com/office/drawing/2014/main" id="{97436ABD-BCEC-E7E3-DCE1-26BAD98C60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1454">
                <a:extLst>
                  <a:ext uri="{FF2B5EF4-FFF2-40B4-BE49-F238E27FC236}">
                    <a16:creationId xmlns:a16="http://schemas.microsoft.com/office/drawing/2014/main" id="{4ECEA0D3-4C22-0615-603F-A816F611C2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Oval 1455">
                <a:extLst>
                  <a:ext uri="{FF2B5EF4-FFF2-40B4-BE49-F238E27FC236}">
                    <a16:creationId xmlns:a16="http://schemas.microsoft.com/office/drawing/2014/main" id="{C9E87599-585B-F1E4-0211-BA89097E2F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" name="Group 1456">
              <a:extLst>
                <a:ext uri="{FF2B5EF4-FFF2-40B4-BE49-F238E27FC236}">
                  <a16:creationId xmlns:a16="http://schemas.microsoft.com/office/drawing/2014/main" id="{91E6A379-8A0E-1833-19BD-FD11F0CBFD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62" name="Oval 1457">
                <a:extLst>
                  <a:ext uri="{FF2B5EF4-FFF2-40B4-BE49-F238E27FC236}">
                    <a16:creationId xmlns:a16="http://schemas.microsoft.com/office/drawing/2014/main" id="{874C769E-B3EC-F382-7C15-4DDC04DC1E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" name="Oval 1458">
                <a:extLst>
                  <a:ext uri="{FF2B5EF4-FFF2-40B4-BE49-F238E27FC236}">
                    <a16:creationId xmlns:a16="http://schemas.microsoft.com/office/drawing/2014/main" id="{85C92F72-BC2D-EE28-394F-101C74885F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4" name="Freeform 1459">
                <a:extLst>
                  <a:ext uri="{FF2B5EF4-FFF2-40B4-BE49-F238E27FC236}">
                    <a16:creationId xmlns:a16="http://schemas.microsoft.com/office/drawing/2014/main" id="{17F6B592-05B9-8AF4-F329-525A408507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1460">
                <a:extLst>
                  <a:ext uri="{FF2B5EF4-FFF2-40B4-BE49-F238E27FC236}">
                    <a16:creationId xmlns:a16="http://schemas.microsoft.com/office/drawing/2014/main" id="{1B0E4F6A-D75E-9B97-7F62-BA09078061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1461">
                <a:extLst>
                  <a:ext uri="{FF2B5EF4-FFF2-40B4-BE49-F238E27FC236}">
                    <a16:creationId xmlns:a16="http://schemas.microsoft.com/office/drawing/2014/main" id="{95DC0ED6-25C7-2AB6-30AD-5790667D28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Oval 1462">
                <a:extLst>
                  <a:ext uri="{FF2B5EF4-FFF2-40B4-BE49-F238E27FC236}">
                    <a16:creationId xmlns:a16="http://schemas.microsoft.com/office/drawing/2014/main" id="{D2C330B6-F782-F89A-5085-A4C08DF058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" name="Group 1463">
              <a:extLst>
                <a:ext uri="{FF2B5EF4-FFF2-40B4-BE49-F238E27FC236}">
                  <a16:creationId xmlns:a16="http://schemas.microsoft.com/office/drawing/2014/main" id="{4BEF4167-84A8-245C-3793-2D7BCC3831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6" name="Oval 1464">
                <a:extLst>
                  <a:ext uri="{FF2B5EF4-FFF2-40B4-BE49-F238E27FC236}">
                    <a16:creationId xmlns:a16="http://schemas.microsoft.com/office/drawing/2014/main" id="{F397B536-5A7D-2CE5-C655-4BD15B3ADE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" name="Oval 1465">
                <a:extLst>
                  <a:ext uri="{FF2B5EF4-FFF2-40B4-BE49-F238E27FC236}">
                    <a16:creationId xmlns:a16="http://schemas.microsoft.com/office/drawing/2014/main" id="{0DAEC46B-2462-2D09-BDA1-0BFDE0E6B1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" name="Freeform 1466">
                <a:extLst>
                  <a:ext uri="{FF2B5EF4-FFF2-40B4-BE49-F238E27FC236}">
                    <a16:creationId xmlns:a16="http://schemas.microsoft.com/office/drawing/2014/main" id="{96645717-58EC-9C63-DCE2-6603CEEDAF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Freeform 1467">
                <a:extLst>
                  <a:ext uri="{FF2B5EF4-FFF2-40B4-BE49-F238E27FC236}">
                    <a16:creationId xmlns:a16="http://schemas.microsoft.com/office/drawing/2014/main" id="{9B103231-9001-8222-2DBB-2B30AAFE43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1468">
                <a:extLst>
                  <a:ext uri="{FF2B5EF4-FFF2-40B4-BE49-F238E27FC236}">
                    <a16:creationId xmlns:a16="http://schemas.microsoft.com/office/drawing/2014/main" id="{C0953210-DACC-5C46-FD2B-677D600294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Oval 1469">
                <a:extLst>
                  <a:ext uri="{FF2B5EF4-FFF2-40B4-BE49-F238E27FC236}">
                    <a16:creationId xmlns:a16="http://schemas.microsoft.com/office/drawing/2014/main" id="{FA39493E-E7C2-283E-C898-23B11C710C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6" name="Group 1470">
              <a:extLst>
                <a:ext uri="{FF2B5EF4-FFF2-40B4-BE49-F238E27FC236}">
                  <a16:creationId xmlns:a16="http://schemas.microsoft.com/office/drawing/2014/main" id="{F0B1E7AD-6C8D-F1E3-8819-D3CCB301FC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0" name="Oval 1471">
                <a:extLst>
                  <a:ext uri="{FF2B5EF4-FFF2-40B4-BE49-F238E27FC236}">
                    <a16:creationId xmlns:a16="http://schemas.microsoft.com/office/drawing/2014/main" id="{072CEDA8-D3DF-C20A-38CE-B4F64AA2ED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" name="Oval 1472">
                <a:extLst>
                  <a:ext uri="{FF2B5EF4-FFF2-40B4-BE49-F238E27FC236}">
                    <a16:creationId xmlns:a16="http://schemas.microsoft.com/office/drawing/2014/main" id="{50D3A817-A21D-1733-BCD9-C4B8E74DE9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" name="Freeform 1473">
                <a:extLst>
                  <a:ext uri="{FF2B5EF4-FFF2-40B4-BE49-F238E27FC236}">
                    <a16:creationId xmlns:a16="http://schemas.microsoft.com/office/drawing/2014/main" id="{2F853AD3-C7DF-2418-854F-65F77950F9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Freeform 1474">
                <a:extLst>
                  <a:ext uri="{FF2B5EF4-FFF2-40B4-BE49-F238E27FC236}">
                    <a16:creationId xmlns:a16="http://schemas.microsoft.com/office/drawing/2014/main" id="{0C5DCAE4-7CB9-9CA3-2EE5-8E48E2E6D3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1475">
                <a:extLst>
                  <a:ext uri="{FF2B5EF4-FFF2-40B4-BE49-F238E27FC236}">
                    <a16:creationId xmlns:a16="http://schemas.microsoft.com/office/drawing/2014/main" id="{21BEBE42-8AEC-D53F-ECBE-5CE2B413A2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Oval 1476">
                <a:extLst>
                  <a:ext uri="{FF2B5EF4-FFF2-40B4-BE49-F238E27FC236}">
                    <a16:creationId xmlns:a16="http://schemas.microsoft.com/office/drawing/2014/main" id="{5C73D0C7-5345-215C-3D3A-96C7FE9994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7" name="Group 1477">
              <a:extLst>
                <a:ext uri="{FF2B5EF4-FFF2-40B4-BE49-F238E27FC236}">
                  <a16:creationId xmlns:a16="http://schemas.microsoft.com/office/drawing/2014/main" id="{AC81D5D9-49CD-F708-6AE4-7402ACB6C1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44" name="Oval 1478">
                <a:extLst>
                  <a:ext uri="{FF2B5EF4-FFF2-40B4-BE49-F238E27FC236}">
                    <a16:creationId xmlns:a16="http://schemas.microsoft.com/office/drawing/2014/main" id="{EFAF5D90-9BD5-A637-1BBB-89ECAA19E0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" name="Oval 1479">
                <a:extLst>
                  <a:ext uri="{FF2B5EF4-FFF2-40B4-BE49-F238E27FC236}">
                    <a16:creationId xmlns:a16="http://schemas.microsoft.com/office/drawing/2014/main" id="{DC78030E-ED51-2D2D-9EA8-BA5646289E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" name="Freeform 1480">
                <a:extLst>
                  <a:ext uri="{FF2B5EF4-FFF2-40B4-BE49-F238E27FC236}">
                    <a16:creationId xmlns:a16="http://schemas.microsoft.com/office/drawing/2014/main" id="{EA8CF719-8B50-D050-C5D9-9ED661C8F8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Freeform 1481">
                <a:extLst>
                  <a:ext uri="{FF2B5EF4-FFF2-40B4-BE49-F238E27FC236}">
                    <a16:creationId xmlns:a16="http://schemas.microsoft.com/office/drawing/2014/main" id="{B7D61053-D939-D74A-AC03-CA3AF64FC2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1482">
                <a:extLst>
                  <a:ext uri="{FF2B5EF4-FFF2-40B4-BE49-F238E27FC236}">
                    <a16:creationId xmlns:a16="http://schemas.microsoft.com/office/drawing/2014/main" id="{7C96B220-D304-E129-C4CF-AECD1E5F0C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Oval 1483">
                <a:extLst>
                  <a:ext uri="{FF2B5EF4-FFF2-40B4-BE49-F238E27FC236}">
                    <a16:creationId xmlns:a16="http://schemas.microsoft.com/office/drawing/2014/main" id="{262BF2C8-CE40-0A6F-1403-11D625BE5E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" name="Group 1484">
              <a:extLst>
                <a:ext uri="{FF2B5EF4-FFF2-40B4-BE49-F238E27FC236}">
                  <a16:creationId xmlns:a16="http://schemas.microsoft.com/office/drawing/2014/main" id="{3148518B-22AA-56DA-4F19-E0F4CE274F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38" name="Oval 1485">
                <a:extLst>
                  <a:ext uri="{FF2B5EF4-FFF2-40B4-BE49-F238E27FC236}">
                    <a16:creationId xmlns:a16="http://schemas.microsoft.com/office/drawing/2014/main" id="{93223AB6-A3AC-53EB-FD12-4B06957A6E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" name="Oval 1486">
                <a:extLst>
                  <a:ext uri="{FF2B5EF4-FFF2-40B4-BE49-F238E27FC236}">
                    <a16:creationId xmlns:a16="http://schemas.microsoft.com/office/drawing/2014/main" id="{25A406B7-633D-2C5A-8B2C-814F8A901B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" name="Freeform 1487">
                <a:extLst>
                  <a:ext uri="{FF2B5EF4-FFF2-40B4-BE49-F238E27FC236}">
                    <a16:creationId xmlns:a16="http://schemas.microsoft.com/office/drawing/2014/main" id="{F405F85B-4723-E81C-E18C-D96308D65A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1488">
                <a:extLst>
                  <a:ext uri="{FF2B5EF4-FFF2-40B4-BE49-F238E27FC236}">
                    <a16:creationId xmlns:a16="http://schemas.microsoft.com/office/drawing/2014/main" id="{162D1273-9525-EBE6-ADDF-BC0B9D24BA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1489">
                <a:extLst>
                  <a:ext uri="{FF2B5EF4-FFF2-40B4-BE49-F238E27FC236}">
                    <a16:creationId xmlns:a16="http://schemas.microsoft.com/office/drawing/2014/main" id="{6B3FFD98-8BBB-DD8A-2DA7-9111BC1737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Oval 1490">
                <a:extLst>
                  <a:ext uri="{FF2B5EF4-FFF2-40B4-BE49-F238E27FC236}">
                    <a16:creationId xmlns:a16="http://schemas.microsoft.com/office/drawing/2014/main" id="{C07F4936-ECC6-8C2E-8FE0-EE4C1C2654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9" name="Group 1491">
              <a:extLst>
                <a:ext uri="{FF2B5EF4-FFF2-40B4-BE49-F238E27FC236}">
                  <a16:creationId xmlns:a16="http://schemas.microsoft.com/office/drawing/2014/main" id="{54DA1EAF-E5CD-9E71-F2DC-3FE5C9D4AD3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32" name="Oval 1492">
                <a:extLst>
                  <a:ext uri="{FF2B5EF4-FFF2-40B4-BE49-F238E27FC236}">
                    <a16:creationId xmlns:a16="http://schemas.microsoft.com/office/drawing/2014/main" id="{E1C8F641-C67C-8BAB-15C0-338C68C3D3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" name="Oval 1493">
                <a:extLst>
                  <a:ext uri="{FF2B5EF4-FFF2-40B4-BE49-F238E27FC236}">
                    <a16:creationId xmlns:a16="http://schemas.microsoft.com/office/drawing/2014/main" id="{F53A1082-B19A-D262-4507-B07B4BBED3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" name="Freeform 1494">
                <a:extLst>
                  <a:ext uri="{FF2B5EF4-FFF2-40B4-BE49-F238E27FC236}">
                    <a16:creationId xmlns:a16="http://schemas.microsoft.com/office/drawing/2014/main" id="{D7701E53-B130-0F59-BEBE-9CDE0401F7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Freeform 1495">
                <a:extLst>
                  <a:ext uri="{FF2B5EF4-FFF2-40B4-BE49-F238E27FC236}">
                    <a16:creationId xmlns:a16="http://schemas.microsoft.com/office/drawing/2014/main" id="{28E14D09-09B5-07CA-F3AD-2CD9705DBD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Freeform 1496">
                <a:extLst>
                  <a:ext uri="{FF2B5EF4-FFF2-40B4-BE49-F238E27FC236}">
                    <a16:creationId xmlns:a16="http://schemas.microsoft.com/office/drawing/2014/main" id="{FF53B3AC-12CF-95C2-58A1-21FB1C7A86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Oval 1497">
                <a:extLst>
                  <a:ext uri="{FF2B5EF4-FFF2-40B4-BE49-F238E27FC236}">
                    <a16:creationId xmlns:a16="http://schemas.microsoft.com/office/drawing/2014/main" id="{7D899315-2C98-81CF-89C2-640C7C29FE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" name="Group 1498">
              <a:extLst>
                <a:ext uri="{FF2B5EF4-FFF2-40B4-BE49-F238E27FC236}">
                  <a16:creationId xmlns:a16="http://schemas.microsoft.com/office/drawing/2014/main" id="{A9814D23-453D-113E-007C-ACFA15F2AD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26" name="Oval 1499">
                <a:extLst>
                  <a:ext uri="{FF2B5EF4-FFF2-40B4-BE49-F238E27FC236}">
                    <a16:creationId xmlns:a16="http://schemas.microsoft.com/office/drawing/2014/main" id="{77118F43-D581-F3CF-E0A8-1212DE8CB1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" name="Oval 1500">
                <a:extLst>
                  <a:ext uri="{FF2B5EF4-FFF2-40B4-BE49-F238E27FC236}">
                    <a16:creationId xmlns:a16="http://schemas.microsoft.com/office/drawing/2014/main" id="{71CA0208-3ED9-ACBF-BDBA-BB6710B97E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" name="Freeform 1501">
                <a:extLst>
                  <a:ext uri="{FF2B5EF4-FFF2-40B4-BE49-F238E27FC236}">
                    <a16:creationId xmlns:a16="http://schemas.microsoft.com/office/drawing/2014/main" id="{38563491-6A43-8FFD-64E8-B8E76F09B2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Freeform 1502">
                <a:extLst>
                  <a:ext uri="{FF2B5EF4-FFF2-40B4-BE49-F238E27FC236}">
                    <a16:creationId xmlns:a16="http://schemas.microsoft.com/office/drawing/2014/main" id="{32FBE217-9695-D4BF-87FD-4BCF010AB9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Freeform 1503">
                <a:extLst>
                  <a:ext uri="{FF2B5EF4-FFF2-40B4-BE49-F238E27FC236}">
                    <a16:creationId xmlns:a16="http://schemas.microsoft.com/office/drawing/2014/main" id="{27307FB9-0952-6F47-B804-D9A53491DA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Oval 1504">
                <a:extLst>
                  <a:ext uri="{FF2B5EF4-FFF2-40B4-BE49-F238E27FC236}">
                    <a16:creationId xmlns:a16="http://schemas.microsoft.com/office/drawing/2014/main" id="{387ABF1C-2DF3-2337-3990-09A7035A29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1" name="Group 1505">
              <a:extLst>
                <a:ext uri="{FF2B5EF4-FFF2-40B4-BE49-F238E27FC236}">
                  <a16:creationId xmlns:a16="http://schemas.microsoft.com/office/drawing/2014/main" id="{55A1B845-CA07-A265-BFF4-ADDDD07AF3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0" name="Oval 1506">
                <a:extLst>
                  <a:ext uri="{FF2B5EF4-FFF2-40B4-BE49-F238E27FC236}">
                    <a16:creationId xmlns:a16="http://schemas.microsoft.com/office/drawing/2014/main" id="{E1983FDA-4861-F294-004E-9C068B8B25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" name="Oval 1507">
                <a:extLst>
                  <a:ext uri="{FF2B5EF4-FFF2-40B4-BE49-F238E27FC236}">
                    <a16:creationId xmlns:a16="http://schemas.microsoft.com/office/drawing/2014/main" id="{57D075FE-42B9-27F4-41EB-F9990ED8C9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" name="Freeform 1508">
                <a:extLst>
                  <a:ext uri="{FF2B5EF4-FFF2-40B4-BE49-F238E27FC236}">
                    <a16:creationId xmlns:a16="http://schemas.microsoft.com/office/drawing/2014/main" id="{01104756-9FEE-D1A7-2099-8CD4B29E12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Freeform 1509">
                <a:extLst>
                  <a:ext uri="{FF2B5EF4-FFF2-40B4-BE49-F238E27FC236}">
                    <a16:creationId xmlns:a16="http://schemas.microsoft.com/office/drawing/2014/main" id="{291FECEE-9849-10D9-3657-41D7D84EDF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Freeform 1510">
                <a:extLst>
                  <a:ext uri="{FF2B5EF4-FFF2-40B4-BE49-F238E27FC236}">
                    <a16:creationId xmlns:a16="http://schemas.microsoft.com/office/drawing/2014/main" id="{2B19DD52-D2A5-CF53-F38A-956394D049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Oval 1511">
                <a:extLst>
                  <a:ext uri="{FF2B5EF4-FFF2-40B4-BE49-F238E27FC236}">
                    <a16:creationId xmlns:a16="http://schemas.microsoft.com/office/drawing/2014/main" id="{2156A982-2EEA-F05F-80E9-6FADD68750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" name="Group 1512">
              <a:extLst>
                <a:ext uri="{FF2B5EF4-FFF2-40B4-BE49-F238E27FC236}">
                  <a16:creationId xmlns:a16="http://schemas.microsoft.com/office/drawing/2014/main" id="{7AB23FF5-5034-EFF3-375E-0FFDDBE714D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14" name="Oval 1513">
                <a:extLst>
                  <a:ext uri="{FF2B5EF4-FFF2-40B4-BE49-F238E27FC236}">
                    <a16:creationId xmlns:a16="http://schemas.microsoft.com/office/drawing/2014/main" id="{6BDBFD08-E63D-65F8-8F47-60AA11D119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" name="Oval 1514">
                <a:extLst>
                  <a:ext uri="{FF2B5EF4-FFF2-40B4-BE49-F238E27FC236}">
                    <a16:creationId xmlns:a16="http://schemas.microsoft.com/office/drawing/2014/main" id="{437E4593-8C27-2EBF-4E63-4EDCB975A1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" name="Freeform 1515">
                <a:extLst>
                  <a:ext uri="{FF2B5EF4-FFF2-40B4-BE49-F238E27FC236}">
                    <a16:creationId xmlns:a16="http://schemas.microsoft.com/office/drawing/2014/main" id="{8633C7D3-691E-5558-0EE1-7CDDC606BF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Freeform 1516">
                <a:extLst>
                  <a:ext uri="{FF2B5EF4-FFF2-40B4-BE49-F238E27FC236}">
                    <a16:creationId xmlns:a16="http://schemas.microsoft.com/office/drawing/2014/main" id="{78DCCE81-61A4-3E0E-86AB-445D5DC9E1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Freeform 1517">
                <a:extLst>
                  <a:ext uri="{FF2B5EF4-FFF2-40B4-BE49-F238E27FC236}">
                    <a16:creationId xmlns:a16="http://schemas.microsoft.com/office/drawing/2014/main" id="{B92D999A-727E-7320-4230-84DD6E3A48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Oval 1518">
                <a:extLst>
                  <a:ext uri="{FF2B5EF4-FFF2-40B4-BE49-F238E27FC236}">
                    <a16:creationId xmlns:a16="http://schemas.microsoft.com/office/drawing/2014/main" id="{19CFAAB2-099C-0038-07BB-1BCD6AC203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" name="Group 1519">
              <a:extLst>
                <a:ext uri="{FF2B5EF4-FFF2-40B4-BE49-F238E27FC236}">
                  <a16:creationId xmlns:a16="http://schemas.microsoft.com/office/drawing/2014/main" id="{9A4B2DE7-8209-AF28-DDEA-55CF5A3287C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8" name="Oval 1520">
                <a:extLst>
                  <a:ext uri="{FF2B5EF4-FFF2-40B4-BE49-F238E27FC236}">
                    <a16:creationId xmlns:a16="http://schemas.microsoft.com/office/drawing/2014/main" id="{4D169CC3-8CF9-0697-DA00-D17A60E572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" name="Oval 1521">
                <a:extLst>
                  <a:ext uri="{FF2B5EF4-FFF2-40B4-BE49-F238E27FC236}">
                    <a16:creationId xmlns:a16="http://schemas.microsoft.com/office/drawing/2014/main" id="{6B87ED2E-37D3-07F4-1716-8FC964AFF7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" name="Freeform 1522">
                <a:extLst>
                  <a:ext uri="{FF2B5EF4-FFF2-40B4-BE49-F238E27FC236}">
                    <a16:creationId xmlns:a16="http://schemas.microsoft.com/office/drawing/2014/main" id="{4E4126BF-5D14-19C1-F35D-5FBE56C7DC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Freeform 1523">
                <a:extLst>
                  <a:ext uri="{FF2B5EF4-FFF2-40B4-BE49-F238E27FC236}">
                    <a16:creationId xmlns:a16="http://schemas.microsoft.com/office/drawing/2014/main" id="{19652CB8-77C9-0A23-3879-ED67A9F215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Freeform 1524">
                <a:extLst>
                  <a:ext uri="{FF2B5EF4-FFF2-40B4-BE49-F238E27FC236}">
                    <a16:creationId xmlns:a16="http://schemas.microsoft.com/office/drawing/2014/main" id="{88BC630F-94AD-E8E7-B175-7C3C3ACF83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Oval 1525">
                <a:extLst>
                  <a:ext uri="{FF2B5EF4-FFF2-40B4-BE49-F238E27FC236}">
                    <a16:creationId xmlns:a16="http://schemas.microsoft.com/office/drawing/2014/main" id="{56267EC2-E81C-365D-6DDB-201D5E1E54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" name="Group 1526">
              <a:extLst>
                <a:ext uri="{FF2B5EF4-FFF2-40B4-BE49-F238E27FC236}">
                  <a16:creationId xmlns:a16="http://schemas.microsoft.com/office/drawing/2014/main" id="{3F69DB13-F39C-A894-61B1-76092A6C802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2" name="Oval 1527">
                <a:extLst>
                  <a:ext uri="{FF2B5EF4-FFF2-40B4-BE49-F238E27FC236}">
                    <a16:creationId xmlns:a16="http://schemas.microsoft.com/office/drawing/2014/main" id="{6F9DF5C5-37A7-2349-AAC0-38A8EBD030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" name="Oval 1528">
                <a:extLst>
                  <a:ext uri="{FF2B5EF4-FFF2-40B4-BE49-F238E27FC236}">
                    <a16:creationId xmlns:a16="http://schemas.microsoft.com/office/drawing/2014/main" id="{E82B4D4A-5459-316E-143A-B4DE0E56F4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" name="Freeform 1529">
                <a:extLst>
                  <a:ext uri="{FF2B5EF4-FFF2-40B4-BE49-F238E27FC236}">
                    <a16:creationId xmlns:a16="http://schemas.microsoft.com/office/drawing/2014/main" id="{AE2EEFA6-50CA-2D42-38F7-35EBC64280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1530">
                <a:extLst>
                  <a:ext uri="{FF2B5EF4-FFF2-40B4-BE49-F238E27FC236}">
                    <a16:creationId xmlns:a16="http://schemas.microsoft.com/office/drawing/2014/main" id="{9149A9F8-E119-7841-74C5-706E77EA85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1531">
                <a:extLst>
                  <a:ext uri="{FF2B5EF4-FFF2-40B4-BE49-F238E27FC236}">
                    <a16:creationId xmlns:a16="http://schemas.microsoft.com/office/drawing/2014/main" id="{06E80746-723C-73E4-ACBA-99F15D2A23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Oval 1532">
                <a:extLst>
                  <a:ext uri="{FF2B5EF4-FFF2-40B4-BE49-F238E27FC236}">
                    <a16:creationId xmlns:a16="http://schemas.microsoft.com/office/drawing/2014/main" id="{046ACEBE-BD96-E471-C06F-07A7195000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" name="Group 1533">
              <a:extLst>
                <a:ext uri="{FF2B5EF4-FFF2-40B4-BE49-F238E27FC236}">
                  <a16:creationId xmlns:a16="http://schemas.microsoft.com/office/drawing/2014/main" id="{C6E41F6C-14EE-82AB-2306-D84674F69F0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96" name="Oval 1534">
                <a:extLst>
                  <a:ext uri="{FF2B5EF4-FFF2-40B4-BE49-F238E27FC236}">
                    <a16:creationId xmlns:a16="http://schemas.microsoft.com/office/drawing/2014/main" id="{EA5A148A-65BD-FEA2-45E5-2BBA124D5F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" name="Oval 1535">
                <a:extLst>
                  <a:ext uri="{FF2B5EF4-FFF2-40B4-BE49-F238E27FC236}">
                    <a16:creationId xmlns:a16="http://schemas.microsoft.com/office/drawing/2014/main" id="{4546EE47-FDFC-A68A-C085-373AB8FD00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" name="Freeform 1536">
                <a:extLst>
                  <a:ext uri="{FF2B5EF4-FFF2-40B4-BE49-F238E27FC236}">
                    <a16:creationId xmlns:a16="http://schemas.microsoft.com/office/drawing/2014/main" id="{61CB11E9-EB70-573C-DCA9-97145EAA92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1537">
                <a:extLst>
                  <a:ext uri="{FF2B5EF4-FFF2-40B4-BE49-F238E27FC236}">
                    <a16:creationId xmlns:a16="http://schemas.microsoft.com/office/drawing/2014/main" id="{A20C0055-574C-57DE-1BF3-5540B8C8E0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1538">
                <a:extLst>
                  <a:ext uri="{FF2B5EF4-FFF2-40B4-BE49-F238E27FC236}">
                    <a16:creationId xmlns:a16="http://schemas.microsoft.com/office/drawing/2014/main" id="{1B35CD1F-48EB-3878-7FEA-758E06B3EB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Oval 1539">
                <a:extLst>
                  <a:ext uri="{FF2B5EF4-FFF2-40B4-BE49-F238E27FC236}">
                    <a16:creationId xmlns:a16="http://schemas.microsoft.com/office/drawing/2014/main" id="{A0639255-B313-5860-C032-96CC539B14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" name="Group 1540">
              <a:extLst>
                <a:ext uri="{FF2B5EF4-FFF2-40B4-BE49-F238E27FC236}">
                  <a16:creationId xmlns:a16="http://schemas.microsoft.com/office/drawing/2014/main" id="{0316D22F-56C3-7EB8-7BF6-80832F4B9C9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90" name="Oval 1541">
                <a:extLst>
                  <a:ext uri="{FF2B5EF4-FFF2-40B4-BE49-F238E27FC236}">
                    <a16:creationId xmlns:a16="http://schemas.microsoft.com/office/drawing/2014/main" id="{3503D9B7-0650-0FD0-5F64-7973A401EA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" name="Oval 1542">
                <a:extLst>
                  <a:ext uri="{FF2B5EF4-FFF2-40B4-BE49-F238E27FC236}">
                    <a16:creationId xmlns:a16="http://schemas.microsoft.com/office/drawing/2014/main" id="{DF46040B-76F9-00F9-5896-387B1BC9DF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" name="Freeform 1543">
                <a:extLst>
                  <a:ext uri="{FF2B5EF4-FFF2-40B4-BE49-F238E27FC236}">
                    <a16:creationId xmlns:a16="http://schemas.microsoft.com/office/drawing/2014/main" id="{AEFBE7F3-0769-B84C-5986-408A26156E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1544">
                <a:extLst>
                  <a:ext uri="{FF2B5EF4-FFF2-40B4-BE49-F238E27FC236}">
                    <a16:creationId xmlns:a16="http://schemas.microsoft.com/office/drawing/2014/main" id="{F3405CB6-A90A-C14D-1F1D-210B29385C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1545">
                <a:extLst>
                  <a:ext uri="{FF2B5EF4-FFF2-40B4-BE49-F238E27FC236}">
                    <a16:creationId xmlns:a16="http://schemas.microsoft.com/office/drawing/2014/main" id="{4FD89544-4CC2-C3F5-554A-F72243C78A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Oval 1546">
                <a:extLst>
                  <a:ext uri="{FF2B5EF4-FFF2-40B4-BE49-F238E27FC236}">
                    <a16:creationId xmlns:a16="http://schemas.microsoft.com/office/drawing/2014/main" id="{E1EC4E1B-A19A-AD2D-73B2-4627D62754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" name="Group 1547">
              <a:extLst>
                <a:ext uri="{FF2B5EF4-FFF2-40B4-BE49-F238E27FC236}">
                  <a16:creationId xmlns:a16="http://schemas.microsoft.com/office/drawing/2014/main" id="{66626F15-38D4-3FC3-098F-186F1B6001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84" name="Oval 1548">
                <a:extLst>
                  <a:ext uri="{FF2B5EF4-FFF2-40B4-BE49-F238E27FC236}">
                    <a16:creationId xmlns:a16="http://schemas.microsoft.com/office/drawing/2014/main" id="{66F2BEC0-A0F7-98CD-2A3E-0EBF71BE8D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" name="Oval 1549">
                <a:extLst>
                  <a:ext uri="{FF2B5EF4-FFF2-40B4-BE49-F238E27FC236}">
                    <a16:creationId xmlns:a16="http://schemas.microsoft.com/office/drawing/2014/main" id="{9D9D0EA5-AFE8-1C37-C2B1-16F0962041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" name="Freeform 1550">
                <a:extLst>
                  <a:ext uri="{FF2B5EF4-FFF2-40B4-BE49-F238E27FC236}">
                    <a16:creationId xmlns:a16="http://schemas.microsoft.com/office/drawing/2014/main" id="{95EEED74-CB21-107F-03E3-BD2EAE4B2F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1551">
                <a:extLst>
                  <a:ext uri="{FF2B5EF4-FFF2-40B4-BE49-F238E27FC236}">
                    <a16:creationId xmlns:a16="http://schemas.microsoft.com/office/drawing/2014/main" id="{D99753C4-FBD5-38B0-4967-34263905E9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1552">
                <a:extLst>
                  <a:ext uri="{FF2B5EF4-FFF2-40B4-BE49-F238E27FC236}">
                    <a16:creationId xmlns:a16="http://schemas.microsoft.com/office/drawing/2014/main" id="{EF78F694-8D01-78EA-8185-DB1C445DB4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Oval 1553">
                <a:extLst>
                  <a:ext uri="{FF2B5EF4-FFF2-40B4-BE49-F238E27FC236}">
                    <a16:creationId xmlns:a16="http://schemas.microsoft.com/office/drawing/2014/main" id="{217C3C0B-F4C2-3AEF-08CF-56DA8687DE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" name="Group 1554">
              <a:extLst>
                <a:ext uri="{FF2B5EF4-FFF2-40B4-BE49-F238E27FC236}">
                  <a16:creationId xmlns:a16="http://schemas.microsoft.com/office/drawing/2014/main" id="{76DAEBC8-A098-7FDF-6B5C-E88499FE49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78" name="Oval 1555">
                <a:extLst>
                  <a:ext uri="{FF2B5EF4-FFF2-40B4-BE49-F238E27FC236}">
                    <a16:creationId xmlns:a16="http://schemas.microsoft.com/office/drawing/2014/main" id="{C822B118-C142-7B3E-0833-9518516240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" name="Oval 1556">
                <a:extLst>
                  <a:ext uri="{FF2B5EF4-FFF2-40B4-BE49-F238E27FC236}">
                    <a16:creationId xmlns:a16="http://schemas.microsoft.com/office/drawing/2014/main" id="{68486624-FD41-BCAF-9BB2-A3F0283444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" name="Freeform 1557">
                <a:extLst>
                  <a:ext uri="{FF2B5EF4-FFF2-40B4-BE49-F238E27FC236}">
                    <a16:creationId xmlns:a16="http://schemas.microsoft.com/office/drawing/2014/main" id="{1D3A51DF-5EE5-10B6-10CD-224162E04F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Freeform 1558">
                <a:extLst>
                  <a:ext uri="{FF2B5EF4-FFF2-40B4-BE49-F238E27FC236}">
                    <a16:creationId xmlns:a16="http://schemas.microsoft.com/office/drawing/2014/main" id="{C9DDD948-FD94-B371-A8FB-60770B99BF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Freeform 1559">
                <a:extLst>
                  <a:ext uri="{FF2B5EF4-FFF2-40B4-BE49-F238E27FC236}">
                    <a16:creationId xmlns:a16="http://schemas.microsoft.com/office/drawing/2014/main" id="{32036450-FD7F-EF2A-EB0C-070F1FC140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Oval 1560">
                <a:extLst>
                  <a:ext uri="{FF2B5EF4-FFF2-40B4-BE49-F238E27FC236}">
                    <a16:creationId xmlns:a16="http://schemas.microsoft.com/office/drawing/2014/main" id="{4F9BD8D8-45F3-5FBD-5A54-68717ABB5F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" name="Group 1561">
              <a:extLst>
                <a:ext uri="{FF2B5EF4-FFF2-40B4-BE49-F238E27FC236}">
                  <a16:creationId xmlns:a16="http://schemas.microsoft.com/office/drawing/2014/main" id="{3DDAA286-8479-9753-0781-3D32A92F60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2" name="Oval 1562">
                <a:extLst>
                  <a:ext uri="{FF2B5EF4-FFF2-40B4-BE49-F238E27FC236}">
                    <a16:creationId xmlns:a16="http://schemas.microsoft.com/office/drawing/2014/main" id="{3D75CD18-0144-0C0B-F362-3146A684E4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" name="Oval 1563">
                <a:extLst>
                  <a:ext uri="{FF2B5EF4-FFF2-40B4-BE49-F238E27FC236}">
                    <a16:creationId xmlns:a16="http://schemas.microsoft.com/office/drawing/2014/main" id="{DCC8DB7E-D6FD-FB32-29FE-CBD717D0C7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" name="Freeform 1564">
                <a:extLst>
                  <a:ext uri="{FF2B5EF4-FFF2-40B4-BE49-F238E27FC236}">
                    <a16:creationId xmlns:a16="http://schemas.microsoft.com/office/drawing/2014/main" id="{848D5398-E3C1-3CC0-B092-BB442315E4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Freeform 1565">
                <a:extLst>
                  <a:ext uri="{FF2B5EF4-FFF2-40B4-BE49-F238E27FC236}">
                    <a16:creationId xmlns:a16="http://schemas.microsoft.com/office/drawing/2014/main" id="{B8A83343-E89B-A61C-E4D8-75C793F5F5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1566">
                <a:extLst>
                  <a:ext uri="{FF2B5EF4-FFF2-40B4-BE49-F238E27FC236}">
                    <a16:creationId xmlns:a16="http://schemas.microsoft.com/office/drawing/2014/main" id="{9810535B-D76B-2B44-57C2-98C981513B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Oval 1567">
                <a:extLst>
                  <a:ext uri="{FF2B5EF4-FFF2-40B4-BE49-F238E27FC236}">
                    <a16:creationId xmlns:a16="http://schemas.microsoft.com/office/drawing/2014/main" id="{399997FA-F853-BB86-B889-C5157908D5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" name="Group 1568">
              <a:extLst>
                <a:ext uri="{FF2B5EF4-FFF2-40B4-BE49-F238E27FC236}">
                  <a16:creationId xmlns:a16="http://schemas.microsoft.com/office/drawing/2014/main" id="{75B9A200-0DBB-5880-1E7A-8B0BD0936E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66" name="Oval 1569">
                <a:extLst>
                  <a:ext uri="{FF2B5EF4-FFF2-40B4-BE49-F238E27FC236}">
                    <a16:creationId xmlns:a16="http://schemas.microsoft.com/office/drawing/2014/main" id="{74F139D8-1BBF-9F0E-7A65-ED4D7FACE3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" name="Oval 1570">
                <a:extLst>
                  <a:ext uri="{FF2B5EF4-FFF2-40B4-BE49-F238E27FC236}">
                    <a16:creationId xmlns:a16="http://schemas.microsoft.com/office/drawing/2014/main" id="{236F51A9-C166-21AB-1E97-549DC3F895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8" name="Freeform 1571">
                <a:extLst>
                  <a:ext uri="{FF2B5EF4-FFF2-40B4-BE49-F238E27FC236}">
                    <a16:creationId xmlns:a16="http://schemas.microsoft.com/office/drawing/2014/main" id="{993C46DE-584D-2F33-579C-97F27619E2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1572">
                <a:extLst>
                  <a:ext uri="{FF2B5EF4-FFF2-40B4-BE49-F238E27FC236}">
                    <a16:creationId xmlns:a16="http://schemas.microsoft.com/office/drawing/2014/main" id="{7E8B6A38-9DFE-9B7D-9B00-BF452E61B9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1573">
                <a:extLst>
                  <a:ext uri="{FF2B5EF4-FFF2-40B4-BE49-F238E27FC236}">
                    <a16:creationId xmlns:a16="http://schemas.microsoft.com/office/drawing/2014/main" id="{5F8AA2F6-021F-85B8-2404-8574910944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Oval 1574">
                <a:extLst>
                  <a:ext uri="{FF2B5EF4-FFF2-40B4-BE49-F238E27FC236}">
                    <a16:creationId xmlns:a16="http://schemas.microsoft.com/office/drawing/2014/main" id="{01EDAEA7-C0E9-9E29-975A-B710E196F7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" name="Group 1575">
              <a:extLst>
                <a:ext uri="{FF2B5EF4-FFF2-40B4-BE49-F238E27FC236}">
                  <a16:creationId xmlns:a16="http://schemas.microsoft.com/office/drawing/2014/main" id="{1C71B844-8910-D450-9C61-579BB758BDC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60" name="Oval 1576">
                <a:extLst>
                  <a:ext uri="{FF2B5EF4-FFF2-40B4-BE49-F238E27FC236}">
                    <a16:creationId xmlns:a16="http://schemas.microsoft.com/office/drawing/2014/main" id="{384DD338-DC3A-3242-1B49-FEC396053F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" name="Oval 1577">
                <a:extLst>
                  <a:ext uri="{FF2B5EF4-FFF2-40B4-BE49-F238E27FC236}">
                    <a16:creationId xmlns:a16="http://schemas.microsoft.com/office/drawing/2014/main" id="{9F632BE2-FE90-A000-8619-EB612ADD94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" name="Freeform 1578">
                <a:extLst>
                  <a:ext uri="{FF2B5EF4-FFF2-40B4-BE49-F238E27FC236}">
                    <a16:creationId xmlns:a16="http://schemas.microsoft.com/office/drawing/2014/main" id="{7716927D-98D9-EC28-825B-5FAC30059A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Freeform 1579">
                <a:extLst>
                  <a:ext uri="{FF2B5EF4-FFF2-40B4-BE49-F238E27FC236}">
                    <a16:creationId xmlns:a16="http://schemas.microsoft.com/office/drawing/2014/main" id="{4ADE9A45-27C5-DB31-B531-CFA31C478D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1580">
                <a:extLst>
                  <a:ext uri="{FF2B5EF4-FFF2-40B4-BE49-F238E27FC236}">
                    <a16:creationId xmlns:a16="http://schemas.microsoft.com/office/drawing/2014/main" id="{48035989-0FD5-032F-509D-8107969A16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Oval 1581">
                <a:extLst>
                  <a:ext uri="{FF2B5EF4-FFF2-40B4-BE49-F238E27FC236}">
                    <a16:creationId xmlns:a16="http://schemas.microsoft.com/office/drawing/2014/main" id="{36C31EC3-4D74-1A69-E1F8-A0F73E09A9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2" name="Group 1582">
              <a:extLst>
                <a:ext uri="{FF2B5EF4-FFF2-40B4-BE49-F238E27FC236}">
                  <a16:creationId xmlns:a16="http://schemas.microsoft.com/office/drawing/2014/main" id="{558117C5-13E0-8180-A7C1-660A39EA4E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4" name="Oval 1583">
                <a:extLst>
                  <a:ext uri="{FF2B5EF4-FFF2-40B4-BE49-F238E27FC236}">
                    <a16:creationId xmlns:a16="http://schemas.microsoft.com/office/drawing/2014/main" id="{1F99E805-9491-ADBC-42D5-1C16C08C97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" name="Oval 1584">
                <a:extLst>
                  <a:ext uri="{FF2B5EF4-FFF2-40B4-BE49-F238E27FC236}">
                    <a16:creationId xmlns:a16="http://schemas.microsoft.com/office/drawing/2014/main" id="{1B04FA94-F5E3-B792-FE54-699F6EFC06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" name="Freeform 1585">
                <a:extLst>
                  <a:ext uri="{FF2B5EF4-FFF2-40B4-BE49-F238E27FC236}">
                    <a16:creationId xmlns:a16="http://schemas.microsoft.com/office/drawing/2014/main" id="{8CA0F808-D1DD-FD2E-4EB5-77FCE3B809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 1586">
                <a:extLst>
                  <a:ext uri="{FF2B5EF4-FFF2-40B4-BE49-F238E27FC236}">
                    <a16:creationId xmlns:a16="http://schemas.microsoft.com/office/drawing/2014/main" id="{8C8240F0-7EE2-3739-6EF0-9ED540840D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587">
                <a:extLst>
                  <a:ext uri="{FF2B5EF4-FFF2-40B4-BE49-F238E27FC236}">
                    <a16:creationId xmlns:a16="http://schemas.microsoft.com/office/drawing/2014/main" id="{A7980F15-E035-8262-D756-20B9BE25E4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Oval 1588">
                <a:extLst>
                  <a:ext uri="{FF2B5EF4-FFF2-40B4-BE49-F238E27FC236}">
                    <a16:creationId xmlns:a16="http://schemas.microsoft.com/office/drawing/2014/main" id="{C0DE33D0-14E0-7D74-87CC-83EDEED989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3" name="Group 1589">
              <a:extLst>
                <a:ext uri="{FF2B5EF4-FFF2-40B4-BE49-F238E27FC236}">
                  <a16:creationId xmlns:a16="http://schemas.microsoft.com/office/drawing/2014/main" id="{DD730A41-10AF-0885-AC1D-CF8737C638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48" name="Oval 1590">
                <a:extLst>
                  <a:ext uri="{FF2B5EF4-FFF2-40B4-BE49-F238E27FC236}">
                    <a16:creationId xmlns:a16="http://schemas.microsoft.com/office/drawing/2014/main" id="{41911195-4C3D-6A2E-6152-4040E399AC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" name="Oval 1591">
                <a:extLst>
                  <a:ext uri="{FF2B5EF4-FFF2-40B4-BE49-F238E27FC236}">
                    <a16:creationId xmlns:a16="http://schemas.microsoft.com/office/drawing/2014/main" id="{0C8CE048-D55E-B61E-BB07-2D141F1685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" name="Freeform 1592">
                <a:extLst>
                  <a:ext uri="{FF2B5EF4-FFF2-40B4-BE49-F238E27FC236}">
                    <a16:creationId xmlns:a16="http://schemas.microsoft.com/office/drawing/2014/main" id="{EA466149-FC57-57DD-623E-1A7D907247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1593">
                <a:extLst>
                  <a:ext uri="{FF2B5EF4-FFF2-40B4-BE49-F238E27FC236}">
                    <a16:creationId xmlns:a16="http://schemas.microsoft.com/office/drawing/2014/main" id="{C9169220-4721-B4EF-8F9D-BACF777602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1594">
                <a:extLst>
                  <a:ext uri="{FF2B5EF4-FFF2-40B4-BE49-F238E27FC236}">
                    <a16:creationId xmlns:a16="http://schemas.microsoft.com/office/drawing/2014/main" id="{CF7E5F2E-ED97-FD19-7BF8-B10D0FBE7B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Oval 1595">
                <a:extLst>
                  <a:ext uri="{FF2B5EF4-FFF2-40B4-BE49-F238E27FC236}">
                    <a16:creationId xmlns:a16="http://schemas.microsoft.com/office/drawing/2014/main" id="{A53CB001-60AE-E772-207E-5DCE7029B1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4" name="Group 1596">
              <a:extLst>
                <a:ext uri="{FF2B5EF4-FFF2-40B4-BE49-F238E27FC236}">
                  <a16:creationId xmlns:a16="http://schemas.microsoft.com/office/drawing/2014/main" id="{36E16B9C-885E-97CA-7F1E-0689B6A520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2" name="Oval 1597">
                <a:extLst>
                  <a:ext uri="{FF2B5EF4-FFF2-40B4-BE49-F238E27FC236}">
                    <a16:creationId xmlns:a16="http://schemas.microsoft.com/office/drawing/2014/main" id="{40E0C5BB-CAAF-42BB-D278-20ED0B11B8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" name="Oval 1598">
                <a:extLst>
                  <a:ext uri="{FF2B5EF4-FFF2-40B4-BE49-F238E27FC236}">
                    <a16:creationId xmlns:a16="http://schemas.microsoft.com/office/drawing/2014/main" id="{010BF97C-93A3-84E8-FF0F-8B2ED84161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" name="Freeform 1599">
                <a:extLst>
                  <a:ext uri="{FF2B5EF4-FFF2-40B4-BE49-F238E27FC236}">
                    <a16:creationId xmlns:a16="http://schemas.microsoft.com/office/drawing/2014/main" id="{6B05794C-3172-C609-C439-6440DBF6ED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1600">
                <a:extLst>
                  <a:ext uri="{FF2B5EF4-FFF2-40B4-BE49-F238E27FC236}">
                    <a16:creationId xmlns:a16="http://schemas.microsoft.com/office/drawing/2014/main" id="{5B8A8629-E1B5-3E58-478C-022A514902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1601">
                <a:extLst>
                  <a:ext uri="{FF2B5EF4-FFF2-40B4-BE49-F238E27FC236}">
                    <a16:creationId xmlns:a16="http://schemas.microsoft.com/office/drawing/2014/main" id="{979BB9FE-A293-C2A4-9F0C-DE04579796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Oval 1602">
                <a:extLst>
                  <a:ext uri="{FF2B5EF4-FFF2-40B4-BE49-F238E27FC236}">
                    <a16:creationId xmlns:a16="http://schemas.microsoft.com/office/drawing/2014/main" id="{F8C09193-A3AE-6CDF-A2DC-11406B43D7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" name="Group 1603">
              <a:extLst>
                <a:ext uri="{FF2B5EF4-FFF2-40B4-BE49-F238E27FC236}">
                  <a16:creationId xmlns:a16="http://schemas.microsoft.com/office/drawing/2014/main" id="{687FC44C-40C7-B680-9F7E-32C25FA87F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36" name="Oval 1604">
                <a:extLst>
                  <a:ext uri="{FF2B5EF4-FFF2-40B4-BE49-F238E27FC236}">
                    <a16:creationId xmlns:a16="http://schemas.microsoft.com/office/drawing/2014/main" id="{E70FB19F-8975-14E1-E229-5D37A3CDCD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" name="Oval 1605">
                <a:extLst>
                  <a:ext uri="{FF2B5EF4-FFF2-40B4-BE49-F238E27FC236}">
                    <a16:creationId xmlns:a16="http://schemas.microsoft.com/office/drawing/2014/main" id="{A58D1146-C677-086C-FFB0-A24962BA45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" name="Freeform 1606">
                <a:extLst>
                  <a:ext uri="{FF2B5EF4-FFF2-40B4-BE49-F238E27FC236}">
                    <a16:creationId xmlns:a16="http://schemas.microsoft.com/office/drawing/2014/main" id="{0E8B2696-58EC-60F0-89D5-9929821FBB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607">
                <a:extLst>
                  <a:ext uri="{FF2B5EF4-FFF2-40B4-BE49-F238E27FC236}">
                    <a16:creationId xmlns:a16="http://schemas.microsoft.com/office/drawing/2014/main" id="{2A1330AB-A777-5C0B-3985-9412C724CB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608">
                <a:extLst>
                  <a:ext uri="{FF2B5EF4-FFF2-40B4-BE49-F238E27FC236}">
                    <a16:creationId xmlns:a16="http://schemas.microsoft.com/office/drawing/2014/main" id="{C4198C5F-28E0-7825-4E24-30A1366894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Oval 1609">
                <a:extLst>
                  <a:ext uri="{FF2B5EF4-FFF2-40B4-BE49-F238E27FC236}">
                    <a16:creationId xmlns:a16="http://schemas.microsoft.com/office/drawing/2014/main" id="{028DE01B-1A3C-41FC-E243-7950ACE052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28" name="Group 1385">
            <a:extLst>
              <a:ext uri="{FF2B5EF4-FFF2-40B4-BE49-F238E27FC236}">
                <a16:creationId xmlns:a16="http://schemas.microsoft.com/office/drawing/2014/main" id="{78D78AA5-3BC3-A7A7-7924-69B124E5B99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8080" y="462270"/>
            <a:ext cx="1141095" cy="340150"/>
            <a:chOff x="446" y="1196"/>
            <a:chExt cx="1048" cy="312"/>
          </a:xfrm>
        </p:grpSpPr>
        <p:grpSp>
          <p:nvGrpSpPr>
            <p:cNvPr id="229" name="Group 1386">
              <a:extLst>
                <a:ext uri="{FF2B5EF4-FFF2-40B4-BE49-F238E27FC236}">
                  <a16:creationId xmlns:a16="http://schemas.microsoft.com/office/drawing/2014/main" id="{29A9B102-A2E9-4F5F-7E77-E0B09E965A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447" name="Oval 1387">
                <a:extLst>
                  <a:ext uri="{FF2B5EF4-FFF2-40B4-BE49-F238E27FC236}">
                    <a16:creationId xmlns:a16="http://schemas.microsoft.com/office/drawing/2014/main" id="{324F43E6-9522-2947-0385-2F96CF1DAB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8" name="Oval 1388">
                <a:extLst>
                  <a:ext uri="{FF2B5EF4-FFF2-40B4-BE49-F238E27FC236}">
                    <a16:creationId xmlns:a16="http://schemas.microsoft.com/office/drawing/2014/main" id="{7E2DDECE-24CE-258C-DE08-7E2695EBA4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9" name="Freeform 1389">
                <a:extLst>
                  <a:ext uri="{FF2B5EF4-FFF2-40B4-BE49-F238E27FC236}">
                    <a16:creationId xmlns:a16="http://schemas.microsoft.com/office/drawing/2014/main" id="{717D7782-DF81-F1A6-37F7-CEACFB47A2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" name="Freeform 1390">
                <a:extLst>
                  <a:ext uri="{FF2B5EF4-FFF2-40B4-BE49-F238E27FC236}">
                    <a16:creationId xmlns:a16="http://schemas.microsoft.com/office/drawing/2014/main" id="{709F4734-3154-748B-5AC0-FAE8600649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" name="Freeform 1391">
                <a:extLst>
                  <a:ext uri="{FF2B5EF4-FFF2-40B4-BE49-F238E27FC236}">
                    <a16:creationId xmlns:a16="http://schemas.microsoft.com/office/drawing/2014/main" id="{49A886BD-4958-F766-F21C-4E7DCCC5E8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" name="Oval 1392">
                <a:extLst>
                  <a:ext uri="{FF2B5EF4-FFF2-40B4-BE49-F238E27FC236}">
                    <a16:creationId xmlns:a16="http://schemas.microsoft.com/office/drawing/2014/main" id="{2F81452A-7DE4-8856-676F-0E87B8B8C8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0" name="Group 1393">
              <a:extLst>
                <a:ext uri="{FF2B5EF4-FFF2-40B4-BE49-F238E27FC236}">
                  <a16:creationId xmlns:a16="http://schemas.microsoft.com/office/drawing/2014/main" id="{0CD0460D-6A44-0CA4-44B4-BF770785680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441" name="Oval 1394">
                <a:extLst>
                  <a:ext uri="{FF2B5EF4-FFF2-40B4-BE49-F238E27FC236}">
                    <a16:creationId xmlns:a16="http://schemas.microsoft.com/office/drawing/2014/main" id="{CF3628E6-E5A3-B1DD-C0FB-2A05553BE2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2" name="Oval 1395">
                <a:extLst>
                  <a:ext uri="{FF2B5EF4-FFF2-40B4-BE49-F238E27FC236}">
                    <a16:creationId xmlns:a16="http://schemas.microsoft.com/office/drawing/2014/main" id="{C006B8B3-3D6C-3B7C-9A3D-6B44A1A1AC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3" name="Freeform 1396">
                <a:extLst>
                  <a:ext uri="{FF2B5EF4-FFF2-40B4-BE49-F238E27FC236}">
                    <a16:creationId xmlns:a16="http://schemas.microsoft.com/office/drawing/2014/main" id="{5587736D-61FB-F7ED-4ABF-9A712AF8ED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" name="Freeform 1397">
                <a:extLst>
                  <a:ext uri="{FF2B5EF4-FFF2-40B4-BE49-F238E27FC236}">
                    <a16:creationId xmlns:a16="http://schemas.microsoft.com/office/drawing/2014/main" id="{BA70F6D3-E36F-D58D-D12E-1657139AD9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" name="Freeform 1398">
                <a:extLst>
                  <a:ext uri="{FF2B5EF4-FFF2-40B4-BE49-F238E27FC236}">
                    <a16:creationId xmlns:a16="http://schemas.microsoft.com/office/drawing/2014/main" id="{434CBCB8-098C-68C6-554D-F6A8599477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" name="Oval 1399">
                <a:extLst>
                  <a:ext uri="{FF2B5EF4-FFF2-40B4-BE49-F238E27FC236}">
                    <a16:creationId xmlns:a16="http://schemas.microsoft.com/office/drawing/2014/main" id="{C6DC7CB9-D030-36B2-3A4F-C8768D04F9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1" name="Group 1400">
              <a:extLst>
                <a:ext uri="{FF2B5EF4-FFF2-40B4-BE49-F238E27FC236}">
                  <a16:creationId xmlns:a16="http://schemas.microsoft.com/office/drawing/2014/main" id="{80EF7258-0332-197A-56F7-04C758ADF5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435" name="Oval 1401">
                <a:extLst>
                  <a:ext uri="{FF2B5EF4-FFF2-40B4-BE49-F238E27FC236}">
                    <a16:creationId xmlns:a16="http://schemas.microsoft.com/office/drawing/2014/main" id="{C5347BAD-03E2-1B74-19CC-6D28E899C8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6" name="Oval 1402">
                <a:extLst>
                  <a:ext uri="{FF2B5EF4-FFF2-40B4-BE49-F238E27FC236}">
                    <a16:creationId xmlns:a16="http://schemas.microsoft.com/office/drawing/2014/main" id="{5922FEBD-81EB-2530-23BC-A5D5C9553D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7" name="Freeform 1403">
                <a:extLst>
                  <a:ext uri="{FF2B5EF4-FFF2-40B4-BE49-F238E27FC236}">
                    <a16:creationId xmlns:a16="http://schemas.microsoft.com/office/drawing/2014/main" id="{53302F05-0A9D-DCDB-8B73-F6CC8A4210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8" name="Freeform 1404">
                <a:extLst>
                  <a:ext uri="{FF2B5EF4-FFF2-40B4-BE49-F238E27FC236}">
                    <a16:creationId xmlns:a16="http://schemas.microsoft.com/office/drawing/2014/main" id="{E409968E-23DE-7A23-3D25-E5801E86DE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9" name="Freeform 1405">
                <a:extLst>
                  <a:ext uri="{FF2B5EF4-FFF2-40B4-BE49-F238E27FC236}">
                    <a16:creationId xmlns:a16="http://schemas.microsoft.com/office/drawing/2014/main" id="{C7FA5BCA-90FF-6F0C-2386-0B6B72DD2A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" name="Oval 1406">
                <a:extLst>
                  <a:ext uri="{FF2B5EF4-FFF2-40B4-BE49-F238E27FC236}">
                    <a16:creationId xmlns:a16="http://schemas.microsoft.com/office/drawing/2014/main" id="{7690A02F-5D61-F4E1-36C8-0914C35E44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2" name="Group 1407">
              <a:extLst>
                <a:ext uri="{FF2B5EF4-FFF2-40B4-BE49-F238E27FC236}">
                  <a16:creationId xmlns:a16="http://schemas.microsoft.com/office/drawing/2014/main" id="{BA550728-3CED-065C-F033-32401FE55EF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429" name="Oval 1408">
                <a:extLst>
                  <a:ext uri="{FF2B5EF4-FFF2-40B4-BE49-F238E27FC236}">
                    <a16:creationId xmlns:a16="http://schemas.microsoft.com/office/drawing/2014/main" id="{8B50EA39-45D6-420E-C7B5-85C1DFAAAD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0" name="Oval 1409">
                <a:extLst>
                  <a:ext uri="{FF2B5EF4-FFF2-40B4-BE49-F238E27FC236}">
                    <a16:creationId xmlns:a16="http://schemas.microsoft.com/office/drawing/2014/main" id="{6C112868-A4E9-D3E4-FE8E-8F85E455B0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" name="Freeform 1410">
                <a:extLst>
                  <a:ext uri="{FF2B5EF4-FFF2-40B4-BE49-F238E27FC236}">
                    <a16:creationId xmlns:a16="http://schemas.microsoft.com/office/drawing/2014/main" id="{EBDA2E11-0102-A4CF-D889-8BE7282FE4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" name="Freeform 1411">
                <a:extLst>
                  <a:ext uri="{FF2B5EF4-FFF2-40B4-BE49-F238E27FC236}">
                    <a16:creationId xmlns:a16="http://schemas.microsoft.com/office/drawing/2014/main" id="{C3115175-28D7-58F9-128A-7531B7762D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" name="Freeform 1412">
                <a:extLst>
                  <a:ext uri="{FF2B5EF4-FFF2-40B4-BE49-F238E27FC236}">
                    <a16:creationId xmlns:a16="http://schemas.microsoft.com/office/drawing/2014/main" id="{FE447545-5A99-CA9F-456B-5CB25EC4F7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" name="Oval 1413">
                <a:extLst>
                  <a:ext uri="{FF2B5EF4-FFF2-40B4-BE49-F238E27FC236}">
                    <a16:creationId xmlns:a16="http://schemas.microsoft.com/office/drawing/2014/main" id="{2DC9C9E3-9088-0745-FA5C-11AC4A16E3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3" name="Group 1414">
              <a:extLst>
                <a:ext uri="{FF2B5EF4-FFF2-40B4-BE49-F238E27FC236}">
                  <a16:creationId xmlns:a16="http://schemas.microsoft.com/office/drawing/2014/main" id="{66870977-7F50-0FDF-789E-9248517A64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423" name="Oval 1415">
                <a:extLst>
                  <a:ext uri="{FF2B5EF4-FFF2-40B4-BE49-F238E27FC236}">
                    <a16:creationId xmlns:a16="http://schemas.microsoft.com/office/drawing/2014/main" id="{A1CD21F8-EAAF-C256-1648-487CFE8BF3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4" name="Oval 1416">
                <a:extLst>
                  <a:ext uri="{FF2B5EF4-FFF2-40B4-BE49-F238E27FC236}">
                    <a16:creationId xmlns:a16="http://schemas.microsoft.com/office/drawing/2014/main" id="{812426E0-B653-2DF8-57AC-031B41769F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5" name="Freeform 1417">
                <a:extLst>
                  <a:ext uri="{FF2B5EF4-FFF2-40B4-BE49-F238E27FC236}">
                    <a16:creationId xmlns:a16="http://schemas.microsoft.com/office/drawing/2014/main" id="{C503F473-BD22-FBF3-3A5A-75D77C0058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" name="Freeform 1418">
                <a:extLst>
                  <a:ext uri="{FF2B5EF4-FFF2-40B4-BE49-F238E27FC236}">
                    <a16:creationId xmlns:a16="http://schemas.microsoft.com/office/drawing/2014/main" id="{86A9F9AF-4387-C683-155C-9BEC3CA32F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" name="Freeform 1419">
                <a:extLst>
                  <a:ext uri="{FF2B5EF4-FFF2-40B4-BE49-F238E27FC236}">
                    <a16:creationId xmlns:a16="http://schemas.microsoft.com/office/drawing/2014/main" id="{3BEDFE82-EB2E-A454-6446-9B0916CC03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8" name="Oval 1420">
                <a:extLst>
                  <a:ext uri="{FF2B5EF4-FFF2-40B4-BE49-F238E27FC236}">
                    <a16:creationId xmlns:a16="http://schemas.microsoft.com/office/drawing/2014/main" id="{A79FF979-C1D3-E201-EE97-FD338F0E1D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4" name="Group 1421">
              <a:extLst>
                <a:ext uri="{FF2B5EF4-FFF2-40B4-BE49-F238E27FC236}">
                  <a16:creationId xmlns:a16="http://schemas.microsoft.com/office/drawing/2014/main" id="{4AACDBBC-7626-752A-9E5E-1A7095A2FAB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417" name="Oval 1422">
                <a:extLst>
                  <a:ext uri="{FF2B5EF4-FFF2-40B4-BE49-F238E27FC236}">
                    <a16:creationId xmlns:a16="http://schemas.microsoft.com/office/drawing/2014/main" id="{9A97027D-D5BE-6EC6-AC80-9ADA9FEE30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8" name="Oval 1423">
                <a:extLst>
                  <a:ext uri="{FF2B5EF4-FFF2-40B4-BE49-F238E27FC236}">
                    <a16:creationId xmlns:a16="http://schemas.microsoft.com/office/drawing/2014/main" id="{096DCB6D-82EA-1ED8-EB4A-DEBF245865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9" name="Freeform 1424">
                <a:extLst>
                  <a:ext uri="{FF2B5EF4-FFF2-40B4-BE49-F238E27FC236}">
                    <a16:creationId xmlns:a16="http://schemas.microsoft.com/office/drawing/2014/main" id="{A13BF217-F27F-1595-EEF7-D4EA5D85DC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" name="Freeform 1425">
                <a:extLst>
                  <a:ext uri="{FF2B5EF4-FFF2-40B4-BE49-F238E27FC236}">
                    <a16:creationId xmlns:a16="http://schemas.microsoft.com/office/drawing/2014/main" id="{5F2DF073-B51E-B013-94C9-93A4BA13D2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1" name="Freeform 1426">
                <a:extLst>
                  <a:ext uri="{FF2B5EF4-FFF2-40B4-BE49-F238E27FC236}">
                    <a16:creationId xmlns:a16="http://schemas.microsoft.com/office/drawing/2014/main" id="{AF62786F-61C9-DEBE-9CAF-29D2CD0426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" name="Oval 1427">
                <a:extLst>
                  <a:ext uri="{FF2B5EF4-FFF2-40B4-BE49-F238E27FC236}">
                    <a16:creationId xmlns:a16="http://schemas.microsoft.com/office/drawing/2014/main" id="{F9279028-7064-1C54-6DE7-473EEEA438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5" name="Group 1428">
              <a:extLst>
                <a:ext uri="{FF2B5EF4-FFF2-40B4-BE49-F238E27FC236}">
                  <a16:creationId xmlns:a16="http://schemas.microsoft.com/office/drawing/2014/main" id="{9F87427A-8ECA-9D34-F46B-BD575556FFE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411" name="Oval 1429">
                <a:extLst>
                  <a:ext uri="{FF2B5EF4-FFF2-40B4-BE49-F238E27FC236}">
                    <a16:creationId xmlns:a16="http://schemas.microsoft.com/office/drawing/2014/main" id="{334567D9-0613-7D44-F859-5A6E4B9C2A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2" name="Oval 1430">
                <a:extLst>
                  <a:ext uri="{FF2B5EF4-FFF2-40B4-BE49-F238E27FC236}">
                    <a16:creationId xmlns:a16="http://schemas.microsoft.com/office/drawing/2014/main" id="{A66F1520-46F1-3135-0EED-6CC7919FEE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3" name="Freeform 1431">
                <a:extLst>
                  <a:ext uri="{FF2B5EF4-FFF2-40B4-BE49-F238E27FC236}">
                    <a16:creationId xmlns:a16="http://schemas.microsoft.com/office/drawing/2014/main" id="{DB514553-CCE0-877F-4562-803CF738B1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" name="Freeform 1432">
                <a:extLst>
                  <a:ext uri="{FF2B5EF4-FFF2-40B4-BE49-F238E27FC236}">
                    <a16:creationId xmlns:a16="http://schemas.microsoft.com/office/drawing/2014/main" id="{8479DE69-7018-84BC-3A39-83D360B57E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" name="Freeform 1433">
                <a:extLst>
                  <a:ext uri="{FF2B5EF4-FFF2-40B4-BE49-F238E27FC236}">
                    <a16:creationId xmlns:a16="http://schemas.microsoft.com/office/drawing/2014/main" id="{F7D41FDD-83D6-39CB-D9B8-B9659D9072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" name="Oval 1434">
                <a:extLst>
                  <a:ext uri="{FF2B5EF4-FFF2-40B4-BE49-F238E27FC236}">
                    <a16:creationId xmlns:a16="http://schemas.microsoft.com/office/drawing/2014/main" id="{CD4CBB3C-5150-AE23-A2DD-B94638497D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6" name="Group 1435">
              <a:extLst>
                <a:ext uri="{FF2B5EF4-FFF2-40B4-BE49-F238E27FC236}">
                  <a16:creationId xmlns:a16="http://schemas.microsoft.com/office/drawing/2014/main" id="{B9BBF417-7C50-8C20-AA32-3632D6DE86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405" name="Oval 1436">
                <a:extLst>
                  <a:ext uri="{FF2B5EF4-FFF2-40B4-BE49-F238E27FC236}">
                    <a16:creationId xmlns:a16="http://schemas.microsoft.com/office/drawing/2014/main" id="{8330C5B3-C03E-DD16-2E12-F5831FEF68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6" name="Oval 1437">
                <a:extLst>
                  <a:ext uri="{FF2B5EF4-FFF2-40B4-BE49-F238E27FC236}">
                    <a16:creationId xmlns:a16="http://schemas.microsoft.com/office/drawing/2014/main" id="{148279D6-257D-E35C-3D9C-FA1F516C2A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7" name="Freeform 1438">
                <a:extLst>
                  <a:ext uri="{FF2B5EF4-FFF2-40B4-BE49-F238E27FC236}">
                    <a16:creationId xmlns:a16="http://schemas.microsoft.com/office/drawing/2014/main" id="{D1D52D1B-C1CB-F062-F470-0DDB2ABAC9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" name="Freeform 1439">
                <a:extLst>
                  <a:ext uri="{FF2B5EF4-FFF2-40B4-BE49-F238E27FC236}">
                    <a16:creationId xmlns:a16="http://schemas.microsoft.com/office/drawing/2014/main" id="{BD2B67BD-9BF6-0005-5029-469E67F440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" name="Freeform 1440">
                <a:extLst>
                  <a:ext uri="{FF2B5EF4-FFF2-40B4-BE49-F238E27FC236}">
                    <a16:creationId xmlns:a16="http://schemas.microsoft.com/office/drawing/2014/main" id="{A4F92E20-F547-DF4D-EE7B-65E79D6506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" name="Oval 1441">
                <a:extLst>
                  <a:ext uri="{FF2B5EF4-FFF2-40B4-BE49-F238E27FC236}">
                    <a16:creationId xmlns:a16="http://schemas.microsoft.com/office/drawing/2014/main" id="{687C69C6-9855-A6A3-C0D3-082F203D07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7" name="Group 1442">
              <a:extLst>
                <a:ext uri="{FF2B5EF4-FFF2-40B4-BE49-F238E27FC236}">
                  <a16:creationId xmlns:a16="http://schemas.microsoft.com/office/drawing/2014/main" id="{243AD0B0-15AD-DCA1-3D01-121C5BD685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399" name="Oval 1443">
                <a:extLst>
                  <a:ext uri="{FF2B5EF4-FFF2-40B4-BE49-F238E27FC236}">
                    <a16:creationId xmlns:a16="http://schemas.microsoft.com/office/drawing/2014/main" id="{12F80CE2-271F-10A6-BC21-C42DD38D6C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0" name="Oval 1444">
                <a:extLst>
                  <a:ext uri="{FF2B5EF4-FFF2-40B4-BE49-F238E27FC236}">
                    <a16:creationId xmlns:a16="http://schemas.microsoft.com/office/drawing/2014/main" id="{AEB9B538-82F5-871F-153E-2DA1646F1A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1" name="Freeform 1445">
                <a:extLst>
                  <a:ext uri="{FF2B5EF4-FFF2-40B4-BE49-F238E27FC236}">
                    <a16:creationId xmlns:a16="http://schemas.microsoft.com/office/drawing/2014/main" id="{13FDE74C-C2B2-1214-CCB7-7E88BC2D04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" name="Freeform 1446">
                <a:extLst>
                  <a:ext uri="{FF2B5EF4-FFF2-40B4-BE49-F238E27FC236}">
                    <a16:creationId xmlns:a16="http://schemas.microsoft.com/office/drawing/2014/main" id="{EC38B440-5C02-49D5-F662-4F0CACABC9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" name="Freeform 1447">
                <a:extLst>
                  <a:ext uri="{FF2B5EF4-FFF2-40B4-BE49-F238E27FC236}">
                    <a16:creationId xmlns:a16="http://schemas.microsoft.com/office/drawing/2014/main" id="{97B9B20C-4958-02F8-1ED9-FB62A4FA45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4" name="Oval 1448">
                <a:extLst>
                  <a:ext uri="{FF2B5EF4-FFF2-40B4-BE49-F238E27FC236}">
                    <a16:creationId xmlns:a16="http://schemas.microsoft.com/office/drawing/2014/main" id="{F7CA0509-B301-080A-B38D-261CD1BE95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8" name="Group 1449">
              <a:extLst>
                <a:ext uri="{FF2B5EF4-FFF2-40B4-BE49-F238E27FC236}">
                  <a16:creationId xmlns:a16="http://schemas.microsoft.com/office/drawing/2014/main" id="{63502748-58D9-9B65-F690-F01F89238F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393" name="Oval 1450">
                <a:extLst>
                  <a:ext uri="{FF2B5EF4-FFF2-40B4-BE49-F238E27FC236}">
                    <a16:creationId xmlns:a16="http://schemas.microsoft.com/office/drawing/2014/main" id="{3A12DE3E-2A49-1F18-AC4A-F26A4D45A0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4" name="Oval 1451">
                <a:extLst>
                  <a:ext uri="{FF2B5EF4-FFF2-40B4-BE49-F238E27FC236}">
                    <a16:creationId xmlns:a16="http://schemas.microsoft.com/office/drawing/2014/main" id="{F833D69A-AE50-E038-B720-1A9AF783A1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5" name="Freeform 1452">
                <a:extLst>
                  <a:ext uri="{FF2B5EF4-FFF2-40B4-BE49-F238E27FC236}">
                    <a16:creationId xmlns:a16="http://schemas.microsoft.com/office/drawing/2014/main" id="{47FBF156-87F3-1170-298B-788E93ECFB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" name="Freeform 1453">
                <a:extLst>
                  <a:ext uri="{FF2B5EF4-FFF2-40B4-BE49-F238E27FC236}">
                    <a16:creationId xmlns:a16="http://schemas.microsoft.com/office/drawing/2014/main" id="{45828D34-A447-2E9A-658B-39B19D402D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" name="Freeform 1454">
                <a:extLst>
                  <a:ext uri="{FF2B5EF4-FFF2-40B4-BE49-F238E27FC236}">
                    <a16:creationId xmlns:a16="http://schemas.microsoft.com/office/drawing/2014/main" id="{888E7BEF-43AD-2DEB-E7F4-80F52DA035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" name="Oval 1455">
                <a:extLst>
                  <a:ext uri="{FF2B5EF4-FFF2-40B4-BE49-F238E27FC236}">
                    <a16:creationId xmlns:a16="http://schemas.microsoft.com/office/drawing/2014/main" id="{2EB54E64-6DD3-43C8-060A-6ABD08900E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9" name="Group 1456">
              <a:extLst>
                <a:ext uri="{FF2B5EF4-FFF2-40B4-BE49-F238E27FC236}">
                  <a16:creationId xmlns:a16="http://schemas.microsoft.com/office/drawing/2014/main" id="{28804E1A-2956-6D89-E545-0580614445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387" name="Oval 1457">
                <a:extLst>
                  <a:ext uri="{FF2B5EF4-FFF2-40B4-BE49-F238E27FC236}">
                    <a16:creationId xmlns:a16="http://schemas.microsoft.com/office/drawing/2014/main" id="{9ACEBB74-BA32-ED69-6D10-010E3F77A6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8" name="Oval 1458">
                <a:extLst>
                  <a:ext uri="{FF2B5EF4-FFF2-40B4-BE49-F238E27FC236}">
                    <a16:creationId xmlns:a16="http://schemas.microsoft.com/office/drawing/2014/main" id="{B6E7CEFD-B102-9A83-F863-042EB4A22E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9" name="Freeform 1459">
                <a:extLst>
                  <a:ext uri="{FF2B5EF4-FFF2-40B4-BE49-F238E27FC236}">
                    <a16:creationId xmlns:a16="http://schemas.microsoft.com/office/drawing/2014/main" id="{76746739-BAD4-AADF-64B3-A696A15203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" name="Freeform 1460">
                <a:extLst>
                  <a:ext uri="{FF2B5EF4-FFF2-40B4-BE49-F238E27FC236}">
                    <a16:creationId xmlns:a16="http://schemas.microsoft.com/office/drawing/2014/main" id="{6E850D2C-7E63-38A8-7BE2-EBE095F20F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" name="Freeform 1461">
                <a:extLst>
                  <a:ext uri="{FF2B5EF4-FFF2-40B4-BE49-F238E27FC236}">
                    <a16:creationId xmlns:a16="http://schemas.microsoft.com/office/drawing/2014/main" id="{FB914F0A-5527-53B7-64C0-5DFA86D92B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" name="Oval 1462">
                <a:extLst>
                  <a:ext uri="{FF2B5EF4-FFF2-40B4-BE49-F238E27FC236}">
                    <a16:creationId xmlns:a16="http://schemas.microsoft.com/office/drawing/2014/main" id="{CE416D05-D738-399C-ECDC-EF4145388B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0" name="Group 1463">
              <a:extLst>
                <a:ext uri="{FF2B5EF4-FFF2-40B4-BE49-F238E27FC236}">
                  <a16:creationId xmlns:a16="http://schemas.microsoft.com/office/drawing/2014/main" id="{CE86E40C-4157-1C67-5913-27CD3EFBB0B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381" name="Oval 1464">
                <a:extLst>
                  <a:ext uri="{FF2B5EF4-FFF2-40B4-BE49-F238E27FC236}">
                    <a16:creationId xmlns:a16="http://schemas.microsoft.com/office/drawing/2014/main" id="{440197C8-EC24-D466-99D1-6F2F34CF75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2" name="Oval 1465">
                <a:extLst>
                  <a:ext uri="{FF2B5EF4-FFF2-40B4-BE49-F238E27FC236}">
                    <a16:creationId xmlns:a16="http://schemas.microsoft.com/office/drawing/2014/main" id="{598E95B0-C103-1E38-F4D8-6EAEF1A697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3" name="Freeform 1466">
                <a:extLst>
                  <a:ext uri="{FF2B5EF4-FFF2-40B4-BE49-F238E27FC236}">
                    <a16:creationId xmlns:a16="http://schemas.microsoft.com/office/drawing/2014/main" id="{5FAA8A69-5E40-B0DA-CC13-213136B2B3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" name="Freeform 1467">
                <a:extLst>
                  <a:ext uri="{FF2B5EF4-FFF2-40B4-BE49-F238E27FC236}">
                    <a16:creationId xmlns:a16="http://schemas.microsoft.com/office/drawing/2014/main" id="{66D84771-3984-DD2D-C3D1-AC0EC798A2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" name="Freeform 1468">
                <a:extLst>
                  <a:ext uri="{FF2B5EF4-FFF2-40B4-BE49-F238E27FC236}">
                    <a16:creationId xmlns:a16="http://schemas.microsoft.com/office/drawing/2014/main" id="{9B542ACB-3493-0ACA-B5D2-D1C1C131CC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" name="Oval 1469">
                <a:extLst>
                  <a:ext uri="{FF2B5EF4-FFF2-40B4-BE49-F238E27FC236}">
                    <a16:creationId xmlns:a16="http://schemas.microsoft.com/office/drawing/2014/main" id="{D8582860-10A7-8DCA-06EC-9CA5ABCCC1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1" name="Group 1470">
              <a:extLst>
                <a:ext uri="{FF2B5EF4-FFF2-40B4-BE49-F238E27FC236}">
                  <a16:creationId xmlns:a16="http://schemas.microsoft.com/office/drawing/2014/main" id="{CB86454D-373A-B9E5-F9CC-EEE5304FDE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375" name="Oval 1471">
                <a:extLst>
                  <a:ext uri="{FF2B5EF4-FFF2-40B4-BE49-F238E27FC236}">
                    <a16:creationId xmlns:a16="http://schemas.microsoft.com/office/drawing/2014/main" id="{323D5DF8-A011-E90F-1A74-853A53F081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6" name="Oval 1472">
                <a:extLst>
                  <a:ext uri="{FF2B5EF4-FFF2-40B4-BE49-F238E27FC236}">
                    <a16:creationId xmlns:a16="http://schemas.microsoft.com/office/drawing/2014/main" id="{DFCBC46E-6C1C-48DD-F084-B4B7CBF548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7" name="Freeform 1473">
                <a:extLst>
                  <a:ext uri="{FF2B5EF4-FFF2-40B4-BE49-F238E27FC236}">
                    <a16:creationId xmlns:a16="http://schemas.microsoft.com/office/drawing/2014/main" id="{BF467389-88C1-F201-D738-1A12765C62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8" name="Freeform 1474">
                <a:extLst>
                  <a:ext uri="{FF2B5EF4-FFF2-40B4-BE49-F238E27FC236}">
                    <a16:creationId xmlns:a16="http://schemas.microsoft.com/office/drawing/2014/main" id="{67F2FC08-FDB7-5300-D7C9-1D6B5BCDCE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" name="Freeform 1475">
                <a:extLst>
                  <a:ext uri="{FF2B5EF4-FFF2-40B4-BE49-F238E27FC236}">
                    <a16:creationId xmlns:a16="http://schemas.microsoft.com/office/drawing/2014/main" id="{47F3B3AF-FC73-6428-24F2-624C00F599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" name="Oval 1476">
                <a:extLst>
                  <a:ext uri="{FF2B5EF4-FFF2-40B4-BE49-F238E27FC236}">
                    <a16:creationId xmlns:a16="http://schemas.microsoft.com/office/drawing/2014/main" id="{25ED67AD-B4DB-A153-0D61-D2E48A1E1D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2" name="Group 1477">
              <a:extLst>
                <a:ext uri="{FF2B5EF4-FFF2-40B4-BE49-F238E27FC236}">
                  <a16:creationId xmlns:a16="http://schemas.microsoft.com/office/drawing/2014/main" id="{BE74A7FA-30F4-476A-9DE3-02A41250C4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369" name="Oval 1478">
                <a:extLst>
                  <a:ext uri="{FF2B5EF4-FFF2-40B4-BE49-F238E27FC236}">
                    <a16:creationId xmlns:a16="http://schemas.microsoft.com/office/drawing/2014/main" id="{11727F97-8BA3-D164-05F0-4DD0F8665E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0" name="Oval 1479">
                <a:extLst>
                  <a:ext uri="{FF2B5EF4-FFF2-40B4-BE49-F238E27FC236}">
                    <a16:creationId xmlns:a16="http://schemas.microsoft.com/office/drawing/2014/main" id="{E8567738-8B74-E896-5F34-6C54FF281F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1" name="Freeform 1480">
                <a:extLst>
                  <a:ext uri="{FF2B5EF4-FFF2-40B4-BE49-F238E27FC236}">
                    <a16:creationId xmlns:a16="http://schemas.microsoft.com/office/drawing/2014/main" id="{5727E753-52BE-406A-2A5E-6CACD54D58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2" name="Freeform 1481">
                <a:extLst>
                  <a:ext uri="{FF2B5EF4-FFF2-40B4-BE49-F238E27FC236}">
                    <a16:creationId xmlns:a16="http://schemas.microsoft.com/office/drawing/2014/main" id="{F16F6314-3326-4685-1987-728CD2799D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" name="Freeform 1482">
                <a:extLst>
                  <a:ext uri="{FF2B5EF4-FFF2-40B4-BE49-F238E27FC236}">
                    <a16:creationId xmlns:a16="http://schemas.microsoft.com/office/drawing/2014/main" id="{72A6AC17-73A6-A105-ABA2-D68599D415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" name="Oval 1483">
                <a:extLst>
                  <a:ext uri="{FF2B5EF4-FFF2-40B4-BE49-F238E27FC236}">
                    <a16:creationId xmlns:a16="http://schemas.microsoft.com/office/drawing/2014/main" id="{B314BB84-ED69-1360-8616-60EB49FE77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3" name="Group 1484">
              <a:extLst>
                <a:ext uri="{FF2B5EF4-FFF2-40B4-BE49-F238E27FC236}">
                  <a16:creationId xmlns:a16="http://schemas.microsoft.com/office/drawing/2014/main" id="{F53F1CE7-9FD4-9123-70D9-A92E60F6820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363" name="Oval 1485">
                <a:extLst>
                  <a:ext uri="{FF2B5EF4-FFF2-40B4-BE49-F238E27FC236}">
                    <a16:creationId xmlns:a16="http://schemas.microsoft.com/office/drawing/2014/main" id="{2BFCC9D9-054B-A06A-79A5-527499E572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4" name="Oval 1486">
                <a:extLst>
                  <a:ext uri="{FF2B5EF4-FFF2-40B4-BE49-F238E27FC236}">
                    <a16:creationId xmlns:a16="http://schemas.microsoft.com/office/drawing/2014/main" id="{3A84763C-CF0A-DAC8-2E9C-E1AF763137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5" name="Freeform 1487">
                <a:extLst>
                  <a:ext uri="{FF2B5EF4-FFF2-40B4-BE49-F238E27FC236}">
                    <a16:creationId xmlns:a16="http://schemas.microsoft.com/office/drawing/2014/main" id="{B4E6FD07-15C3-6EB1-A837-25326AED80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" name="Freeform 1488">
                <a:extLst>
                  <a:ext uri="{FF2B5EF4-FFF2-40B4-BE49-F238E27FC236}">
                    <a16:creationId xmlns:a16="http://schemas.microsoft.com/office/drawing/2014/main" id="{DE2095EA-BC97-2A5B-D7BB-ABDBF27E58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Freeform 1489">
                <a:extLst>
                  <a:ext uri="{FF2B5EF4-FFF2-40B4-BE49-F238E27FC236}">
                    <a16:creationId xmlns:a16="http://schemas.microsoft.com/office/drawing/2014/main" id="{6FAA7EDD-7D58-73F5-B58B-0502390964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" name="Oval 1490">
                <a:extLst>
                  <a:ext uri="{FF2B5EF4-FFF2-40B4-BE49-F238E27FC236}">
                    <a16:creationId xmlns:a16="http://schemas.microsoft.com/office/drawing/2014/main" id="{AB76F199-41F5-E80D-2309-BA9CB39931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4" name="Group 1491">
              <a:extLst>
                <a:ext uri="{FF2B5EF4-FFF2-40B4-BE49-F238E27FC236}">
                  <a16:creationId xmlns:a16="http://schemas.microsoft.com/office/drawing/2014/main" id="{247194AB-E1BA-6804-49CB-93279BA1EE5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357" name="Oval 1492">
                <a:extLst>
                  <a:ext uri="{FF2B5EF4-FFF2-40B4-BE49-F238E27FC236}">
                    <a16:creationId xmlns:a16="http://schemas.microsoft.com/office/drawing/2014/main" id="{E0D192EE-515A-A98F-54EB-6A4AEC3A7E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8" name="Oval 1493">
                <a:extLst>
                  <a:ext uri="{FF2B5EF4-FFF2-40B4-BE49-F238E27FC236}">
                    <a16:creationId xmlns:a16="http://schemas.microsoft.com/office/drawing/2014/main" id="{D76B8A02-1C2A-6EED-03D3-B28D5C6EE7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9" name="Freeform 1494">
                <a:extLst>
                  <a:ext uri="{FF2B5EF4-FFF2-40B4-BE49-F238E27FC236}">
                    <a16:creationId xmlns:a16="http://schemas.microsoft.com/office/drawing/2014/main" id="{44F5E669-D29D-D79C-CC6F-044F934D3F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" name="Freeform 1495">
                <a:extLst>
                  <a:ext uri="{FF2B5EF4-FFF2-40B4-BE49-F238E27FC236}">
                    <a16:creationId xmlns:a16="http://schemas.microsoft.com/office/drawing/2014/main" id="{E0575884-F28D-265E-8511-5385FAEABE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" name="Freeform 1496">
                <a:extLst>
                  <a:ext uri="{FF2B5EF4-FFF2-40B4-BE49-F238E27FC236}">
                    <a16:creationId xmlns:a16="http://schemas.microsoft.com/office/drawing/2014/main" id="{8FB79C3B-CB87-F4B8-5199-E6ED037D96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" name="Oval 1497">
                <a:extLst>
                  <a:ext uri="{FF2B5EF4-FFF2-40B4-BE49-F238E27FC236}">
                    <a16:creationId xmlns:a16="http://schemas.microsoft.com/office/drawing/2014/main" id="{E0878236-0DD5-A90D-3511-F21D57FA9C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5" name="Group 1498">
              <a:extLst>
                <a:ext uri="{FF2B5EF4-FFF2-40B4-BE49-F238E27FC236}">
                  <a16:creationId xmlns:a16="http://schemas.microsoft.com/office/drawing/2014/main" id="{A04F2834-A1F9-27F9-2268-CA148240F3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351" name="Oval 1499">
                <a:extLst>
                  <a:ext uri="{FF2B5EF4-FFF2-40B4-BE49-F238E27FC236}">
                    <a16:creationId xmlns:a16="http://schemas.microsoft.com/office/drawing/2014/main" id="{37266E0C-EB1B-C237-2A20-77B3E70A68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2" name="Oval 1500">
                <a:extLst>
                  <a:ext uri="{FF2B5EF4-FFF2-40B4-BE49-F238E27FC236}">
                    <a16:creationId xmlns:a16="http://schemas.microsoft.com/office/drawing/2014/main" id="{B83A9F0E-54F4-10F3-50F2-4FA16CFDC9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3" name="Freeform 1501">
                <a:extLst>
                  <a:ext uri="{FF2B5EF4-FFF2-40B4-BE49-F238E27FC236}">
                    <a16:creationId xmlns:a16="http://schemas.microsoft.com/office/drawing/2014/main" id="{F76CA17B-FBF7-1F91-EAAB-5BC157D05D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Freeform 1502">
                <a:extLst>
                  <a:ext uri="{FF2B5EF4-FFF2-40B4-BE49-F238E27FC236}">
                    <a16:creationId xmlns:a16="http://schemas.microsoft.com/office/drawing/2014/main" id="{57D13572-8BB8-E2AF-E44F-96F56A5904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Freeform 1503">
                <a:extLst>
                  <a:ext uri="{FF2B5EF4-FFF2-40B4-BE49-F238E27FC236}">
                    <a16:creationId xmlns:a16="http://schemas.microsoft.com/office/drawing/2014/main" id="{6F833592-2E04-6DEB-4A88-F77DE5A298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" name="Oval 1504">
                <a:extLst>
                  <a:ext uri="{FF2B5EF4-FFF2-40B4-BE49-F238E27FC236}">
                    <a16:creationId xmlns:a16="http://schemas.microsoft.com/office/drawing/2014/main" id="{F26BF59B-5DDD-A740-A39F-337AE1E328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6" name="Group 1505">
              <a:extLst>
                <a:ext uri="{FF2B5EF4-FFF2-40B4-BE49-F238E27FC236}">
                  <a16:creationId xmlns:a16="http://schemas.microsoft.com/office/drawing/2014/main" id="{36675FAD-AF17-B4A2-394C-6144D0E9B5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345" name="Oval 1506">
                <a:extLst>
                  <a:ext uri="{FF2B5EF4-FFF2-40B4-BE49-F238E27FC236}">
                    <a16:creationId xmlns:a16="http://schemas.microsoft.com/office/drawing/2014/main" id="{D934C05D-84EA-5ADE-1EEB-9E9B7FE8B1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6" name="Oval 1507">
                <a:extLst>
                  <a:ext uri="{FF2B5EF4-FFF2-40B4-BE49-F238E27FC236}">
                    <a16:creationId xmlns:a16="http://schemas.microsoft.com/office/drawing/2014/main" id="{1917864E-6FC0-5D47-121F-D1FA7D2E6B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7" name="Freeform 1508">
                <a:extLst>
                  <a:ext uri="{FF2B5EF4-FFF2-40B4-BE49-F238E27FC236}">
                    <a16:creationId xmlns:a16="http://schemas.microsoft.com/office/drawing/2014/main" id="{927F5080-B114-DDF9-6E61-C344632A34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" name="Freeform 1509">
                <a:extLst>
                  <a:ext uri="{FF2B5EF4-FFF2-40B4-BE49-F238E27FC236}">
                    <a16:creationId xmlns:a16="http://schemas.microsoft.com/office/drawing/2014/main" id="{22BC07A8-A0C0-D44C-10C6-5EBBAB842F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" name="Freeform 1510">
                <a:extLst>
                  <a:ext uri="{FF2B5EF4-FFF2-40B4-BE49-F238E27FC236}">
                    <a16:creationId xmlns:a16="http://schemas.microsoft.com/office/drawing/2014/main" id="{2E603814-4069-1489-BFD6-9B3086EFE6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" name="Oval 1511">
                <a:extLst>
                  <a:ext uri="{FF2B5EF4-FFF2-40B4-BE49-F238E27FC236}">
                    <a16:creationId xmlns:a16="http://schemas.microsoft.com/office/drawing/2014/main" id="{9A354FF6-7400-2BBF-76EB-0C5B966D9E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7" name="Group 1512">
              <a:extLst>
                <a:ext uri="{FF2B5EF4-FFF2-40B4-BE49-F238E27FC236}">
                  <a16:creationId xmlns:a16="http://schemas.microsoft.com/office/drawing/2014/main" id="{659BF5C9-5E0E-7733-956E-D0B20BC0F1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339" name="Oval 1513">
                <a:extLst>
                  <a:ext uri="{FF2B5EF4-FFF2-40B4-BE49-F238E27FC236}">
                    <a16:creationId xmlns:a16="http://schemas.microsoft.com/office/drawing/2014/main" id="{C99700FB-CB6A-FE33-88B0-BC37DBF746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0" name="Oval 1514">
                <a:extLst>
                  <a:ext uri="{FF2B5EF4-FFF2-40B4-BE49-F238E27FC236}">
                    <a16:creationId xmlns:a16="http://schemas.microsoft.com/office/drawing/2014/main" id="{0A1FCFC4-47E5-B48E-1712-8FDC472C8B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1" name="Freeform 1515">
                <a:extLst>
                  <a:ext uri="{FF2B5EF4-FFF2-40B4-BE49-F238E27FC236}">
                    <a16:creationId xmlns:a16="http://schemas.microsoft.com/office/drawing/2014/main" id="{82E042CA-02B1-D21C-4F23-72ED5128BD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2" name="Freeform 1516">
                <a:extLst>
                  <a:ext uri="{FF2B5EF4-FFF2-40B4-BE49-F238E27FC236}">
                    <a16:creationId xmlns:a16="http://schemas.microsoft.com/office/drawing/2014/main" id="{D626354B-ED00-DAC4-9B73-6C341B0A1E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Freeform 1517">
                <a:extLst>
                  <a:ext uri="{FF2B5EF4-FFF2-40B4-BE49-F238E27FC236}">
                    <a16:creationId xmlns:a16="http://schemas.microsoft.com/office/drawing/2014/main" id="{CD259FC0-EECC-D9BE-8999-8EB8EA4B1C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Oval 1518">
                <a:extLst>
                  <a:ext uri="{FF2B5EF4-FFF2-40B4-BE49-F238E27FC236}">
                    <a16:creationId xmlns:a16="http://schemas.microsoft.com/office/drawing/2014/main" id="{27C3278F-15DC-4C78-A7C9-86BB895B1E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8" name="Group 1519">
              <a:extLst>
                <a:ext uri="{FF2B5EF4-FFF2-40B4-BE49-F238E27FC236}">
                  <a16:creationId xmlns:a16="http://schemas.microsoft.com/office/drawing/2014/main" id="{F7E2F293-5B27-D8D6-6F29-1484907C79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333" name="Oval 1520">
                <a:extLst>
                  <a:ext uri="{FF2B5EF4-FFF2-40B4-BE49-F238E27FC236}">
                    <a16:creationId xmlns:a16="http://schemas.microsoft.com/office/drawing/2014/main" id="{F8CDC4C4-325B-953D-2344-DA1E4182D7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4" name="Oval 1521">
                <a:extLst>
                  <a:ext uri="{FF2B5EF4-FFF2-40B4-BE49-F238E27FC236}">
                    <a16:creationId xmlns:a16="http://schemas.microsoft.com/office/drawing/2014/main" id="{E9D4297F-B79A-205F-7906-A11275375A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5" name="Freeform 1522">
                <a:extLst>
                  <a:ext uri="{FF2B5EF4-FFF2-40B4-BE49-F238E27FC236}">
                    <a16:creationId xmlns:a16="http://schemas.microsoft.com/office/drawing/2014/main" id="{D04603C1-D348-3FBA-CFAD-57BFA1919E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6" name="Freeform 1523">
                <a:extLst>
                  <a:ext uri="{FF2B5EF4-FFF2-40B4-BE49-F238E27FC236}">
                    <a16:creationId xmlns:a16="http://schemas.microsoft.com/office/drawing/2014/main" id="{0C961EF2-D4AF-B147-1532-A54C998C6F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Freeform 1524">
                <a:extLst>
                  <a:ext uri="{FF2B5EF4-FFF2-40B4-BE49-F238E27FC236}">
                    <a16:creationId xmlns:a16="http://schemas.microsoft.com/office/drawing/2014/main" id="{8B9A4668-BFAC-160C-C69D-7D213F7BA9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Oval 1525">
                <a:extLst>
                  <a:ext uri="{FF2B5EF4-FFF2-40B4-BE49-F238E27FC236}">
                    <a16:creationId xmlns:a16="http://schemas.microsoft.com/office/drawing/2014/main" id="{2AEC2A61-521B-0156-223C-8B68DC265B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" name="Group 1526">
              <a:extLst>
                <a:ext uri="{FF2B5EF4-FFF2-40B4-BE49-F238E27FC236}">
                  <a16:creationId xmlns:a16="http://schemas.microsoft.com/office/drawing/2014/main" id="{422F9118-ADD4-805B-F94F-00282EECEE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327" name="Oval 1527">
                <a:extLst>
                  <a:ext uri="{FF2B5EF4-FFF2-40B4-BE49-F238E27FC236}">
                    <a16:creationId xmlns:a16="http://schemas.microsoft.com/office/drawing/2014/main" id="{A522CCE0-6282-E3DB-924B-582A9B4A5A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8" name="Oval 1528">
                <a:extLst>
                  <a:ext uri="{FF2B5EF4-FFF2-40B4-BE49-F238E27FC236}">
                    <a16:creationId xmlns:a16="http://schemas.microsoft.com/office/drawing/2014/main" id="{43EDC846-A6EA-E0E2-F3A5-462CD94A2E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9" name="Freeform 1529">
                <a:extLst>
                  <a:ext uri="{FF2B5EF4-FFF2-40B4-BE49-F238E27FC236}">
                    <a16:creationId xmlns:a16="http://schemas.microsoft.com/office/drawing/2014/main" id="{C8B4C8E7-F4DB-088A-B556-FABACCE328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Freeform 1530">
                <a:extLst>
                  <a:ext uri="{FF2B5EF4-FFF2-40B4-BE49-F238E27FC236}">
                    <a16:creationId xmlns:a16="http://schemas.microsoft.com/office/drawing/2014/main" id="{A3F521B5-8B65-862A-E495-DA3078007E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Freeform 1531">
                <a:extLst>
                  <a:ext uri="{FF2B5EF4-FFF2-40B4-BE49-F238E27FC236}">
                    <a16:creationId xmlns:a16="http://schemas.microsoft.com/office/drawing/2014/main" id="{516B2EDD-F14E-A63E-0D4A-6D53F429F8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Oval 1532">
                <a:extLst>
                  <a:ext uri="{FF2B5EF4-FFF2-40B4-BE49-F238E27FC236}">
                    <a16:creationId xmlns:a16="http://schemas.microsoft.com/office/drawing/2014/main" id="{0F4B3A0A-5F8F-79DD-7219-EE9B76203D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" name="Group 1533">
              <a:extLst>
                <a:ext uri="{FF2B5EF4-FFF2-40B4-BE49-F238E27FC236}">
                  <a16:creationId xmlns:a16="http://schemas.microsoft.com/office/drawing/2014/main" id="{A98FADFE-709F-DA19-2B74-83E9852613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321" name="Oval 1534">
                <a:extLst>
                  <a:ext uri="{FF2B5EF4-FFF2-40B4-BE49-F238E27FC236}">
                    <a16:creationId xmlns:a16="http://schemas.microsoft.com/office/drawing/2014/main" id="{D1AABC8A-3F6D-E0F8-702A-36E73CB6F9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2" name="Oval 1535">
                <a:extLst>
                  <a:ext uri="{FF2B5EF4-FFF2-40B4-BE49-F238E27FC236}">
                    <a16:creationId xmlns:a16="http://schemas.microsoft.com/office/drawing/2014/main" id="{659A6687-1146-2FE8-9F51-2030EE49EB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3" name="Freeform 1536">
                <a:extLst>
                  <a:ext uri="{FF2B5EF4-FFF2-40B4-BE49-F238E27FC236}">
                    <a16:creationId xmlns:a16="http://schemas.microsoft.com/office/drawing/2014/main" id="{169A39E2-E0E9-E890-7A73-543141EEDC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 1537">
                <a:extLst>
                  <a:ext uri="{FF2B5EF4-FFF2-40B4-BE49-F238E27FC236}">
                    <a16:creationId xmlns:a16="http://schemas.microsoft.com/office/drawing/2014/main" id="{32D34CF4-0887-84EE-94DB-F0EF3E8EBC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Freeform 1538">
                <a:extLst>
                  <a:ext uri="{FF2B5EF4-FFF2-40B4-BE49-F238E27FC236}">
                    <a16:creationId xmlns:a16="http://schemas.microsoft.com/office/drawing/2014/main" id="{AE58977D-4BC2-843D-37D9-25FB6E7D85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Oval 1539">
                <a:extLst>
                  <a:ext uri="{FF2B5EF4-FFF2-40B4-BE49-F238E27FC236}">
                    <a16:creationId xmlns:a16="http://schemas.microsoft.com/office/drawing/2014/main" id="{0F3455D0-B5E1-12DE-12B8-4BA3DD88CD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" name="Group 1540">
              <a:extLst>
                <a:ext uri="{FF2B5EF4-FFF2-40B4-BE49-F238E27FC236}">
                  <a16:creationId xmlns:a16="http://schemas.microsoft.com/office/drawing/2014/main" id="{0A507DD2-71F3-C387-C55A-28FE01C5CB7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315" name="Oval 1541">
                <a:extLst>
                  <a:ext uri="{FF2B5EF4-FFF2-40B4-BE49-F238E27FC236}">
                    <a16:creationId xmlns:a16="http://schemas.microsoft.com/office/drawing/2014/main" id="{67EFCF1A-A8C2-F849-8CBB-B698B19A5D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6" name="Oval 1542">
                <a:extLst>
                  <a:ext uri="{FF2B5EF4-FFF2-40B4-BE49-F238E27FC236}">
                    <a16:creationId xmlns:a16="http://schemas.microsoft.com/office/drawing/2014/main" id="{3F77FAC7-7367-B7E9-EE16-C854560F75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7" name="Freeform 1543">
                <a:extLst>
                  <a:ext uri="{FF2B5EF4-FFF2-40B4-BE49-F238E27FC236}">
                    <a16:creationId xmlns:a16="http://schemas.microsoft.com/office/drawing/2014/main" id="{D6538C42-FC10-D4AF-0E19-D4726AC28B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Freeform 1544">
                <a:extLst>
                  <a:ext uri="{FF2B5EF4-FFF2-40B4-BE49-F238E27FC236}">
                    <a16:creationId xmlns:a16="http://schemas.microsoft.com/office/drawing/2014/main" id="{F91071D3-404F-60EB-92EE-33B7E4723F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Freeform 1545">
                <a:extLst>
                  <a:ext uri="{FF2B5EF4-FFF2-40B4-BE49-F238E27FC236}">
                    <a16:creationId xmlns:a16="http://schemas.microsoft.com/office/drawing/2014/main" id="{6F5F3667-EF8C-8BAD-439B-CB15750A70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Oval 1546">
                <a:extLst>
                  <a:ext uri="{FF2B5EF4-FFF2-40B4-BE49-F238E27FC236}">
                    <a16:creationId xmlns:a16="http://schemas.microsoft.com/office/drawing/2014/main" id="{9E9BB4E7-EAB4-AC4B-7B59-BCE18C2ACD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2" name="Group 1547">
              <a:extLst>
                <a:ext uri="{FF2B5EF4-FFF2-40B4-BE49-F238E27FC236}">
                  <a16:creationId xmlns:a16="http://schemas.microsoft.com/office/drawing/2014/main" id="{E82560CE-7A57-9214-391C-6FF4D79D5A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309" name="Oval 1548">
                <a:extLst>
                  <a:ext uri="{FF2B5EF4-FFF2-40B4-BE49-F238E27FC236}">
                    <a16:creationId xmlns:a16="http://schemas.microsoft.com/office/drawing/2014/main" id="{A19F1197-E9DA-ADE6-FD19-C4C72C2CFD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0" name="Oval 1549">
                <a:extLst>
                  <a:ext uri="{FF2B5EF4-FFF2-40B4-BE49-F238E27FC236}">
                    <a16:creationId xmlns:a16="http://schemas.microsoft.com/office/drawing/2014/main" id="{2B74A0B8-3E53-255C-747E-240B3C3D51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1" name="Freeform 1550">
                <a:extLst>
                  <a:ext uri="{FF2B5EF4-FFF2-40B4-BE49-F238E27FC236}">
                    <a16:creationId xmlns:a16="http://schemas.microsoft.com/office/drawing/2014/main" id="{2D1CA87C-4CD4-2E8F-F9DF-A0CDD29DC7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Freeform 1551">
                <a:extLst>
                  <a:ext uri="{FF2B5EF4-FFF2-40B4-BE49-F238E27FC236}">
                    <a16:creationId xmlns:a16="http://schemas.microsoft.com/office/drawing/2014/main" id="{CEEA5141-5638-1587-B5D0-2BC29197AF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Freeform 1552">
                <a:extLst>
                  <a:ext uri="{FF2B5EF4-FFF2-40B4-BE49-F238E27FC236}">
                    <a16:creationId xmlns:a16="http://schemas.microsoft.com/office/drawing/2014/main" id="{A631AAD2-75A0-5FBC-49B3-E60CC6B2AA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Oval 1553">
                <a:extLst>
                  <a:ext uri="{FF2B5EF4-FFF2-40B4-BE49-F238E27FC236}">
                    <a16:creationId xmlns:a16="http://schemas.microsoft.com/office/drawing/2014/main" id="{AE34F69F-6E10-035A-47FF-EE7F5F470C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3" name="Group 1554">
              <a:extLst>
                <a:ext uri="{FF2B5EF4-FFF2-40B4-BE49-F238E27FC236}">
                  <a16:creationId xmlns:a16="http://schemas.microsoft.com/office/drawing/2014/main" id="{27FEBADA-4C2C-716D-F500-E3DA4473AD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303" name="Oval 1555">
                <a:extLst>
                  <a:ext uri="{FF2B5EF4-FFF2-40B4-BE49-F238E27FC236}">
                    <a16:creationId xmlns:a16="http://schemas.microsoft.com/office/drawing/2014/main" id="{93978D06-8AE4-48AA-195F-7D76C4F2CC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4" name="Oval 1556">
                <a:extLst>
                  <a:ext uri="{FF2B5EF4-FFF2-40B4-BE49-F238E27FC236}">
                    <a16:creationId xmlns:a16="http://schemas.microsoft.com/office/drawing/2014/main" id="{B6DAEFAD-7D36-02C4-65D9-7020DBEBB4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5" name="Freeform 1557">
                <a:extLst>
                  <a:ext uri="{FF2B5EF4-FFF2-40B4-BE49-F238E27FC236}">
                    <a16:creationId xmlns:a16="http://schemas.microsoft.com/office/drawing/2014/main" id="{4261B8B9-BAFD-65DC-DA83-95AEAB0FB8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Freeform 1558">
                <a:extLst>
                  <a:ext uri="{FF2B5EF4-FFF2-40B4-BE49-F238E27FC236}">
                    <a16:creationId xmlns:a16="http://schemas.microsoft.com/office/drawing/2014/main" id="{6B8D4FD7-8AB4-2987-E590-3C18B772ED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" name="Freeform 1559">
                <a:extLst>
                  <a:ext uri="{FF2B5EF4-FFF2-40B4-BE49-F238E27FC236}">
                    <a16:creationId xmlns:a16="http://schemas.microsoft.com/office/drawing/2014/main" id="{81BE24FB-FEB6-C659-EA11-DCDD939CAD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Oval 1560">
                <a:extLst>
                  <a:ext uri="{FF2B5EF4-FFF2-40B4-BE49-F238E27FC236}">
                    <a16:creationId xmlns:a16="http://schemas.microsoft.com/office/drawing/2014/main" id="{67B0B79D-FC99-77B7-EB40-2182049C71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" name="Group 1561">
              <a:extLst>
                <a:ext uri="{FF2B5EF4-FFF2-40B4-BE49-F238E27FC236}">
                  <a16:creationId xmlns:a16="http://schemas.microsoft.com/office/drawing/2014/main" id="{0FEE193A-0ACF-7EA7-2F6A-45CE98697F5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97" name="Oval 1562">
                <a:extLst>
                  <a:ext uri="{FF2B5EF4-FFF2-40B4-BE49-F238E27FC236}">
                    <a16:creationId xmlns:a16="http://schemas.microsoft.com/office/drawing/2014/main" id="{FCA69EF0-E389-A351-3146-3CCF39ECE5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8" name="Oval 1563">
                <a:extLst>
                  <a:ext uri="{FF2B5EF4-FFF2-40B4-BE49-F238E27FC236}">
                    <a16:creationId xmlns:a16="http://schemas.microsoft.com/office/drawing/2014/main" id="{3BF7E6E1-D89A-64C4-A368-24619C07F1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9" name="Freeform 1564">
                <a:extLst>
                  <a:ext uri="{FF2B5EF4-FFF2-40B4-BE49-F238E27FC236}">
                    <a16:creationId xmlns:a16="http://schemas.microsoft.com/office/drawing/2014/main" id="{AB0883BC-8637-BFA3-21AE-7797B80F7B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Freeform 1565">
                <a:extLst>
                  <a:ext uri="{FF2B5EF4-FFF2-40B4-BE49-F238E27FC236}">
                    <a16:creationId xmlns:a16="http://schemas.microsoft.com/office/drawing/2014/main" id="{CA6BBF58-7C50-501A-A787-B6FC4F7DF8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" name="Freeform 1566">
                <a:extLst>
                  <a:ext uri="{FF2B5EF4-FFF2-40B4-BE49-F238E27FC236}">
                    <a16:creationId xmlns:a16="http://schemas.microsoft.com/office/drawing/2014/main" id="{1F0B316C-C946-8F09-3D03-7B0865216A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Oval 1567">
                <a:extLst>
                  <a:ext uri="{FF2B5EF4-FFF2-40B4-BE49-F238E27FC236}">
                    <a16:creationId xmlns:a16="http://schemas.microsoft.com/office/drawing/2014/main" id="{90EA8F7B-17B1-588C-2577-D1FFDEDCD4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" name="Group 1568">
              <a:extLst>
                <a:ext uri="{FF2B5EF4-FFF2-40B4-BE49-F238E27FC236}">
                  <a16:creationId xmlns:a16="http://schemas.microsoft.com/office/drawing/2014/main" id="{F4353BB9-C36F-780B-FCF1-50935C581D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91" name="Oval 1569">
                <a:extLst>
                  <a:ext uri="{FF2B5EF4-FFF2-40B4-BE49-F238E27FC236}">
                    <a16:creationId xmlns:a16="http://schemas.microsoft.com/office/drawing/2014/main" id="{96B0F152-A516-63F2-F699-E0EF4E1E9A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2" name="Oval 1570">
                <a:extLst>
                  <a:ext uri="{FF2B5EF4-FFF2-40B4-BE49-F238E27FC236}">
                    <a16:creationId xmlns:a16="http://schemas.microsoft.com/office/drawing/2014/main" id="{ED3C56FE-AF62-063C-F431-4326B6FD57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3" name="Freeform 1571">
                <a:extLst>
                  <a:ext uri="{FF2B5EF4-FFF2-40B4-BE49-F238E27FC236}">
                    <a16:creationId xmlns:a16="http://schemas.microsoft.com/office/drawing/2014/main" id="{FB31E8FB-7F9E-1029-28CB-22E3CBCDE5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Freeform 1572">
                <a:extLst>
                  <a:ext uri="{FF2B5EF4-FFF2-40B4-BE49-F238E27FC236}">
                    <a16:creationId xmlns:a16="http://schemas.microsoft.com/office/drawing/2014/main" id="{DDEA7006-03C7-EA50-3482-84A6FAD382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Freeform 1573">
                <a:extLst>
                  <a:ext uri="{FF2B5EF4-FFF2-40B4-BE49-F238E27FC236}">
                    <a16:creationId xmlns:a16="http://schemas.microsoft.com/office/drawing/2014/main" id="{C140F609-D989-4D6B-C16B-CC04C3A3BE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Oval 1574">
                <a:extLst>
                  <a:ext uri="{FF2B5EF4-FFF2-40B4-BE49-F238E27FC236}">
                    <a16:creationId xmlns:a16="http://schemas.microsoft.com/office/drawing/2014/main" id="{13B77097-5B1B-6C6A-5577-0A1D5CB015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" name="Group 1575">
              <a:extLst>
                <a:ext uri="{FF2B5EF4-FFF2-40B4-BE49-F238E27FC236}">
                  <a16:creationId xmlns:a16="http://schemas.microsoft.com/office/drawing/2014/main" id="{DAE6BC4C-CC81-17E4-70FB-AAD788C9EF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85" name="Oval 1576">
                <a:extLst>
                  <a:ext uri="{FF2B5EF4-FFF2-40B4-BE49-F238E27FC236}">
                    <a16:creationId xmlns:a16="http://schemas.microsoft.com/office/drawing/2014/main" id="{E0655FA9-C5ED-93B2-7450-10CDDD99B0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6" name="Oval 1577">
                <a:extLst>
                  <a:ext uri="{FF2B5EF4-FFF2-40B4-BE49-F238E27FC236}">
                    <a16:creationId xmlns:a16="http://schemas.microsoft.com/office/drawing/2014/main" id="{5257C6BB-CE04-6089-F82D-0013DA3744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7" name="Freeform 1578">
                <a:extLst>
                  <a:ext uri="{FF2B5EF4-FFF2-40B4-BE49-F238E27FC236}">
                    <a16:creationId xmlns:a16="http://schemas.microsoft.com/office/drawing/2014/main" id="{D943DD00-B434-88C2-122C-1E32D8A925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Freeform 1579">
                <a:extLst>
                  <a:ext uri="{FF2B5EF4-FFF2-40B4-BE49-F238E27FC236}">
                    <a16:creationId xmlns:a16="http://schemas.microsoft.com/office/drawing/2014/main" id="{C000C226-6DCF-2BA3-AA30-44ADEBAF14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Freeform 1580">
                <a:extLst>
                  <a:ext uri="{FF2B5EF4-FFF2-40B4-BE49-F238E27FC236}">
                    <a16:creationId xmlns:a16="http://schemas.microsoft.com/office/drawing/2014/main" id="{1315A5EC-1B30-C8A0-E2CF-CE98838062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Oval 1581">
                <a:extLst>
                  <a:ext uri="{FF2B5EF4-FFF2-40B4-BE49-F238E27FC236}">
                    <a16:creationId xmlns:a16="http://schemas.microsoft.com/office/drawing/2014/main" id="{15183166-4033-EB63-0DAB-545E29E9A5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" name="Group 1582">
              <a:extLst>
                <a:ext uri="{FF2B5EF4-FFF2-40B4-BE49-F238E27FC236}">
                  <a16:creationId xmlns:a16="http://schemas.microsoft.com/office/drawing/2014/main" id="{56A6CE21-09EF-BA16-E98B-B60CDD58165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79" name="Oval 1583">
                <a:extLst>
                  <a:ext uri="{FF2B5EF4-FFF2-40B4-BE49-F238E27FC236}">
                    <a16:creationId xmlns:a16="http://schemas.microsoft.com/office/drawing/2014/main" id="{C7EE3C14-CF33-748E-934F-9EEB8A67A8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0" name="Oval 1584">
                <a:extLst>
                  <a:ext uri="{FF2B5EF4-FFF2-40B4-BE49-F238E27FC236}">
                    <a16:creationId xmlns:a16="http://schemas.microsoft.com/office/drawing/2014/main" id="{070306BC-C897-0506-C8AA-8F9E1D6932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1" name="Freeform 1585">
                <a:extLst>
                  <a:ext uri="{FF2B5EF4-FFF2-40B4-BE49-F238E27FC236}">
                    <a16:creationId xmlns:a16="http://schemas.microsoft.com/office/drawing/2014/main" id="{B48B008C-2DAC-747B-7EB8-56965F568D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Freeform 1586">
                <a:extLst>
                  <a:ext uri="{FF2B5EF4-FFF2-40B4-BE49-F238E27FC236}">
                    <a16:creationId xmlns:a16="http://schemas.microsoft.com/office/drawing/2014/main" id="{0D2B6EB0-311D-04B2-5919-8120FD37A3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3" name="Freeform 1587">
                <a:extLst>
                  <a:ext uri="{FF2B5EF4-FFF2-40B4-BE49-F238E27FC236}">
                    <a16:creationId xmlns:a16="http://schemas.microsoft.com/office/drawing/2014/main" id="{49B22C4F-BBA4-4843-250F-C7921B7D56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Oval 1588">
                <a:extLst>
                  <a:ext uri="{FF2B5EF4-FFF2-40B4-BE49-F238E27FC236}">
                    <a16:creationId xmlns:a16="http://schemas.microsoft.com/office/drawing/2014/main" id="{ACF28762-2D03-F8DC-8638-724879A494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8" name="Group 1589">
              <a:extLst>
                <a:ext uri="{FF2B5EF4-FFF2-40B4-BE49-F238E27FC236}">
                  <a16:creationId xmlns:a16="http://schemas.microsoft.com/office/drawing/2014/main" id="{98C942BD-60FB-50C2-2394-A71AE60038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73" name="Oval 1590">
                <a:extLst>
                  <a:ext uri="{FF2B5EF4-FFF2-40B4-BE49-F238E27FC236}">
                    <a16:creationId xmlns:a16="http://schemas.microsoft.com/office/drawing/2014/main" id="{A7FD46C0-D946-CE16-0DCF-E45B3EBA8C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4" name="Oval 1591">
                <a:extLst>
                  <a:ext uri="{FF2B5EF4-FFF2-40B4-BE49-F238E27FC236}">
                    <a16:creationId xmlns:a16="http://schemas.microsoft.com/office/drawing/2014/main" id="{5544C778-00A7-C282-6FFA-1BEEDF0C7D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5" name="Freeform 1592">
                <a:extLst>
                  <a:ext uri="{FF2B5EF4-FFF2-40B4-BE49-F238E27FC236}">
                    <a16:creationId xmlns:a16="http://schemas.microsoft.com/office/drawing/2014/main" id="{B791A882-94F9-F59E-17B9-6E371DBDF4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Freeform 1593">
                <a:extLst>
                  <a:ext uri="{FF2B5EF4-FFF2-40B4-BE49-F238E27FC236}">
                    <a16:creationId xmlns:a16="http://schemas.microsoft.com/office/drawing/2014/main" id="{F9AEB257-26F5-41A3-57F8-C60B3B9690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7" name="Freeform 1594">
                <a:extLst>
                  <a:ext uri="{FF2B5EF4-FFF2-40B4-BE49-F238E27FC236}">
                    <a16:creationId xmlns:a16="http://schemas.microsoft.com/office/drawing/2014/main" id="{240BE758-95E8-2B94-CBF6-CE3B13F481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Oval 1595">
                <a:extLst>
                  <a:ext uri="{FF2B5EF4-FFF2-40B4-BE49-F238E27FC236}">
                    <a16:creationId xmlns:a16="http://schemas.microsoft.com/office/drawing/2014/main" id="{161CBCB6-2511-1E2C-3BCF-299E2B5A47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9" name="Group 1596">
              <a:extLst>
                <a:ext uri="{FF2B5EF4-FFF2-40B4-BE49-F238E27FC236}">
                  <a16:creationId xmlns:a16="http://schemas.microsoft.com/office/drawing/2014/main" id="{423A900D-5F4A-2109-4DC2-6FCFCD2414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67" name="Oval 1597">
                <a:extLst>
                  <a:ext uri="{FF2B5EF4-FFF2-40B4-BE49-F238E27FC236}">
                    <a16:creationId xmlns:a16="http://schemas.microsoft.com/office/drawing/2014/main" id="{FFE1188D-BDC8-EBE5-311E-A9E38DDFD6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8" name="Oval 1598">
                <a:extLst>
                  <a:ext uri="{FF2B5EF4-FFF2-40B4-BE49-F238E27FC236}">
                    <a16:creationId xmlns:a16="http://schemas.microsoft.com/office/drawing/2014/main" id="{FD78CB55-CC51-D8FB-3529-5BE686B809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9" name="Freeform 1599">
                <a:extLst>
                  <a:ext uri="{FF2B5EF4-FFF2-40B4-BE49-F238E27FC236}">
                    <a16:creationId xmlns:a16="http://schemas.microsoft.com/office/drawing/2014/main" id="{CAE303BA-2E7D-8BF3-7A04-559A6B5FA0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Freeform 1600">
                <a:extLst>
                  <a:ext uri="{FF2B5EF4-FFF2-40B4-BE49-F238E27FC236}">
                    <a16:creationId xmlns:a16="http://schemas.microsoft.com/office/drawing/2014/main" id="{340822AE-2DF8-6A12-E164-8474B2B191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1" name="Freeform 1601">
                <a:extLst>
                  <a:ext uri="{FF2B5EF4-FFF2-40B4-BE49-F238E27FC236}">
                    <a16:creationId xmlns:a16="http://schemas.microsoft.com/office/drawing/2014/main" id="{E36FAE7E-EDC3-AAB1-FBE0-A0CBD78493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Oval 1602">
                <a:extLst>
                  <a:ext uri="{FF2B5EF4-FFF2-40B4-BE49-F238E27FC236}">
                    <a16:creationId xmlns:a16="http://schemas.microsoft.com/office/drawing/2014/main" id="{FE6122F2-EE3F-17C2-FC8A-05BA528FF8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0" name="Group 1603">
              <a:extLst>
                <a:ext uri="{FF2B5EF4-FFF2-40B4-BE49-F238E27FC236}">
                  <a16:creationId xmlns:a16="http://schemas.microsoft.com/office/drawing/2014/main" id="{535DCDD2-95DE-7076-DD1D-7213BD998FE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61" name="Oval 1604">
                <a:extLst>
                  <a:ext uri="{FF2B5EF4-FFF2-40B4-BE49-F238E27FC236}">
                    <a16:creationId xmlns:a16="http://schemas.microsoft.com/office/drawing/2014/main" id="{9E12C037-B06B-5BDB-057A-4573AEB38C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2" name="Oval 1605">
                <a:extLst>
                  <a:ext uri="{FF2B5EF4-FFF2-40B4-BE49-F238E27FC236}">
                    <a16:creationId xmlns:a16="http://schemas.microsoft.com/office/drawing/2014/main" id="{814EE797-0D46-585F-B99C-B4CC24E104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3" name="Freeform 1606">
                <a:extLst>
                  <a:ext uri="{FF2B5EF4-FFF2-40B4-BE49-F238E27FC236}">
                    <a16:creationId xmlns:a16="http://schemas.microsoft.com/office/drawing/2014/main" id="{34D1C7B0-F653-5178-2B40-36BC7DA4B2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Freeform 1607">
                <a:extLst>
                  <a:ext uri="{FF2B5EF4-FFF2-40B4-BE49-F238E27FC236}">
                    <a16:creationId xmlns:a16="http://schemas.microsoft.com/office/drawing/2014/main" id="{88C5610A-C2A9-66A3-F183-8EFB1DCF37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5" name="Freeform 1608">
                <a:extLst>
                  <a:ext uri="{FF2B5EF4-FFF2-40B4-BE49-F238E27FC236}">
                    <a16:creationId xmlns:a16="http://schemas.microsoft.com/office/drawing/2014/main" id="{05CD4D3F-46BC-18AC-F037-02AEAAD8F6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Oval 1609">
                <a:extLst>
                  <a:ext uri="{FF2B5EF4-FFF2-40B4-BE49-F238E27FC236}">
                    <a16:creationId xmlns:a16="http://schemas.microsoft.com/office/drawing/2014/main" id="{FB5AED50-0697-769F-4BB3-E9541C34A8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453" name="Group 1385">
            <a:extLst>
              <a:ext uri="{FF2B5EF4-FFF2-40B4-BE49-F238E27FC236}">
                <a16:creationId xmlns:a16="http://schemas.microsoft.com/office/drawing/2014/main" id="{7422CC85-BCA1-FD0F-3B3C-B8008571209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87524" y="452110"/>
            <a:ext cx="1141095" cy="340150"/>
            <a:chOff x="446" y="1196"/>
            <a:chExt cx="1048" cy="312"/>
          </a:xfrm>
        </p:grpSpPr>
        <p:grpSp>
          <p:nvGrpSpPr>
            <p:cNvPr id="454" name="Group 1386">
              <a:extLst>
                <a:ext uri="{FF2B5EF4-FFF2-40B4-BE49-F238E27FC236}">
                  <a16:creationId xmlns:a16="http://schemas.microsoft.com/office/drawing/2014/main" id="{0BF114D4-C431-348E-77E5-1F26A07DD1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672" name="Oval 1387">
                <a:extLst>
                  <a:ext uri="{FF2B5EF4-FFF2-40B4-BE49-F238E27FC236}">
                    <a16:creationId xmlns:a16="http://schemas.microsoft.com/office/drawing/2014/main" id="{24BB61E7-8E2E-2E59-F323-5D775DF22F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3" name="Oval 1388">
                <a:extLst>
                  <a:ext uri="{FF2B5EF4-FFF2-40B4-BE49-F238E27FC236}">
                    <a16:creationId xmlns:a16="http://schemas.microsoft.com/office/drawing/2014/main" id="{14CFE102-0136-A747-6E3E-5952526320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4" name="Freeform 1389">
                <a:extLst>
                  <a:ext uri="{FF2B5EF4-FFF2-40B4-BE49-F238E27FC236}">
                    <a16:creationId xmlns:a16="http://schemas.microsoft.com/office/drawing/2014/main" id="{093CE2DF-9C8A-ABF2-CA6E-3D98FCEBD1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5" name="Freeform 1390">
                <a:extLst>
                  <a:ext uri="{FF2B5EF4-FFF2-40B4-BE49-F238E27FC236}">
                    <a16:creationId xmlns:a16="http://schemas.microsoft.com/office/drawing/2014/main" id="{2CA32C4A-94DC-F791-EB29-6761E52EAD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6" name="Freeform 1391">
                <a:extLst>
                  <a:ext uri="{FF2B5EF4-FFF2-40B4-BE49-F238E27FC236}">
                    <a16:creationId xmlns:a16="http://schemas.microsoft.com/office/drawing/2014/main" id="{C3ABADAE-7DAC-834B-9F11-2C6AB0290D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7" name="Oval 1392">
                <a:extLst>
                  <a:ext uri="{FF2B5EF4-FFF2-40B4-BE49-F238E27FC236}">
                    <a16:creationId xmlns:a16="http://schemas.microsoft.com/office/drawing/2014/main" id="{03F73A94-9699-83AE-4EC0-B93145C495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5" name="Group 1393">
              <a:extLst>
                <a:ext uri="{FF2B5EF4-FFF2-40B4-BE49-F238E27FC236}">
                  <a16:creationId xmlns:a16="http://schemas.microsoft.com/office/drawing/2014/main" id="{396923E2-188D-0613-5C0E-C15D6891015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666" name="Oval 1394">
                <a:extLst>
                  <a:ext uri="{FF2B5EF4-FFF2-40B4-BE49-F238E27FC236}">
                    <a16:creationId xmlns:a16="http://schemas.microsoft.com/office/drawing/2014/main" id="{5AAAA47C-B160-3555-5D12-4B4688963E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7" name="Oval 1395">
                <a:extLst>
                  <a:ext uri="{FF2B5EF4-FFF2-40B4-BE49-F238E27FC236}">
                    <a16:creationId xmlns:a16="http://schemas.microsoft.com/office/drawing/2014/main" id="{59BF352F-CBFF-93B7-A593-DCE4F5476B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8" name="Freeform 1396">
                <a:extLst>
                  <a:ext uri="{FF2B5EF4-FFF2-40B4-BE49-F238E27FC236}">
                    <a16:creationId xmlns:a16="http://schemas.microsoft.com/office/drawing/2014/main" id="{A6042BD6-5B2B-3D5A-0981-82C2BD678D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9" name="Freeform 1397">
                <a:extLst>
                  <a:ext uri="{FF2B5EF4-FFF2-40B4-BE49-F238E27FC236}">
                    <a16:creationId xmlns:a16="http://schemas.microsoft.com/office/drawing/2014/main" id="{B6C3945C-32C2-B50F-E13F-4FEAA1704C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" name="Freeform 1398">
                <a:extLst>
                  <a:ext uri="{FF2B5EF4-FFF2-40B4-BE49-F238E27FC236}">
                    <a16:creationId xmlns:a16="http://schemas.microsoft.com/office/drawing/2014/main" id="{9D31A487-1424-F02F-BE5C-A9307D3EF0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1" name="Oval 1399">
                <a:extLst>
                  <a:ext uri="{FF2B5EF4-FFF2-40B4-BE49-F238E27FC236}">
                    <a16:creationId xmlns:a16="http://schemas.microsoft.com/office/drawing/2014/main" id="{636CAB72-9A5F-4187-6AD0-5E08A9D5FF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6" name="Group 1400">
              <a:extLst>
                <a:ext uri="{FF2B5EF4-FFF2-40B4-BE49-F238E27FC236}">
                  <a16:creationId xmlns:a16="http://schemas.microsoft.com/office/drawing/2014/main" id="{E6B97E01-9D6E-7BD6-5D67-31EAFDE7D25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660" name="Oval 1401">
                <a:extLst>
                  <a:ext uri="{FF2B5EF4-FFF2-40B4-BE49-F238E27FC236}">
                    <a16:creationId xmlns:a16="http://schemas.microsoft.com/office/drawing/2014/main" id="{180CEEF7-FBE2-0276-A7AF-3C932A030A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1" name="Oval 1402">
                <a:extLst>
                  <a:ext uri="{FF2B5EF4-FFF2-40B4-BE49-F238E27FC236}">
                    <a16:creationId xmlns:a16="http://schemas.microsoft.com/office/drawing/2014/main" id="{551D29D3-2DE8-45DC-CE29-E28BE0232A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2" name="Freeform 1403">
                <a:extLst>
                  <a:ext uri="{FF2B5EF4-FFF2-40B4-BE49-F238E27FC236}">
                    <a16:creationId xmlns:a16="http://schemas.microsoft.com/office/drawing/2014/main" id="{0974FFBC-F8DD-09C4-8FBE-AEDC83629D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3" name="Freeform 1404">
                <a:extLst>
                  <a:ext uri="{FF2B5EF4-FFF2-40B4-BE49-F238E27FC236}">
                    <a16:creationId xmlns:a16="http://schemas.microsoft.com/office/drawing/2014/main" id="{90900ABC-96FA-6E66-8756-223B8AE857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4" name="Freeform 1405">
                <a:extLst>
                  <a:ext uri="{FF2B5EF4-FFF2-40B4-BE49-F238E27FC236}">
                    <a16:creationId xmlns:a16="http://schemas.microsoft.com/office/drawing/2014/main" id="{F52A3C08-1038-19FC-24CA-48BD00CFCE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" name="Oval 1406">
                <a:extLst>
                  <a:ext uri="{FF2B5EF4-FFF2-40B4-BE49-F238E27FC236}">
                    <a16:creationId xmlns:a16="http://schemas.microsoft.com/office/drawing/2014/main" id="{D6E4231E-6466-9A55-3902-225C99EB5C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7" name="Group 1407">
              <a:extLst>
                <a:ext uri="{FF2B5EF4-FFF2-40B4-BE49-F238E27FC236}">
                  <a16:creationId xmlns:a16="http://schemas.microsoft.com/office/drawing/2014/main" id="{4246490F-D4F1-9FBD-E344-0C0A0044D09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654" name="Oval 1408">
                <a:extLst>
                  <a:ext uri="{FF2B5EF4-FFF2-40B4-BE49-F238E27FC236}">
                    <a16:creationId xmlns:a16="http://schemas.microsoft.com/office/drawing/2014/main" id="{CF5A1D98-F9B0-D72C-D457-0609BFECF1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5" name="Oval 1409">
                <a:extLst>
                  <a:ext uri="{FF2B5EF4-FFF2-40B4-BE49-F238E27FC236}">
                    <a16:creationId xmlns:a16="http://schemas.microsoft.com/office/drawing/2014/main" id="{DB55915E-E99C-31EC-B5EA-42DA66BD5B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6" name="Freeform 1410">
                <a:extLst>
                  <a:ext uri="{FF2B5EF4-FFF2-40B4-BE49-F238E27FC236}">
                    <a16:creationId xmlns:a16="http://schemas.microsoft.com/office/drawing/2014/main" id="{87F87643-93DE-95CF-953D-01C0D388ED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" name="Freeform 1411">
                <a:extLst>
                  <a:ext uri="{FF2B5EF4-FFF2-40B4-BE49-F238E27FC236}">
                    <a16:creationId xmlns:a16="http://schemas.microsoft.com/office/drawing/2014/main" id="{002A0FE4-0367-F32C-C09A-8576D39451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" name="Freeform 1412">
                <a:extLst>
                  <a:ext uri="{FF2B5EF4-FFF2-40B4-BE49-F238E27FC236}">
                    <a16:creationId xmlns:a16="http://schemas.microsoft.com/office/drawing/2014/main" id="{FF9FF151-0989-DEA5-C2D9-4A17B03D5E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9" name="Oval 1413">
                <a:extLst>
                  <a:ext uri="{FF2B5EF4-FFF2-40B4-BE49-F238E27FC236}">
                    <a16:creationId xmlns:a16="http://schemas.microsoft.com/office/drawing/2014/main" id="{B8C7E980-5221-F2D4-32D8-C1D5BF6798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8" name="Group 1414">
              <a:extLst>
                <a:ext uri="{FF2B5EF4-FFF2-40B4-BE49-F238E27FC236}">
                  <a16:creationId xmlns:a16="http://schemas.microsoft.com/office/drawing/2014/main" id="{9E3A0620-8C39-F7E5-CD5E-8E5AF38CFC0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648" name="Oval 1415">
                <a:extLst>
                  <a:ext uri="{FF2B5EF4-FFF2-40B4-BE49-F238E27FC236}">
                    <a16:creationId xmlns:a16="http://schemas.microsoft.com/office/drawing/2014/main" id="{F1D21F88-3B53-6613-AC32-4D1291FAD5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9" name="Oval 1416">
                <a:extLst>
                  <a:ext uri="{FF2B5EF4-FFF2-40B4-BE49-F238E27FC236}">
                    <a16:creationId xmlns:a16="http://schemas.microsoft.com/office/drawing/2014/main" id="{EC3BC0D6-65B9-1FFA-FBD8-034CB192C3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0" name="Freeform 1417">
                <a:extLst>
                  <a:ext uri="{FF2B5EF4-FFF2-40B4-BE49-F238E27FC236}">
                    <a16:creationId xmlns:a16="http://schemas.microsoft.com/office/drawing/2014/main" id="{F7D98252-231B-9053-0D41-922B7F164E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1" name="Freeform 1418">
                <a:extLst>
                  <a:ext uri="{FF2B5EF4-FFF2-40B4-BE49-F238E27FC236}">
                    <a16:creationId xmlns:a16="http://schemas.microsoft.com/office/drawing/2014/main" id="{9A4BD0E8-B4E5-14AC-45B6-B6A13892BB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2" name="Freeform 1419">
                <a:extLst>
                  <a:ext uri="{FF2B5EF4-FFF2-40B4-BE49-F238E27FC236}">
                    <a16:creationId xmlns:a16="http://schemas.microsoft.com/office/drawing/2014/main" id="{73CD1B57-4111-D853-E77C-F5DD953D7B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3" name="Oval 1420">
                <a:extLst>
                  <a:ext uri="{FF2B5EF4-FFF2-40B4-BE49-F238E27FC236}">
                    <a16:creationId xmlns:a16="http://schemas.microsoft.com/office/drawing/2014/main" id="{A6990878-CEED-877E-761A-506D4B2602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9" name="Group 1421">
              <a:extLst>
                <a:ext uri="{FF2B5EF4-FFF2-40B4-BE49-F238E27FC236}">
                  <a16:creationId xmlns:a16="http://schemas.microsoft.com/office/drawing/2014/main" id="{362A9E7E-CCC0-B370-E0FE-07A92936E4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642" name="Oval 1422">
                <a:extLst>
                  <a:ext uri="{FF2B5EF4-FFF2-40B4-BE49-F238E27FC236}">
                    <a16:creationId xmlns:a16="http://schemas.microsoft.com/office/drawing/2014/main" id="{F67E96C5-C4E3-A6A7-BF68-BD68614147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3" name="Oval 1423">
                <a:extLst>
                  <a:ext uri="{FF2B5EF4-FFF2-40B4-BE49-F238E27FC236}">
                    <a16:creationId xmlns:a16="http://schemas.microsoft.com/office/drawing/2014/main" id="{2C5B11DC-50B1-82DE-AE08-B61FFD9C4B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4" name="Freeform 1424">
                <a:extLst>
                  <a:ext uri="{FF2B5EF4-FFF2-40B4-BE49-F238E27FC236}">
                    <a16:creationId xmlns:a16="http://schemas.microsoft.com/office/drawing/2014/main" id="{5D778D84-1896-FA16-E4BD-087A0E388B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" name="Freeform 1425">
                <a:extLst>
                  <a:ext uri="{FF2B5EF4-FFF2-40B4-BE49-F238E27FC236}">
                    <a16:creationId xmlns:a16="http://schemas.microsoft.com/office/drawing/2014/main" id="{6458AFEA-38DC-6B22-CDDF-B460BC63FC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6" name="Freeform 1426">
                <a:extLst>
                  <a:ext uri="{FF2B5EF4-FFF2-40B4-BE49-F238E27FC236}">
                    <a16:creationId xmlns:a16="http://schemas.microsoft.com/office/drawing/2014/main" id="{9D26D5B2-E49F-D337-19C2-957118DA63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7" name="Oval 1427">
                <a:extLst>
                  <a:ext uri="{FF2B5EF4-FFF2-40B4-BE49-F238E27FC236}">
                    <a16:creationId xmlns:a16="http://schemas.microsoft.com/office/drawing/2014/main" id="{AD414E74-8079-2FF1-979E-DF880199F9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0" name="Group 1428">
              <a:extLst>
                <a:ext uri="{FF2B5EF4-FFF2-40B4-BE49-F238E27FC236}">
                  <a16:creationId xmlns:a16="http://schemas.microsoft.com/office/drawing/2014/main" id="{9D3C3A0B-2C3B-1CC2-825F-A2E455AC9DC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636" name="Oval 1429">
                <a:extLst>
                  <a:ext uri="{FF2B5EF4-FFF2-40B4-BE49-F238E27FC236}">
                    <a16:creationId xmlns:a16="http://schemas.microsoft.com/office/drawing/2014/main" id="{9E928F07-5D22-248F-0E07-044E08F26F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7" name="Oval 1430">
                <a:extLst>
                  <a:ext uri="{FF2B5EF4-FFF2-40B4-BE49-F238E27FC236}">
                    <a16:creationId xmlns:a16="http://schemas.microsoft.com/office/drawing/2014/main" id="{0B60813A-0483-FD77-D193-A95E63DAE0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8" name="Freeform 1431">
                <a:extLst>
                  <a:ext uri="{FF2B5EF4-FFF2-40B4-BE49-F238E27FC236}">
                    <a16:creationId xmlns:a16="http://schemas.microsoft.com/office/drawing/2014/main" id="{C9DBD7DE-B782-1B9C-D016-4ADEC1D53C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9" name="Freeform 1432">
                <a:extLst>
                  <a:ext uri="{FF2B5EF4-FFF2-40B4-BE49-F238E27FC236}">
                    <a16:creationId xmlns:a16="http://schemas.microsoft.com/office/drawing/2014/main" id="{081246D5-CAE6-61A0-BDD8-366152AFF7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0" name="Freeform 1433">
                <a:extLst>
                  <a:ext uri="{FF2B5EF4-FFF2-40B4-BE49-F238E27FC236}">
                    <a16:creationId xmlns:a16="http://schemas.microsoft.com/office/drawing/2014/main" id="{770AA4D0-4969-DE5E-EAF2-45D931277C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1" name="Oval 1434">
                <a:extLst>
                  <a:ext uri="{FF2B5EF4-FFF2-40B4-BE49-F238E27FC236}">
                    <a16:creationId xmlns:a16="http://schemas.microsoft.com/office/drawing/2014/main" id="{74D1E08B-EFAB-7EF1-ADC4-DF8E0308BD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1" name="Group 1435">
              <a:extLst>
                <a:ext uri="{FF2B5EF4-FFF2-40B4-BE49-F238E27FC236}">
                  <a16:creationId xmlns:a16="http://schemas.microsoft.com/office/drawing/2014/main" id="{CD9A97FF-FCD0-E1DA-DAB7-932FD3EC1AB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630" name="Oval 1436">
                <a:extLst>
                  <a:ext uri="{FF2B5EF4-FFF2-40B4-BE49-F238E27FC236}">
                    <a16:creationId xmlns:a16="http://schemas.microsoft.com/office/drawing/2014/main" id="{021F87F7-6BB0-C00D-BED6-1797CCF715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1" name="Oval 1437">
                <a:extLst>
                  <a:ext uri="{FF2B5EF4-FFF2-40B4-BE49-F238E27FC236}">
                    <a16:creationId xmlns:a16="http://schemas.microsoft.com/office/drawing/2014/main" id="{618F54CB-67FF-2909-38CF-E79B061D94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2" name="Freeform 1438">
                <a:extLst>
                  <a:ext uri="{FF2B5EF4-FFF2-40B4-BE49-F238E27FC236}">
                    <a16:creationId xmlns:a16="http://schemas.microsoft.com/office/drawing/2014/main" id="{66460C21-65F3-E1BE-3957-51D2BDD600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" name="Freeform 1439">
                <a:extLst>
                  <a:ext uri="{FF2B5EF4-FFF2-40B4-BE49-F238E27FC236}">
                    <a16:creationId xmlns:a16="http://schemas.microsoft.com/office/drawing/2014/main" id="{32535D6F-4CBD-7BC6-EA25-B6F15839A7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" name="Freeform 1440">
                <a:extLst>
                  <a:ext uri="{FF2B5EF4-FFF2-40B4-BE49-F238E27FC236}">
                    <a16:creationId xmlns:a16="http://schemas.microsoft.com/office/drawing/2014/main" id="{E84A0C37-8CE6-D38F-25D4-83910C8D1C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" name="Oval 1441">
                <a:extLst>
                  <a:ext uri="{FF2B5EF4-FFF2-40B4-BE49-F238E27FC236}">
                    <a16:creationId xmlns:a16="http://schemas.microsoft.com/office/drawing/2014/main" id="{D0535A91-001F-38C7-361C-F04F568C65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2" name="Group 1442">
              <a:extLst>
                <a:ext uri="{FF2B5EF4-FFF2-40B4-BE49-F238E27FC236}">
                  <a16:creationId xmlns:a16="http://schemas.microsoft.com/office/drawing/2014/main" id="{26E371DB-D29A-F052-540D-49904700951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624" name="Oval 1443">
                <a:extLst>
                  <a:ext uri="{FF2B5EF4-FFF2-40B4-BE49-F238E27FC236}">
                    <a16:creationId xmlns:a16="http://schemas.microsoft.com/office/drawing/2014/main" id="{C2A10DBA-4A5B-E89D-2B01-771ED6B0D9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5" name="Oval 1444">
                <a:extLst>
                  <a:ext uri="{FF2B5EF4-FFF2-40B4-BE49-F238E27FC236}">
                    <a16:creationId xmlns:a16="http://schemas.microsoft.com/office/drawing/2014/main" id="{C71CD597-4363-E7A4-717E-69E40EFF7E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6" name="Freeform 1445">
                <a:extLst>
                  <a:ext uri="{FF2B5EF4-FFF2-40B4-BE49-F238E27FC236}">
                    <a16:creationId xmlns:a16="http://schemas.microsoft.com/office/drawing/2014/main" id="{28D8F690-E785-106E-F52A-7611EB86C2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" name="Freeform 1446">
                <a:extLst>
                  <a:ext uri="{FF2B5EF4-FFF2-40B4-BE49-F238E27FC236}">
                    <a16:creationId xmlns:a16="http://schemas.microsoft.com/office/drawing/2014/main" id="{06090CBC-E10E-3582-3E0C-9164DE4BAC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" name="Freeform 1447">
                <a:extLst>
                  <a:ext uri="{FF2B5EF4-FFF2-40B4-BE49-F238E27FC236}">
                    <a16:creationId xmlns:a16="http://schemas.microsoft.com/office/drawing/2014/main" id="{F3669700-A384-FF48-EBD3-0247530729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" name="Oval 1448">
                <a:extLst>
                  <a:ext uri="{FF2B5EF4-FFF2-40B4-BE49-F238E27FC236}">
                    <a16:creationId xmlns:a16="http://schemas.microsoft.com/office/drawing/2014/main" id="{16781B1B-13E1-FE48-0FF2-48B83FA319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3" name="Group 1449">
              <a:extLst>
                <a:ext uri="{FF2B5EF4-FFF2-40B4-BE49-F238E27FC236}">
                  <a16:creationId xmlns:a16="http://schemas.microsoft.com/office/drawing/2014/main" id="{B489F253-0D50-03E2-B644-B60E3BF759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618" name="Oval 1450">
                <a:extLst>
                  <a:ext uri="{FF2B5EF4-FFF2-40B4-BE49-F238E27FC236}">
                    <a16:creationId xmlns:a16="http://schemas.microsoft.com/office/drawing/2014/main" id="{C6DCA8C2-9E41-9407-8528-880309C1B5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9" name="Oval 1451">
                <a:extLst>
                  <a:ext uri="{FF2B5EF4-FFF2-40B4-BE49-F238E27FC236}">
                    <a16:creationId xmlns:a16="http://schemas.microsoft.com/office/drawing/2014/main" id="{8269D9C0-BAE5-F12A-95A3-D33308D110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0" name="Freeform 1452">
                <a:extLst>
                  <a:ext uri="{FF2B5EF4-FFF2-40B4-BE49-F238E27FC236}">
                    <a16:creationId xmlns:a16="http://schemas.microsoft.com/office/drawing/2014/main" id="{5B7B38C8-EC3F-CA4D-A8F3-B59DC85D5E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" name="Freeform 1453">
                <a:extLst>
                  <a:ext uri="{FF2B5EF4-FFF2-40B4-BE49-F238E27FC236}">
                    <a16:creationId xmlns:a16="http://schemas.microsoft.com/office/drawing/2014/main" id="{248B7ACB-FCCB-4099-F889-C144554879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" name="Freeform 1454">
                <a:extLst>
                  <a:ext uri="{FF2B5EF4-FFF2-40B4-BE49-F238E27FC236}">
                    <a16:creationId xmlns:a16="http://schemas.microsoft.com/office/drawing/2014/main" id="{542ED38A-F117-8053-2830-A052FCCAFD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" name="Oval 1455">
                <a:extLst>
                  <a:ext uri="{FF2B5EF4-FFF2-40B4-BE49-F238E27FC236}">
                    <a16:creationId xmlns:a16="http://schemas.microsoft.com/office/drawing/2014/main" id="{40D556FF-FBAC-CD80-15B0-7E180E2084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4" name="Group 1456">
              <a:extLst>
                <a:ext uri="{FF2B5EF4-FFF2-40B4-BE49-F238E27FC236}">
                  <a16:creationId xmlns:a16="http://schemas.microsoft.com/office/drawing/2014/main" id="{24E8063D-87DC-8DDD-5F10-0FA47A3C4F6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612" name="Oval 1457">
                <a:extLst>
                  <a:ext uri="{FF2B5EF4-FFF2-40B4-BE49-F238E27FC236}">
                    <a16:creationId xmlns:a16="http://schemas.microsoft.com/office/drawing/2014/main" id="{3FA01F68-2C7E-DB05-2344-4227116F12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3" name="Oval 1458">
                <a:extLst>
                  <a:ext uri="{FF2B5EF4-FFF2-40B4-BE49-F238E27FC236}">
                    <a16:creationId xmlns:a16="http://schemas.microsoft.com/office/drawing/2014/main" id="{F2CD5975-1D26-43A9-B312-1DDA4C6688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4" name="Freeform 1459">
                <a:extLst>
                  <a:ext uri="{FF2B5EF4-FFF2-40B4-BE49-F238E27FC236}">
                    <a16:creationId xmlns:a16="http://schemas.microsoft.com/office/drawing/2014/main" id="{4D501245-5AB9-C778-8672-F1F8A7DAA2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" name="Freeform 1460">
                <a:extLst>
                  <a:ext uri="{FF2B5EF4-FFF2-40B4-BE49-F238E27FC236}">
                    <a16:creationId xmlns:a16="http://schemas.microsoft.com/office/drawing/2014/main" id="{0CEBC8BA-14B7-AB0B-69D9-24ED100C21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" name="Freeform 1461">
                <a:extLst>
                  <a:ext uri="{FF2B5EF4-FFF2-40B4-BE49-F238E27FC236}">
                    <a16:creationId xmlns:a16="http://schemas.microsoft.com/office/drawing/2014/main" id="{5F79BF5D-3702-71C2-1E21-0446F14E5D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" name="Oval 1462">
                <a:extLst>
                  <a:ext uri="{FF2B5EF4-FFF2-40B4-BE49-F238E27FC236}">
                    <a16:creationId xmlns:a16="http://schemas.microsoft.com/office/drawing/2014/main" id="{DC07593C-C950-D7B7-4356-AD71AF9432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5" name="Group 1463">
              <a:extLst>
                <a:ext uri="{FF2B5EF4-FFF2-40B4-BE49-F238E27FC236}">
                  <a16:creationId xmlns:a16="http://schemas.microsoft.com/office/drawing/2014/main" id="{88CE2B23-46B7-FE85-C964-18B3ABD0E3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606" name="Oval 1464">
                <a:extLst>
                  <a:ext uri="{FF2B5EF4-FFF2-40B4-BE49-F238E27FC236}">
                    <a16:creationId xmlns:a16="http://schemas.microsoft.com/office/drawing/2014/main" id="{D2EF6570-8795-4ADC-52D2-76526DF6A8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7" name="Oval 1465">
                <a:extLst>
                  <a:ext uri="{FF2B5EF4-FFF2-40B4-BE49-F238E27FC236}">
                    <a16:creationId xmlns:a16="http://schemas.microsoft.com/office/drawing/2014/main" id="{C331246B-3214-301C-28E8-C8DB21DE2F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8" name="Freeform 1466">
                <a:extLst>
                  <a:ext uri="{FF2B5EF4-FFF2-40B4-BE49-F238E27FC236}">
                    <a16:creationId xmlns:a16="http://schemas.microsoft.com/office/drawing/2014/main" id="{EDD9C0AA-8553-397E-42D7-BFCC335BA2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9" name="Freeform 1467">
                <a:extLst>
                  <a:ext uri="{FF2B5EF4-FFF2-40B4-BE49-F238E27FC236}">
                    <a16:creationId xmlns:a16="http://schemas.microsoft.com/office/drawing/2014/main" id="{291A38E2-4B40-98B5-AF31-0FE71F2050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0" name="Freeform 1468">
                <a:extLst>
                  <a:ext uri="{FF2B5EF4-FFF2-40B4-BE49-F238E27FC236}">
                    <a16:creationId xmlns:a16="http://schemas.microsoft.com/office/drawing/2014/main" id="{04596BAA-9DC0-7383-A060-4DCF63E86B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1" name="Oval 1469">
                <a:extLst>
                  <a:ext uri="{FF2B5EF4-FFF2-40B4-BE49-F238E27FC236}">
                    <a16:creationId xmlns:a16="http://schemas.microsoft.com/office/drawing/2014/main" id="{9B3743AE-DB83-E85F-51F6-3DE1963B34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6" name="Group 1470">
              <a:extLst>
                <a:ext uri="{FF2B5EF4-FFF2-40B4-BE49-F238E27FC236}">
                  <a16:creationId xmlns:a16="http://schemas.microsoft.com/office/drawing/2014/main" id="{167E8AC4-5DAC-C4E1-62BA-4C4CC7A249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600" name="Oval 1471">
                <a:extLst>
                  <a:ext uri="{FF2B5EF4-FFF2-40B4-BE49-F238E27FC236}">
                    <a16:creationId xmlns:a16="http://schemas.microsoft.com/office/drawing/2014/main" id="{666C569E-F93F-5CD8-5389-EEE3AAF206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1" name="Oval 1472">
                <a:extLst>
                  <a:ext uri="{FF2B5EF4-FFF2-40B4-BE49-F238E27FC236}">
                    <a16:creationId xmlns:a16="http://schemas.microsoft.com/office/drawing/2014/main" id="{24C70D89-4F11-9BB5-02C7-155E234E09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2" name="Freeform 1473">
                <a:extLst>
                  <a:ext uri="{FF2B5EF4-FFF2-40B4-BE49-F238E27FC236}">
                    <a16:creationId xmlns:a16="http://schemas.microsoft.com/office/drawing/2014/main" id="{42FA12DB-CA6D-BDA8-0378-2AF582D546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3" name="Freeform 1474">
                <a:extLst>
                  <a:ext uri="{FF2B5EF4-FFF2-40B4-BE49-F238E27FC236}">
                    <a16:creationId xmlns:a16="http://schemas.microsoft.com/office/drawing/2014/main" id="{767D885A-5B94-F12D-312E-CB25FBAC61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" name="Freeform 1475">
                <a:extLst>
                  <a:ext uri="{FF2B5EF4-FFF2-40B4-BE49-F238E27FC236}">
                    <a16:creationId xmlns:a16="http://schemas.microsoft.com/office/drawing/2014/main" id="{96C46DB7-043A-E13F-EA28-4172CF51F0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" name="Oval 1476">
                <a:extLst>
                  <a:ext uri="{FF2B5EF4-FFF2-40B4-BE49-F238E27FC236}">
                    <a16:creationId xmlns:a16="http://schemas.microsoft.com/office/drawing/2014/main" id="{5AD95647-0333-BD37-6C94-F2EFF18F92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7" name="Group 1477">
              <a:extLst>
                <a:ext uri="{FF2B5EF4-FFF2-40B4-BE49-F238E27FC236}">
                  <a16:creationId xmlns:a16="http://schemas.microsoft.com/office/drawing/2014/main" id="{3A7EA6B9-7C51-9B42-5078-9391503FEF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594" name="Oval 1478">
                <a:extLst>
                  <a:ext uri="{FF2B5EF4-FFF2-40B4-BE49-F238E27FC236}">
                    <a16:creationId xmlns:a16="http://schemas.microsoft.com/office/drawing/2014/main" id="{ED73CAEA-B1B2-5DCA-7F78-67247C0D7B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5" name="Oval 1479">
                <a:extLst>
                  <a:ext uri="{FF2B5EF4-FFF2-40B4-BE49-F238E27FC236}">
                    <a16:creationId xmlns:a16="http://schemas.microsoft.com/office/drawing/2014/main" id="{36B8FBFE-2D12-EE34-A2E5-B09C47426E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6" name="Freeform 1480">
                <a:extLst>
                  <a:ext uri="{FF2B5EF4-FFF2-40B4-BE49-F238E27FC236}">
                    <a16:creationId xmlns:a16="http://schemas.microsoft.com/office/drawing/2014/main" id="{E8C3F00F-6CD4-4A01-49D6-13E499CD9B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7" name="Freeform 1481">
                <a:extLst>
                  <a:ext uri="{FF2B5EF4-FFF2-40B4-BE49-F238E27FC236}">
                    <a16:creationId xmlns:a16="http://schemas.microsoft.com/office/drawing/2014/main" id="{582A1A1C-C752-9519-522B-9800CA5699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8" name="Freeform 1482">
                <a:extLst>
                  <a:ext uri="{FF2B5EF4-FFF2-40B4-BE49-F238E27FC236}">
                    <a16:creationId xmlns:a16="http://schemas.microsoft.com/office/drawing/2014/main" id="{68BE9998-B807-8C04-8F89-8B25432CB0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9" name="Oval 1483">
                <a:extLst>
                  <a:ext uri="{FF2B5EF4-FFF2-40B4-BE49-F238E27FC236}">
                    <a16:creationId xmlns:a16="http://schemas.microsoft.com/office/drawing/2014/main" id="{4CCFFDBA-8455-96C4-9B6E-76FBC0555C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8" name="Group 1484">
              <a:extLst>
                <a:ext uri="{FF2B5EF4-FFF2-40B4-BE49-F238E27FC236}">
                  <a16:creationId xmlns:a16="http://schemas.microsoft.com/office/drawing/2014/main" id="{4E67A82A-A0B4-5959-D843-0FB191B8277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588" name="Oval 1485">
                <a:extLst>
                  <a:ext uri="{FF2B5EF4-FFF2-40B4-BE49-F238E27FC236}">
                    <a16:creationId xmlns:a16="http://schemas.microsoft.com/office/drawing/2014/main" id="{17434E99-F245-5DFD-9F01-18A4F4678A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9" name="Oval 1486">
                <a:extLst>
                  <a:ext uri="{FF2B5EF4-FFF2-40B4-BE49-F238E27FC236}">
                    <a16:creationId xmlns:a16="http://schemas.microsoft.com/office/drawing/2014/main" id="{BF8D7C2D-4183-8FBB-5D7A-5829A6E4FB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0" name="Freeform 1487">
                <a:extLst>
                  <a:ext uri="{FF2B5EF4-FFF2-40B4-BE49-F238E27FC236}">
                    <a16:creationId xmlns:a16="http://schemas.microsoft.com/office/drawing/2014/main" id="{54C2FE13-3412-D6D4-99F2-0248F00701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1" name="Freeform 1488">
                <a:extLst>
                  <a:ext uri="{FF2B5EF4-FFF2-40B4-BE49-F238E27FC236}">
                    <a16:creationId xmlns:a16="http://schemas.microsoft.com/office/drawing/2014/main" id="{BAD3AE4E-F34B-4038-F36F-7833908F5A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2" name="Freeform 1489">
                <a:extLst>
                  <a:ext uri="{FF2B5EF4-FFF2-40B4-BE49-F238E27FC236}">
                    <a16:creationId xmlns:a16="http://schemas.microsoft.com/office/drawing/2014/main" id="{1B63B795-EF15-8173-3ADB-F4B381E62E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3" name="Oval 1490">
                <a:extLst>
                  <a:ext uri="{FF2B5EF4-FFF2-40B4-BE49-F238E27FC236}">
                    <a16:creationId xmlns:a16="http://schemas.microsoft.com/office/drawing/2014/main" id="{3810B31B-4878-8C95-34AF-BAB89966D3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9" name="Group 1491">
              <a:extLst>
                <a:ext uri="{FF2B5EF4-FFF2-40B4-BE49-F238E27FC236}">
                  <a16:creationId xmlns:a16="http://schemas.microsoft.com/office/drawing/2014/main" id="{850695B0-7AC7-9C7F-9F6C-11B57C6582B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582" name="Oval 1492">
                <a:extLst>
                  <a:ext uri="{FF2B5EF4-FFF2-40B4-BE49-F238E27FC236}">
                    <a16:creationId xmlns:a16="http://schemas.microsoft.com/office/drawing/2014/main" id="{3961F9C0-5B1E-C8F7-3546-43F5477A5E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3" name="Oval 1493">
                <a:extLst>
                  <a:ext uri="{FF2B5EF4-FFF2-40B4-BE49-F238E27FC236}">
                    <a16:creationId xmlns:a16="http://schemas.microsoft.com/office/drawing/2014/main" id="{05ED9147-1FD0-88BB-295A-C04C24D7A3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4" name="Freeform 1494">
                <a:extLst>
                  <a:ext uri="{FF2B5EF4-FFF2-40B4-BE49-F238E27FC236}">
                    <a16:creationId xmlns:a16="http://schemas.microsoft.com/office/drawing/2014/main" id="{740CACB8-0281-772F-C4A9-998FF28F7B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" name="Freeform 1495">
                <a:extLst>
                  <a:ext uri="{FF2B5EF4-FFF2-40B4-BE49-F238E27FC236}">
                    <a16:creationId xmlns:a16="http://schemas.microsoft.com/office/drawing/2014/main" id="{D38493AE-6D46-C905-7AB4-E182AE6C39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6" name="Freeform 1496">
                <a:extLst>
                  <a:ext uri="{FF2B5EF4-FFF2-40B4-BE49-F238E27FC236}">
                    <a16:creationId xmlns:a16="http://schemas.microsoft.com/office/drawing/2014/main" id="{0574EBF1-EDA3-811C-F1ED-18C8730158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7" name="Oval 1497">
                <a:extLst>
                  <a:ext uri="{FF2B5EF4-FFF2-40B4-BE49-F238E27FC236}">
                    <a16:creationId xmlns:a16="http://schemas.microsoft.com/office/drawing/2014/main" id="{792B4113-2810-B0AE-F22D-07B6FB5820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0" name="Group 1498">
              <a:extLst>
                <a:ext uri="{FF2B5EF4-FFF2-40B4-BE49-F238E27FC236}">
                  <a16:creationId xmlns:a16="http://schemas.microsoft.com/office/drawing/2014/main" id="{C6DEBDC5-5C61-7EF4-65A0-C39F3DEF04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576" name="Oval 1499">
                <a:extLst>
                  <a:ext uri="{FF2B5EF4-FFF2-40B4-BE49-F238E27FC236}">
                    <a16:creationId xmlns:a16="http://schemas.microsoft.com/office/drawing/2014/main" id="{A9F2EFB2-DF3C-E4B2-A6A7-D4786F3A14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7" name="Oval 1500">
                <a:extLst>
                  <a:ext uri="{FF2B5EF4-FFF2-40B4-BE49-F238E27FC236}">
                    <a16:creationId xmlns:a16="http://schemas.microsoft.com/office/drawing/2014/main" id="{B2412CF5-0EDF-CB65-3416-6D2C082AA4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8" name="Freeform 1501">
                <a:extLst>
                  <a:ext uri="{FF2B5EF4-FFF2-40B4-BE49-F238E27FC236}">
                    <a16:creationId xmlns:a16="http://schemas.microsoft.com/office/drawing/2014/main" id="{3B7FAE65-C0F0-16A8-E2F3-6E15A28773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" name="Freeform 1502">
                <a:extLst>
                  <a:ext uri="{FF2B5EF4-FFF2-40B4-BE49-F238E27FC236}">
                    <a16:creationId xmlns:a16="http://schemas.microsoft.com/office/drawing/2014/main" id="{9F2BA026-0807-8BD0-FEC1-C980BA8F71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" name="Freeform 1503">
                <a:extLst>
                  <a:ext uri="{FF2B5EF4-FFF2-40B4-BE49-F238E27FC236}">
                    <a16:creationId xmlns:a16="http://schemas.microsoft.com/office/drawing/2014/main" id="{B8657D52-0F96-BFA7-2155-2DBD5CEF47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" name="Oval 1504">
                <a:extLst>
                  <a:ext uri="{FF2B5EF4-FFF2-40B4-BE49-F238E27FC236}">
                    <a16:creationId xmlns:a16="http://schemas.microsoft.com/office/drawing/2014/main" id="{D0795B0E-4E65-B68C-7D11-7A4555415B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1" name="Group 1505">
              <a:extLst>
                <a:ext uri="{FF2B5EF4-FFF2-40B4-BE49-F238E27FC236}">
                  <a16:creationId xmlns:a16="http://schemas.microsoft.com/office/drawing/2014/main" id="{B76C5176-E4A6-E36A-EB94-475621F64B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570" name="Oval 1506">
                <a:extLst>
                  <a:ext uri="{FF2B5EF4-FFF2-40B4-BE49-F238E27FC236}">
                    <a16:creationId xmlns:a16="http://schemas.microsoft.com/office/drawing/2014/main" id="{E2BFCC13-613B-D52E-FC80-AE808467E9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1" name="Oval 1507">
                <a:extLst>
                  <a:ext uri="{FF2B5EF4-FFF2-40B4-BE49-F238E27FC236}">
                    <a16:creationId xmlns:a16="http://schemas.microsoft.com/office/drawing/2014/main" id="{D98AE8AA-52E3-23EA-1A4E-8316749E82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2" name="Freeform 1508">
                <a:extLst>
                  <a:ext uri="{FF2B5EF4-FFF2-40B4-BE49-F238E27FC236}">
                    <a16:creationId xmlns:a16="http://schemas.microsoft.com/office/drawing/2014/main" id="{AB122466-3D10-B5CB-EF6E-953CE8F195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" name="Freeform 1509">
                <a:extLst>
                  <a:ext uri="{FF2B5EF4-FFF2-40B4-BE49-F238E27FC236}">
                    <a16:creationId xmlns:a16="http://schemas.microsoft.com/office/drawing/2014/main" id="{D9B8E896-4151-24D8-D6B7-74E29F9E21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" name="Freeform 1510">
                <a:extLst>
                  <a:ext uri="{FF2B5EF4-FFF2-40B4-BE49-F238E27FC236}">
                    <a16:creationId xmlns:a16="http://schemas.microsoft.com/office/drawing/2014/main" id="{B8FDA872-DAF5-804B-F527-8FFE62F5BF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" name="Oval 1511">
                <a:extLst>
                  <a:ext uri="{FF2B5EF4-FFF2-40B4-BE49-F238E27FC236}">
                    <a16:creationId xmlns:a16="http://schemas.microsoft.com/office/drawing/2014/main" id="{BD5A9E71-BFFF-A364-1677-6CB8B359A8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2" name="Group 1512">
              <a:extLst>
                <a:ext uri="{FF2B5EF4-FFF2-40B4-BE49-F238E27FC236}">
                  <a16:creationId xmlns:a16="http://schemas.microsoft.com/office/drawing/2014/main" id="{C3CAFE56-EB55-1855-927A-F8356E41D3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564" name="Oval 1513">
                <a:extLst>
                  <a:ext uri="{FF2B5EF4-FFF2-40B4-BE49-F238E27FC236}">
                    <a16:creationId xmlns:a16="http://schemas.microsoft.com/office/drawing/2014/main" id="{9B053D9D-E2E1-DB50-BE4A-5005B1AFE5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5" name="Oval 1514">
                <a:extLst>
                  <a:ext uri="{FF2B5EF4-FFF2-40B4-BE49-F238E27FC236}">
                    <a16:creationId xmlns:a16="http://schemas.microsoft.com/office/drawing/2014/main" id="{F80CD10F-230C-1BCC-FA45-4490420BAA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6" name="Freeform 1515">
                <a:extLst>
                  <a:ext uri="{FF2B5EF4-FFF2-40B4-BE49-F238E27FC236}">
                    <a16:creationId xmlns:a16="http://schemas.microsoft.com/office/drawing/2014/main" id="{8235BCFF-6456-C72E-C60F-9B238C07B6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7" name="Freeform 1516">
                <a:extLst>
                  <a:ext uri="{FF2B5EF4-FFF2-40B4-BE49-F238E27FC236}">
                    <a16:creationId xmlns:a16="http://schemas.microsoft.com/office/drawing/2014/main" id="{225EF2B7-8C41-1CBF-01C2-1487F51871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8" name="Freeform 1517">
                <a:extLst>
                  <a:ext uri="{FF2B5EF4-FFF2-40B4-BE49-F238E27FC236}">
                    <a16:creationId xmlns:a16="http://schemas.microsoft.com/office/drawing/2014/main" id="{3DB532F0-59FD-10B1-C0E4-38A704C549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9" name="Oval 1518">
                <a:extLst>
                  <a:ext uri="{FF2B5EF4-FFF2-40B4-BE49-F238E27FC236}">
                    <a16:creationId xmlns:a16="http://schemas.microsoft.com/office/drawing/2014/main" id="{FCD52EAB-8C0E-B973-FE92-F4C4310251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3" name="Group 1519">
              <a:extLst>
                <a:ext uri="{FF2B5EF4-FFF2-40B4-BE49-F238E27FC236}">
                  <a16:creationId xmlns:a16="http://schemas.microsoft.com/office/drawing/2014/main" id="{B39A6C4C-9314-5AE8-E06B-31398E48DEB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558" name="Oval 1520">
                <a:extLst>
                  <a:ext uri="{FF2B5EF4-FFF2-40B4-BE49-F238E27FC236}">
                    <a16:creationId xmlns:a16="http://schemas.microsoft.com/office/drawing/2014/main" id="{03FD8DC4-9C97-E86C-7E8E-27E98D9643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9" name="Oval 1521">
                <a:extLst>
                  <a:ext uri="{FF2B5EF4-FFF2-40B4-BE49-F238E27FC236}">
                    <a16:creationId xmlns:a16="http://schemas.microsoft.com/office/drawing/2014/main" id="{E9A9898A-F6DF-863D-3736-29554ECE03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0" name="Freeform 1522">
                <a:extLst>
                  <a:ext uri="{FF2B5EF4-FFF2-40B4-BE49-F238E27FC236}">
                    <a16:creationId xmlns:a16="http://schemas.microsoft.com/office/drawing/2014/main" id="{D4713BC0-C5E7-0949-98F6-F9FD5A9832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1" name="Freeform 1523">
                <a:extLst>
                  <a:ext uri="{FF2B5EF4-FFF2-40B4-BE49-F238E27FC236}">
                    <a16:creationId xmlns:a16="http://schemas.microsoft.com/office/drawing/2014/main" id="{98D59A78-1EA7-2AF2-394F-B924AFCCED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2" name="Freeform 1524">
                <a:extLst>
                  <a:ext uri="{FF2B5EF4-FFF2-40B4-BE49-F238E27FC236}">
                    <a16:creationId xmlns:a16="http://schemas.microsoft.com/office/drawing/2014/main" id="{B9D964BF-ABB1-EE82-AA93-A2F6F3AD56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" name="Oval 1525">
                <a:extLst>
                  <a:ext uri="{FF2B5EF4-FFF2-40B4-BE49-F238E27FC236}">
                    <a16:creationId xmlns:a16="http://schemas.microsoft.com/office/drawing/2014/main" id="{D47B215D-4773-4020-7E97-BD3B992E22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4" name="Group 1526">
              <a:extLst>
                <a:ext uri="{FF2B5EF4-FFF2-40B4-BE49-F238E27FC236}">
                  <a16:creationId xmlns:a16="http://schemas.microsoft.com/office/drawing/2014/main" id="{01415ABE-81D7-04F7-20CD-6836D2023B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552" name="Oval 1527">
                <a:extLst>
                  <a:ext uri="{FF2B5EF4-FFF2-40B4-BE49-F238E27FC236}">
                    <a16:creationId xmlns:a16="http://schemas.microsoft.com/office/drawing/2014/main" id="{47D877D7-211E-2F98-F692-944FCA12D0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3" name="Oval 1528">
                <a:extLst>
                  <a:ext uri="{FF2B5EF4-FFF2-40B4-BE49-F238E27FC236}">
                    <a16:creationId xmlns:a16="http://schemas.microsoft.com/office/drawing/2014/main" id="{3EF3BA77-9516-1108-0C96-D57458567E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4" name="Freeform 1529">
                <a:extLst>
                  <a:ext uri="{FF2B5EF4-FFF2-40B4-BE49-F238E27FC236}">
                    <a16:creationId xmlns:a16="http://schemas.microsoft.com/office/drawing/2014/main" id="{F032970B-26A1-4A36-1B50-77DF7D3366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5" name="Freeform 1530">
                <a:extLst>
                  <a:ext uri="{FF2B5EF4-FFF2-40B4-BE49-F238E27FC236}">
                    <a16:creationId xmlns:a16="http://schemas.microsoft.com/office/drawing/2014/main" id="{90078ABE-7240-F36A-7B72-C4102A340D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6" name="Freeform 1531">
                <a:extLst>
                  <a:ext uri="{FF2B5EF4-FFF2-40B4-BE49-F238E27FC236}">
                    <a16:creationId xmlns:a16="http://schemas.microsoft.com/office/drawing/2014/main" id="{FB011BC6-50AC-CC4D-A035-DAA8789580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7" name="Oval 1532">
                <a:extLst>
                  <a:ext uri="{FF2B5EF4-FFF2-40B4-BE49-F238E27FC236}">
                    <a16:creationId xmlns:a16="http://schemas.microsoft.com/office/drawing/2014/main" id="{B4612AF2-0A73-39BB-411E-995B6A3B25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5" name="Group 1533">
              <a:extLst>
                <a:ext uri="{FF2B5EF4-FFF2-40B4-BE49-F238E27FC236}">
                  <a16:creationId xmlns:a16="http://schemas.microsoft.com/office/drawing/2014/main" id="{9DAA5AAB-250E-59E1-23D3-CC32941E4A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546" name="Oval 1534">
                <a:extLst>
                  <a:ext uri="{FF2B5EF4-FFF2-40B4-BE49-F238E27FC236}">
                    <a16:creationId xmlns:a16="http://schemas.microsoft.com/office/drawing/2014/main" id="{22EC90C7-CF09-EE8B-7C41-26609E971E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7" name="Oval 1535">
                <a:extLst>
                  <a:ext uri="{FF2B5EF4-FFF2-40B4-BE49-F238E27FC236}">
                    <a16:creationId xmlns:a16="http://schemas.microsoft.com/office/drawing/2014/main" id="{2FD8D357-031B-A4A4-0006-3E8D21E769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8" name="Freeform 1536">
                <a:extLst>
                  <a:ext uri="{FF2B5EF4-FFF2-40B4-BE49-F238E27FC236}">
                    <a16:creationId xmlns:a16="http://schemas.microsoft.com/office/drawing/2014/main" id="{1AA4342B-472D-4AAF-BA94-FA214181EE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" name="Freeform 1537">
                <a:extLst>
                  <a:ext uri="{FF2B5EF4-FFF2-40B4-BE49-F238E27FC236}">
                    <a16:creationId xmlns:a16="http://schemas.microsoft.com/office/drawing/2014/main" id="{EA4F6127-01F4-9FD1-01DC-D1DF0EF6BB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" name="Freeform 1538">
                <a:extLst>
                  <a:ext uri="{FF2B5EF4-FFF2-40B4-BE49-F238E27FC236}">
                    <a16:creationId xmlns:a16="http://schemas.microsoft.com/office/drawing/2014/main" id="{BF1086BE-B127-CC29-DC85-2117EF688C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" name="Oval 1539">
                <a:extLst>
                  <a:ext uri="{FF2B5EF4-FFF2-40B4-BE49-F238E27FC236}">
                    <a16:creationId xmlns:a16="http://schemas.microsoft.com/office/drawing/2014/main" id="{33CC638F-0DDD-8056-8326-3A712F6A9C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6" name="Group 1540">
              <a:extLst>
                <a:ext uri="{FF2B5EF4-FFF2-40B4-BE49-F238E27FC236}">
                  <a16:creationId xmlns:a16="http://schemas.microsoft.com/office/drawing/2014/main" id="{9F2281EC-BB79-CF28-9F31-E05C226DCA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540" name="Oval 1541">
                <a:extLst>
                  <a:ext uri="{FF2B5EF4-FFF2-40B4-BE49-F238E27FC236}">
                    <a16:creationId xmlns:a16="http://schemas.microsoft.com/office/drawing/2014/main" id="{1ED057FC-F5B1-E50A-AD0A-26E84ACB6C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1" name="Oval 1542">
                <a:extLst>
                  <a:ext uri="{FF2B5EF4-FFF2-40B4-BE49-F238E27FC236}">
                    <a16:creationId xmlns:a16="http://schemas.microsoft.com/office/drawing/2014/main" id="{CDBD82D1-F0BC-969F-7796-30F9DBD930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2" name="Freeform 1543">
                <a:extLst>
                  <a:ext uri="{FF2B5EF4-FFF2-40B4-BE49-F238E27FC236}">
                    <a16:creationId xmlns:a16="http://schemas.microsoft.com/office/drawing/2014/main" id="{93D048A1-8D95-7D2C-DFFD-9288A121B2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" name="Freeform 1544">
                <a:extLst>
                  <a:ext uri="{FF2B5EF4-FFF2-40B4-BE49-F238E27FC236}">
                    <a16:creationId xmlns:a16="http://schemas.microsoft.com/office/drawing/2014/main" id="{CE96586D-8EDB-15AD-BB73-598768D8E5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" name="Freeform 1545">
                <a:extLst>
                  <a:ext uri="{FF2B5EF4-FFF2-40B4-BE49-F238E27FC236}">
                    <a16:creationId xmlns:a16="http://schemas.microsoft.com/office/drawing/2014/main" id="{381A145E-F121-636E-802C-22B14593B2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5" name="Oval 1546">
                <a:extLst>
                  <a:ext uri="{FF2B5EF4-FFF2-40B4-BE49-F238E27FC236}">
                    <a16:creationId xmlns:a16="http://schemas.microsoft.com/office/drawing/2014/main" id="{554CD509-05F7-74AC-D561-6CE57FEA31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7" name="Group 1547">
              <a:extLst>
                <a:ext uri="{FF2B5EF4-FFF2-40B4-BE49-F238E27FC236}">
                  <a16:creationId xmlns:a16="http://schemas.microsoft.com/office/drawing/2014/main" id="{622C15BF-FE43-98D6-7D0F-A2A5FCD2AF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534" name="Oval 1548">
                <a:extLst>
                  <a:ext uri="{FF2B5EF4-FFF2-40B4-BE49-F238E27FC236}">
                    <a16:creationId xmlns:a16="http://schemas.microsoft.com/office/drawing/2014/main" id="{5DCC171C-E316-6E68-7C0C-DD30BFFCDC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5" name="Oval 1549">
                <a:extLst>
                  <a:ext uri="{FF2B5EF4-FFF2-40B4-BE49-F238E27FC236}">
                    <a16:creationId xmlns:a16="http://schemas.microsoft.com/office/drawing/2014/main" id="{866E0131-B606-70B2-0191-6A774C720C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6" name="Freeform 1550">
                <a:extLst>
                  <a:ext uri="{FF2B5EF4-FFF2-40B4-BE49-F238E27FC236}">
                    <a16:creationId xmlns:a16="http://schemas.microsoft.com/office/drawing/2014/main" id="{FD413BC8-B08E-3E0E-8597-837E48C9B1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" name="Freeform 1551">
                <a:extLst>
                  <a:ext uri="{FF2B5EF4-FFF2-40B4-BE49-F238E27FC236}">
                    <a16:creationId xmlns:a16="http://schemas.microsoft.com/office/drawing/2014/main" id="{431DC751-3B64-9E76-D395-E7097C262D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8" name="Freeform 1552">
                <a:extLst>
                  <a:ext uri="{FF2B5EF4-FFF2-40B4-BE49-F238E27FC236}">
                    <a16:creationId xmlns:a16="http://schemas.microsoft.com/office/drawing/2014/main" id="{94623C12-C30C-DA4B-EDE2-121C469382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9" name="Oval 1553">
                <a:extLst>
                  <a:ext uri="{FF2B5EF4-FFF2-40B4-BE49-F238E27FC236}">
                    <a16:creationId xmlns:a16="http://schemas.microsoft.com/office/drawing/2014/main" id="{75702BBD-68FF-E51A-9815-54B6EEBE6A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8" name="Group 1554">
              <a:extLst>
                <a:ext uri="{FF2B5EF4-FFF2-40B4-BE49-F238E27FC236}">
                  <a16:creationId xmlns:a16="http://schemas.microsoft.com/office/drawing/2014/main" id="{FA3A763A-0938-99D1-A417-A55E819613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528" name="Oval 1555">
                <a:extLst>
                  <a:ext uri="{FF2B5EF4-FFF2-40B4-BE49-F238E27FC236}">
                    <a16:creationId xmlns:a16="http://schemas.microsoft.com/office/drawing/2014/main" id="{ED3D7D4D-AFDF-CAFA-210A-26433015D1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9" name="Oval 1556">
                <a:extLst>
                  <a:ext uri="{FF2B5EF4-FFF2-40B4-BE49-F238E27FC236}">
                    <a16:creationId xmlns:a16="http://schemas.microsoft.com/office/drawing/2014/main" id="{718C5FE6-BAD5-D656-82F2-3BA0F41BA3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0" name="Freeform 1557">
                <a:extLst>
                  <a:ext uri="{FF2B5EF4-FFF2-40B4-BE49-F238E27FC236}">
                    <a16:creationId xmlns:a16="http://schemas.microsoft.com/office/drawing/2014/main" id="{8987E5BE-608A-094A-C198-D7B250F965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1" name="Freeform 1558">
                <a:extLst>
                  <a:ext uri="{FF2B5EF4-FFF2-40B4-BE49-F238E27FC236}">
                    <a16:creationId xmlns:a16="http://schemas.microsoft.com/office/drawing/2014/main" id="{634AAE48-1CA6-DD0B-FE4F-3619CCC137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" name="Freeform 1559">
                <a:extLst>
                  <a:ext uri="{FF2B5EF4-FFF2-40B4-BE49-F238E27FC236}">
                    <a16:creationId xmlns:a16="http://schemas.microsoft.com/office/drawing/2014/main" id="{FE05C3BE-BC66-3EDD-3419-7B0000D975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" name="Oval 1560">
                <a:extLst>
                  <a:ext uri="{FF2B5EF4-FFF2-40B4-BE49-F238E27FC236}">
                    <a16:creationId xmlns:a16="http://schemas.microsoft.com/office/drawing/2014/main" id="{03F5D2E6-3436-B2D1-2BA5-017B96038E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9" name="Group 1561">
              <a:extLst>
                <a:ext uri="{FF2B5EF4-FFF2-40B4-BE49-F238E27FC236}">
                  <a16:creationId xmlns:a16="http://schemas.microsoft.com/office/drawing/2014/main" id="{4E25BBA8-B6C9-EC91-0BD4-85B3960A0C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522" name="Oval 1562">
                <a:extLst>
                  <a:ext uri="{FF2B5EF4-FFF2-40B4-BE49-F238E27FC236}">
                    <a16:creationId xmlns:a16="http://schemas.microsoft.com/office/drawing/2014/main" id="{5DECC13A-E5FD-94B6-7B71-0D69E60F73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3" name="Oval 1563">
                <a:extLst>
                  <a:ext uri="{FF2B5EF4-FFF2-40B4-BE49-F238E27FC236}">
                    <a16:creationId xmlns:a16="http://schemas.microsoft.com/office/drawing/2014/main" id="{836169D6-6489-A8E6-5760-5DE5FA3589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4" name="Freeform 1564">
                <a:extLst>
                  <a:ext uri="{FF2B5EF4-FFF2-40B4-BE49-F238E27FC236}">
                    <a16:creationId xmlns:a16="http://schemas.microsoft.com/office/drawing/2014/main" id="{550702A6-BFEC-99BC-C88F-5CBDFC0BC8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5" name="Freeform 1565">
                <a:extLst>
                  <a:ext uri="{FF2B5EF4-FFF2-40B4-BE49-F238E27FC236}">
                    <a16:creationId xmlns:a16="http://schemas.microsoft.com/office/drawing/2014/main" id="{29B01C56-6241-3A12-C432-97737F6635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6" name="Freeform 1566">
                <a:extLst>
                  <a:ext uri="{FF2B5EF4-FFF2-40B4-BE49-F238E27FC236}">
                    <a16:creationId xmlns:a16="http://schemas.microsoft.com/office/drawing/2014/main" id="{F2E0A94D-F1D2-4429-D4AB-71993F5501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7" name="Oval 1567">
                <a:extLst>
                  <a:ext uri="{FF2B5EF4-FFF2-40B4-BE49-F238E27FC236}">
                    <a16:creationId xmlns:a16="http://schemas.microsoft.com/office/drawing/2014/main" id="{4A5A4039-12E8-D52A-D183-59FC12A943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0" name="Group 1568">
              <a:extLst>
                <a:ext uri="{FF2B5EF4-FFF2-40B4-BE49-F238E27FC236}">
                  <a16:creationId xmlns:a16="http://schemas.microsoft.com/office/drawing/2014/main" id="{C32942AA-52A4-4514-EC9C-E3FAB3AAC2B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516" name="Oval 1569">
                <a:extLst>
                  <a:ext uri="{FF2B5EF4-FFF2-40B4-BE49-F238E27FC236}">
                    <a16:creationId xmlns:a16="http://schemas.microsoft.com/office/drawing/2014/main" id="{B61570BA-D813-B570-30C1-E4F8FB4073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7" name="Oval 1570">
                <a:extLst>
                  <a:ext uri="{FF2B5EF4-FFF2-40B4-BE49-F238E27FC236}">
                    <a16:creationId xmlns:a16="http://schemas.microsoft.com/office/drawing/2014/main" id="{8C97C1DC-7D76-9501-4258-4512B81617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8" name="Freeform 1571">
                <a:extLst>
                  <a:ext uri="{FF2B5EF4-FFF2-40B4-BE49-F238E27FC236}">
                    <a16:creationId xmlns:a16="http://schemas.microsoft.com/office/drawing/2014/main" id="{EAEA7D0E-E78A-1620-CFE7-CC75A6B0DD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9" name="Freeform 1572">
                <a:extLst>
                  <a:ext uri="{FF2B5EF4-FFF2-40B4-BE49-F238E27FC236}">
                    <a16:creationId xmlns:a16="http://schemas.microsoft.com/office/drawing/2014/main" id="{F4057468-D191-E321-F88D-28CE1022DF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0" name="Freeform 1573">
                <a:extLst>
                  <a:ext uri="{FF2B5EF4-FFF2-40B4-BE49-F238E27FC236}">
                    <a16:creationId xmlns:a16="http://schemas.microsoft.com/office/drawing/2014/main" id="{275D4CA7-2617-26D4-C0F4-9EDD0451FF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1" name="Oval 1574">
                <a:extLst>
                  <a:ext uri="{FF2B5EF4-FFF2-40B4-BE49-F238E27FC236}">
                    <a16:creationId xmlns:a16="http://schemas.microsoft.com/office/drawing/2014/main" id="{30BDBF09-F4AB-E84D-68D1-9B713C07ED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1" name="Group 1575">
              <a:extLst>
                <a:ext uri="{FF2B5EF4-FFF2-40B4-BE49-F238E27FC236}">
                  <a16:creationId xmlns:a16="http://schemas.microsoft.com/office/drawing/2014/main" id="{6E1959A6-A08B-51CD-F7B5-8B2DF71066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510" name="Oval 1576">
                <a:extLst>
                  <a:ext uri="{FF2B5EF4-FFF2-40B4-BE49-F238E27FC236}">
                    <a16:creationId xmlns:a16="http://schemas.microsoft.com/office/drawing/2014/main" id="{9222F094-0DFD-5B0B-5833-700B1E5B35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1" name="Oval 1577">
                <a:extLst>
                  <a:ext uri="{FF2B5EF4-FFF2-40B4-BE49-F238E27FC236}">
                    <a16:creationId xmlns:a16="http://schemas.microsoft.com/office/drawing/2014/main" id="{E4935EB2-3FA4-263C-8135-C5488AC304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2" name="Freeform 1578">
                <a:extLst>
                  <a:ext uri="{FF2B5EF4-FFF2-40B4-BE49-F238E27FC236}">
                    <a16:creationId xmlns:a16="http://schemas.microsoft.com/office/drawing/2014/main" id="{2A72BAEC-7248-29FA-E4F0-C87EA475A4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" name="Freeform 1579">
                <a:extLst>
                  <a:ext uri="{FF2B5EF4-FFF2-40B4-BE49-F238E27FC236}">
                    <a16:creationId xmlns:a16="http://schemas.microsoft.com/office/drawing/2014/main" id="{DCBB5DF7-CC87-A70B-9E78-A548AD97B9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4" name="Freeform 1580">
                <a:extLst>
                  <a:ext uri="{FF2B5EF4-FFF2-40B4-BE49-F238E27FC236}">
                    <a16:creationId xmlns:a16="http://schemas.microsoft.com/office/drawing/2014/main" id="{469384EA-21DD-6715-E928-DED30B5C95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" name="Oval 1581">
                <a:extLst>
                  <a:ext uri="{FF2B5EF4-FFF2-40B4-BE49-F238E27FC236}">
                    <a16:creationId xmlns:a16="http://schemas.microsoft.com/office/drawing/2014/main" id="{8C453C96-57BF-1A06-723E-1EA1FC9B20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2" name="Group 1582">
              <a:extLst>
                <a:ext uri="{FF2B5EF4-FFF2-40B4-BE49-F238E27FC236}">
                  <a16:creationId xmlns:a16="http://schemas.microsoft.com/office/drawing/2014/main" id="{F223714A-91CB-501F-0481-1702040A1A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04" name="Oval 1583">
                <a:extLst>
                  <a:ext uri="{FF2B5EF4-FFF2-40B4-BE49-F238E27FC236}">
                    <a16:creationId xmlns:a16="http://schemas.microsoft.com/office/drawing/2014/main" id="{DC5F6314-EE2C-0206-E35A-186E69FD0F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5" name="Oval 1584">
                <a:extLst>
                  <a:ext uri="{FF2B5EF4-FFF2-40B4-BE49-F238E27FC236}">
                    <a16:creationId xmlns:a16="http://schemas.microsoft.com/office/drawing/2014/main" id="{1493098A-FFD4-8F88-7EBA-3E2AF7E591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6" name="Freeform 1585">
                <a:extLst>
                  <a:ext uri="{FF2B5EF4-FFF2-40B4-BE49-F238E27FC236}">
                    <a16:creationId xmlns:a16="http://schemas.microsoft.com/office/drawing/2014/main" id="{1145652F-4BDE-CCB0-552F-C5CC7171D7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7" name="Freeform 1586">
                <a:extLst>
                  <a:ext uri="{FF2B5EF4-FFF2-40B4-BE49-F238E27FC236}">
                    <a16:creationId xmlns:a16="http://schemas.microsoft.com/office/drawing/2014/main" id="{81C98BDB-B433-9973-CCA6-E6FF92B87F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8" name="Freeform 1587">
                <a:extLst>
                  <a:ext uri="{FF2B5EF4-FFF2-40B4-BE49-F238E27FC236}">
                    <a16:creationId xmlns:a16="http://schemas.microsoft.com/office/drawing/2014/main" id="{99CE8AEA-16DC-6174-1F9A-F41A0B4330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9" name="Oval 1588">
                <a:extLst>
                  <a:ext uri="{FF2B5EF4-FFF2-40B4-BE49-F238E27FC236}">
                    <a16:creationId xmlns:a16="http://schemas.microsoft.com/office/drawing/2014/main" id="{7A1B291F-F2D6-C29E-9EE7-AA6940A59C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3" name="Group 1589">
              <a:extLst>
                <a:ext uri="{FF2B5EF4-FFF2-40B4-BE49-F238E27FC236}">
                  <a16:creationId xmlns:a16="http://schemas.microsoft.com/office/drawing/2014/main" id="{2E690714-6A45-907F-0114-3B39D0A4DA7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498" name="Oval 1590">
                <a:extLst>
                  <a:ext uri="{FF2B5EF4-FFF2-40B4-BE49-F238E27FC236}">
                    <a16:creationId xmlns:a16="http://schemas.microsoft.com/office/drawing/2014/main" id="{09AB69F1-4271-AB9B-DF14-6C67B13A33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9" name="Oval 1591">
                <a:extLst>
                  <a:ext uri="{FF2B5EF4-FFF2-40B4-BE49-F238E27FC236}">
                    <a16:creationId xmlns:a16="http://schemas.microsoft.com/office/drawing/2014/main" id="{DA51BD26-117C-711A-5AB0-626E875E6D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0" name="Freeform 1592">
                <a:extLst>
                  <a:ext uri="{FF2B5EF4-FFF2-40B4-BE49-F238E27FC236}">
                    <a16:creationId xmlns:a16="http://schemas.microsoft.com/office/drawing/2014/main" id="{6902B275-9777-7F4A-4C35-E9F018488B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1" name="Freeform 1593">
                <a:extLst>
                  <a:ext uri="{FF2B5EF4-FFF2-40B4-BE49-F238E27FC236}">
                    <a16:creationId xmlns:a16="http://schemas.microsoft.com/office/drawing/2014/main" id="{26F2F940-2AEE-DDA8-5A28-C3210F19AF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2" name="Freeform 1594">
                <a:extLst>
                  <a:ext uri="{FF2B5EF4-FFF2-40B4-BE49-F238E27FC236}">
                    <a16:creationId xmlns:a16="http://schemas.microsoft.com/office/drawing/2014/main" id="{E3760FC2-4781-D16F-48EE-C7E38C2183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" name="Oval 1595">
                <a:extLst>
                  <a:ext uri="{FF2B5EF4-FFF2-40B4-BE49-F238E27FC236}">
                    <a16:creationId xmlns:a16="http://schemas.microsoft.com/office/drawing/2014/main" id="{EAC399AF-B1EA-C368-E425-BE8679AA4F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4" name="Group 1596">
              <a:extLst>
                <a:ext uri="{FF2B5EF4-FFF2-40B4-BE49-F238E27FC236}">
                  <a16:creationId xmlns:a16="http://schemas.microsoft.com/office/drawing/2014/main" id="{D2AD5EFA-7F26-3B47-C546-09CA8543BBD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92" name="Oval 1597">
                <a:extLst>
                  <a:ext uri="{FF2B5EF4-FFF2-40B4-BE49-F238E27FC236}">
                    <a16:creationId xmlns:a16="http://schemas.microsoft.com/office/drawing/2014/main" id="{769184D8-3C43-CB0A-8B60-3F2B60F36D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3" name="Oval 1598">
                <a:extLst>
                  <a:ext uri="{FF2B5EF4-FFF2-40B4-BE49-F238E27FC236}">
                    <a16:creationId xmlns:a16="http://schemas.microsoft.com/office/drawing/2014/main" id="{069F248C-0D8F-B968-7659-2F0643C462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4" name="Freeform 1599">
                <a:extLst>
                  <a:ext uri="{FF2B5EF4-FFF2-40B4-BE49-F238E27FC236}">
                    <a16:creationId xmlns:a16="http://schemas.microsoft.com/office/drawing/2014/main" id="{0757788F-909C-B9C1-4158-4D92195237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5" name="Freeform 1600">
                <a:extLst>
                  <a:ext uri="{FF2B5EF4-FFF2-40B4-BE49-F238E27FC236}">
                    <a16:creationId xmlns:a16="http://schemas.microsoft.com/office/drawing/2014/main" id="{59E6972B-2E06-3B91-F95B-10CD473623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6" name="Freeform 1601">
                <a:extLst>
                  <a:ext uri="{FF2B5EF4-FFF2-40B4-BE49-F238E27FC236}">
                    <a16:creationId xmlns:a16="http://schemas.microsoft.com/office/drawing/2014/main" id="{EB2B61D1-53FB-7229-5A31-CCA9705D18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" name="Oval 1602">
                <a:extLst>
                  <a:ext uri="{FF2B5EF4-FFF2-40B4-BE49-F238E27FC236}">
                    <a16:creationId xmlns:a16="http://schemas.microsoft.com/office/drawing/2014/main" id="{79756704-2516-23B5-19D9-19A708DA8D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5" name="Group 1603">
              <a:extLst>
                <a:ext uri="{FF2B5EF4-FFF2-40B4-BE49-F238E27FC236}">
                  <a16:creationId xmlns:a16="http://schemas.microsoft.com/office/drawing/2014/main" id="{333D2F95-FF80-CA32-0DEF-860A013C55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486" name="Oval 1604">
                <a:extLst>
                  <a:ext uri="{FF2B5EF4-FFF2-40B4-BE49-F238E27FC236}">
                    <a16:creationId xmlns:a16="http://schemas.microsoft.com/office/drawing/2014/main" id="{B9A2C9AD-61C0-4639-4F8F-7853F84224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7" name="Oval 1605">
                <a:extLst>
                  <a:ext uri="{FF2B5EF4-FFF2-40B4-BE49-F238E27FC236}">
                    <a16:creationId xmlns:a16="http://schemas.microsoft.com/office/drawing/2014/main" id="{4AD4AC9F-B7DE-2EEB-A2F6-69E464C393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8" name="Freeform 1606">
                <a:extLst>
                  <a:ext uri="{FF2B5EF4-FFF2-40B4-BE49-F238E27FC236}">
                    <a16:creationId xmlns:a16="http://schemas.microsoft.com/office/drawing/2014/main" id="{C2622CAD-EDF4-B809-5EFB-284225D3BF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9" name="Freeform 1607">
                <a:extLst>
                  <a:ext uri="{FF2B5EF4-FFF2-40B4-BE49-F238E27FC236}">
                    <a16:creationId xmlns:a16="http://schemas.microsoft.com/office/drawing/2014/main" id="{C52E2908-2254-AEDB-37C2-F39D31CAF9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0" name="Freeform 1608">
                <a:extLst>
                  <a:ext uri="{FF2B5EF4-FFF2-40B4-BE49-F238E27FC236}">
                    <a16:creationId xmlns:a16="http://schemas.microsoft.com/office/drawing/2014/main" id="{8F03E79E-3EA8-42C8-D366-6980C3008A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" name="Oval 1609">
                <a:extLst>
                  <a:ext uri="{FF2B5EF4-FFF2-40B4-BE49-F238E27FC236}">
                    <a16:creationId xmlns:a16="http://schemas.microsoft.com/office/drawing/2014/main" id="{58F141AC-BFB7-C000-29B3-347D8EFFC8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678" name="Group 1385">
            <a:extLst>
              <a:ext uri="{FF2B5EF4-FFF2-40B4-BE49-F238E27FC236}">
                <a16:creationId xmlns:a16="http://schemas.microsoft.com/office/drawing/2014/main" id="{D8B573E4-F0D3-71C8-D74B-C21EDD2C911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36207" y="452876"/>
            <a:ext cx="1141095" cy="340150"/>
            <a:chOff x="446" y="1196"/>
            <a:chExt cx="1048" cy="312"/>
          </a:xfrm>
        </p:grpSpPr>
        <p:grpSp>
          <p:nvGrpSpPr>
            <p:cNvPr id="679" name="Group 1386">
              <a:extLst>
                <a:ext uri="{FF2B5EF4-FFF2-40B4-BE49-F238E27FC236}">
                  <a16:creationId xmlns:a16="http://schemas.microsoft.com/office/drawing/2014/main" id="{259210D1-E87B-C22B-FA43-E3911D22F5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897" name="Oval 1387">
                <a:extLst>
                  <a:ext uri="{FF2B5EF4-FFF2-40B4-BE49-F238E27FC236}">
                    <a16:creationId xmlns:a16="http://schemas.microsoft.com/office/drawing/2014/main" id="{274F4872-851A-4746-65B6-82D7673FF0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8" name="Oval 1388">
                <a:extLst>
                  <a:ext uri="{FF2B5EF4-FFF2-40B4-BE49-F238E27FC236}">
                    <a16:creationId xmlns:a16="http://schemas.microsoft.com/office/drawing/2014/main" id="{A27B93FF-37EA-1EDB-235B-1B11B7182D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9" name="Freeform 1389">
                <a:extLst>
                  <a:ext uri="{FF2B5EF4-FFF2-40B4-BE49-F238E27FC236}">
                    <a16:creationId xmlns:a16="http://schemas.microsoft.com/office/drawing/2014/main" id="{C7F787B8-9B68-240B-D532-EFAC8A657B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" name="Freeform 1390">
                <a:extLst>
                  <a:ext uri="{FF2B5EF4-FFF2-40B4-BE49-F238E27FC236}">
                    <a16:creationId xmlns:a16="http://schemas.microsoft.com/office/drawing/2014/main" id="{6EC0857F-1317-97BE-04FE-2FF2174D60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" name="Freeform 1391">
                <a:extLst>
                  <a:ext uri="{FF2B5EF4-FFF2-40B4-BE49-F238E27FC236}">
                    <a16:creationId xmlns:a16="http://schemas.microsoft.com/office/drawing/2014/main" id="{5DDE3B22-AAA1-209E-5C2F-5026225796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" name="Oval 1392">
                <a:extLst>
                  <a:ext uri="{FF2B5EF4-FFF2-40B4-BE49-F238E27FC236}">
                    <a16:creationId xmlns:a16="http://schemas.microsoft.com/office/drawing/2014/main" id="{E41322CF-0155-C942-3C88-C5AD2E4E34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0" name="Group 1393">
              <a:extLst>
                <a:ext uri="{FF2B5EF4-FFF2-40B4-BE49-F238E27FC236}">
                  <a16:creationId xmlns:a16="http://schemas.microsoft.com/office/drawing/2014/main" id="{7F381532-8FFB-F46B-6FAF-69A1914488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891" name="Oval 1394">
                <a:extLst>
                  <a:ext uri="{FF2B5EF4-FFF2-40B4-BE49-F238E27FC236}">
                    <a16:creationId xmlns:a16="http://schemas.microsoft.com/office/drawing/2014/main" id="{F66B6239-E080-C846-C4BC-0D0C2C1DBE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2" name="Oval 1395">
                <a:extLst>
                  <a:ext uri="{FF2B5EF4-FFF2-40B4-BE49-F238E27FC236}">
                    <a16:creationId xmlns:a16="http://schemas.microsoft.com/office/drawing/2014/main" id="{642B6BC6-8769-EF1E-DBA8-3146239428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3" name="Freeform 1396">
                <a:extLst>
                  <a:ext uri="{FF2B5EF4-FFF2-40B4-BE49-F238E27FC236}">
                    <a16:creationId xmlns:a16="http://schemas.microsoft.com/office/drawing/2014/main" id="{B5298BCE-FF9B-6C99-93D4-E0B311CE58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" name="Freeform 1397">
                <a:extLst>
                  <a:ext uri="{FF2B5EF4-FFF2-40B4-BE49-F238E27FC236}">
                    <a16:creationId xmlns:a16="http://schemas.microsoft.com/office/drawing/2014/main" id="{D79EBB81-9B7E-593B-4A43-DF88FBFEF8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" name="Freeform 1398">
                <a:extLst>
                  <a:ext uri="{FF2B5EF4-FFF2-40B4-BE49-F238E27FC236}">
                    <a16:creationId xmlns:a16="http://schemas.microsoft.com/office/drawing/2014/main" id="{16681CF2-0FCA-ECC9-4016-B909D2BC7A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" name="Oval 1399">
                <a:extLst>
                  <a:ext uri="{FF2B5EF4-FFF2-40B4-BE49-F238E27FC236}">
                    <a16:creationId xmlns:a16="http://schemas.microsoft.com/office/drawing/2014/main" id="{B3B3F9D0-2A38-E038-74E8-FBDE7A32E4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1" name="Group 1400">
              <a:extLst>
                <a:ext uri="{FF2B5EF4-FFF2-40B4-BE49-F238E27FC236}">
                  <a16:creationId xmlns:a16="http://schemas.microsoft.com/office/drawing/2014/main" id="{996205DD-F8BF-1BFD-9109-058EAEAD0C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885" name="Oval 1401">
                <a:extLst>
                  <a:ext uri="{FF2B5EF4-FFF2-40B4-BE49-F238E27FC236}">
                    <a16:creationId xmlns:a16="http://schemas.microsoft.com/office/drawing/2014/main" id="{016BA77C-61C8-F54A-5D11-306B07EDB8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" name="Oval 1402">
                <a:extLst>
                  <a:ext uri="{FF2B5EF4-FFF2-40B4-BE49-F238E27FC236}">
                    <a16:creationId xmlns:a16="http://schemas.microsoft.com/office/drawing/2014/main" id="{001B210E-BC7A-7002-6A73-F3719D1F2E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7" name="Freeform 1403">
                <a:extLst>
                  <a:ext uri="{FF2B5EF4-FFF2-40B4-BE49-F238E27FC236}">
                    <a16:creationId xmlns:a16="http://schemas.microsoft.com/office/drawing/2014/main" id="{8242B759-56F8-78F4-4ACA-6D26490B79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" name="Freeform 1404">
                <a:extLst>
                  <a:ext uri="{FF2B5EF4-FFF2-40B4-BE49-F238E27FC236}">
                    <a16:creationId xmlns:a16="http://schemas.microsoft.com/office/drawing/2014/main" id="{18CF3044-6268-ADA2-8139-CEB5DD3F1D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" name="Freeform 1405">
                <a:extLst>
                  <a:ext uri="{FF2B5EF4-FFF2-40B4-BE49-F238E27FC236}">
                    <a16:creationId xmlns:a16="http://schemas.microsoft.com/office/drawing/2014/main" id="{2299F141-4BA1-C048-1200-FBF1613A7F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" name="Oval 1406">
                <a:extLst>
                  <a:ext uri="{FF2B5EF4-FFF2-40B4-BE49-F238E27FC236}">
                    <a16:creationId xmlns:a16="http://schemas.microsoft.com/office/drawing/2014/main" id="{B997E4A9-02B2-ACCA-D2EB-9310300A03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2" name="Group 1407">
              <a:extLst>
                <a:ext uri="{FF2B5EF4-FFF2-40B4-BE49-F238E27FC236}">
                  <a16:creationId xmlns:a16="http://schemas.microsoft.com/office/drawing/2014/main" id="{0BF0BDD9-0692-9F0E-591B-3A659354E7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879" name="Oval 1408">
                <a:extLst>
                  <a:ext uri="{FF2B5EF4-FFF2-40B4-BE49-F238E27FC236}">
                    <a16:creationId xmlns:a16="http://schemas.microsoft.com/office/drawing/2014/main" id="{9D03CB5D-4172-CB52-D540-09BA90B601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0" name="Oval 1409">
                <a:extLst>
                  <a:ext uri="{FF2B5EF4-FFF2-40B4-BE49-F238E27FC236}">
                    <a16:creationId xmlns:a16="http://schemas.microsoft.com/office/drawing/2014/main" id="{3E61823D-95A7-4178-98FA-EC50A33747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1" name="Freeform 1410">
                <a:extLst>
                  <a:ext uri="{FF2B5EF4-FFF2-40B4-BE49-F238E27FC236}">
                    <a16:creationId xmlns:a16="http://schemas.microsoft.com/office/drawing/2014/main" id="{0EB67DC2-02A4-E2DF-B3EE-E1AB19FA43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" name="Freeform 1411">
                <a:extLst>
                  <a:ext uri="{FF2B5EF4-FFF2-40B4-BE49-F238E27FC236}">
                    <a16:creationId xmlns:a16="http://schemas.microsoft.com/office/drawing/2014/main" id="{8E323E8A-6615-53B1-91F3-4C044340BB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" name="Freeform 1412">
                <a:extLst>
                  <a:ext uri="{FF2B5EF4-FFF2-40B4-BE49-F238E27FC236}">
                    <a16:creationId xmlns:a16="http://schemas.microsoft.com/office/drawing/2014/main" id="{D8264DD5-A3F7-CF49-008C-1361AAB7D3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" name="Oval 1413">
                <a:extLst>
                  <a:ext uri="{FF2B5EF4-FFF2-40B4-BE49-F238E27FC236}">
                    <a16:creationId xmlns:a16="http://schemas.microsoft.com/office/drawing/2014/main" id="{A968A60B-9A4D-3D1D-EB02-CE351B1625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3" name="Group 1414">
              <a:extLst>
                <a:ext uri="{FF2B5EF4-FFF2-40B4-BE49-F238E27FC236}">
                  <a16:creationId xmlns:a16="http://schemas.microsoft.com/office/drawing/2014/main" id="{89566B77-CC3D-8C1B-AFD1-CF6A8F8AFF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873" name="Oval 1415">
                <a:extLst>
                  <a:ext uri="{FF2B5EF4-FFF2-40B4-BE49-F238E27FC236}">
                    <a16:creationId xmlns:a16="http://schemas.microsoft.com/office/drawing/2014/main" id="{E2AAF0F2-D379-D67C-E979-B2D1882373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4" name="Oval 1416">
                <a:extLst>
                  <a:ext uri="{FF2B5EF4-FFF2-40B4-BE49-F238E27FC236}">
                    <a16:creationId xmlns:a16="http://schemas.microsoft.com/office/drawing/2014/main" id="{8C15CF03-E1BA-1C4C-4378-B8946A502A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5" name="Freeform 1417">
                <a:extLst>
                  <a:ext uri="{FF2B5EF4-FFF2-40B4-BE49-F238E27FC236}">
                    <a16:creationId xmlns:a16="http://schemas.microsoft.com/office/drawing/2014/main" id="{ED6EDE2F-5B66-8474-B4BD-72BD8CE566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" name="Freeform 1418">
                <a:extLst>
                  <a:ext uri="{FF2B5EF4-FFF2-40B4-BE49-F238E27FC236}">
                    <a16:creationId xmlns:a16="http://schemas.microsoft.com/office/drawing/2014/main" id="{984961BF-44AD-8F18-FF89-6578A68528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" name="Freeform 1419">
                <a:extLst>
                  <a:ext uri="{FF2B5EF4-FFF2-40B4-BE49-F238E27FC236}">
                    <a16:creationId xmlns:a16="http://schemas.microsoft.com/office/drawing/2014/main" id="{E118F453-904B-95CE-3ABE-208AF1FEA1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" name="Oval 1420">
                <a:extLst>
                  <a:ext uri="{FF2B5EF4-FFF2-40B4-BE49-F238E27FC236}">
                    <a16:creationId xmlns:a16="http://schemas.microsoft.com/office/drawing/2014/main" id="{41005CBB-A053-D1A6-A7F0-AD5F057AD6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4" name="Group 1421">
              <a:extLst>
                <a:ext uri="{FF2B5EF4-FFF2-40B4-BE49-F238E27FC236}">
                  <a16:creationId xmlns:a16="http://schemas.microsoft.com/office/drawing/2014/main" id="{E609303F-E4F1-7E5E-7FB8-C60C416008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867" name="Oval 1422">
                <a:extLst>
                  <a:ext uri="{FF2B5EF4-FFF2-40B4-BE49-F238E27FC236}">
                    <a16:creationId xmlns:a16="http://schemas.microsoft.com/office/drawing/2014/main" id="{62285366-DDED-4595-609A-9149F3366D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8" name="Oval 1423">
                <a:extLst>
                  <a:ext uri="{FF2B5EF4-FFF2-40B4-BE49-F238E27FC236}">
                    <a16:creationId xmlns:a16="http://schemas.microsoft.com/office/drawing/2014/main" id="{39F4336B-EF5F-C409-F029-81FCF36A33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9" name="Freeform 1424">
                <a:extLst>
                  <a:ext uri="{FF2B5EF4-FFF2-40B4-BE49-F238E27FC236}">
                    <a16:creationId xmlns:a16="http://schemas.microsoft.com/office/drawing/2014/main" id="{3399A398-01E0-790E-3C11-F82D0D671A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" name="Freeform 1425">
                <a:extLst>
                  <a:ext uri="{FF2B5EF4-FFF2-40B4-BE49-F238E27FC236}">
                    <a16:creationId xmlns:a16="http://schemas.microsoft.com/office/drawing/2014/main" id="{B2DDC25A-FE71-028A-ABB7-B810DCA05F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" name="Freeform 1426">
                <a:extLst>
                  <a:ext uri="{FF2B5EF4-FFF2-40B4-BE49-F238E27FC236}">
                    <a16:creationId xmlns:a16="http://schemas.microsoft.com/office/drawing/2014/main" id="{6E2A1D60-454C-65BB-AEED-8506819F63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" name="Oval 1427">
                <a:extLst>
                  <a:ext uri="{FF2B5EF4-FFF2-40B4-BE49-F238E27FC236}">
                    <a16:creationId xmlns:a16="http://schemas.microsoft.com/office/drawing/2014/main" id="{87678428-BE5F-4143-F544-3901F9A1A1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5" name="Group 1428">
              <a:extLst>
                <a:ext uri="{FF2B5EF4-FFF2-40B4-BE49-F238E27FC236}">
                  <a16:creationId xmlns:a16="http://schemas.microsoft.com/office/drawing/2014/main" id="{1385F0FF-79FA-29BC-5C4D-913498F011D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861" name="Oval 1429">
                <a:extLst>
                  <a:ext uri="{FF2B5EF4-FFF2-40B4-BE49-F238E27FC236}">
                    <a16:creationId xmlns:a16="http://schemas.microsoft.com/office/drawing/2014/main" id="{3628D5E4-5EE4-9D26-2DCE-9C65CEDF06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2" name="Oval 1430">
                <a:extLst>
                  <a:ext uri="{FF2B5EF4-FFF2-40B4-BE49-F238E27FC236}">
                    <a16:creationId xmlns:a16="http://schemas.microsoft.com/office/drawing/2014/main" id="{73C355D8-CBD1-01E2-9680-61006FB2C4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3" name="Freeform 1431">
                <a:extLst>
                  <a:ext uri="{FF2B5EF4-FFF2-40B4-BE49-F238E27FC236}">
                    <a16:creationId xmlns:a16="http://schemas.microsoft.com/office/drawing/2014/main" id="{1711BEE9-516B-D1F1-C30E-CB3742D292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" name="Freeform 1432">
                <a:extLst>
                  <a:ext uri="{FF2B5EF4-FFF2-40B4-BE49-F238E27FC236}">
                    <a16:creationId xmlns:a16="http://schemas.microsoft.com/office/drawing/2014/main" id="{2994755D-9467-879B-66F2-B6D9CC9A40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" name="Freeform 1433">
                <a:extLst>
                  <a:ext uri="{FF2B5EF4-FFF2-40B4-BE49-F238E27FC236}">
                    <a16:creationId xmlns:a16="http://schemas.microsoft.com/office/drawing/2014/main" id="{D86A32C4-9AFA-84D4-9A76-F8643A3495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" name="Oval 1434">
                <a:extLst>
                  <a:ext uri="{FF2B5EF4-FFF2-40B4-BE49-F238E27FC236}">
                    <a16:creationId xmlns:a16="http://schemas.microsoft.com/office/drawing/2014/main" id="{78F45694-1A4E-D5D9-8413-F5B8717FD3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6" name="Group 1435">
              <a:extLst>
                <a:ext uri="{FF2B5EF4-FFF2-40B4-BE49-F238E27FC236}">
                  <a16:creationId xmlns:a16="http://schemas.microsoft.com/office/drawing/2014/main" id="{F463A910-B650-B281-EEB7-4664891439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855" name="Oval 1436">
                <a:extLst>
                  <a:ext uri="{FF2B5EF4-FFF2-40B4-BE49-F238E27FC236}">
                    <a16:creationId xmlns:a16="http://schemas.microsoft.com/office/drawing/2014/main" id="{3A35F887-59A3-B3AE-31B5-78864FB33A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6" name="Oval 1437">
                <a:extLst>
                  <a:ext uri="{FF2B5EF4-FFF2-40B4-BE49-F238E27FC236}">
                    <a16:creationId xmlns:a16="http://schemas.microsoft.com/office/drawing/2014/main" id="{621F2D6F-27AD-0DF2-51EC-3CDC81768C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7" name="Freeform 1438">
                <a:extLst>
                  <a:ext uri="{FF2B5EF4-FFF2-40B4-BE49-F238E27FC236}">
                    <a16:creationId xmlns:a16="http://schemas.microsoft.com/office/drawing/2014/main" id="{45554B56-986E-CF55-29FB-DC838FFFF6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" name="Freeform 1439">
                <a:extLst>
                  <a:ext uri="{FF2B5EF4-FFF2-40B4-BE49-F238E27FC236}">
                    <a16:creationId xmlns:a16="http://schemas.microsoft.com/office/drawing/2014/main" id="{F903A19E-59F4-0452-A0A3-EECFC67C3F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" name="Freeform 1440">
                <a:extLst>
                  <a:ext uri="{FF2B5EF4-FFF2-40B4-BE49-F238E27FC236}">
                    <a16:creationId xmlns:a16="http://schemas.microsoft.com/office/drawing/2014/main" id="{8DBC6387-56D7-156B-89D9-505130BF83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" name="Oval 1441">
                <a:extLst>
                  <a:ext uri="{FF2B5EF4-FFF2-40B4-BE49-F238E27FC236}">
                    <a16:creationId xmlns:a16="http://schemas.microsoft.com/office/drawing/2014/main" id="{F357114A-96BB-244F-E043-03377376AD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7" name="Group 1442">
              <a:extLst>
                <a:ext uri="{FF2B5EF4-FFF2-40B4-BE49-F238E27FC236}">
                  <a16:creationId xmlns:a16="http://schemas.microsoft.com/office/drawing/2014/main" id="{24BA0AB7-764D-8B4C-ABC2-2F81E08271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849" name="Oval 1443">
                <a:extLst>
                  <a:ext uri="{FF2B5EF4-FFF2-40B4-BE49-F238E27FC236}">
                    <a16:creationId xmlns:a16="http://schemas.microsoft.com/office/drawing/2014/main" id="{FD106950-2E40-5FD9-A76F-7BC108528E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0" name="Oval 1444">
                <a:extLst>
                  <a:ext uri="{FF2B5EF4-FFF2-40B4-BE49-F238E27FC236}">
                    <a16:creationId xmlns:a16="http://schemas.microsoft.com/office/drawing/2014/main" id="{2C58E980-DF80-CC53-ECD6-4CDBAFC8F5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1" name="Freeform 1445">
                <a:extLst>
                  <a:ext uri="{FF2B5EF4-FFF2-40B4-BE49-F238E27FC236}">
                    <a16:creationId xmlns:a16="http://schemas.microsoft.com/office/drawing/2014/main" id="{741DE753-AFBB-EE3B-440E-B7F788FD2A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" name="Freeform 1446">
                <a:extLst>
                  <a:ext uri="{FF2B5EF4-FFF2-40B4-BE49-F238E27FC236}">
                    <a16:creationId xmlns:a16="http://schemas.microsoft.com/office/drawing/2014/main" id="{02ACBA14-DF88-A1F7-88B7-3FF8CD8F08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" name="Freeform 1447">
                <a:extLst>
                  <a:ext uri="{FF2B5EF4-FFF2-40B4-BE49-F238E27FC236}">
                    <a16:creationId xmlns:a16="http://schemas.microsoft.com/office/drawing/2014/main" id="{4564115E-2DED-0217-1F42-85BF69E2A5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" name="Oval 1448">
                <a:extLst>
                  <a:ext uri="{FF2B5EF4-FFF2-40B4-BE49-F238E27FC236}">
                    <a16:creationId xmlns:a16="http://schemas.microsoft.com/office/drawing/2014/main" id="{1D2FD8A0-5D3D-98B1-5BD5-E9CEA41A82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8" name="Group 1449">
              <a:extLst>
                <a:ext uri="{FF2B5EF4-FFF2-40B4-BE49-F238E27FC236}">
                  <a16:creationId xmlns:a16="http://schemas.microsoft.com/office/drawing/2014/main" id="{AD873771-8D14-A569-B3EE-949009DA6D9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843" name="Oval 1450">
                <a:extLst>
                  <a:ext uri="{FF2B5EF4-FFF2-40B4-BE49-F238E27FC236}">
                    <a16:creationId xmlns:a16="http://schemas.microsoft.com/office/drawing/2014/main" id="{F6273BB6-D819-E120-610B-01735542E8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4" name="Oval 1451">
                <a:extLst>
                  <a:ext uri="{FF2B5EF4-FFF2-40B4-BE49-F238E27FC236}">
                    <a16:creationId xmlns:a16="http://schemas.microsoft.com/office/drawing/2014/main" id="{79007241-BEA1-08B8-86A9-2B6C97EF47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5" name="Freeform 1452">
                <a:extLst>
                  <a:ext uri="{FF2B5EF4-FFF2-40B4-BE49-F238E27FC236}">
                    <a16:creationId xmlns:a16="http://schemas.microsoft.com/office/drawing/2014/main" id="{2FF797E6-B714-27DF-249F-30448A53E6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" name="Freeform 1453">
                <a:extLst>
                  <a:ext uri="{FF2B5EF4-FFF2-40B4-BE49-F238E27FC236}">
                    <a16:creationId xmlns:a16="http://schemas.microsoft.com/office/drawing/2014/main" id="{9E856664-F1FB-1C49-BC03-2C135E07B0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" name="Freeform 1454">
                <a:extLst>
                  <a:ext uri="{FF2B5EF4-FFF2-40B4-BE49-F238E27FC236}">
                    <a16:creationId xmlns:a16="http://schemas.microsoft.com/office/drawing/2014/main" id="{60315A6D-94BC-9A83-FEEF-BEA1D3E147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" name="Oval 1455">
                <a:extLst>
                  <a:ext uri="{FF2B5EF4-FFF2-40B4-BE49-F238E27FC236}">
                    <a16:creationId xmlns:a16="http://schemas.microsoft.com/office/drawing/2014/main" id="{59500186-2B21-5DC7-FE24-BD20530F18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9" name="Group 1456">
              <a:extLst>
                <a:ext uri="{FF2B5EF4-FFF2-40B4-BE49-F238E27FC236}">
                  <a16:creationId xmlns:a16="http://schemas.microsoft.com/office/drawing/2014/main" id="{B05089DC-C027-E60E-F8BD-4C95116F2D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837" name="Oval 1457">
                <a:extLst>
                  <a:ext uri="{FF2B5EF4-FFF2-40B4-BE49-F238E27FC236}">
                    <a16:creationId xmlns:a16="http://schemas.microsoft.com/office/drawing/2014/main" id="{497F6474-8415-0A53-8060-06D19CE9CC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8" name="Oval 1458">
                <a:extLst>
                  <a:ext uri="{FF2B5EF4-FFF2-40B4-BE49-F238E27FC236}">
                    <a16:creationId xmlns:a16="http://schemas.microsoft.com/office/drawing/2014/main" id="{7B729191-5721-E400-BB69-861B0FE440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9" name="Freeform 1459">
                <a:extLst>
                  <a:ext uri="{FF2B5EF4-FFF2-40B4-BE49-F238E27FC236}">
                    <a16:creationId xmlns:a16="http://schemas.microsoft.com/office/drawing/2014/main" id="{2ACC3650-9DA8-783B-FAFB-4341AB5606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" name="Freeform 1460">
                <a:extLst>
                  <a:ext uri="{FF2B5EF4-FFF2-40B4-BE49-F238E27FC236}">
                    <a16:creationId xmlns:a16="http://schemas.microsoft.com/office/drawing/2014/main" id="{B7311421-1142-BB4F-FB6E-29EF646B89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" name="Freeform 1461">
                <a:extLst>
                  <a:ext uri="{FF2B5EF4-FFF2-40B4-BE49-F238E27FC236}">
                    <a16:creationId xmlns:a16="http://schemas.microsoft.com/office/drawing/2014/main" id="{E84E9892-7D62-F539-F63A-83C3AB5812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" name="Oval 1462">
                <a:extLst>
                  <a:ext uri="{FF2B5EF4-FFF2-40B4-BE49-F238E27FC236}">
                    <a16:creationId xmlns:a16="http://schemas.microsoft.com/office/drawing/2014/main" id="{25FDEC9B-AE42-CC3F-6D6B-044810FD2D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0" name="Group 1463">
              <a:extLst>
                <a:ext uri="{FF2B5EF4-FFF2-40B4-BE49-F238E27FC236}">
                  <a16:creationId xmlns:a16="http://schemas.microsoft.com/office/drawing/2014/main" id="{5AAE9A1B-E742-EF56-B220-778BC08D9D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831" name="Oval 1464">
                <a:extLst>
                  <a:ext uri="{FF2B5EF4-FFF2-40B4-BE49-F238E27FC236}">
                    <a16:creationId xmlns:a16="http://schemas.microsoft.com/office/drawing/2014/main" id="{81B78DD4-DD31-2934-0C5D-D83FDC00AF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2" name="Oval 1465">
                <a:extLst>
                  <a:ext uri="{FF2B5EF4-FFF2-40B4-BE49-F238E27FC236}">
                    <a16:creationId xmlns:a16="http://schemas.microsoft.com/office/drawing/2014/main" id="{4A3BA0BF-5178-EF08-BA96-F9B42C8CBB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3" name="Freeform 1466">
                <a:extLst>
                  <a:ext uri="{FF2B5EF4-FFF2-40B4-BE49-F238E27FC236}">
                    <a16:creationId xmlns:a16="http://schemas.microsoft.com/office/drawing/2014/main" id="{F26749B8-B5AC-1F25-F2A3-8D330053FC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" name="Freeform 1467">
                <a:extLst>
                  <a:ext uri="{FF2B5EF4-FFF2-40B4-BE49-F238E27FC236}">
                    <a16:creationId xmlns:a16="http://schemas.microsoft.com/office/drawing/2014/main" id="{38849C03-6CCA-9C6F-8CD1-F2C915528E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" name="Freeform 1468">
                <a:extLst>
                  <a:ext uri="{FF2B5EF4-FFF2-40B4-BE49-F238E27FC236}">
                    <a16:creationId xmlns:a16="http://schemas.microsoft.com/office/drawing/2014/main" id="{2BAB947B-3561-6566-0909-EE76B8B0CE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" name="Oval 1469">
                <a:extLst>
                  <a:ext uri="{FF2B5EF4-FFF2-40B4-BE49-F238E27FC236}">
                    <a16:creationId xmlns:a16="http://schemas.microsoft.com/office/drawing/2014/main" id="{16C10D25-D55F-8991-6072-49D52744EF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1" name="Group 1470">
              <a:extLst>
                <a:ext uri="{FF2B5EF4-FFF2-40B4-BE49-F238E27FC236}">
                  <a16:creationId xmlns:a16="http://schemas.microsoft.com/office/drawing/2014/main" id="{5E4E5BA0-5C57-13B5-6CD9-7E87B30219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825" name="Oval 1471">
                <a:extLst>
                  <a:ext uri="{FF2B5EF4-FFF2-40B4-BE49-F238E27FC236}">
                    <a16:creationId xmlns:a16="http://schemas.microsoft.com/office/drawing/2014/main" id="{CDDF05E2-AED7-6E77-D3B5-AEF74AA172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6" name="Oval 1472">
                <a:extLst>
                  <a:ext uri="{FF2B5EF4-FFF2-40B4-BE49-F238E27FC236}">
                    <a16:creationId xmlns:a16="http://schemas.microsoft.com/office/drawing/2014/main" id="{CD3A33A8-496A-DBB9-E5CF-012B4D8493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7" name="Freeform 1473">
                <a:extLst>
                  <a:ext uri="{FF2B5EF4-FFF2-40B4-BE49-F238E27FC236}">
                    <a16:creationId xmlns:a16="http://schemas.microsoft.com/office/drawing/2014/main" id="{ADD13963-ED6E-0E94-5F58-C403840276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" name="Freeform 1474">
                <a:extLst>
                  <a:ext uri="{FF2B5EF4-FFF2-40B4-BE49-F238E27FC236}">
                    <a16:creationId xmlns:a16="http://schemas.microsoft.com/office/drawing/2014/main" id="{9DFC257D-4175-FB71-3468-2AEFCD7E6D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" name="Freeform 1475">
                <a:extLst>
                  <a:ext uri="{FF2B5EF4-FFF2-40B4-BE49-F238E27FC236}">
                    <a16:creationId xmlns:a16="http://schemas.microsoft.com/office/drawing/2014/main" id="{6C38D386-1D74-8B1B-07C7-9A29637B62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" name="Oval 1476">
                <a:extLst>
                  <a:ext uri="{FF2B5EF4-FFF2-40B4-BE49-F238E27FC236}">
                    <a16:creationId xmlns:a16="http://schemas.microsoft.com/office/drawing/2014/main" id="{F3F0206C-E2EA-4ED5-A718-AA6FD79BEB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2" name="Group 1477">
              <a:extLst>
                <a:ext uri="{FF2B5EF4-FFF2-40B4-BE49-F238E27FC236}">
                  <a16:creationId xmlns:a16="http://schemas.microsoft.com/office/drawing/2014/main" id="{A75B06BF-5CA6-5795-0BFF-0F89A3856D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819" name="Oval 1478">
                <a:extLst>
                  <a:ext uri="{FF2B5EF4-FFF2-40B4-BE49-F238E27FC236}">
                    <a16:creationId xmlns:a16="http://schemas.microsoft.com/office/drawing/2014/main" id="{9C791A24-10C4-75B0-3060-21D3CBC126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0" name="Oval 1479">
                <a:extLst>
                  <a:ext uri="{FF2B5EF4-FFF2-40B4-BE49-F238E27FC236}">
                    <a16:creationId xmlns:a16="http://schemas.microsoft.com/office/drawing/2014/main" id="{BB3645E7-1611-33CE-AE8D-F10FE4C357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1" name="Freeform 1480">
                <a:extLst>
                  <a:ext uri="{FF2B5EF4-FFF2-40B4-BE49-F238E27FC236}">
                    <a16:creationId xmlns:a16="http://schemas.microsoft.com/office/drawing/2014/main" id="{C159573F-CECA-81DB-C10A-A347442E6C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" name="Freeform 1481">
                <a:extLst>
                  <a:ext uri="{FF2B5EF4-FFF2-40B4-BE49-F238E27FC236}">
                    <a16:creationId xmlns:a16="http://schemas.microsoft.com/office/drawing/2014/main" id="{043FD00B-0094-82AB-4C93-5A17BCE979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Freeform 1482">
                <a:extLst>
                  <a:ext uri="{FF2B5EF4-FFF2-40B4-BE49-F238E27FC236}">
                    <a16:creationId xmlns:a16="http://schemas.microsoft.com/office/drawing/2014/main" id="{88863A80-15AF-BD41-35E2-BF3DE3FCF8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" name="Oval 1483">
                <a:extLst>
                  <a:ext uri="{FF2B5EF4-FFF2-40B4-BE49-F238E27FC236}">
                    <a16:creationId xmlns:a16="http://schemas.microsoft.com/office/drawing/2014/main" id="{FCCD746F-DFA6-292F-E1F8-F6F8EEF7A5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3" name="Group 1484">
              <a:extLst>
                <a:ext uri="{FF2B5EF4-FFF2-40B4-BE49-F238E27FC236}">
                  <a16:creationId xmlns:a16="http://schemas.microsoft.com/office/drawing/2014/main" id="{E75A13AD-4B6E-BAC6-FE27-2DFD12E237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813" name="Oval 1485">
                <a:extLst>
                  <a:ext uri="{FF2B5EF4-FFF2-40B4-BE49-F238E27FC236}">
                    <a16:creationId xmlns:a16="http://schemas.microsoft.com/office/drawing/2014/main" id="{36962944-5F83-17E9-2147-E9154C9679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4" name="Oval 1486">
                <a:extLst>
                  <a:ext uri="{FF2B5EF4-FFF2-40B4-BE49-F238E27FC236}">
                    <a16:creationId xmlns:a16="http://schemas.microsoft.com/office/drawing/2014/main" id="{2D726A68-7F2A-F580-FE61-04ED432A01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5" name="Freeform 1487">
                <a:extLst>
                  <a:ext uri="{FF2B5EF4-FFF2-40B4-BE49-F238E27FC236}">
                    <a16:creationId xmlns:a16="http://schemas.microsoft.com/office/drawing/2014/main" id="{86B24452-793A-F7F4-8C23-4BAD56DB9F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6" name="Freeform 1488">
                <a:extLst>
                  <a:ext uri="{FF2B5EF4-FFF2-40B4-BE49-F238E27FC236}">
                    <a16:creationId xmlns:a16="http://schemas.microsoft.com/office/drawing/2014/main" id="{0C8A71A9-32F7-0B52-86BA-4C82D41AF3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Freeform 1489">
                <a:extLst>
                  <a:ext uri="{FF2B5EF4-FFF2-40B4-BE49-F238E27FC236}">
                    <a16:creationId xmlns:a16="http://schemas.microsoft.com/office/drawing/2014/main" id="{698ADA15-8CBE-4E45-1432-1858467CB3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8" name="Oval 1490">
                <a:extLst>
                  <a:ext uri="{FF2B5EF4-FFF2-40B4-BE49-F238E27FC236}">
                    <a16:creationId xmlns:a16="http://schemas.microsoft.com/office/drawing/2014/main" id="{2397B64E-225B-B9AC-5F97-919F180639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4" name="Group 1491">
              <a:extLst>
                <a:ext uri="{FF2B5EF4-FFF2-40B4-BE49-F238E27FC236}">
                  <a16:creationId xmlns:a16="http://schemas.microsoft.com/office/drawing/2014/main" id="{091C1685-4036-DBF5-5878-18F70F26E71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807" name="Oval 1492">
                <a:extLst>
                  <a:ext uri="{FF2B5EF4-FFF2-40B4-BE49-F238E27FC236}">
                    <a16:creationId xmlns:a16="http://schemas.microsoft.com/office/drawing/2014/main" id="{DE40BD82-80E7-FD73-C4B6-DB0AE6FC41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8" name="Oval 1493">
                <a:extLst>
                  <a:ext uri="{FF2B5EF4-FFF2-40B4-BE49-F238E27FC236}">
                    <a16:creationId xmlns:a16="http://schemas.microsoft.com/office/drawing/2014/main" id="{D88EBF57-EDB5-A8EF-5051-DBB391612F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9" name="Freeform 1494">
                <a:extLst>
                  <a:ext uri="{FF2B5EF4-FFF2-40B4-BE49-F238E27FC236}">
                    <a16:creationId xmlns:a16="http://schemas.microsoft.com/office/drawing/2014/main" id="{6EB62132-F347-8FEA-48CB-67479DD398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" name="Freeform 1495">
                <a:extLst>
                  <a:ext uri="{FF2B5EF4-FFF2-40B4-BE49-F238E27FC236}">
                    <a16:creationId xmlns:a16="http://schemas.microsoft.com/office/drawing/2014/main" id="{E056D990-42A7-919B-E6B7-80447806A3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1" name="Freeform 1496">
                <a:extLst>
                  <a:ext uri="{FF2B5EF4-FFF2-40B4-BE49-F238E27FC236}">
                    <a16:creationId xmlns:a16="http://schemas.microsoft.com/office/drawing/2014/main" id="{D289986B-D1F8-8C3C-5A71-45A4DBFF55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2" name="Oval 1497">
                <a:extLst>
                  <a:ext uri="{FF2B5EF4-FFF2-40B4-BE49-F238E27FC236}">
                    <a16:creationId xmlns:a16="http://schemas.microsoft.com/office/drawing/2014/main" id="{91A53268-8121-3C87-6D25-5C7C81CB61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5" name="Group 1498">
              <a:extLst>
                <a:ext uri="{FF2B5EF4-FFF2-40B4-BE49-F238E27FC236}">
                  <a16:creationId xmlns:a16="http://schemas.microsoft.com/office/drawing/2014/main" id="{23268773-1749-0670-B1E3-50F8EC9E72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801" name="Oval 1499">
                <a:extLst>
                  <a:ext uri="{FF2B5EF4-FFF2-40B4-BE49-F238E27FC236}">
                    <a16:creationId xmlns:a16="http://schemas.microsoft.com/office/drawing/2014/main" id="{771CBE20-3A0D-6141-C4BE-250161D189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2" name="Oval 1500">
                <a:extLst>
                  <a:ext uri="{FF2B5EF4-FFF2-40B4-BE49-F238E27FC236}">
                    <a16:creationId xmlns:a16="http://schemas.microsoft.com/office/drawing/2014/main" id="{BF556774-2766-8158-6082-C02F100AEB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3" name="Freeform 1501">
                <a:extLst>
                  <a:ext uri="{FF2B5EF4-FFF2-40B4-BE49-F238E27FC236}">
                    <a16:creationId xmlns:a16="http://schemas.microsoft.com/office/drawing/2014/main" id="{ABA8C144-D2E5-6281-7662-495450AF10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4" name="Freeform 1502">
                <a:extLst>
                  <a:ext uri="{FF2B5EF4-FFF2-40B4-BE49-F238E27FC236}">
                    <a16:creationId xmlns:a16="http://schemas.microsoft.com/office/drawing/2014/main" id="{3301CE8E-6AB2-6EA7-E7B1-F2A245E2DB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" name="Freeform 1503">
                <a:extLst>
                  <a:ext uri="{FF2B5EF4-FFF2-40B4-BE49-F238E27FC236}">
                    <a16:creationId xmlns:a16="http://schemas.microsoft.com/office/drawing/2014/main" id="{35EDBE86-59F0-4CE3-821A-BB2821531A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" name="Oval 1504">
                <a:extLst>
                  <a:ext uri="{FF2B5EF4-FFF2-40B4-BE49-F238E27FC236}">
                    <a16:creationId xmlns:a16="http://schemas.microsoft.com/office/drawing/2014/main" id="{CF9E10C3-123B-2742-09B6-69EC148719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6" name="Group 1505">
              <a:extLst>
                <a:ext uri="{FF2B5EF4-FFF2-40B4-BE49-F238E27FC236}">
                  <a16:creationId xmlns:a16="http://schemas.microsoft.com/office/drawing/2014/main" id="{455554D7-C181-DA84-2308-6ACAD68F56E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795" name="Oval 1506">
                <a:extLst>
                  <a:ext uri="{FF2B5EF4-FFF2-40B4-BE49-F238E27FC236}">
                    <a16:creationId xmlns:a16="http://schemas.microsoft.com/office/drawing/2014/main" id="{2D918B0F-5F01-402C-3391-FE8744FB69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6" name="Oval 1507">
                <a:extLst>
                  <a:ext uri="{FF2B5EF4-FFF2-40B4-BE49-F238E27FC236}">
                    <a16:creationId xmlns:a16="http://schemas.microsoft.com/office/drawing/2014/main" id="{E9C75774-991D-F849-284E-B2950DC396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7" name="Freeform 1508">
                <a:extLst>
                  <a:ext uri="{FF2B5EF4-FFF2-40B4-BE49-F238E27FC236}">
                    <a16:creationId xmlns:a16="http://schemas.microsoft.com/office/drawing/2014/main" id="{A5F399DD-9CD7-C488-E66A-BA9EB3C314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Freeform 1509">
                <a:extLst>
                  <a:ext uri="{FF2B5EF4-FFF2-40B4-BE49-F238E27FC236}">
                    <a16:creationId xmlns:a16="http://schemas.microsoft.com/office/drawing/2014/main" id="{A018A15C-31BA-8515-3497-FC95121045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" name="Freeform 1510">
                <a:extLst>
                  <a:ext uri="{FF2B5EF4-FFF2-40B4-BE49-F238E27FC236}">
                    <a16:creationId xmlns:a16="http://schemas.microsoft.com/office/drawing/2014/main" id="{D7A52431-49F9-A33C-1733-9619AB7C97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Oval 1511">
                <a:extLst>
                  <a:ext uri="{FF2B5EF4-FFF2-40B4-BE49-F238E27FC236}">
                    <a16:creationId xmlns:a16="http://schemas.microsoft.com/office/drawing/2014/main" id="{022BBB15-DDDA-8026-9F48-8F6343815D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7" name="Group 1512">
              <a:extLst>
                <a:ext uri="{FF2B5EF4-FFF2-40B4-BE49-F238E27FC236}">
                  <a16:creationId xmlns:a16="http://schemas.microsoft.com/office/drawing/2014/main" id="{4DA91ADB-9099-E2E6-66C1-065EB73989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789" name="Oval 1513">
                <a:extLst>
                  <a:ext uri="{FF2B5EF4-FFF2-40B4-BE49-F238E27FC236}">
                    <a16:creationId xmlns:a16="http://schemas.microsoft.com/office/drawing/2014/main" id="{29D13235-C418-7BE3-14E9-10070ED05C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0" name="Oval 1514">
                <a:extLst>
                  <a:ext uri="{FF2B5EF4-FFF2-40B4-BE49-F238E27FC236}">
                    <a16:creationId xmlns:a16="http://schemas.microsoft.com/office/drawing/2014/main" id="{2A8E78C0-DF39-6460-5EF3-F1A01F823F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1" name="Freeform 1515">
                <a:extLst>
                  <a:ext uri="{FF2B5EF4-FFF2-40B4-BE49-F238E27FC236}">
                    <a16:creationId xmlns:a16="http://schemas.microsoft.com/office/drawing/2014/main" id="{ECE75D0A-2C57-F6E6-4DBB-383A81A602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2" name="Freeform 1516">
                <a:extLst>
                  <a:ext uri="{FF2B5EF4-FFF2-40B4-BE49-F238E27FC236}">
                    <a16:creationId xmlns:a16="http://schemas.microsoft.com/office/drawing/2014/main" id="{D96254F4-1270-C64F-28FA-04938047C3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3" name="Freeform 1517">
                <a:extLst>
                  <a:ext uri="{FF2B5EF4-FFF2-40B4-BE49-F238E27FC236}">
                    <a16:creationId xmlns:a16="http://schemas.microsoft.com/office/drawing/2014/main" id="{6ECBD21E-DD38-C98C-8263-BEF5DFDB68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4" name="Oval 1518">
                <a:extLst>
                  <a:ext uri="{FF2B5EF4-FFF2-40B4-BE49-F238E27FC236}">
                    <a16:creationId xmlns:a16="http://schemas.microsoft.com/office/drawing/2014/main" id="{533FB421-0623-FF12-D979-EE4C5E9671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8" name="Group 1519">
              <a:extLst>
                <a:ext uri="{FF2B5EF4-FFF2-40B4-BE49-F238E27FC236}">
                  <a16:creationId xmlns:a16="http://schemas.microsoft.com/office/drawing/2014/main" id="{34740319-3A0A-DF1F-C479-EA7AB52AFD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783" name="Oval 1520">
                <a:extLst>
                  <a:ext uri="{FF2B5EF4-FFF2-40B4-BE49-F238E27FC236}">
                    <a16:creationId xmlns:a16="http://schemas.microsoft.com/office/drawing/2014/main" id="{693B6DAC-C5F2-C531-842B-208B774F96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4" name="Oval 1521">
                <a:extLst>
                  <a:ext uri="{FF2B5EF4-FFF2-40B4-BE49-F238E27FC236}">
                    <a16:creationId xmlns:a16="http://schemas.microsoft.com/office/drawing/2014/main" id="{C3DC7501-5255-BD33-1C0A-D7E918C55C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5" name="Freeform 1522">
                <a:extLst>
                  <a:ext uri="{FF2B5EF4-FFF2-40B4-BE49-F238E27FC236}">
                    <a16:creationId xmlns:a16="http://schemas.microsoft.com/office/drawing/2014/main" id="{23927C19-235C-3182-F811-5095387177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6" name="Freeform 1523">
                <a:extLst>
                  <a:ext uri="{FF2B5EF4-FFF2-40B4-BE49-F238E27FC236}">
                    <a16:creationId xmlns:a16="http://schemas.microsoft.com/office/drawing/2014/main" id="{1728F21B-9CED-4B50-0EA5-7925AB50B8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7" name="Freeform 1524">
                <a:extLst>
                  <a:ext uri="{FF2B5EF4-FFF2-40B4-BE49-F238E27FC236}">
                    <a16:creationId xmlns:a16="http://schemas.microsoft.com/office/drawing/2014/main" id="{4103D575-18DE-CA9F-F3B1-AEADD8A11D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" name="Oval 1525">
                <a:extLst>
                  <a:ext uri="{FF2B5EF4-FFF2-40B4-BE49-F238E27FC236}">
                    <a16:creationId xmlns:a16="http://schemas.microsoft.com/office/drawing/2014/main" id="{43050014-452E-1DA4-5F47-AEB03534B3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9" name="Group 1526">
              <a:extLst>
                <a:ext uri="{FF2B5EF4-FFF2-40B4-BE49-F238E27FC236}">
                  <a16:creationId xmlns:a16="http://schemas.microsoft.com/office/drawing/2014/main" id="{05BCFF81-A2C7-8746-3FBB-68CC1A285D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777" name="Oval 1527">
                <a:extLst>
                  <a:ext uri="{FF2B5EF4-FFF2-40B4-BE49-F238E27FC236}">
                    <a16:creationId xmlns:a16="http://schemas.microsoft.com/office/drawing/2014/main" id="{04C6F98F-185D-25CA-2C8E-282BABC45F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8" name="Oval 1528">
                <a:extLst>
                  <a:ext uri="{FF2B5EF4-FFF2-40B4-BE49-F238E27FC236}">
                    <a16:creationId xmlns:a16="http://schemas.microsoft.com/office/drawing/2014/main" id="{1B364F4E-F011-A56C-F9EA-16567D5CBE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9" name="Freeform 1529">
                <a:extLst>
                  <a:ext uri="{FF2B5EF4-FFF2-40B4-BE49-F238E27FC236}">
                    <a16:creationId xmlns:a16="http://schemas.microsoft.com/office/drawing/2014/main" id="{FEB90F93-4260-3299-A55D-5652183362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0" name="Freeform 1530">
                <a:extLst>
                  <a:ext uri="{FF2B5EF4-FFF2-40B4-BE49-F238E27FC236}">
                    <a16:creationId xmlns:a16="http://schemas.microsoft.com/office/drawing/2014/main" id="{ED964E18-CBD6-73F3-710A-386AB1AD15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1" name="Freeform 1531">
                <a:extLst>
                  <a:ext uri="{FF2B5EF4-FFF2-40B4-BE49-F238E27FC236}">
                    <a16:creationId xmlns:a16="http://schemas.microsoft.com/office/drawing/2014/main" id="{C51657BD-D498-70D5-08B7-7BBEC56E67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2" name="Oval 1532">
                <a:extLst>
                  <a:ext uri="{FF2B5EF4-FFF2-40B4-BE49-F238E27FC236}">
                    <a16:creationId xmlns:a16="http://schemas.microsoft.com/office/drawing/2014/main" id="{E346D7D2-6A0F-8672-E94C-7E22FD9BC2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0" name="Group 1533">
              <a:extLst>
                <a:ext uri="{FF2B5EF4-FFF2-40B4-BE49-F238E27FC236}">
                  <a16:creationId xmlns:a16="http://schemas.microsoft.com/office/drawing/2014/main" id="{393F0724-182A-B9B6-9304-E16232FE269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771" name="Oval 1534">
                <a:extLst>
                  <a:ext uri="{FF2B5EF4-FFF2-40B4-BE49-F238E27FC236}">
                    <a16:creationId xmlns:a16="http://schemas.microsoft.com/office/drawing/2014/main" id="{98F1E153-5869-F96F-C432-5D2D8A6529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2" name="Oval 1535">
                <a:extLst>
                  <a:ext uri="{FF2B5EF4-FFF2-40B4-BE49-F238E27FC236}">
                    <a16:creationId xmlns:a16="http://schemas.microsoft.com/office/drawing/2014/main" id="{8BA0480F-38FB-5E13-BCED-E5CA042A57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3" name="Freeform 1536">
                <a:extLst>
                  <a:ext uri="{FF2B5EF4-FFF2-40B4-BE49-F238E27FC236}">
                    <a16:creationId xmlns:a16="http://schemas.microsoft.com/office/drawing/2014/main" id="{4625E0A7-DE78-89B6-991C-27148EE88A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4" name="Freeform 1537">
                <a:extLst>
                  <a:ext uri="{FF2B5EF4-FFF2-40B4-BE49-F238E27FC236}">
                    <a16:creationId xmlns:a16="http://schemas.microsoft.com/office/drawing/2014/main" id="{2B67E9FC-F81A-8557-2373-C9A9964C05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5" name="Freeform 1538">
                <a:extLst>
                  <a:ext uri="{FF2B5EF4-FFF2-40B4-BE49-F238E27FC236}">
                    <a16:creationId xmlns:a16="http://schemas.microsoft.com/office/drawing/2014/main" id="{3ABFDAD6-08FD-864F-5431-A350A575D7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6" name="Oval 1539">
                <a:extLst>
                  <a:ext uri="{FF2B5EF4-FFF2-40B4-BE49-F238E27FC236}">
                    <a16:creationId xmlns:a16="http://schemas.microsoft.com/office/drawing/2014/main" id="{9B8D41CA-46BA-1B34-1DB8-0E9B9CA8D6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1" name="Group 1540">
              <a:extLst>
                <a:ext uri="{FF2B5EF4-FFF2-40B4-BE49-F238E27FC236}">
                  <a16:creationId xmlns:a16="http://schemas.microsoft.com/office/drawing/2014/main" id="{1FDBC5EB-3A57-0222-DBF2-84BCB57DFC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765" name="Oval 1541">
                <a:extLst>
                  <a:ext uri="{FF2B5EF4-FFF2-40B4-BE49-F238E27FC236}">
                    <a16:creationId xmlns:a16="http://schemas.microsoft.com/office/drawing/2014/main" id="{80181C63-3CAB-B7AE-ACE7-E54F7556C6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6" name="Oval 1542">
                <a:extLst>
                  <a:ext uri="{FF2B5EF4-FFF2-40B4-BE49-F238E27FC236}">
                    <a16:creationId xmlns:a16="http://schemas.microsoft.com/office/drawing/2014/main" id="{87A6286D-0A63-32FD-4092-DEBF5A47AF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7" name="Freeform 1543">
                <a:extLst>
                  <a:ext uri="{FF2B5EF4-FFF2-40B4-BE49-F238E27FC236}">
                    <a16:creationId xmlns:a16="http://schemas.microsoft.com/office/drawing/2014/main" id="{9D360464-A4CF-B5D0-EE2A-EDCD7BE330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8" name="Freeform 1544">
                <a:extLst>
                  <a:ext uri="{FF2B5EF4-FFF2-40B4-BE49-F238E27FC236}">
                    <a16:creationId xmlns:a16="http://schemas.microsoft.com/office/drawing/2014/main" id="{62E6FE04-9091-1014-85B9-AA4106ABE0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" name="Freeform 1545">
                <a:extLst>
                  <a:ext uri="{FF2B5EF4-FFF2-40B4-BE49-F238E27FC236}">
                    <a16:creationId xmlns:a16="http://schemas.microsoft.com/office/drawing/2014/main" id="{95A34201-7747-3DA4-3D0B-D4B258FDF2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0" name="Oval 1546">
                <a:extLst>
                  <a:ext uri="{FF2B5EF4-FFF2-40B4-BE49-F238E27FC236}">
                    <a16:creationId xmlns:a16="http://schemas.microsoft.com/office/drawing/2014/main" id="{BDE486DC-180D-9BB4-896C-E1615CB8D9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2" name="Group 1547">
              <a:extLst>
                <a:ext uri="{FF2B5EF4-FFF2-40B4-BE49-F238E27FC236}">
                  <a16:creationId xmlns:a16="http://schemas.microsoft.com/office/drawing/2014/main" id="{844F2A7C-2E7B-DF86-FB51-4AFF10EBF5E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759" name="Oval 1548">
                <a:extLst>
                  <a:ext uri="{FF2B5EF4-FFF2-40B4-BE49-F238E27FC236}">
                    <a16:creationId xmlns:a16="http://schemas.microsoft.com/office/drawing/2014/main" id="{D566B7CC-705F-67FF-0126-31F8273DE1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" name="Oval 1549">
                <a:extLst>
                  <a:ext uri="{FF2B5EF4-FFF2-40B4-BE49-F238E27FC236}">
                    <a16:creationId xmlns:a16="http://schemas.microsoft.com/office/drawing/2014/main" id="{E7742590-1E2F-1CE6-4C56-671C9F7257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" name="Freeform 1550">
                <a:extLst>
                  <a:ext uri="{FF2B5EF4-FFF2-40B4-BE49-F238E27FC236}">
                    <a16:creationId xmlns:a16="http://schemas.microsoft.com/office/drawing/2014/main" id="{75325967-6271-4617-CBCB-F49081FBA0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" name="Freeform 1551">
                <a:extLst>
                  <a:ext uri="{FF2B5EF4-FFF2-40B4-BE49-F238E27FC236}">
                    <a16:creationId xmlns:a16="http://schemas.microsoft.com/office/drawing/2014/main" id="{3172468F-D592-C959-DE1B-DC8BD995BE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" name="Freeform 1552">
                <a:extLst>
                  <a:ext uri="{FF2B5EF4-FFF2-40B4-BE49-F238E27FC236}">
                    <a16:creationId xmlns:a16="http://schemas.microsoft.com/office/drawing/2014/main" id="{ED401FD1-6F0D-5398-ADB9-16244F283B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" name="Oval 1553">
                <a:extLst>
                  <a:ext uri="{FF2B5EF4-FFF2-40B4-BE49-F238E27FC236}">
                    <a16:creationId xmlns:a16="http://schemas.microsoft.com/office/drawing/2014/main" id="{D2DD5873-FD67-621C-0DB4-F1655CCC18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3" name="Group 1554">
              <a:extLst>
                <a:ext uri="{FF2B5EF4-FFF2-40B4-BE49-F238E27FC236}">
                  <a16:creationId xmlns:a16="http://schemas.microsoft.com/office/drawing/2014/main" id="{F6FE8B77-D636-0284-C570-A24F9295C0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753" name="Oval 1555">
                <a:extLst>
                  <a:ext uri="{FF2B5EF4-FFF2-40B4-BE49-F238E27FC236}">
                    <a16:creationId xmlns:a16="http://schemas.microsoft.com/office/drawing/2014/main" id="{7879FD65-AF98-DCB6-D495-F3C72C7558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" name="Oval 1556">
                <a:extLst>
                  <a:ext uri="{FF2B5EF4-FFF2-40B4-BE49-F238E27FC236}">
                    <a16:creationId xmlns:a16="http://schemas.microsoft.com/office/drawing/2014/main" id="{031C6CC1-0880-7D3A-62EB-754A14644C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" name="Freeform 1557">
                <a:extLst>
                  <a:ext uri="{FF2B5EF4-FFF2-40B4-BE49-F238E27FC236}">
                    <a16:creationId xmlns:a16="http://schemas.microsoft.com/office/drawing/2014/main" id="{16B83CF3-8A3B-751A-FEB1-190330F994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6" name="Freeform 1558">
                <a:extLst>
                  <a:ext uri="{FF2B5EF4-FFF2-40B4-BE49-F238E27FC236}">
                    <a16:creationId xmlns:a16="http://schemas.microsoft.com/office/drawing/2014/main" id="{90D0C6D2-0B8D-E30C-5DF6-68FADC67BE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" name="Freeform 1559">
                <a:extLst>
                  <a:ext uri="{FF2B5EF4-FFF2-40B4-BE49-F238E27FC236}">
                    <a16:creationId xmlns:a16="http://schemas.microsoft.com/office/drawing/2014/main" id="{24855614-9D03-5836-78E8-D7E78AAC2C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" name="Oval 1560">
                <a:extLst>
                  <a:ext uri="{FF2B5EF4-FFF2-40B4-BE49-F238E27FC236}">
                    <a16:creationId xmlns:a16="http://schemas.microsoft.com/office/drawing/2014/main" id="{01734BF7-F894-714C-9768-7B7FFB88C1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4" name="Group 1561">
              <a:extLst>
                <a:ext uri="{FF2B5EF4-FFF2-40B4-BE49-F238E27FC236}">
                  <a16:creationId xmlns:a16="http://schemas.microsoft.com/office/drawing/2014/main" id="{E474DE4E-E12D-B260-B672-6F589789E2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47" name="Oval 1562">
                <a:extLst>
                  <a:ext uri="{FF2B5EF4-FFF2-40B4-BE49-F238E27FC236}">
                    <a16:creationId xmlns:a16="http://schemas.microsoft.com/office/drawing/2014/main" id="{2A5CCC4B-76D3-A7BD-ED34-F7EFA54EE4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8" name="Oval 1563">
                <a:extLst>
                  <a:ext uri="{FF2B5EF4-FFF2-40B4-BE49-F238E27FC236}">
                    <a16:creationId xmlns:a16="http://schemas.microsoft.com/office/drawing/2014/main" id="{A0944EB8-7C5B-DCFE-E6BB-D4EE305893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9" name="Freeform 1564">
                <a:extLst>
                  <a:ext uri="{FF2B5EF4-FFF2-40B4-BE49-F238E27FC236}">
                    <a16:creationId xmlns:a16="http://schemas.microsoft.com/office/drawing/2014/main" id="{1C68D0C0-047C-4C18-BFDD-C26DCE0EB4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" name="Freeform 1565">
                <a:extLst>
                  <a:ext uri="{FF2B5EF4-FFF2-40B4-BE49-F238E27FC236}">
                    <a16:creationId xmlns:a16="http://schemas.microsoft.com/office/drawing/2014/main" id="{88C5D0B0-149A-46B7-DC54-0B27FD4E6B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" name="Freeform 1566">
                <a:extLst>
                  <a:ext uri="{FF2B5EF4-FFF2-40B4-BE49-F238E27FC236}">
                    <a16:creationId xmlns:a16="http://schemas.microsoft.com/office/drawing/2014/main" id="{E8DF0D30-6A73-AF67-D0D6-8DD17AD5BD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" name="Oval 1567">
                <a:extLst>
                  <a:ext uri="{FF2B5EF4-FFF2-40B4-BE49-F238E27FC236}">
                    <a16:creationId xmlns:a16="http://schemas.microsoft.com/office/drawing/2014/main" id="{244FDC55-063F-7750-3710-B25B5D26F5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5" name="Group 1568">
              <a:extLst>
                <a:ext uri="{FF2B5EF4-FFF2-40B4-BE49-F238E27FC236}">
                  <a16:creationId xmlns:a16="http://schemas.microsoft.com/office/drawing/2014/main" id="{9747DDBD-7904-4634-18AB-2298E9129C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741" name="Oval 1569">
                <a:extLst>
                  <a:ext uri="{FF2B5EF4-FFF2-40B4-BE49-F238E27FC236}">
                    <a16:creationId xmlns:a16="http://schemas.microsoft.com/office/drawing/2014/main" id="{27E3D2CE-07C1-250A-37F6-644AC8CF87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2" name="Oval 1570">
                <a:extLst>
                  <a:ext uri="{FF2B5EF4-FFF2-40B4-BE49-F238E27FC236}">
                    <a16:creationId xmlns:a16="http://schemas.microsoft.com/office/drawing/2014/main" id="{8199DD13-7699-774F-C22C-986D60A557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3" name="Freeform 1571">
                <a:extLst>
                  <a:ext uri="{FF2B5EF4-FFF2-40B4-BE49-F238E27FC236}">
                    <a16:creationId xmlns:a16="http://schemas.microsoft.com/office/drawing/2014/main" id="{044CA672-718B-5B7E-03E7-CF6EAE4F05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4" name="Freeform 1572">
                <a:extLst>
                  <a:ext uri="{FF2B5EF4-FFF2-40B4-BE49-F238E27FC236}">
                    <a16:creationId xmlns:a16="http://schemas.microsoft.com/office/drawing/2014/main" id="{D0FC1DC5-B748-265B-4FC0-74E222E82E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" name="Freeform 1573">
                <a:extLst>
                  <a:ext uri="{FF2B5EF4-FFF2-40B4-BE49-F238E27FC236}">
                    <a16:creationId xmlns:a16="http://schemas.microsoft.com/office/drawing/2014/main" id="{2BBA4200-8D00-D0C9-1150-550DC819F9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" name="Oval 1574">
                <a:extLst>
                  <a:ext uri="{FF2B5EF4-FFF2-40B4-BE49-F238E27FC236}">
                    <a16:creationId xmlns:a16="http://schemas.microsoft.com/office/drawing/2014/main" id="{F351F911-9F02-6C7D-D140-F54D01CE64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6" name="Group 1575">
              <a:extLst>
                <a:ext uri="{FF2B5EF4-FFF2-40B4-BE49-F238E27FC236}">
                  <a16:creationId xmlns:a16="http://schemas.microsoft.com/office/drawing/2014/main" id="{CB3A643F-0697-B48E-F1A2-60B290AD70C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735" name="Oval 1576">
                <a:extLst>
                  <a:ext uri="{FF2B5EF4-FFF2-40B4-BE49-F238E27FC236}">
                    <a16:creationId xmlns:a16="http://schemas.microsoft.com/office/drawing/2014/main" id="{67E773B9-6E12-2B93-8BD7-BC2B9F7BA5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6" name="Oval 1577">
                <a:extLst>
                  <a:ext uri="{FF2B5EF4-FFF2-40B4-BE49-F238E27FC236}">
                    <a16:creationId xmlns:a16="http://schemas.microsoft.com/office/drawing/2014/main" id="{77902198-00A2-9092-11F4-5F74BD6651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7" name="Freeform 1578">
                <a:extLst>
                  <a:ext uri="{FF2B5EF4-FFF2-40B4-BE49-F238E27FC236}">
                    <a16:creationId xmlns:a16="http://schemas.microsoft.com/office/drawing/2014/main" id="{8C0E2224-48A5-9E61-4E08-2BB46D1A6C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" name="Freeform 1579">
                <a:extLst>
                  <a:ext uri="{FF2B5EF4-FFF2-40B4-BE49-F238E27FC236}">
                    <a16:creationId xmlns:a16="http://schemas.microsoft.com/office/drawing/2014/main" id="{298BA992-BBEE-FD55-EAD4-233E84933D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9" name="Freeform 1580">
                <a:extLst>
                  <a:ext uri="{FF2B5EF4-FFF2-40B4-BE49-F238E27FC236}">
                    <a16:creationId xmlns:a16="http://schemas.microsoft.com/office/drawing/2014/main" id="{312E229A-4D96-611A-5624-FCF3AB5428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0" name="Oval 1581">
                <a:extLst>
                  <a:ext uri="{FF2B5EF4-FFF2-40B4-BE49-F238E27FC236}">
                    <a16:creationId xmlns:a16="http://schemas.microsoft.com/office/drawing/2014/main" id="{396CFAAE-CE75-26FC-3B5B-EECCDB9F84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7" name="Group 1582">
              <a:extLst>
                <a:ext uri="{FF2B5EF4-FFF2-40B4-BE49-F238E27FC236}">
                  <a16:creationId xmlns:a16="http://schemas.microsoft.com/office/drawing/2014/main" id="{BC93DA21-5D14-2931-371D-DCD8D663BC7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729" name="Oval 1583">
                <a:extLst>
                  <a:ext uri="{FF2B5EF4-FFF2-40B4-BE49-F238E27FC236}">
                    <a16:creationId xmlns:a16="http://schemas.microsoft.com/office/drawing/2014/main" id="{CED054A6-2988-1169-C052-16A42E2E4A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0" name="Oval 1584">
                <a:extLst>
                  <a:ext uri="{FF2B5EF4-FFF2-40B4-BE49-F238E27FC236}">
                    <a16:creationId xmlns:a16="http://schemas.microsoft.com/office/drawing/2014/main" id="{7098CC64-A2EA-0283-AF8B-2A16F0D49C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1" name="Freeform 1585">
                <a:extLst>
                  <a:ext uri="{FF2B5EF4-FFF2-40B4-BE49-F238E27FC236}">
                    <a16:creationId xmlns:a16="http://schemas.microsoft.com/office/drawing/2014/main" id="{FA0FF237-520B-0153-F24B-0962450371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" name="Freeform 1586">
                <a:extLst>
                  <a:ext uri="{FF2B5EF4-FFF2-40B4-BE49-F238E27FC236}">
                    <a16:creationId xmlns:a16="http://schemas.microsoft.com/office/drawing/2014/main" id="{5B62CDFA-23C6-8C03-5C4B-61B98CF6FC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3" name="Freeform 1587">
                <a:extLst>
                  <a:ext uri="{FF2B5EF4-FFF2-40B4-BE49-F238E27FC236}">
                    <a16:creationId xmlns:a16="http://schemas.microsoft.com/office/drawing/2014/main" id="{E530976E-D1B9-A2D2-7821-C48CB5D2D3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" name="Oval 1588">
                <a:extLst>
                  <a:ext uri="{FF2B5EF4-FFF2-40B4-BE49-F238E27FC236}">
                    <a16:creationId xmlns:a16="http://schemas.microsoft.com/office/drawing/2014/main" id="{3EF4714F-1B05-6C61-0959-762B7A4CEC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8" name="Group 1589">
              <a:extLst>
                <a:ext uri="{FF2B5EF4-FFF2-40B4-BE49-F238E27FC236}">
                  <a16:creationId xmlns:a16="http://schemas.microsoft.com/office/drawing/2014/main" id="{9D4AAE44-C071-30AC-8A49-720A5C2D51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723" name="Oval 1590">
                <a:extLst>
                  <a:ext uri="{FF2B5EF4-FFF2-40B4-BE49-F238E27FC236}">
                    <a16:creationId xmlns:a16="http://schemas.microsoft.com/office/drawing/2014/main" id="{F44BD7D0-C59C-CD17-86BA-01FBCD36FF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4" name="Oval 1591">
                <a:extLst>
                  <a:ext uri="{FF2B5EF4-FFF2-40B4-BE49-F238E27FC236}">
                    <a16:creationId xmlns:a16="http://schemas.microsoft.com/office/drawing/2014/main" id="{D6A7E994-008B-C283-7CFD-5FB962C908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5" name="Freeform 1592">
                <a:extLst>
                  <a:ext uri="{FF2B5EF4-FFF2-40B4-BE49-F238E27FC236}">
                    <a16:creationId xmlns:a16="http://schemas.microsoft.com/office/drawing/2014/main" id="{B26DB49C-DF94-22C6-DE38-CC8817AC72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" name="Freeform 1593">
                <a:extLst>
                  <a:ext uri="{FF2B5EF4-FFF2-40B4-BE49-F238E27FC236}">
                    <a16:creationId xmlns:a16="http://schemas.microsoft.com/office/drawing/2014/main" id="{B8DEF23E-5F09-F2A2-795F-BEB495E063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7" name="Freeform 1594">
                <a:extLst>
                  <a:ext uri="{FF2B5EF4-FFF2-40B4-BE49-F238E27FC236}">
                    <a16:creationId xmlns:a16="http://schemas.microsoft.com/office/drawing/2014/main" id="{CE577173-4BE5-30FA-5B18-468957C9DE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" name="Oval 1595">
                <a:extLst>
                  <a:ext uri="{FF2B5EF4-FFF2-40B4-BE49-F238E27FC236}">
                    <a16:creationId xmlns:a16="http://schemas.microsoft.com/office/drawing/2014/main" id="{1348FEFE-260B-EFBF-4EFB-B0B903A5D0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9" name="Group 1596">
              <a:extLst>
                <a:ext uri="{FF2B5EF4-FFF2-40B4-BE49-F238E27FC236}">
                  <a16:creationId xmlns:a16="http://schemas.microsoft.com/office/drawing/2014/main" id="{37F4FE27-F358-2C9D-4234-F5D6F17F6E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717" name="Oval 1597">
                <a:extLst>
                  <a:ext uri="{FF2B5EF4-FFF2-40B4-BE49-F238E27FC236}">
                    <a16:creationId xmlns:a16="http://schemas.microsoft.com/office/drawing/2014/main" id="{AAC7F062-6A37-7488-CE6E-89DEE90630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8" name="Oval 1598">
                <a:extLst>
                  <a:ext uri="{FF2B5EF4-FFF2-40B4-BE49-F238E27FC236}">
                    <a16:creationId xmlns:a16="http://schemas.microsoft.com/office/drawing/2014/main" id="{0AC7D4A3-3C93-FABA-F0EF-56114CC234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9" name="Freeform 1599">
                <a:extLst>
                  <a:ext uri="{FF2B5EF4-FFF2-40B4-BE49-F238E27FC236}">
                    <a16:creationId xmlns:a16="http://schemas.microsoft.com/office/drawing/2014/main" id="{C0223A9A-EF2D-9C76-EF86-52AF3970E9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" name="Freeform 1600">
                <a:extLst>
                  <a:ext uri="{FF2B5EF4-FFF2-40B4-BE49-F238E27FC236}">
                    <a16:creationId xmlns:a16="http://schemas.microsoft.com/office/drawing/2014/main" id="{FB7B100A-C6FF-733A-EC9B-2260597EB6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1" name="Freeform 1601">
                <a:extLst>
                  <a:ext uri="{FF2B5EF4-FFF2-40B4-BE49-F238E27FC236}">
                    <a16:creationId xmlns:a16="http://schemas.microsoft.com/office/drawing/2014/main" id="{FF089908-617D-FDE3-D2A8-4CF3D08831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" name="Oval 1602">
                <a:extLst>
                  <a:ext uri="{FF2B5EF4-FFF2-40B4-BE49-F238E27FC236}">
                    <a16:creationId xmlns:a16="http://schemas.microsoft.com/office/drawing/2014/main" id="{00C9F518-8A77-3BE8-DAC9-89EDBB5934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0" name="Group 1603">
              <a:extLst>
                <a:ext uri="{FF2B5EF4-FFF2-40B4-BE49-F238E27FC236}">
                  <a16:creationId xmlns:a16="http://schemas.microsoft.com/office/drawing/2014/main" id="{93F445A4-C3C2-CD08-008E-B8FDF942C7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711" name="Oval 1604">
                <a:extLst>
                  <a:ext uri="{FF2B5EF4-FFF2-40B4-BE49-F238E27FC236}">
                    <a16:creationId xmlns:a16="http://schemas.microsoft.com/office/drawing/2014/main" id="{30E1ACC4-FA8B-F8E9-5F37-591AE0857F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2" name="Oval 1605">
                <a:extLst>
                  <a:ext uri="{FF2B5EF4-FFF2-40B4-BE49-F238E27FC236}">
                    <a16:creationId xmlns:a16="http://schemas.microsoft.com/office/drawing/2014/main" id="{EBDAE78A-5988-85FD-6676-FA92A3E46A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3" name="Freeform 1606">
                <a:extLst>
                  <a:ext uri="{FF2B5EF4-FFF2-40B4-BE49-F238E27FC236}">
                    <a16:creationId xmlns:a16="http://schemas.microsoft.com/office/drawing/2014/main" id="{A4922A22-2EDE-59AA-E2A4-83A86A35B0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4" name="Freeform 1607">
                <a:extLst>
                  <a:ext uri="{FF2B5EF4-FFF2-40B4-BE49-F238E27FC236}">
                    <a16:creationId xmlns:a16="http://schemas.microsoft.com/office/drawing/2014/main" id="{240EAF0D-901B-FB39-CF92-15AA5FFF03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5" name="Freeform 1608">
                <a:extLst>
                  <a:ext uri="{FF2B5EF4-FFF2-40B4-BE49-F238E27FC236}">
                    <a16:creationId xmlns:a16="http://schemas.microsoft.com/office/drawing/2014/main" id="{8FA86A59-E230-5949-8C50-560AED17B7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6" name="Oval 1609">
                <a:extLst>
                  <a:ext uri="{FF2B5EF4-FFF2-40B4-BE49-F238E27FC236}">
                    <a16:creationId xmlns:a16="http://schemas.microsoft.com/office/drawing/2014/main" id="{2FA8488D-B9CD-E105-8151-7529883970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903" name="Group 1385">
            <a:extLst>
              <a:ext uri="{FF2B5EF4-FFF2-40B4-BE49-F238E27FC236}">
                <a16:creationId xmlns:a16="http://schemas.microsoft.com/office/drawing/2014/main" id="{614C08E8-EF8F-BD8A-0EC8-2E9FE81C0D4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6699" y="444700"/>
            <a:ext cx="1141095" cy="340150"/>
            <a:chOff x="446" y="1196"/>
            <a:chExt cx="1048" cy="312"/>
          </a:xfrm>
        </p:grpSpPr>
        <p:grpSp>
          <p:nvGrpSpPr>
            <p:cNvPr id="904" name="Group 1386">
              <a:extLst>
                <a:ext uri="{FF2B5EF4-FFF2-40B4-BE49-F238E27FC236}">
                  <a16:creationId xmlns:a16="http://schemas.microsoft.com/office/drawing/2014/main" id="{893927C7-0062-2151-9B3E-7C800C2E45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122" name="Oval 1387">
                <a:extLst>
                  <a:ext uri="{FF2B5EF4-FFF2-40B4-BE49-F238E27FC236}">
                    <a16:creationId xmlns:a16="http://schemas.microsoft.com/office/drawing/2014/main" id="{02DAA1DE-CA4E-9ED6-60A3-1DB1001588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3" name="Oval 1388">
                <a:extLst>
                  <a:ext uri="{FF2B5EF4-FFF2-40B4-BE49-F238E27FC236}">
                    <a16:creationId xmlns:a16="http://schemas.microsoft.com/office/drawing/2014/main" id="{ED6ECAB7-B438-B654-059F-6161BAC7D1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4" name="Freeform 1389">
                <a:extLst>
                  <a:ext uri="{FF2B5EF4-FFF2-40B4-BE49-F238E27FC236}">
                    <a16:creationId xmlns:a16="http://schemas.microsoft.com/office/drawing/2014/main" id="{0DA46C38-461E-7785-56CA-CF147ECA71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5" name="Freeform 1390">
                <a:extLst>
                  <a:ext uri="{FF2B5EF4-FFF2-40B4-BE49-F238E27FC236}">
                    <a16:creationId xmlns:a16="http://schemas.microsoft.com/office/drawing/2014/main" id="{49870588-ADAE-8F77-2CDE-03F10DDFF2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6" name="Freeform 1391">
                <a:extLst>
                  <a:ext uri="{FF2B5EF4-FFF2-40B4-BE49-F238E27FC236}">
                    <a16:creationId xmlns:a16="http://schemas.microsoft.com/office/drawing/2014/main" id="{A9B582E9-C76C-9FF0-0A09-A94B5EA5A9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" name="Oval 1392">
                <a:extLst>
                  <a:ext uri="{FF2B5EF4-FFF2-40B4-BE49-F238E27FC236}">
                    <a16:creationId xmlns:a16="http://schemas.microsoft.com/office/drawing/2014/main" id="{5C01D9C1-2469-2F30-AF14-89B7EF6E53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5" name="Group 1393">
              <a:extLst>
                <a:ext uri="{FF2B5EF4-FFF2-40B4-BE49-F238E27FC236}">
                  <a16:creationId xmlns:a16="http://schemas.microsoft.com/office/drawing/2014/main" id="{723FA78E-F3D0-C80B-575A-8F40680DA3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116" name="Oval 1394">
                <a:extLst>
                  <a:ext uri="{FF2B5EF4-FFF2-40B4-BE49-F238E27FC236}">
                    <a16:creationId xmlns:a16="http://schemas.microsoft.com/office/drawing/2014/main" id="{F21E8B6B-398E-FFF3-5529-662456D029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7" name="Oval 1395">
                <a:extLst>
                  <a:ext uri="{FF2B5EF4-FFF2-40B4-BE49-F238E27FC236}">
                    <a16:creationId xmlns:a16="http://schemas.microsoft.com/office/drawing/2014/main" id="{40737C00-AC4B-23CE-A7BB-DEB2A74320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8" name="Freeform 1396">
                <a:extLst>
                  <a:ext uri="{FF2B5EF4-FFF2-40B4-BE49-F238E27FC236}">
                    <a16:creationId xmlns:a16="http://schemas.microsoft.com/office/drawing/2014/main" id="{48734635-0732-5C35-7E19-E14D8CE8D3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9" name="Freeform 1397">
                <a:extLst>
                  <a:ext uri="{FF2B5EF4-FFF2-40B4-BE49-F238E27FC236}">
                    <a16:creationId xmlns:a16="http://schemas.microsoft.com/office/drawing/2014/main" id="{97409307-C8F4-E06E-B2C0-DB15B08206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0" name="Freeform 1398">
                <a:extLst>
                  <a:ext uri="{FF2B5EF4-FFF2-40B4-BE49-F238E27FC236}">
                    <a16:creationId xmlns:a16="http://schemas.microsoft.com/office/drawing/2014/main" id="{3B354503-5B21-636F-C128-0F85B6A5C9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1" name="Oval 1399">
                <a:extLst>
                  <a:ext uri="{FF2B5EF4-FFF2-40B4-BE49-F238E27FC236}">
                    <a16:creationId xmlns:a16="http://schemas.microsoft.com/office/drawing/2014/main" id="{6769099A-2146-A7FC-A012-28141518E0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6" name="Group 1400">
              <a:extLst>
                <a:ext uri="{FF2B5EF4-FFF2-40B4-BE49-F238E27FC236}">
                  <a16:creationId xmlns:a16="http://schemas.microsoft.com/office/drawing/2014/main" id="{5591974F-4A26-1039-CBD2-9252ABEE9C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110" name="Oval 1401">
                <a:extLst>
                  <a:ext uri="{FF2B5EF4-FFF2-40B4-BE49-F238E27FC236}">
                    <a16:creationId xmlns:a16="http://schemas.microsoft.com/office/drawing/2014/main" id="{A436AF6C-DD33-DF48-9F8E-D089311B30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1" name="Oval 1402">
                <a:extLst>
                  <a:ext uri="{FF2B5EF4-FFF2-40B4-BE49-F238E27FC236}">
                    <a16:creationId xmlns:a16="http://schemas.microsoft.com/office/drawing/2014/main" id="{C7C6FCA8-91AD-A55D-1268-7B56C9F04E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2" name="Freeform 1403">
                <a:extLst>
                  <a:ext uri="{FF2B5EF4-FFF2-40B4-BE49-F238E27FC236}">
                    <a16:creationId xmlns:a16="http://schemas.microsoft.com/office/drawing/2014/main" id="{204B6648-7E1F-36ED-9950-4F3F8486E1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3" name="Freeform 1404">
                <a:extLst>
                  <a:ext uri="{FF2B5EF4-FFF2-40B4-BE49-F238E27FC236}">
                    <a16:creationId xmlns:a16="http://schemas.microsoft.com/office/drawing/2014/main" id="{5E7BCCCE-49EF-F28D-0494-2CD245FF53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4" name="Freeform 1405">
                <a:extLst>
                  <a:ext uri="{FF2B5EF4-FFF2-40B4-BE49-F238E27FC236}">
                    <a16:creationId xmlns:a16="http://schemas.microsoft.com/office/drawing/2014/main" id="{FDDBA7EF-9BB5-B666-F491-89CB9B9D4C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5" name="Oval 1406">
                <a:extLst>
                  <a:ext uri="{FF2B5EF4-FFF2-40B4-BE49-F238E27FC236}">
                    <a16:creationId xmlns:a16="http://schemas.microsoft.com/office/drawing/2014/main" id="{21F75660-1FC4-7030-1BBC-AAE53BE98E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7" name="Group 1407">
              <a:extLst>
                <a:ext uri="{FF2B5EF4-FFF2-40B4-BE49-F238E27FC236}">
                  <a16:creationId xmlns:a16="http://schemas.microsoft.com/office/drawing/2014/main" id="{3C832DA5-2165-9698-1EC5-0564E1BBB3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104" name="Oval 1408">
                <a:extLst>
                  <a:ext uri="{FF2B5EF4-FFF2-40B4-BE49-F238E27FC236}">
                    <a16:creationId xmlns:a16="http://schemas.microsoft.com/office/drawing/2014/main" id="{98A1D3B9-E363-A395-A8FE-5B1CC0B7DE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5" name="Oval 1409">
                <a:extLst>
                  <a:ext uri="{FF2B5EF4-FFF2-40B4-BE49-F238E27FC236}">
                    <a16:creationId xmlns:a16="http://schemas.microsoft.com/office/drawing/2014/main" id="{AC216CAB-E141-A374-6571-D9832D40F1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6" name="Freeform 1410">
                <a:extLst>
                  <a:ext uri="{FF2B5EF4-FFF2-40B4-BE49-F238E27FC236}">
                    <a16:creationId xmlns:a16="http://schemas.microsoft.com/office/drawing/2014/main" id="{A7565F12-F0B6-8516-F1C6-3EF84E4221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7" name="Freeform 1411">
                <a:extLst>
                  <a:ext uri="{FF2B5EF4-FFF2-40B4-BE49-F238E27FC236}">
                    <a16:creationId xmlns:a16="http://schemas.microsoft.com/office/drawing/2014/main" id="{0C98535C-0446-3EC3-EA83-DB55B2CABD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8" name="Freeform 1412">
                <a:extLst>
                  <a:ext uri="{FF2B5EF4-FFF2-40B4-BE49-F238E27FC236}">
                    <a16:creationId xmlns:a16="http://schemas.microsoft.com/office/drawing/2014/main" id="{C22A0BE2-342C-EAFF-B61E-4576E4571E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9" name="Oval 1413">
                <a:extLst>
                  <a:ext uri="{FF2B5EF4-FFF2-40B4-BE49-F238E27FC236}">
                    <a16:creationId xmlns:a16="http://schemas.microsoft.com/office/drawing/2014/main" id="{08AA0F2A-26F0-2253-A0E2-6009C661BF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8" name="Group 1414">
              <a:extLst>
                <a:ext uri="{FF2B5EF4-FFF2-40B4-BE49-F238E27FC236}">
                  <a16:creationId xmlns:a16="http://schemas.microsoft.com/office/drawing/2014/main" id="{CB5A2A14-7460-13EB-F06C-3A89A5E7B88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098" name="Oval 1415">
                <a:extLst>
                  <a:ext uri="{FF2B5EF4-FFF2-40B4-BE49-F238E27FC236}">
                    <a16:creationId xmlns:a16="http://schemas.microsoft.com/office/drawing/2014/main" id="{ED74BF0D-57CC-D53A-C4E8-AD45075583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9" name="Oval 1416">
                <a:extLst>
                  <a:ext uri="{FF2B5EF4-FFF2-40B4-BE49-F238E27FC236}">
                    <a16:creationId xmlns:a16="http://schemas.microsoft.com/office/drawing/2014/main" id="{B298A6EF-88AE-41CA-27CF-E6710EBE5A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0" name="Freeform 1417">
                <a:extLst>
                  <a:ext uri="{FF2B5EF4-FFF2-40B4-BE49-F238E27FC236}">
                    <a16:creationId xmlns:a16="http://schemas.microsoft.com/office/drawing/2014/main" id="{F5B3467E-AAB9-EA52-29CF-C92A933D73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1" name="Freeform 1418">
                <a:extLst>
                  <a:ext uri="{FF2B5EF4-FFF2-40B4-BE49-F238E27FC236}">
                    <a16:creationId xmlns:a16="http://schemas.microsoft.com/office/drawing/2014/main" id="{8A835D33-B85B-A8A8-2764-D9A6942991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2" name="Freeform 1419">
                <a:extLst>
                  <a:ext uri="{FF2B5EF4-FFF2-40B4-BE49-F238E27FC236}">
                    <a16:creationId xmlns:a16="http://schemas.microsoft.com/office/drawing/2014/main" id="{7C37C321-4FE0-3253-F5F0-F19AA185EC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3" name="Oval 1420">
                <a:extLst>
                  <a:ext uri="{FF2B5EF4-FFF2-40B4-BE49-F238E27FC236}">
                    <a16:creationId xmlns:a16="http://schemas.microsoft.com/office/drawing/2014/main" id="{16CB4376-2E25-F50F-C2B9-6C1C5C3A7D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9" name="Group 1421">
              <a:extLst>
                <a:ext uri="{FF2B5EF4-FFF2-40B4-BE49-F238E27FC236}">
                  <a16:creationId xmlns:a16="http://schemas.microsoft.com/office/drawing/2014/main" id="{FB856C14-ED8A-A9FB-F506-37FE38787B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092" name="Oval 1422">
                <a:extLst>
                  <a:ext uri="{FF2B5EF4-FFF2-40B4-BE49-F238E27FC236}">
                    <a16:creationId xmlns:a16="http://schemas.microsoft.com/office/drawing/2014/main" id="{286BF8C7-338C-A72C-8F21-005783ABDF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3" name="Oval 1423">
                <a:extLst>
                  <a:ext uri="{FF2B5EF4-FFF2-40B4-BE49-F238E27FC236}">
                    <a16:creationId xmlns:a16="http://schemas.microsoft.com/office/drawing/2014/main" id="{03F57D0C-1D2F-2CFB-2F1F-3D98DEFCA1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4" name="Freeform 1424">
                <a:extLst>
                  <a:ext uri="{FF2B5EF4-FFF2-40B4-BE49-F238E27FC236}">
                    <a16:creationId xmlns:a16="http://schemas.microsoft.com/office/drawing/2014/main" id="{6624A3B1-058A-4E78-70F0-A5CDFB46FA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5" name="Freeform 1425">
                <a:extLst>
                  <a:ext uri="{FF2B5EF4-FFF2-40B4-BE49-F238E27FC236}">
                    <a16:creationId xmlns:a16="http://schemas.microsoft.com/office/drawing/2014/main" id="{0FDDF552-B804-BCAA-7DCB-C1FA93E1B2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6" name="Freeform 1426">
                <a:extLst>
                  <a:ext uri="{FF2B5EF4-FFF2-40B4-BE49-F238E27FC236}">
                    <a16:creationId xmlns:a16="http://schemas.microsoft.com/office/drawing/2014/main" id="{E9F119E1-C016-71D7-CAC8-923C54CD81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7" name="Oval 1427">
                <a:extLst>
                  <a:ext uri="{FF2B5EF4-FFF2-40B4-BE49-F238E27FC236}">
                    <a16:creationId xmlns:a16="http://schemas.microsoft.com/office/drawing/2014/main" id="{682821C9-A728-771F-035B-79C77D46EF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0" name="Group 1428">
              <a:extLst>
                <a:ext uri="{FF2B5EF4-FFF2-40B4-BE49-F238E27FC236}">
                  <a16:creationId xmlns:a16="http://schemas.microsoft.com/office/drawing/2014/main" id="{0B270A64-3987-68A8-BB27-D882E23D674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086" name="Oval 1429">
                <a:extLst>
                  <a:ext uri="{FF2B5EF4-FFF2-40B4-BE49-F238E27FC236}">
                    <a16:creationId xmlns:a16="http://schemas.microsoft.com/office/drawing/2014/main" id="{98609285-B754-E460-2886-7E2858B32B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7" name="Oval 1430">
                <a:extLst>
                  <a:ext uri="{FF2B5EF4-FFF2-40B4-BE49-F238E27FC236}">
                    <a16:creationId xmlns:a16="http://schemas.microsoft.com/office/drawing/2014/main" id="{C50DF02B-B709-7284-8BAB-FAAA59F138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8" name="Freeform 1431">
                <a:extLst>
                  <a:ext uri="{FF2B5EF4-FFF2-40B4-BE49-F238E27FC236}">
                    <a16:creationId xmlns:a16="http://schemas.microsoft.com/office/drawing/2014/main" id="{06ACAFC7-24F4-96FD-6DDD-6EC24C0F0C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9" name="Freeform 1432">
                <a:extLst>
                  <a:ext uri="{FF2B5EF4-FFF2-40B4-BE49-F238E27FC236}">
                    <a16:creationId xmlns:a16="http://schemas.microsoft.com/office/drawing/2014/main" id="{293D0449-0C2C-CF86-92D2-40112A9254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0" name="Freeform 1433">
                <a:extLst>
                  <a:ext uri="{FF2B5EF4-FFF2-40B4-BE49-F238E27FC236}">
                    <a16:creationId xmlns:a16="http://schemas.microsoft.com/office/drawing/2014/main" id="{981D8A7F-1D48-A48C-98E5-1E09EEE06F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1" name="Oval 1434">
                <a:extLst>
                  <a:ext uri="{FF2B5EF4-FFF2-40B4-BE49-F238E27FC236}">
                    <a16:creationId xmlns:a16="http://schemas.microsoft.com/office/drawing/2014/main" id="{F5FEFC6D-9418-BA7F-9F77-2E71FE40C1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1" name="Group 1435">
              <a:extLst>
                <a:ext uri="{FF2B5EF4-FFF2-40B4-BE49-F238E27FC236}">
                  <a16:creationId xmlns:a16="http://schemas.microsoft.com/office/drawing/2014/main" id="{AFEB2926-6B87-C023-6B7A-89A7E60980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080" name="Oval 1436">
                <a:extLst>
                  <a:ext uri="{FF2B5EF4-FFF2-40B4-BE49-F238E27FC236}">
                    <a16:creationId xmlns:a16="http://schemas.microsoft.com/office/drawing/2014/main" id="{D7585963-F1EF-B6EC-C8F5-247E1BF213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1" name="Oval 1437">
                <a:extLst>
                  <a:ext uri="{FF2B5EF4-FFF2-40B4-BE49-F238E27FC236}">
                    <a16:creationId xmlns:a16="http://schemas.microsoft.com/office/drawing/2014/main" id="{83F4A004-7DC3-1E19-DA59-0A235EC493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2" name="Freeform 1438">
                <a:extLst>
                  <a:ext uri="{FF2B5EF4-FFF2-40B4-BE49-F238E27FC236}">
                    <a16:creationId xmlns:a16="http://schemas.microsoft.com/office/drawing/2014/main" id="{D8640770-5619-EDFF-57F1-92B2116358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3" name="Freeform 1439">
                <a:extLst>
                  <a:ext uri="{FF2B5EF4-FFF2-40B4-BE49-F238E27FC236}">
                    <a16:creationId xmlns:a16="http://schemas.microsoft.com/office/drawing/2014/main" id="{F71ACB24-143D-729A-9C64-CF9111C3B0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4" name="Freeform 1440">
                <a:extLst>
                  <a:ext uri="{FF2B5EF4-FFF2-40B4-BE49-F238E27FC236}">
                    <a16:creationId xmlns:a16="http://schemas.microsoft.com/office/drawing/2014/main" id="{0A08D745-6422-507E-C3D9-AB255C18E4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5" name="Oval 1441">
                <a:extLst>
                  <a:ext uri="{FF2B5EF4-FFF2-40B4-BE49-F238E27FC236}">
                    <a16:creationId xmlns:a16="http://schemas.microsoft.com/office/drawing/2014/main" id="{431376F2-1287-7622-7DC3-1A933FDBBC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2" name="Group 1442">
              <a:extLst>
                <a:ext uri="{FF2B5EF4-FFF2-40B4-BE49-F238E27FC236}">
                  <a16:creationId xmlns:a16="http://schemas.microsoft.com/office/drawing/2014/main" id="{86DDDA53-959D-A750-2A3B-63859CCE4F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074" name="Oval 1443">
                <a:extLst>
                  <a:ext uri="{FF2B5EF4-FFF2-40B4-BE49-F238E27FC236}">
                    <a16:creationId xmlns:a16="http://schemas.microsoft.com/office/drawing/2014/main" id="{BE5333F1-2C82-8334-2643-9C2BC14DAF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5" name="Oval 1444">
                <a:extLst>
                  <a:ext uri="{FF2B5EF4-FFF2-40B4-BE49-F238E27FC236}">
                    <a16:creationId xmlns:a16="http://schemas.microsoft.com/office/drawing/2014/main" id="{6B9DBE74-4CB3-037F-8D9E-B641DB57DC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6" name="Freeform 1445">
                <a:extLst>
                  <a:ext uri="{FF2B5EF4-FFF2-40B4-BE49-F238E27FC236}">
                    <a16:creationId xmlns:a16="http://schemas.microsoft.com/office/drawing/2014/main" id="{D718F36D-ACF3-F461-E47C-1515983327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7" name="Freeform 1446">
                <a:extLst>
                  <a:ext uri="{FF2B5EF4-FFF2-40B4-BE49-F238E27FC236}">
                    <a16:creationId xmlns:a16="http://schemas.microsoft.com/office/drawing/2014/main" id="{2199F693-164D-7481-DAA3-AE54128EAF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8" name="Freeform 1447">
                <a:extLst>
                  <a:ext uri="{FF2B5EF4-FFF2-40B4-BE49-F238E27FC236}">
                    <a16:creationId xmlns:a16="http://schemas.microsoft.com/office/drawing/2014/main" id="{DF1C55C6-36B0-F418-50C8-DA5173FA9A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9" name="Oval 1448">
                <a:extLst>
                  <a:ext uri="{FF2B5EF4-FFF2-40B4-BE49-F238E27FC236}">
                    <a16:creationId xmlns:a16="http://schemas.microsoft.com/office/drawing/2014/main" id="{7C3F900B-FFD5-2C98-4919-3AABBCA0F7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3" name="Group 1449">
              <a:extLst>
                <a:ext uri="{FF2B5EF4-FFF2-40B4-BE49-F238E27FC236}">
                  <a16:creationId xmlns:a16="http://schemas.microsoft.com/office/drawing/2014/main" id="{45D04EA3-EF4F-C900-8F59-82AE846669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068" name="Oval 1450">
                <a:extLst>
                  <a:ext uri="{FF2B5EF4-FFF2-40B4-BE49-F238E27FC236}">
                    <a16:creationId xmlns:a16="http://schemas.microsoft.com/office/drawing/2014/main" id="{A9E30FE2-A265-F0D0-C74D-A3D02AEA2A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9" name="Oval 1451">
                <a:extLst>
                  <a:ext uri="{FF2B5EF4-FFF2-40B4-BE49-F238E27FC236}">
                    <a16:creationId xmlns:a16="http://schemas.microsoft.com/office/drawing/2014/main" id="{B75B7942-311D-BD96-22A5-195B088B6E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0" name="Freeform 1452">
                <a:extLst>
                  <a:ext uri="{FF2B5EF4-FFF2-40B4-BE49-F238E27FC236}">
                    <a16:creationId xmlns:a16="http://schemas.microsoft.com/office/drawing/2014/main" id="{049C9798-5CCF-F8F8-7B37-41733C514B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1" name="Freeform 1453">
                <a:extLst>
                  <a:ext uri="{FF2B5EF4-FFF2-40B4-BE49-F238E27FC236}">
                    <a16:creationId xmlns:a16="http://schemas.microsoft.com/office/drawing/2014/main" id="{1F3564C3-C3B1-18F0-595C-14F07A15E3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2" name="Freeform 1454">
                <a:extLst>
                  <a:ext uri="{FF2B5EF4-FFF2-40B4-BE49-F238E27FC236}">
                    <a16:creationId xmlns:a16="http://schemas.microsoft.com/office/drawing/2014/main" id="{4AF94668-3F0C-474E-2C13-52DDCC2666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3" name="Oval 1455">
                <a:extLst>
                  <a:ext uri="{FF2B5EF4-FFF2-40B4-BE49-F238E27FC236}">
                    <a16:creationId xmlns:a16="http://schemas.microsoft.com/office/drawing/2014/main" id="{69BE5345-AF88-5AD9-DDD1-017AC4DA9A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4" name="Group 1456">
              <a:extLst>
                <a:ext uri="{FF2B5EF4-FFF2-40B4-BE49-F238E27FC236}">
                  <a16:creationId xmlns:a16="http://schemas.microsoft.com/office/drawing/2014/main" id="{C4E6B4A3-6AE1-0B0A-2525-09AC4168AC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062" name="Oval 1457">
                <a:extLst>
                  <a:ext uri="{FF2B5EF4-FFF2-40B4-BE49-F238E27FC236}">
                    <a16:creationId xmlns:a16="http://schemas.microsoft.com/office/drawing/2014/main" id="{F08B3047-761F-C205-03A8-580C6AD376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3" name="Oval 1458">
                <a:extLst>
                  <a:ext uri="{FF2B5EF4-FFF2-40B4-BE49-F238E27FC236}">
                    <a16:creationId xmlns:a16="http://schemas.microsoft.com/office/drawing/2014/main" id="{D271131C-3E4E-E70E-BCC9-E103DC0EDA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4" name="Freeform 1459">
                <a:extLst>
                  <a:ext uri="{FF2B5EF4-FFF2-40B4-BE49-F238E27FC236}">
                    <a16:creationId xmlns:a16="http://schemas.microsoft.com/office/drawing/2014/main" id="{9A52870F-9B09-53DA-ABE8-2B7EB9D19D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" name="Freeform 1460">
                <a:extLst>
                  <a:ext uri="{FF2B5EF4-FFF2-40B4-BE49-F238E27FC236}">
                    <a16:creationId xmlns:a16="http://schemas.microsoft.com/office/drawing/2014/main" id="{C512CDBF-C800-043A-2E3D-A80B5A00CC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6" name="Freeform 1461">
                <a:extLst>
                  <a:ext uri="{FF2B5EF4-FFF2-40B4-BE49-F238E27FC236}">
                    <a16:creationId xmlns:a16="http://schemas.microsoft.com/office/drawing/2014/main" id="{1DB54D56-6EE1-F85C-90FF-3D67C4268A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7" name="Oval 1462">
                <a:extLst>
                  <a:ext uri="{FF2B5EF4-FFF2-40B4-BE49-F238E27FC236}">
                    <a16:creationId xmlns:a16="http://schemas.microsoft.com/office/drawing/2014/main" id="{B47436BD-7A74-BF52-3F48-9D712F3D5E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5" name="Group 1463">
              <a:extLst>
                <a:ext uri="{FF2B5EF4-FFF2-40B4-BE49-F238E27FC236}">
                  <a16:creationId xmlns:a16="http://schemas.microsoft.com/office/drawing/2014/main" id="{20DAC156-4E29-8B31-68E3-90687738FF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056" name="Oval 1464">
                <a:extLst>
                  <a:ext uri="{FF2B5EF4-FFF2-40B4-BE49-F238E27FC236}">
                    <a16:creationId xmlns:a16="http://schemas.microsoft.com/office/drawing/2014/main" id="{9A8543E8-B6B9-7E62-08DA-F6C256933D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7" name="Oval 1465">
                <a:extLst>
                  <a:ext uri="{FF2B5EF4-FFF2-40B4-BE49-F238E27FC236}">
                    <a16:creationId xmlns:a16="http://schemas.microsoft.com/office/drawing/2014/main" id="{4EA5D518-37FD-B5A2-96D1-D9E78BDC2E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8" name="Freeform 1466">
                <a:extLst>
                  <a:ext uri="{FF2B5EF4-FFF2-40B4-BE49-F238E27FC236}">
                    <a16:creationId xmlns:a16="http://schemas.microsoft.com/office/drawing/2014/main" id="{5DCE7B92-8F9D-A379-5564-8A6CAF9AF7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" name="Freeform 1467">
                <a:extLst>
                  <a:ext uri="{FF2B5EF4-FFF2-40B4-BE49-F238E27FC236}">
                    <a16:creationId xmlns:a16="http://schemas.microsoft.com/office/drawing/2014/main" id="{2DCE313C-43DF-51E8-D7B4-F951B30805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" name="Freeform 1468">
                <a:extLst>
                  <a:ext uri="{FF2B5EF4-FFF2-40B4-BE49-F238E27FC236}">
                    <a16:creationId xmlns:a16="http://schemas.microsoft.com/office/drawing/2014/main" id="{8B83848C-21DE-DA2C-B7C4-5E35EF7A7F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" name="Oval 1469">
                <a:extLst>
                  <a:ext uri="{FF2B5EF4-FFF2-40B4-BE49-F238E27FC236}">
                    <a16:creationId xmlns:a16="http://schemas.microsoft.com/office/drawing/2014/main" id="{1A04210E-0740-B2C9-6FA6-6E87170F9D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6" name="Group 1470">
              <a:extLst>
                <a:ext uri="{FF2B5EF4-FFF2-40B4-BE49-F238E27FC236}">
                  <a16:creationId xmlns:a16="http://schemas.microsoft.com/office/drawing/2014/main" id="{DED174A8-F85F-0713-755F-8972E26513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050" name="Oval 1471">
                <a:extLst>
                  <a:ext uri="{FF2B5EF4-FFF2-40B4-BE49-F238E27FC236}">
                    <a16:creationId xmlns:a16="http://schemas.microsoft.com/office/drawing/2014/main" id="{5950DF96-54F7-5095-BC3B-A9505C0D6C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1" name="Oval 1472">
                <a:extLst>
                  <a:ext uri="{FF2B5EF4-FFF2-40B4-BE49-F238E27FC236}">
                    <a16:creationId xmlns:a16="http://schemas.microsoft.com/office/drawing/2014/main" id="{5CF43C15-1355-42C8-745A-8BD2BD07A7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2" name="Freeform 1473">
                <a:extLst>
                  <a:ext uri="{FF2B5EF4-FFF2-40B4-BE49-F238E27FC236}">
                    <a16:creationId xmlns:a16="http://schemas.microsoft.com/office/drawing/2014/main" id="{F6FE6608-597F-4798-887B-B4A74FF4A7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" name="Freeform 1474">
                <a:extLst>
                  <a:ext uri="{FF2B5EF4-FFF2-40B4-BE49-F238E27FC236}">
                    <a16:creationId xmlns:a16="http://schemas.microsoft.com/office/drawing/2014/main" id="{FD77BEB5-34D0-AE00-97D4-ABF385215C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" name="Freeform 1475">
                <a:extLst>
                  <a:ext uri="{FF2B5EF4-FFF2-40B4-BE49-F238E27FC236}">
                    <a16:creationId xmlns:a16="http://schemas.microsoft.com/office/drawing/2014/main" id="{B3FFC417-1D2D-DAA9-4623-93EC983AE0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" name="Oval 1476">
                <a:extLst>
                  <a:ext uri="{FF2B5EF4-FFF2-40B4-BE49-F238E27FC236}">
                    <a16:creationId xmlns:a16="http://schemas.microsoft.com/office/drawing/2014/main" id="{AB0811E9-3341-413A-A73D-FF54514CA0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7" name="Group 1477">
              <a:extLst>
                <a:ext uri="{FF2B5EF4-FFF2-40B4-BE49-F238E27FC236}">
                  <a16:creationId xmlns:a16="http://schemas.microsoft.com/office/drawing/2014/main" id="{94D691DC-61FD-E238-2970-BB95629A29B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044" name="Oval 1478">
                <a:extLst>
                  <a:ext uri="{FF2B5EF4-FFF2-40B4-BE49-F238E27FC236}">
                    <a16:creationId xmlns:a16="http://schemas.microsoft.com/office/drawing/2014/main" id="{359C3AF3-B00F-40C5-BEE0-31D380FFAF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5" name="Oval 1479">
                <a:extLst>
                  <a:ext uri="{FF2B5EF4-FFF2-40B4-BE49-F238E27FC236}">
                    <a16:creationId xmlns:a16="http://schemas.microsoft.com/office/drawing/2014/main" id="{971D5FF0-1AC3-CAE0-B14D-79BF169918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6" name="Freeform 1480">
                <a:extLst>
                  <a:ext uri="{FF2B5EF4-FFF2-40B4-BE49-F238E27FC236}">
                    <a16:creationId xmlns:a16="http://schemas.microsoft.com/office/drawing/2014/main" id="{CFC84340-CF9D-5D1D-EA7B-66AC670CC5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" name="Freeform 1481">
                <a:extLst>
                  <a:ext uri="{FF2B5EF4-FFF2-40B4-BE49-F238E27FC236}">
                    <a16:creationId xmlns:a16="http://schemas.microsoft.com/office/drawing/2014/main" id="{DAD01006-7F25-98BD-5554-B2796F18F0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" name="Freeform 1482">
                <a:extLst>
                  <a:ext uri="{FF2B5EF4-FFF2-40B4-BE49-F238E27FC236}">
                    <a16:creationId xmlns:a16="http://schemas.microsoft.com/office/drawing/2014/main" id="{F6F47D99-4C45-182E-1D3F-DDA439C062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" name="Oval 1483">
                <a:extLst>
                  <a:ext uri="{FF2B5EF4-FFF2-40B4-BE49-F238E27FC236}">
                    <a16:creationId xmlns:a16="http://schemas.microsoft.com/office/drawing/2014/main" id="{D9622EB6-FFD9-A41D-3CCF-C253DD1B91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8" name="Group 1484">
              <a:extLst>
                <a:ext uri="{FF2B5EF4-FFF2-40B4-BE49-F238E27FC236}">
                  <a16:creationId xmlns:a16="http://schemas.microsoft.com/office/drawing/2014/main" id="{9FFFD653-F4AB-85D0-A918-422073F00F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038" name="Oval 1485">
                <a:extLst>
                  <a:ext uri="{FF2B5EF4-FFF2-40B4-BE49-F238E27FC236}">
                    <a16:creationId xmlns:a16="http://schemas.microsoft.com/office/drawing/2014/main" id="{CB236BD6-566C-0946-6C96-204DFD0248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9" name="Oval 1486">
                <a:extLst>
                  <a:ext uri="{FF2B5EF4-FFF2-40B4-BE49-F238E27FC236}">
                    <a16:creationId xmlns:a16="http://schemas.microsoft.com/office/drawing/2014/main" id="{B46212F0-6C23-53A5-357B-3F63C28410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0" name="Freeform 1487">
                <a:extLst>
                  <a:ext uri="{FF2B5EF4-FFF2-40B4-BE49-F238E27FC236}">
                    <a16:creationId xmlns:a16="http://schemas.microsoft.com/office/drawing/2014/main" id="{C350C624-2CAD-1540-0E93-8A9A902D8C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" name="Freeform 1488">
                <a:extLst>
                  <a:ext uri="{FF2B5EF4-FFF2-40B4-BE49-F238E27FC236}">
                    <a16:creationId xmlns:a16="http://schemas.microsoft.com/office/drawing/2014/main" id="{41C9A013-FFF0-250F-1AC0-E143A14809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" name="Freeform 1489">
                <a:extLst>
                  <a:ext uri="{FF2B5EF4-FFF2-40B4-BE49-F238E27FC236}">
                    <a16:creationId xmlns:a16="http://schemas.microsoft.com/office/drawing/2014/main" id="{1C80A4B1-FA3C-EDD5-1D78-F9EE897BE9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" name="Oval 1490">
                <a:extLst>
                  <a:ext uri="{FF2B5EF4-FFF2-40B4-BE49-F238E27FC236}">
                    <a16:creationId xmlns:a16="http://schemas.microsoft.com/office/drawing/2014/main" id="{82CB6EFE-BACC-025F-436D-7C20FFAE51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9" name="Group 1491">
              <a:extLst>
                <a:ext uri="{FF2B5EF4-FFF2-40B4-BE49-F238E27FC236}">
                  <a16:creationId xmlns:a16="http://schemas.microsoft.com/office/drawing/2014/main" id="{EC1716E5-019B-D550-DE8C-59ECF214DC2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032" name="Oval 1492">
                <a:extLst>
                  <a:ext uri="{FF2B5EF4-FFF2-40B4-BE49-F238E27FC236}">
                    <a16:creationId xmlns:a16="http://schemas.microsoft.com/office/drawing/2014/main" id="{8286582B-33E7-4C0D-1A52-2950D9F88C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3" name="Oval 1493">
                <a:extLst>
                  <a:ext uri="{FF2B5EF4-FFF2-40B4-BE49-F238E27FC236}">
                    <a16:creationId xmlns:a16="http://schemas.microsoft.com/office/drawing/2014/main" id="{6A293B90-33A8-C3B2-28CE-4FF8BC095F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4" name="Freeform 1494">
                <a:extLst>
                  <a:ext uri="{FF2B5EF4-FFF2-40B4-BE49-F238E27FC236}">
                    <a16:creationId xmlns:a16="http://schemas.microsoft.com/office/drawing/2014/main" id="{BD40CFB5-838E-995A-3E81-3A00D355A5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" name="Freeform 1495">
                <a:extLst>
                  <a:ext uri="{FF2B5EF4-FFF2-40B4-BE49-F238E27FC236}">
                    <a16:creationId xmlns:a16="http://schemas.microsoft.com/office/drawing/2014/main" id="{08897434-E141-1AA0-DDFF-F4FFF5B055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" name="Freeform 1496">
                <a:extLst>
                  <a:ext uri="{FF2B5EF4-FFF2-40B4-BE49-F238E27FC236}">
                    <a16:creationId xmlns:a16="http://schemas.microsoft.com/office/drawing/2014/main" id="{1D93A8DE-3278-7C90-A5B1-7DD8EBB07E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" name="Oval 1497">
                <a:extLst>
                  <a:ext uri="{FF2B5EF4-FFF2-40B4-BE49-F238E27FC236}">
                    <a16:creationId xmlns:a16="http://schemas.microsoft.com/office/drawing/2014/main" id="{43FF7025-9926-C5B7-66A1-D6F1934929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0" name="Group 1498">
              <a:extLst>
                <a:ext uri="{FF2B5EF4-FFF2-40B4-BE49-F238E27FC236}">
                  <a16:creationId xmlns:a16="http://schemas.microsoft.com/office/drawing/2014/main" id="{0C2D3A64-AC75-7D8D-7F8E-0B2EF94B84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026" name="Oval 1499">
                <a:extLst>
                  <a:ext uri="{FF2B5EF4-FFF2-40B4-BE49-F238E27FC236}">
                    <a16:creationId xmlns:a16="http://schemas.microsoft.com/office/drawing/2014/main" id="{D267F75D-F2CD-1224-B1F7-745DE1B645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7" name="Oval 1500">
                <a:extLst>
                  <a:ext uri="{FF2B5EF4-FFF2-40B4-BE49-F238E27FC236}">
                    <a16:creationId xmlns:a16="http://schemas.microsoft.com/office/drawing/2014/main" id="{B9D8E911-CEEE-8F20-6716-BBFAF1E715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8" name="Freeform 1501">
                <a:extLst>
                  <a:ext uri="{FF2B5EF4-FFF2-40B4-BE49-F238E27FC236}">
                    <a16:creationId xmlns:a16="http://schemas.microsoft.com/office/drawing/2014/main" id="{95C13C6E-1EDB-B584-7F40-535F734B3B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" name="Freeform 1502">
                <a:extLst>
                  <a:ext uri="{FF2B5EF4-FFF2-40B4-BE49-F238E27FC236}">
                    <a16:creationId xmlns:a16="http://schemas.microsoft.com/office/drawing/2014/main" id="{861EA2FC-A3F3-343B-0124-662AA292D8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0" name="Freeform 1503">
                <a:extLst>
                  <a:ext uri="{FF2B5EF4-FFF2-40B4-BE49-F238E27FC236}">
                    <a16:creationId xmlns:a16="http://schemas.microsoft.com/office/drawing/2014/main" id="{F575BF92-C4F3-6CD2-EF40-BC8CC0FDC5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" name="Oval 1504">
                <a:extLst>
                  <a:ext uri="{FF2B5EF4-FFF2-40B4-BE49-F238E27FC236}">
                    <a16:creationId xmlns:a16="http://schemas.microsoft.com/office/drawing/2014/main" id="{8CB1E3FE-FE55-99BF-CEFE-24D38D3BCF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1" name="Group 1505">
              <a:extLst>
                <a:ext uri="{FF2B5EF4-FFF2-40B4-BE49-F238E27FC236}">
                  <a16:creationId xmlns:a16="http://schemas.microsoft.com/office/drawing/2014/main" id="{16F9AE7E-1B72-2ABF-85EB-4363D297DB8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020" name="Oval 1506">
                <a:extLst>
                  <a:ext uri="{FF2B5EF4-FFF2-40B4-BE49-F238E27FC236}">
                    <a16:creationId xmlns:a16="http://schemas.microsoft.com/office/drawing/2014/main" id="{8EB32027-C3E4-A224-562D-DF9C027BAF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1" name="Oval 1507">
                <a:extLst>
                  <a:ext uri="{FF2B5EF4-FFF2-40B4-BE49-F238E27FC236}">
                    <a16:creationId xmlns:a16="http://schemas.microsoft.com/office/drawing/2014/main" id="{79479192-044E-B376-A8C7-7A55B8E1F9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2" name="Freeform 1508">
                <a:extLst>
                  <a:ext uri="{FF2B5EF4-FFF2-40B4-BE49-F238E27FC236}">
                    <a16:creationId xmlns:a16="http://schemas.microsoft.com/office/drawing/2014/main" id="{551503FE-721C-BEEB-E91A-3FF8CF8389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3" name="Freeform 1509">
                <a:extLst>
                  <a:ext uri="{FF2B5EF4-FFF2-40B4-BE49-F238E27FC236}">
                    <a16:creationId xmlns:a16="http://schemas.microsoft.com/office/drawing/2014/main" id="{C210762A-9D01-FE7B-2250-C2FD3EA693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" name="Freeform 1510">
                <a:extLst>
                  <a:ext uri="{FF2B5EF4-FFF2-40B4-BE49-F238E27FC236}">
                    <a16:creationId xmlns:a16="http://schemas.microsoft.com/office/drawing/2014/main" id="{F84375E8-C90A-B762-6845-D72FBD1021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" name="Oval 1511">
                <a:extLst>
                  <a:ext uri="{FF2B5EF4-FFF2-40B4-BE49-F238E27FC236}">
                    <a16:creationId xmlns:a16="http://schemas.microsoft.com/office/drawing/2014/main" id="{E7D5E2D7-0083-DEAB-818D-2A2414EB85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2" name="Group 1512">
              <a:extLst>
                <a:ext uri="{FF2B5EF4-FFF2-40B4-BE49-F238E27FC236}">
                  <a16:creationId xmlns:a16="http://schemas.microsoft.com/office/drawing/2014/main" id="{D46A02BD-2DE0-7EFD-EDF8-F3851B1EB98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014" name="Oval 1513">
                <a:extLst>
                  <a:ext uri="{FF2B5EF4-FFF2-40B4-BE49-F238E27FC236}">
                    <a16:creationId xmlns:a16="http://schemas.microsoft.com/office/drawing/2014/main" id="{E05654E1-2A2A-8F78-29DE-626CC9B5B1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5" name="Oval 1514">
                <a:extLst>
                  <a:ext uri="{FF2B5EF4-FFF2-40B4-BE49-F238E27FC236}">
                    <a16:creationId xmlns:a16="http://schemas.microsoft.com/office/drawing/2014/main" id="{BC9A694C-814E-3122-4F0D-AFC507DEA9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6" name="Freeform 1515">
                <a:extLst>
                  <a:ext uri="{FF2B5EF4-FFF2-40B4-BE49-F238E27FC236}">
                    <a16:creationId xmlns:a16="http://schemas.microsoft.com/office/drawing/2014/main" id="{05A2440F-83EA-299F-2404-75BC5A0F5E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7" name="Freeform 1516">
                <a:extLst>
                  <a:ext uri="{FF2B5EF4-FFF2-40B4-BE49-F238E27FC236}">
                    <a16:creationId xmlns:a16="http://schemas.microsoft.com/office/drawing/2014/main" id="{EB8BBC7C-839A-FF1F-2749-0E673138F9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8" name="Freeform 1517">
                <a:extLst>
                  <a:ext uri="{FF2B5EF4-FFF2-40B4-BE49-F238E27FC236}">
                    <a16:creationId xmlns:a16="http://schemas.microsoft.com/office/drawing/2014/main" id="{1FABA739-E2B7-564E-EEE1-665E7FC5D1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9" name="Oval 1518">
                <a:extLst>
                  <a:ext uri="{FF2B5EF4-FFF2-40B4-BE49-F238E27FC236}">
                    <a16:creationId xmlns:a16="http://schemas.microsoft.com/office/drawing/2014/main" id="{FF6BA1B4-2F2B-DA6C-39F6-74D62F6B7E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3" name="Group 1519">
              <a:extLst>
                <a:ext uri="{FF2B5EF4-FFF2-40B4-BE49-F238E27FC236}">
                  <a16:creationId xmlns:a16="http://schemas.microsoft.com/office/drawing/2014/main" id="{375813E7-1423-5059-B8C0-5C4F7E97C2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08" name="Oval 1520">
                <a:extLst>
                  <a:ext uri="{FF2B5EF4-FFF2-40B4-BE49-F238E27FC236}">
                    <a16:creationId xmlns:a16="http://schemas.microsoft.com/office/drawing/2014/main" id="{414D09DE-3FE5-2617-777E-4DCFAC77FC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9" name="Oval 1521">
                <a:extLst>
                  <a:ext uri="{FF2B5EF4-FFF2-40B4-BE49-F238E27FC236}">
                    <a16:creationId xmlns:a16="http://schemas.microsoft.com/office/drawing/2014/main" id="{63BF1A22-444D-A564-28F3-65331E7D8A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0" name="Freeform 1522">
                <a:extLst>
                  <a:ext uri="{FF2B5EF4-FFF2-40B4-BE49-F238E27FC236}">
                    <a16:creationId xmlns:a16="http://schemas.microsoft.com/office/drawing/2014/main" id="{4B9CFD6B-65EB-985F-6B65-9E667A2971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1" name="Freeform 1523">
                <a:extLst>
                  <a:ext uri="{FF2B5EF4-FFF2-40B4-BE49-F238E27FC236}">
                    <a16:creationId xmlns:a16="http://schemas.microsoft.com/office/drawing/2014/main" id="{D0A0E0CB-28E0-389A-710C-6EF0AE48A6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2" name="Freeform 1524">
                <a:extLst>
                  <a:ext uri="{FF2B5EF4-FFF2-40B4-BE49-F238E27FC236}">
                    <a16:creationId xmlns:a16="http://schemas.microsoft.com/office/drawing/2014/main" id="{02D3B81F-07B1-B3AE-442B-4E6804E1DF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3" name="Oval 1525">
                <a:extLst>
                  <a:ext uri="{FF2B5EF4-FFF2-40B4-BE49-F238E27FC236}">
                    <a16:creationId xmlns:a16="http://schemas.microsoft.com/office/drawing/2014/main" id="{11FB5E17-8A1A-D8DB-7E80-1A46A45E0B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4" name="Group 1526">
              <a:extLst>
                <a:ext uri="{FF2B5EF4-FFF2-40B4-BE49-F238E27FC236}">
                  <a16:creationId xmlns:a16="http://schemas.microsoft.com/office/drawing/2014/main" id="{4ABBFD14-0CA2-D288-B76B-4E6C79D6EC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02" name="Oval 1527">
                <a:extLst>
                  <a:ext uri="{FF2B5EF4-FFF2-40B4-BE49-F238E27FC236}">
                    <a16:creationId xmlns:a16="http://schemas.microsoft.com/office/drawing/2014/main" id="{00C16D88-7150-D588-AB05-1DA27C9C98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3" name="Oval 1528">
                <a:extLst>
                  <a:ext uri="{FF2B5EF4-FFF2-40B4-BE49-F238E27FC236}">
                    <a16:creationId xmlns:a16="http://schemas.microsoft.com/office/drawing/2014/main" id="{6951197C-E4A4-04E0-7692-DA818DECC0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4" name="Freeform 1529">
                <a:extLst>
                  <a:ext uri="{FF2B5EF4-FFF2-40B4-BE49-F238E27FC236}">
                    <a16:creationId xmlns:a16="http://schemas.microsoft.com/office/drawing/2014/main" id="{635F03B2-DD94-FF4D-C15B-0E4457D59A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5" name="Freeform 1530">
                <a:extLst>
                  <a:ext uri="{FF2B5EF4-FFF2-40B4-BE49-F238E27FC236}">
                    <a16:creationId xmlns:a16="http://schemas.microsoft.com/office/drawing/2014/main" id="{DE376D7E-EAB8-4635-1CCB-073433E16D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" name="Freeform 1531">
                <a:extLst>
                  <a:ext uri="{FF2B5EF4-FFF2-40B4-BE49-F238E27FC236}">
                    <a16:creationId xmlns:a16="http://schemas.microsoft.com/office/drawing/2014/main" id="{4EBFADE0-A2DE-3CCE-A974-013DCA74E1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7" name="Oval 1532">
                <a:extLst>
                  <a:ext uri="{FF2B5EF4-FFF2-40B4-BE49-F238E27FC236}">
                    <a16:creationId xmlns:a16="http://schemas.microsoft.com/office/drawing/2014/main" id="{28D6358E-C7C8-3471-81A6-3ACB0064EC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5" name="Group 1533">
              <a:extLst>
                <a:ext uri="{FF2B5EF4-FFF2-40B4-BE49-F238E27FC236}">
                  <a16:creationId xmlns:a16="http://schemas.microsoft.com/office/drawing/2014/main" id="{18C61DE7-7368-ACDF-079B-81D6560FDEA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996" name="Oval 1534">
                <a:extLst>
                  <a:ext uri="{FF2B5EF4-FFF2-40B4-BE49-F238E27FC236}">
                    <a16:creationId xmlns:a16="http://schemas.microsoft.com/office/drawing/2014/main" id="{83B614A3-636C-23C9-8AE8-834BDC1C81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7" name="Oval 1535">
                <a:extLst>
                  <a:ext uri="{FF2B5EF4-FFF2-40B4-BE49-F238E27FC236}">
                    <a16:creationId xmlns:a16="http://schemas.microsoft.com/office/drawing/2014/main" id="{3ED5EE1F-9527-CFB8-1D23-FAC45327DB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8" name="Freeform 1536">
                <a:extLst>
                  <a:ext uri="{FF2B5EF4-FFF2-40B4-BE49-F238E27FC236}">
                    <a16:creationId xmlns:a16="http://schemas.microsoft.com/office/drawing/2014/main" id="{0ECFB336-BC05-1A01-618E-4F9A9B8774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9" name="Freeform 1537">
                <a:extLst>
                  <a:ext uri="{FF2B5EF4-FFF2-40B4-BE49-F238E27FC236}">
                    <a16:creationId xmlns:a16="http://schemas.microsoft.com/office/drawing/2014/main" id="{D02C5A3F-6C08-A4E4-686F-D1E3609BBA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0" name="Freeform 1538">
                <a:extLst>
                  <a:ext uri="{FF2B5EF4-FFF2-40B4-BE49-F238E27FC236}">
                    <a16:creationId xmlns:a16="http://schemas.microsoft.com/office/drawing/2014/main" id="{5BE10194-DE23-4631-B250-8225B0BA4F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1" name="Oval 1539">
                <a:extLst>
                  <a:ext uri="{FF2B5EF4-FFF2-40B4-BE49-F238E27FC236}">
                    <a16:creationId xmlns:a16="http://schemas.microsoft.com/office/drawing/2014/main" id="{400916CA-D4C4-E412-1C64-77E3FDE6AC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6" name="Group 1540">
              <a:extLst>
                <a:ext uri="{FF2B5EF4-FFF2-40B4-BE49-F238E27FC236}">
                  <a16:creationId xmlns:a16="http://schemas.microsoft.com/office/drawing/2014/main" id="{4FAA2231-F364-3F0C-E02C-388C2B76E4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990" name="Oval 1541">
                <a:extLst>
                  <a:ext uri="{FF2B5EF4-FFF2-40B4-BE49-F238E27FC236}">
                    <a16:creationId xmlns:a16="http://schemas.microsoft.com/office/drawing/2014/main" id="{2E953427-1A49-EE8C-B7BD-59D92E1327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1" name="Oval 1542">
                <a:extLst>
                  <a:ext uri="{FF2B5EF4-FFF2-40B4-BE49-F238E27FC236}">
                    <a16:creationId xmlns:a16="http://schemas.microsoft.com/office/drawing/2014/main" id="{128A80FD-0D65-ACC5-4860-F22B21B74C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2" name="Freeform 1543">
                <a:extLst>
                  <a:ext uri="{FF2B5EF4-FFF2-40B4-BE49-F238E27FC236}">
                    <a16:creationId xmlns:a16="http://schemas.microsoft.com/office/drawing/2014/main" id="{BB2EFEF5-72A0-250A-469A-3493DCF53A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3" name="Freeform 1544">
                <a:extLst>
                  <a:ext uri="{FF2B5EF4-FFF2-40B4-BE49-F238E27FC236}">
                    <a16:creationId xmlns:a16="http://schemas.microsoft.com/office/drawing/2014/main" id="{96DA5FF2-9F93-6E9D-A8E0-1BD0BAF038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4" name="Freeform 1545">
                <a:extLst>
                  <a:ext uri="{FF2B5EF4-FFF2-40B4-BE49-F238E27FC236}">
                    <a16:creationId xmlns:a16="http://schemas.microsoft.com/office/drawing/2014/main" id="{968A6E39-2D68-2A1F-1191-12953BD49A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5" name="Oval 1546">
                <a:extLst>
                  <a:ext uri="{FF2B5EF4-FFF2-40B4-BE49-F238E27FC236}">
                    <a16:creationId xmlns:a16="http://schemas.microsoft.com/office/drawing/2014/main" id="{6D023C5B-382D-F692-5E8A-A56CD3A695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7" name="Group 1547">
              <a:extLst>
                <a:ext uri="{FF2B5EF4-FFF2-40B4-BE49-F238E27FC236}">
                  <a16:creationId xmlns:a16="http://schemas.microsoft.com/office/drawing/2014/main" id="{EB0E336D-3A09-57AA-8C3A-0F2AFDB1A9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984" name="Oval 1548">
                <a:extLst>
                  <a:ext uri="{FF2B5EF4-FFF2-40B4-BE49-F238E27FC236}">
                    <a16:creationId xmlns:a16="http://schemas.microsoft.com/office/drawing/2014/main" id="{C4420907-CC51-0798-3897-017C35F156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5" name="Oval 1549">
                <a:extLst>
                  <a:ext uri="{FF2B5EF4-FFF2-40B4-BE49-F238E27FC236}">
                    <a16:creationId xmlns:a16="http://schemas.microsoft.com/office/drawing/2014/main" id="{796A122C-7172-A207-4822-88D498CA12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6" name="Freeform 1550">
                <a:extLst>
                  <a:ext uri="{FF2B5EF4-FFF2-40B4-BE49-F238E27FC236}">
                    <a16:creationId xmlns:a16="http://schemas.microsoft.com/office/drawing/2014/main" id="{8AC2D4A1-3982-6A78-431B-2E99CE4CD3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7" name="Freeform 1551">
                <a:extLst>
                  <a:ext uri="{FF2B5EF4-FFF2-40B4-BE49-F238E27FC236}">
                    <a16:creationId xmlns:a16="http://schemas.microsoft.com/office/drawing/2014/main" id="{E6587106-82A9-946D-7F46-EA00ACE640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8" name="Freeform 1552">
                <a:extLst>
                  <a:ext uri="{FF2B5EF4-FFF2-40B4-BE49-F238E27FC236}">
                    <a16:creationId xmlns:a16="http://schemas.microsoft.com/office/drawing/2014/main" id="{C124CACD-E1A8-2C21-A3A2-3949DD04B6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9" name="Oval 1553">
                <a:extLst>
                  <a:ext uri="{FF2B5EF4-FFF2-40B4-BE49-F238E27FC236}">
                    <a16:creationId xmlns:a16="http://schemas.microsoft.com/office/drawing/2014/main" id="{2BA601EA-BD2C-A65C-87A3-74626FE9B9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8" name="Group 1554">
              <a:extLst>
                <a:ext uri="{FF2B5EF4-FFF2-40B4-BE49-F238E27FC236}">
                  <a16:creationId xmlns:a16="http://schemas.microsoft.com/office/drawing/2014/main" id="{72E06038-E6EE-E920-2343-2FD3C0CB43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978" name="Oval 1555">
                <a:extLst>
                  <a:ext uri="{FF2B5EF4-FFF2-40B4-BE49-F238E27FC236}">
                    <a16:creationId xmlns:a16="http://schemas.microsoft.com/office/drawing/2014/main" id="{EF29DBB2-29ED-13EA-FFB6-22AE0E2275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9" name="Oval 1556">
                <a:extLst>
                  <a:ext uri="{FF2B5EF4-FFF2-40B4-BE49-F238E27FC236}">
                    <a16:creationId xmlns:a16="http://schemas.microsoft.com/office/drawing/2014/main" id="{5EB9E61E-A49B-4FEC-FF8B-9C99B4F1CC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0" name="Freeform 1557">
                <a:extLst>
                  <a:ext uri="{FF2B5EF4-FFF2-40B4-BE49-F238E27FC236}">
                    <a16:creationId xmlns:a16="http://schemas.microsoft.com/office/drawing/2014/main" id="{22018709-CC7F-1ED0-107C-579ADC6B23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1" name="Freeform 1558">
                <a:extLst>
                  <a:ext uri="{FF2B5EF4-FFF2-40B4-BE49-F238E27FC236}">
                    <a16:creationId xmlns:a16="http://schemas.microsoft.com/office/drawing/2014/main" id="{F657AEE6-520E-648C-9DC8-0DE0775974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2" name="Freeform 1559">
                <a:extLst>
                  <a:ext uri="{FF2B5EF4-FFF2-40B4-BE49-F238E27FC236}">
                    <a16:creationId xmlns:a16="http://schemas.microsoft.com/office/drawing/2014/main" id="{29C712EC-044D-1EA8-9144-B7B7592596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" name="Oval 1560">
                <a:extLst>
                  <a:ext uri="{FF2B5EF4-FFF2-40B4-BE49-F238E27FC236}">
                    <a16:creationId xmlns:a16="http://schemas.microsoft.com/office/drawing/2014/main" id="{49A5CA7D-3978-AACA-9AD1-78F8092C17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9" name="Group 1561">
              <a:extLst>
                <a:ext uri="{FF2B5EF4-FFF2-40B4-BE49-F238E27FC236}">
                  <a16:creationId xmlns:a16="http://schemas.microsoft.com/office/drawing/2014/main" id="{9AD7B1D6-0B5B-5C4E-F4AE-EB15432DB5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972" name="Oval 1562">
                <a:extLst>
                  <a:ext uri="{FF2B5EF4-FFF2-40B4-BE49-F238E27FC236}">
                    <a16:creationId xmlns:a16="http://schemas.microsoft.com/office/drawing/2014/main" id="{104C427C-24BF-2503-5203-5E1BB4F773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3" name="Oval 1563">
                <a:extLst>
                  <a:ext uri="{FF2B5EF4-FFF2-40B4-BE49-F238E27FC236}">
                    <a16:creationId xmlns:a16="http://schemas.microsoft.com/office/drawing/2014/main" id="{9E88C24C-864A-641E-E540-EE2EF34148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4" name="Freeform 1564">
                <a:extLst>
                  <a:ext uri="{FF2B5EF4-FFF2-40B4-BE49-F238E27FC236}">
                    <a16:creationId xmlns:a16="http://schemas.microsoft.com/office/drawing/2014/main" id="{000682F0-3A4B-60F1-D0AD-948AD4A314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5" name="Freeform 1565">
                <a:extLst>
                  <a:ext uri="{FF2B5EF4-FFF2-40B4-BE49-F238E27FC236}">
                    <a16:creationId xmlns:a16="http://schemas.microsoft.com/office/drawing/2014/main" id="{CF56954E-D153-BD14-8653-9B70E286A6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6" name="Freeform 1566">
                <a:extLst>
                  <a:ext uri="{FF2B5EF4-FFF2-40B4-BE49-F238E27FC236}">
                    <a16:creationId xmlns:a16="http://schemas.microsoft.com/office/drawing/2014/main" id="{E687D61D-A293-5AC3-6155-F020AC9BF8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7" name="Oval 1567">
                <a:extLst>
                  <a:ext uri="{FF2B5EF4-FFF2-40B4-BE49-F238E27FC236}">
                    <a16:creationId xmlns:a16="http://schemas.microsoft.com/office/drawing/2014/main" id="{5272127E-62E7-4461-AE0B-A199C1770E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0" name="Group 1568">
              <a:extLst>
                <a:ext uri="{FF2B5EF4-FFF2-40B4-BE49-F238E27FC236}">
                  <a16:creationId xmlns:a16="http://schemas.microsoft.com/office/drawing/2014/main" id="{6A77CD06-218C-F1D1-4043-2FFA65970D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966" name="Oval 1569">
                <a:extLst>
                  <a:ext uri="{FF2B5EF4-FFF2-40B4-BE49-F238E27FC236}">
                    <a16:creationId xmlns:a16="http://schemas.microsoft.com/office/drawing/2014/main" id="{9B469D4B-F9A1-794F-2254-DAA584A3FB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7" name="Oval 1570">
                <a:extLst>
                  <a:ext uri="{FF2B5EF4-FFF2-40B4-BE49-F238E27FC236}">
                    <a16:creationId xmlns:a16="http://schemas.microsoft.com/office/drawing/2014/main" id="{FB34DFFC-55D9-D137-8584-529152F3A5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8" name="Freeform 1571">
                <a:extLst>
                  <a:ext uri="{FF2B5EF4-FFF2-40B4-BE49-F238E27FC236}">
                    <a16:creationId xmlns:a16="http://schemas.microsoft.com/office/drawing/2014/main" id="{39541C99-07B4-C707-AA40-D0399F0B31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9" name="Freeform 1572">
                <a:extLst>
                  <a:ext uri="{FF2B5EF4-FFF2-40B4-BE49-F238E27FC236}">
                    <a16:creationId xmlns:a16="http://schemas.microsoft.com/office/drawing/2014/main" id="{186AC641-BEC0-0655-0B71-7BAB094361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0" name="Freeform 1573">
                <a:extLst>
                  <a:ext uri="{FF2B5EF4-FFF2-40B4-BE49-F238E27FC236}">
                    <a16:creationId xmlns:a16="http://schemas.microsoft.com/office/drawing/2014/main" id="{153CCCD1-709E-0EA4-6D90-8C714897CE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1" name="Oval 1574">
                <a:extLst>
                  <a:ext uri="{FF2B5EF4-FFF2-40B4-BE49-F238E27FC236}">
                    <a16:creationId xmlns:a16="http://schemas.microsoft.com/office/drawing/2014/main" id="{048F74D7-9883-E529-F095-02919216B7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1" name="Group 1575">
              <a:extLst>
                <a:ext uri="{FF2B5EF4-FFF2-40B4-BE49-F238E27FC236}">
                  <a16:creationId xmlns:a16="http://schemas.microsoft.com/office/drawing/2014/main" id="{6F6207E4-9187-4703-80BD-7C91C16A7D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960" name="Oval 1576">
                <a:extLst>
                  <a:ext uri="{FF2B5EF4-FFF2-40B4-BE49-F238E27FC236}">
                    <a16:creationId xmlns:a16="http://schemas.microsoft.com/office/drawing/2014/main" id="{B588E105-AFA4-7F67-B0A2-521E2851EA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1" name="Oval 1577">
                <a:extLst>
                  <a:ext uri="{FF2B5EF4-FFF2-40B4-BE49-F238E27FC236}">
                    <a16:creationId xmlns:a16="http://schemas.microsoft.com/office/drawing/2014/main" id="{ADA45689-AC0C-37DE-F32E-9EE49EA5AD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2" name="Freeform 1578">
                <a:extLst>
                  <a:ext uri="{FF2B5EF4-FFF2-40B4-BE49-F238E27FC236}">
                    <a16:creationId xmlns:a16="http://schemas.microsoft.com/office/drawing/2014/main" id="{70379FAA-BE7B-2F4B-ED1A-A50459E031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3" name="Freeform 1579">
                <a:extLst>
                  <a:ext uri="{FF2B5EF4-FFF2-40B4-BE49-F238E27FC236}">
                    <a16:creationId xmlns:a16="http://schemas.microsoft.com/office/drawing/2014/main" id="{53AB5A87-CB0A-D352-F27C-B71D2AE3AD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4" name="Freeform 1580">
                <a:extLst>
                  <a:ext uri="{FF2B5EF4-FFF2-40B4-BE49-F238E27FC236}">
                    <a16:creationId xmlns:a16="http://schemas.microsoft.com/office/drawing/2014/main" id="{71E3F1CA-B74B-528E-AD93-C5C651FD90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" name="Oval 1581">
                <a:extLst>
                  <a:ext uri="{FF2B5EF4-FFF2-40B4-BE49-F238E27FC236}">
                    <a16:creationId xmlns:a16="http://schemas.microsoft.com/office/drawing/2014/main" id="{2F006736-3C0B-535D-CC6E-2201EF656E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2" name="Group 1582">
              <a:extLst>
                <a:ext uri="{FF2B5EF4-FFF2-40B4-BE49-F238E27FC236}">
                  <a16:creationId xmlns:a16="http://schemas.microsoft.com/office/drawing/2014/main" id="{3117F7D9-85BE-FAFF-30C8-2CE2E10BC10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954" name="Oval 1583">
                <a:extLst>
                  <a:ext uri="{FF2B5EF4-FFF2-40B4-BE49-F238E27FC236}">
                    <a16:creationId xmlns:a16="http://schemas.microsoft.com/office/drawing/2014/main" id="{9D0940A9-BE56-6AD7-0B41-CB7DEB77EC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5" name="Oval 1584">
                <a:extLst>
                  <a:ext uri="{FF2B5EF4-FFF2-40B4-BE49-F238E27FC236}">
                    <a16:creationId xmlns:a16="http://schemas.microsoft.com/office/drawing/2014/main" id="{E3621E31-48BF-5C49-389E-377335CF14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6" name="Freeform 1585">
                <a:extLst>
                  <a:ext uri="{FF2B5EF4-FFF2-40B4-BE49-F238E27FC236}">
                    <a16:creationId xmlns:a16="http://schemas.microsoft.com/office/drawing/2014/main" id="{C83CF908-3E75-638D-EA83-15439B2C6A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7" name="Freeform 1586">
                <a:extLst>
                  <a:ext uri="{FF2B5EF4-FFF2-40B4-BE49-F238E27FC236}">
                    <a16:creationId xmlns:a16="http://schemas.microsoft.com/office/drawing/2014/main" id="{A42CC8A0-B400-7404-225B-EDBCCB0045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8" name="Freeform 1587">
                <a:extLst>
                  <a:ext uri="{FF2B5EF4-FFF2-40B4-BE49-F238E27FC236}">
                    <a16:creationId xmlns:a16="http://schemas.microsoft.com/office/drawing/2014/main" id="{555DFB4D-8156-7165-6280-305998777F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9" name="Oval 1588">
                <a:extLst>
                  <a:ext uri="{FF2B5EF4-FFF2-40B4-BE49-F238E27FC236}">
                    <a16:creationId xmlns:a16="http://schemas.microsoft.com/office/drawing/2014/main" id="{E4EC0472-88B4-7A3C-F52B-E47E9E80F4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3" name="Group 1589">
              <a:extLst>
                <a:ext uri="{FF2B5EF4-FFF2-40B4-BE49-F238E27FC236}">
                  <a16:creationId xmlns:a16="http://schemas.microsoft.com/office/drawing/2014/main" id="{544D5722-1D19-D498-D5B6-0BA8F1EEE69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948" name="Oval 1590">
                <a:extLst>
                  <a:ext uri="{FF2B5EF4-FFF2-40B4-BE49-F238E27FC236}">
                    <a16:creationId xmlns:a16="http://schemas.microsoft.com/office/drawing/2014/main" id="{7B62A551-2FC4-B409-FBCC-D4E38976B7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9" name="Oval 1591">
                <a:extLst>
                  <a:ext uri="{FF2B5EF4-FFF2-40B4-BE49-F238E27FC236}">
                    <a16:creationId xmlns:a16="http://schemas.microsoft.com/office/drawing/2014/main" id="{3A221646-C902-BD58-57F4-F739FAF857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0" name="Freeform 1592">
                <a:extLst>
                  <a:ext uri="{FF2B5EF4-FFF2-40B4-BE49-F238E27FC236}">
                    <a16:creationId xmlns:a16="http://schemas.microsoft.com/office/drawing/2014/main" id="{3D3DCF6D-39FC-B3A8-0897-D66EF18DCE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1" name="Freeform 1593">
                <a:extLst>
                  <a:ext uri="{FF2B5EF4-FFF2-40B4-BE49-F238E27FC236}">
                    <a16:creationId xmlns:a16="http://schemas.microsoft.com/office/drawing/2014/main" id="{D0A3240B-0ECE-2EC2-674D-4A378059B1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" name="Freeform 1594">
                <a:extLst>
                  <a:ext uri="{FF2B5EF4-FFF2-40B4-BE49-F238E27FC236}">
                    <a16:creationId xmlns:a16="http://schemas.microsoft.com/office/drawing/2014/main" id="{57C782FA-727D-E326-3EA3-670B88C49C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3" name="Oval 1595">
                <a:extLst>
                  <a:ext uri="{FF2B5EF4-FFF2-40B4-BE49-F238E27FC236}">
                    <a16:creationId xmlns:a16="http://schemas.microsoft.com/office/drawing/2014/main" id="{D476B9C9-AE76-5E42-40DA-3048BF51E6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4" name="Group 1596">
              <a:extLst>
                <a:ext uri="{FF2B5EF4-FFF2-40B4-BE49-F238E27FC236}">
                  <a16:creationId xmlns:a16="http://schemas.microsoft.com/office/drawing/2014/main" id="{5B3F0949-2B1E-F128-0462-0F70233904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942" name="Oval 1597">
                <a:extLst>
                  <a:ext uri="{FF2B5EF4-FFF2-40B4-BE49-F238E27FC236}">
                    <a16:creationId xmlns:a16="http://schemas.microsoft.com/office/drawing/2014/main" id="{CE163A06-3A46-3921-D28B-96C2044718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3" name="Oval 1598">
                <a:extLst>
                  <a:ext uri="{FF2B5EF4-FFF2-40B4-BE49-F238E27FC236}">
                    <a16:creationId xmlns:a16="http://schemas.microsoft.com/office/drawing/2014/main" id="{77B7B6C3-5106-A331-0D3E-6BA064F068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4" name="Freeform 1599">
                <a:extLst>
                  <a:ext uri="{FF2B5EF4-FFF2-40B4-BE49-F238E27FC236}">
                    <a16:creationId xmlns:a16="http://schemas.microsoft.com/office/drawing/2014/main" id="{550D562F-1985-12EB-7499-B57C40416A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" name="Freeform 1600">
                <a:extLst>
                  <a:ext uri="{FF2B5EF4-FFF2-40B4-BE49-F238E27FC236}">
                    <a16:creationId xmlns:a16="http://schemas.microsoft.com/office/drawing/2014/main" id="{DD87CAB1-5865-A793-AAEF-0936C50DB9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6" name="Freeform 1601">
                <a:extLst>
                  <a:ext uri="{FF2B5EF4-FFF2-40B4-BE49-F238E27FC236}">
                    <a16:creationId xmlns:a16="http://schemas.microsoft.com/office/drawing/2014/main" id="{9E8515F5-FC3F-B31D-0635-B421CD10CE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7" name="Oval 1602">
                <a:extLst>
                  <a:ext uri="{FF2B5EF4-FFF2-40B4-BE49-F238E27FC236}">
                    <a16:creationId xmlns:a16="http://schemas.microsoft.com/office/drawing/2014/main" id="{C296EFB8-4F3B-70F6-5E19-03FA82469D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5" name="Group 1603">
              <a:extLst>
                <a:ext uri="{FF2B5EF4-FFF2-40B4-BE49-F238E27FC236}">
                  <a16:creationId xmlns:a16="http://schemas.microsoft.com/office/drawing/2014/main" id="{AF503E4A-1B9C-4C52-41A9-7C814E7268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936" name="Oval 1604">
                <a:extLst>
                  <a:ext uri="{FF2B5EF4-FFF2-40B4-BE49-F238E27FC236}">
                    <a16:creationId xmlns:a16="http://schemas.microsoft.com/office/drawing/2014/main" id="{9C07C6C1-D143-F9EF-9370-8D360AB207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7" name="Oval 1605">
                <a:extLst>
                  <a:ext uri="{FF2B5EF4-FFF2-40B4-BE49-F238E27FC236}">
                    <a16:creationId xmlns:a16="http://schemas.microsoft.com/office/drawing/2014/main" id="{3A934187-5D99-D1B3-1765-D8E44ED5C9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8" name="Freeform 1606">
                <a:extLst>
                  <a:ext uri="{FF2B5EF4-FFF2-40B4-BE49-F238E27FC236}">
                    <a16:creationId xmlns:a16="http://schemas.microsoft.com/office/drawing/2014/main" id="{64A60162-E900-AD0D-B46A-E2EA5C9172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9" name="Freeform 1607">
                <a:extLst>
                  <a:ext uri="{FF2B5EF4-FFF2-40B4-BE49-F238E27FC236}">
                    <a16:creationId xmlns:a16="http://schemas.microsoft.com/office/drawing/2014/main" id="{7D141F5D-483D-494A-51BB-479A8B5017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0" name="Freeform 1608">
                <a:extLst>
                  <a:ext uri="{FF2B5EF4-FFF2-40B4-BE49-F238E27FC236}">
                    <a16:creationId xmlns:a16="http://schemas.microsoft.com/office/drawing/2014/main" id="{07BC82E3-A365-AC9F-2EF2-9E6E3951F1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1" name="Oval 1609">
                <a:extLst>
                  <a:ext uri="{FF2B5EF4-FFF2-40B4-BE49-F238E27FC236}">
                    <a16:creationId xmlns:a16="http://schemas.microsoft.com/office/drawing/2014/main" id="{E50BC76D-2290-6EBB-B585-7C532C2DE5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128" name="Group 1385">
            <a:extLst>
              <a:ext uri="{FF2B5EF4-FFF2-40B4-BE49-F238E27FC236}">
                <a16:creationId xmlns:a16="http://schemas.microsoft.com/office/drawing/2014/main" id="{9BBB1772-A38A-667D-8DD6-9F3D8E7AD62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19699" y="439620"/>
            <a:ext cx="1141095" cy="340150"/>
            <a:chOff x="446" y="1196"/>
            <a:chExt cx="1048" cy="312"/>
          </a:xfrm>
        </p:grpSpPr>
        <p:grpSp>
          <p:nvGrpSpPr>
            <p:cNvPr id="1129" name="Group 1386">
              <a:extLst>
                <a:ext uri="{FF2B5EF4-FFF2-40B4-BE49-F238E27FC236}">
                  <a16:creationId xmlns:a16="http://schemas.microsoft.com/office/drawing/2014/main" id="{543C2251-58EB-AFA1-71DB-768C0299B7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347" name="Oval 1387">
                <a:extLst>
                  <a:ext uri="{FF2B5EF4-FFF2-40B4-BE49-F238E27FC236}">
                    <a16:creationId xmlns:a16="http://schemas.microsoft.com/office/drawing/2014/main" id="{B2A71175-1C40-5F55-CB91-683BC507EA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" name="Oval 1388">
                <a:extLst>
                  <a:ext uri="{FF2B5EF4-FFF2-40B4-BE49-F238E27FC236}">
                    <a16:creationId xmlns:a16="http://schemas.microsoft.com/office/drawing/2014/main" id="{6C3883B4-9D44-1476-E8F6-D7CAF62C60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9" name="Freeform 1389">
                <a:extLst>
                  <a:ext uri="{FF2B5EF4-FFF2-40B4-BE49-F238E27FC236}">
                    <a16:creationId xmlns:a16="http://schemas.microsoft.com/office/drawing/2014/main" id="{8BBAFF24-46A1-DC36-DA5D-73FA3378D7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" name="Freeform 1390">
                <a:extLst>
                  <a:ext uri="{FF2B5EF4-FFF2-40B4-BE49-F238E27FC236}">
                    <a16:creationId xmlns:a16="http://schemas.microsoft.com/office/drawing/2014/main" id="{C0014460-DFDC-0AB9-8DB9-28DD9BBBF1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1" name="Freeform 1391">
                <a:extLst>
                  <a:ext uri="{FF2B5EF4-FFF2-40B4-BE49-F238E27FC236}">
                    <a16:creationId xmlns:a16="http://schemas.microsoft.com/office/drawing/2014/main" id="{A39EEA42-26B5-5889-2E10-F5FACFFBD3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2" name="Oval 1392">
                <a:extLst>
                  <a:ext uri="{FF2B5EF4-FFF2-40B4-BE49-F238E27FC236}">
                    <a16:creationId xmlns:a16="http://schemas.microsoft.com/office/drawing/2014/main" id="{5E8447D0-20B9-A164-184D-4E11E0BE96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0" name="Group 1393">
              <a:extLst>
                <a:ext uri="{FF2B5EF4-FFF2-40B4-BE49-F238E27FC236}">
                  <a16:creationId xmlns:a16="http://schemas.microsoft.com/office/drawing/2014/main" id="{F13D63E6-B344-F0D6-ABD2-8E790BBE85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341" name="Oval 1394">
                <a:extLst>
                  <a:ext uri="{FF2B5EF4-FFF2-40B4-BE49-F238E27FC236}">
                    <a16:creationId xmlns:a16="http://schemas.microsoft.com/office/drawing/2014/main" id="{65E4793C-D737-8201-AEDB-FB3AC055CB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" name="Oval 1395">
                <a:extLst>
                  <a:ext uri="{FF2B5EF4-FFF2-40B4-BE49-F238E27FC236}">
                    <a16:creationId xmlns:a16="http://schemas.microsoft.com/office/drawing/2014/main" id="{5DB79DD3-DC4B-03E2-1FAF-79A0B6594F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" name="Freeform 1396">
                <a:extLst>
                  <a:ext uri="{FF2B5EF4-FFF2-40B4-BE49-F238E27FC236}">
                    <a16:creationId xmlns:a16="http://schemas.microsoft.com/office/drawing/2014/main" id="{E683EE6B-D7E9-E31F-25A9-A64E22B3FA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" name="Freeform 1397">
                <a:extLst>
                  <a:ext uri="{FF2B5EF4-FFF2-40B4-BE49-F238E27FC236}">
                    <a16:creationId xmlns:a16="http://schemas.microsoft.com/office/drawing/2014/main" id="{9168BADA-B964-8761-152D-8049F03844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5" name="Freeform 1398">
                <a:extLst>
                  <a:ext uri="{FF2B5EF4-FFF2-40B4-BE49-F238E27FC236}">
                    <a16:creationId xmlns:a16="http://schemas.microsoft.com/office/drawing/2014/main" id="{B543F60B-A484-0F3F-776C-B063851B02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" name="Oval 1399">
                <a:extLst>
                  <a:ext uri="{FF2B5EF4-FFF2-40B4-BE49-F238E27FC236}">
                    <a16:creationId xmlns:a16="http://schemas.microsoft.com/office/drawing/2014/main" id="{AD6DC8C0-C85C-3D6C-F1E9-FF070F722D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1" name="Group 1400">
              <a:extLst>
                <a:ext uri="{FF2B5EF4-FFF2-40B4-BE49-F238E27FC236}">
                  <a16:creationId xmlns:a16="http://schemas.microsoft.com/office/drawing/2014/main" id="{43AE25F6-CBE6-07CF-DEB4-267AD5BB6E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335" name="Oval 1401">
                <a:extLst>
                  <a:ext uri="{FF2B5EF4-FFF2-40B4-BE49-F238E27FC236}">
                    <a16:creationId xmlns:a16="http://schemas.microsoft.com/office/drawing/2014/main" id="{3D7FB90C-C99F-DCCF-077B-3DB56158F7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6" name="Oval 1402">
                <a:extLst>
                  <a:ext uri="{FF2B5EF4-FFF2-40B4-BE49-F238E27FC236}">
                    <a16:creationId xmlns:a16="http://schemas.microsoft.com/office/drawing/2014/main" id="{ECB94A80-41BC-DDA3-55FE-0C9BE33BC2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" name="Freeform 1403">
                <a:extLst>
                  <a:ext uri="{FF2B5EF4-FFF2-40B4-BE49-F238E27FC236}">
                    <a16:creationId xmlns:a16="http://schemas.microsoft.com/office/drawing/2014/main" id="{80649C94-975E-CC28-4E9A-982665B5FB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8" name="Freeform 1404">
                <a:extLst>
                  <a:ext uri="{FF2B5EF4-FFF2-40B4-BE49-F238E27FC236}">
                    <a16:creationId xmlns:a16="http://schemas.microsoft.com/office/drawing/2014/main" id="{38A6D7DD-AC95-D98A-1F25-9D220456B1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" name="Freeform 1405">
                <a:extLst>
                  <a:ext uri="{FF2B5EF4-FFF2-40B4-BE49-F238E27FC236}">
                    <a16:creationId xmlns:a16="http://schemas.microsoft.com/office/drawing/2014/main" id="{AA20653A-4EFE-9057-4299-926CF24A72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0" name="Oval 1406">
                <a:extLst>
                  <a:ext uri="{FF2B5EF4-FFF2-40B4-BE49-F238E27FC236}">
                    <a16:creationId xmlns:a16="http://schemas.microsoft.com/office/drawing/2014/main" id="{6A7D9615-6B5A-F37C-8B2C-48D2DBD76A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2" name="Group 1407">
              <a:extLst>
                <a:ext uri="{FF2B5EF4-FFF2-40B4-BE49-F238E27FC236}">
                  <a16:creationId xmlns:a16="http://schemas.microsoft.com/office/drawing/2014/main" id="{D6CF99CA-75B7-E55F-6765-7E2D073626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329" name="Oval 1408">
                <a:extLst>
                  <a:ext uri="{FF2B5EF4-FFF2-40B4-BE49-F238E27FC236}">
                    <a16:creationId xmlns:a16="http://schemas.microsoft.com/office/drawing/2014/main" id="{6F644CFE-0557-959D-D579-03A707B6A6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0" name="Oval 1409">
                <a:extLst>
                  <a:ext uri="{FF2B5EF4-FFF2-40B4-BE49-F238E27FC236}">
                    <a16:creationId xmlns:a16="http://schemas.microsoft.com/office/drawing/2014/main" id="{B7314A02-9C50-4D13-0BE3-94FD5AAB5F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1" name="Freeform 1410">
                <a:extLst>
                  <a:ext uri="{FF2B5EF4-FFF2-40B4-BE49-F238E27FC236}">
                    <a16:creationId xmlns:a16="http://schemas.microsoft.com/office/drawing/2014/main" id="{EE298534-74D9-E041-D1D6-A5CD1CF3DD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2" name="Freeform 1411">
                <a:extLst>
                  <a:ext uri="{FF2B5EF4-FFF2-40B4-BE49-F238E27FC236}">
                    <a16:creationId xmlns:a16="http://schemas.microsoft.com/office/drawing/2014/main" id="{4A0A32AE-47AE-91E7-1ED0-9DB4680476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" name="Freeform 1412">
                <a:extLst>
                  <a:ext uri="{FF2B5EF4-FFF2-40B4-BE49-F238E27FC236}">
                    <a16:creationId xmlns:a16="http://schemas.microsoft.com/office/drawing/2014/main" id="{8142FC50-3CA6-2B1C-37B0-C3FD7AFA7E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" name="Oval 1413">
                <a:extLst>
                  <a:ext uri="{FF2B5EF4-FFF2-40B4-BE49-F238E27FC236}">
                    <a16:creationId xmlns:a16="http://schemas.microsoft.com/office/drawing/2014/main" id="{FE1F0D66-C5C9-F1A0-71B8-67206250AB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3" name="Group 1414">
              <a:extLst>
                <a:ext uri="{FF2B5EF4-FFF2-40B4-BE49-F238E27FC236}">
                  <a16:creationId xmlns:a16="http://schemas.microsoft.com/office/drawing/2014/main" id="{EE01C905-1C80-04EC-05A1-044881E286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323" name="Oval 1415">
                <a:extLst>
                  <a:ext uri="{FF2B5EF4-FFF2-40B4-BE49-F238E27FC236}">
                    <a16:creationId xmlns:a16="http://schemas.microsoft.com/office/drawing/2014/main" id="{602A0574-38CC-388E-19B8-915B7011A5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4" name="Oval 1416">
                <a:extLst>
                  <a:ext uri="{FF2B5EF4-FFF2-40B4-BE49-F238E27FC236}">
                    <a16:creationId xmlns:a16="http://schemas.microsoft.com/office/drawing/2014/main" id="{23DDA1C7-969C-117C-8F75-E4522A1FA4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5" name="Freeform 1417">
                <a:extLst>
                  <a:ext uri="{FF2B5EF4-FFF2-40B4-BE49-F238E27FC236}">
                    <a16:creationId xmlns:a16="http://schemas.microsoft.com/office/drawing/2014/main" id="{9044D2A4-201D-E8E3-DE00-D03E9CFBFD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6" name="Freeform 1418">
                <a:extLst>
                  <a:ext uri="{FF2B5EF4-FFF2-40B4-BE49-F238E27FC236}">
                    <a16:creationId xmlns:a16="http://schemas.microsoft.com/office/drawing/2014/main" id="{82BFE291-CAEA-55B2-3763-186C36A9EA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7" name="Freeform 1419">
                <a:extLst>
                  <a:ext uri="{FF2B5EF4-FFF2-40B4-BE49-F238E27FC236}">
                    <a16:creationId xmlns:a16="http://schemas.microsoft.com/office/drawing/2014/main" id="{6229F37B-895E-5647-8918-A5E8DA19EB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8" name="Oval 1420">
                <a:extLst>
                  <a:ext uri="{FF2B5EF4-FFF2-40B4-BE49-F238E27FC236}">
                    <a16:creationId xmlns:a16="http://schemas.microsoft.com/office/drawing/2014/main" id="{DA5F9924-265F-2774-B94A-2DEBF9CD08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4" name="Group 1421">
              <a:extLst>
                <a:ext uri="{FF2B5EF4-FFF2-40B4-BE49-F238E27FC236}">
                  <a16:creationId xmlns:a16="http://schemas.microsoft.com/office/drawing/2014/main" id="{EAA1C8E5-3AE6-E0EF-0C47-1A5056FBC3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317" name="Oval 1422">
                <a:extLst>
                  <a:ext uri="{FF2B5EF4-FFF2-40B4-BE49-F238E27FC236}">
                    <a16:creationId xmlns:a16="http://schemas.microsoft.com/office/drawing/2014/main" id="{523B46A5-2D93-2541-3808-347CBF1CE0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8" name="Oval 1423">
                <a:extLst>
                  <a:ext uri="{FF2B5EF4-FFF2-40B4-BE49-F238E27FC236}">
                    <a16:creationId xmlns:a16="http://schemas.microsoft.com/office/drawing/2014/main" id="{B7C55A9B-3D55-D08E-2D59-FAA28E3A6A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9" name="Freeform 1424">
                <a:extLst>
                  <a:ext uri="{FF2B5EF4-FFF2-40B4-BE49-F238E27FC236}">
                    <a16:creationId xmlns:a16="http://schemas.microsoft.com/office/drawing/2014/main" id="{D31C3CC2-C90F-F061-06B5-58B8A15D91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0" name="Freeform 1425">
                <a:extLst>
                  <a:ext uri="{FF2B5EF4-FFF2-40B4-BE49-F238E27FC236}">
                    <a16:creationId xmlns:a16="http://schemas.microsoft.com/office/drawing/2014/main" id="{31AD996A-BC68-1E28-CAAD-2FA295E317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1" name="Freeform 1426">
                <a:extLst>
                  <a:ext uri="{FF2B5EF4-FFF2-40B4-BE49-F238E27FC236}">
                    <a16:creationId xmlns:a16="http://schemas.microsoft.com/office/drawing/2014/main" id="{E3232C80-B6F5-0A8D-EF3A-89777FF8B1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2" name="Oval 1427">
                <a:extLst>
                  <a:ext uri="{FF2B5EF4-FFF2-40B4-BE49-F238E27FC236}">
                    <a16:creationId xmlns:a16="http://schemas.microsoft.com/office/drawing/2014/main" id="{C027550C-8C0F-49BB-B69E-D1D2068A23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5" name="Group 1428">
              <a:extLst>
                <a:ext uri="{FF2B5EF4-FFF2-40B4-BE49-F238E27FC236}">
                  <a16:creationId xmlns:a16="http://schemas.microsoft.com/office/drawing/2014/main" id="{4E4AB0A4-132D-AFD8-D000-2A5CF84BD39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311" name="Oval 1429">
                <a:extLst>
                  <a:ext uri="{FF2B5EF4-FFF2-40B4-BE49-F238E27FC236}">
                    <a16:creationId xmlns:a16="http://schemas.microsoft.com/office/drawing/2014/main" id="{C32DE259-4682-D675-93F7-E286F45EB2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2" name="Oval 1430">
                <a:extLst>
                  <a:ext uri="{FF2B5EF4-FFF2-40B4-BE49-F238E27FC236}">
                    <a16:creationId xmlns:a16="http://schemas.microsoft.com/office/drawing/2014/main" id="{EBCD5995-8E3C-6646-0F82-EE0157557A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3" name="Freeform 1431">
                <a:extLst>
                  <a:ext uri="{FF2B5EF4-FFF2-40B4-BE49-F238E27FC236}">
                    <a16:creationId xmlns:a16="http://schemas.microsoft.com/office/drawing/2014/main" id="{D8D8E7C8-715D-B7F3-1C0F-4883B0C50E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4" name="Freeform 1432">
                <a:extLst>
                  <a:ext uri="{FF2B5EF4-FFF2-40B4-BE49-F238E27FC236}">
                    <a16:creationId xmlns:a16="http://schemas.microsoft.com/office/drawing/2014/main" id="{70536DD5-E36E-2899-4154-871F6C861E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5" name="Freeform 1433">
                <a:extLst>
                  <a:ext uri="{FF2B5EF4-FFF2-40B4-BE49-F238E27FC236}">
                    <a16:creationId xmlns:a16="http://schemas.microsoft.com/office/drawing/2014/main" id="{915A16A4-F763-A104-401C-89EBB5370E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6" name="Oval 1434">
                <a:extLst>
                  <a:ext uri="{FF2B5EF4-FFF2-40B4-BE49-F238E27FC236}">
                    <a16:creationId xmlns:a16="http://schemas.microsoft.com/office/drawing/2014/main" id="{5FAA8C1B-694B-2992-3A63-7510C2D16F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6" name="Group 1435">
              <a:extLst>
                <a:ext uri="{FF2B5EF4-FFF2-40B4-BE49-F238E27FC236}">
                  <a16:creationId xmlns:a16="http://schemas.microsoft.com/office/drawing/2014/main" id="{C1A25656-6423-DF00-CDED-06823C7B53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305" name="Oval 1436">
                <a:extLst>
                  <a:ext uri="{FF2B5EF4-FFF2-40B4-BE49-F238E27FC236}">
                    <a16:creationId xmlns:a16="http://schemas.microsoft.com/office/drawing/2014/main" id="{E76C1FD4-F107-BADC-59E1-C261CD9DCC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6" name="Oval 1437">
                <a:extLst>
                  <a:ext uri="{FF2B5EF4-FFF2-40B4-BE49-F238E27FC236}">
                    <a16:creationId xmlns:a16="http://schemas.microsoft.com/office/drawing/2014/main" id="{221CE5FF-1F7B-97DD-05CA-1C998C7030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7" name="Freeform 1438">
                <a:extLst>
                  <a:ext uri="{FF2B5EF4-FFF2-40B4-BE49-F238E27FC236}">
                    <a16:creationId xmlns:a16="http://schemas.microsoft.com/office/drawing/2014/main" id="{542D6136-4D4F-6882-D60D-E9B8D2D74B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8" name="Freeform 1439">
                <a:extLst>
                  <a:ext uri="{FF2B5EF4-FFF2-40B4-BE49-F238E27FC236}">
                    <a16:creationId xmlns:a16="http://schemas.microsoft.com/office/drawing/2014/main" id="{2A20A4FA-2D38-3136-CB30-94BE91082F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9" name="Freeform 1440">
                <a:extLst>
                  <a:ext uri="{FF2B5EF4-FFF2-40B4-BE49-F238E27FC236}">
                    <a16:creationId xmlns:a16="http://schemas.microsoft.com/office/drawing/2014/main" id="{00D40710-63C4-14F5-0788-CDCCBDF497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0" name="Oval 1441">
                <a:extLst>
                  <a:ext uri="{FF2B5EF4-FFF2-40B4-BE49-F238E27FC236}">
                    <a16:creationId xmlns:a16="http://schemas.microsoft.com/office/drawing/2014/main" id="{508F8F23-9740-5445-8840-8E33A375F6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7" name="Group 1442">
              <a:extLst>
                <a:ext uri="{FF2B5EF4-FFF2-40B4-BE49-F238E27FC236}">
                  <a16:creationId xmlns:a16="http://schemas.microsoft.com/office/drawing/2014/main" id="{54BF8EE6-AC0E-AFDC-C908-7186B7EA9D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299" name="Oval 1443">
                <a:extLst>
                  <a:ext uri="{FF2B5EF4-FFF2-40B4-BE49-F238E27FC236}">
                    <a16:creationId xmlns:a16="http://schemas.microsoft.com/office/drawing/2014/main" id="{A6D1F02C-D1DB-AD16-8405-B3D078A2DE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0" name="Oval 1444">
                <a:extLst>
                  <a:ext uri="{FF2B5EF4-FFF2-40B4-BE49-F238E27FC236}">
                    <a16:creationId xmlns:a16="http://schemas.microsoft.com/office/drawing/2014/main" id="{E29C0DC7-AAD8-4F3B-05C5-37174144D5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1" name="Freeform 1445">
                <a:extLst>
                  <a:ext uri="{FF2B5EF4-FFF2-40B4-BE49-F238E27FC236}">
                    <a16:creationId xmlns:a16="http://schemas.microsoft.com/office/drawing/2014/main" id="{8FD40E86-FEF7-4012-BD51-781A898F65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2" name="Freeform 1446">
                <a:extLst>
                  <a:ext uri="{FF2B5EF4-FFF2-40B4-BE49-F238E27FC236}">
                    <a16:creationId xmlns:a16="http://schemas.microsoft.com/office/drawing/2014/main" id="{8FB19CD0-935E-3262-B41D-66A10200EC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3" name="Freeform 1447">
                <a:extLst>
                  <a:ext uri="{FF2B5EF4-FFF2-40B4-BE49-F238E27FC236}">
                    <a16:creationId xmlns:a16="http://schemas.microsoft.com/office/drawing/2014/main" id="{FBF41384-75DC-3289-D865-0148230068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4" name="Oval 1448">
                <a:extLst>
                  <a:ext uri="{FF2B5EF4-FFF2-40B4-BE49-F238E27FC236}">
                    <a16:creationId xmlns:a16="http://schemas.microsoft.com/office/drawing/2014/main" id="{54BFB3FF-FC9F-353B-728A-00D027861F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8" name="Group 1449">
              <a:extLst>
                <a:ext uri="{FF2B5EF4-FFF2-40B4-BE49-F238E27FC236}">
                  <a16:creationId xmlns:a16="http://schemas.microsoft.com/office/drawing/2014/main" id="{8200838D-B33C-20A9-34D9-738BDB23982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293" name="Oval 1450">
                <a:extLst>
                  <a:ext uri="{FF2B5EF4-FFF2-40B4-BE49-F238E27FC236}">
                    <a16:creationId xmlns:a16="http://schemas.microsoft.com/office/drawing/2014/main" id="{0139F7A8-0DEE-658C-6D46-9377771042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4" name="Oval 1451">
                <a:extLst>
                  <a:ext uri="{FF2B5EF4-FFF2-40B4-BE49-F238E27FC236}">
                    <a16:creationId xmlns:a16="http://schemas.microsoft.com/office/drawing/2014/main" id="{715ABB56-C053-70E0-17A9-3DF8BE5F62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5" name="Freeform 1452">
                <a:extLst>
                  <a:ext uri="{FF2B5EF4-FFF2-40B4-BE49-F238E27FC236}">
                    <a16:creationId xmlns:a16="http://schemas.microsoft.com/office/drawing/2014/main" id="{22141F61-3697-0E4A-2676-9B04517CED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6" name="Freeform 1453">
                <a:extLst>
                  <a:ext uri="{FF2B5EF4-FFF2-40B4-BE49-F238E27FC236}">
                    <a16:creationId xmlns:a16="http://schemas.microsoft.com/office/drawing/2014/main" id="{ED936F70-54F8-E139-81D1-50268E072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7" name="Freeform 1454">
                <a:extLst>
                  <a:ext uri="{FF2B5EF4-FFF2-40B4-BE49-F238E27FC236}">
                    <a16:creationId xmlns:a16="http://schemas.microsoft.com/office/drawing/2014/main" id="{99658F87-E535-5A91-385E-53E7F5FA2A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8" name="Oval 1455">
                <a:extLst>
                  <a:ext uri="{FF2B5EF4-FFF2-40B4-BE49-F238E27FC236}">
                    <a16:creationId xmlns:a16="http://schemas.microsoft.com/office/drawing/2014/main" id="{86FC7333-3EBB-FCAF-010A-E57045EC39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9" name="Group 1456">
              <a:extLst>
                <a:ext uri="{FF2B5EF4-FFF2-40B4-BE49-F238E27FC236}">
                  <a16:creationId xmlns:a16="http://schemas.microsoft.com/office/drawing/2014/main" id="{83AE4BFA-D575-F709-1855-9D62EB1D12C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287" name="Oval 1457">
                <a:extLst>
                  <a:ext uri="{FF2B5EF4-FFF2-40B4-BE49-F238E27FC236}">
                    <a16:creationId xmlns:a16="http://schemas.microsoft.com/office/drawing/2014/main" id="{594AB37A-3178-6311-AAA9-5E71C2FBBB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8" name="Oval 1458">
                <a:extLst>
                  <a:ext uri="{FF2B5EF4-FFF2-40B4-BE49-F238E27FC236}">
                    <a16:creationId xmlns:a16="http://schemas.microsoft.com/office/drawing/2014/main" id="{C476E1B8-0034-EC82-5D7E-A6E0BC4798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9" name="Freeform 1459">
                <a:extLst>
                  <a:ext uri="{FF2B5EF4-FFF2-40B4-BE49-F238E27FC236}">
                    <a16:creationId xmlns:a16="http://schemas.microsoft.com/office/drawing/2014/main" id="{9138F8B8-F6D0-E486-B279-25EE3E375F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0" name="Freeform 1460">
                <a:extLst>
                  <a:ext uri="{FF2B5EF4-FFF2-40B4-BE49-F238E27FC236}">
                    <a16:creationId xmlns:a16="http://schemas.microsoft.com/office/drawing/2014/main" id="{649BDF2A-7A4E-45CE-EAA5-170E3D3D6D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1" name="Freeform 1461">
                <a:extLst>
                  <a:ext uri="{FF2B5EF4-FFF2-40B4-BE49-F238E27FC236}">
                    <a16:creationId xmlns:a16="http://schemas.microsoft.com/office/drawing/2014/main" id="{501F3793-94A1-7226-5E40-4E806A8B48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2" name="Oval 1462">
                <a:extLst>
                  <a:ext uri="{FF2B5EF4-FFF2-40B4-BE49-F238E27FC236}">
                    <a16:creationId xmlns:a16="http://schemas.microsoft.com/office/drawing/2014/main" id="{B11F6343-7598-7BB7-A18A-58466DAA42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0" name="Group 1463">
              <a:extLst>
                <a:ext uri="{FF2B5EF4-FFF2-40B4-BE49-F238E27FC236}">
                  <a16:creationId xmlns:a16="http://schemas.microsoft.com/office/drawing/2014/main" id="{FA709D25-0DC0-4A06-9F00-737E8AB7B4F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281" name="Oval 1464">
                <a:extLst>
                  <a:ext uri="{FF2B5EF4-FFF2-40B4-BE49-F238E27FC236}">
                    <a16:creationId xmlns:a16="http://schemas.microsoft.com/office/drawing/2014/main" id="{70FBB761-9E6C-F5F4-3F5D-6990316C15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2" name="Oval 1465">
                <a:extLst>
                  <a:ext uri="{FF2B5EF4-FFF2-40B4-BE49-F238E27FC236}">
                    <a16:creationId xmlns:a16="http://schemas.microsoft.com/office/drawing/2014/main" id="{632599E8-A456-FAD1-F2E3-8EFEB5787B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3" name="Freeform 1466">
                <a:extLst>
                  <a:ext uri="{FF2B5EF4-FFF2-40B4-BE49-F238E27FC236}">
                    <a16:creationId xmlns:a16="http://schemas.microsoft.com/office/drawing/2014/main" id="{79FC31C0-460F-C375-E2CE-28D5D4FF81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" name="Freeform 1467">
                <a:extLst>
                  <a:ext uri="{FF2B5EF4-FFF2-40B4-BE49-F238E27FC236}">
                    <a16:creationId xmlns:a16="http://schemas.microsoft.com/office/drawing/2014/main" id="{48B18810-3F6D-DE1F-DF5B-CEAAF0C12E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5" name="Freeform 1468">
                <a:extLst>
                  <a:ext uri="{FF2B5EF4-FFF2-40B4-BE49-F238E27FC236}">
                    <a16:creationId xmlns:a16="http://schemas.microsoft.com/office/drawing/2014/main" id="{55EB6B7E-D837-07BD-1070-3B05838A45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6" name="Oval 1469">
                <a:extLst>
                  <a:ext uri="{FF2B5EF4-FFF2-40B4-BE49-F238E27FC236}">
                    <a16:creationId xmlns:a16="http://schemas.microsoft.com/office/drawing/2014/main" id="{22142088-5B29-C8BC-1A42-ED56F662C5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1" name="Group 1470">
              <a:extLst>
                <a:ext uri="{FF2B5EF4-FFF2-40B4-BE49-F238E27FC236}">
                  <a16:creationId xmlns:a16="http://schemas.microsoft.com/office/drawing/2014/main" id="{3B1AA8D6-DFB7-DCE1-945B-386281BFAE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275" name="Oval 1471">
                <a:extLst>
                  <a:ext uri="{FF2B5EF4-FFF2-40B4-BE49-F238E27FC236}">
                    <a16:creationId xmlns:a16="http://schemas.microsoft.com/office/drawing/2014/main" id="{9078C7A7-CFE2-B6AF-B54F-8BCBB31A11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6" name="Oval 1472">
                <a:extLst>
                  <a:ext uri="{FF2B5EF4-FFF2-40B4-BE49-F238E27FC236}">
                    <a16:creationId xmlns:a16="http://schemas.microsoft.com/office/drawing/2014/main" id="{326D6479-5BBD-5A90-BA97-77BC8678E3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7" name="Freeform 1473">
                <a:extLst>
                  <a:ext uri="{FF2B5EF4-FFF2-40B4-BE49-F238E27FC236}">
                    <a16:creationId xmlns:a16="http://schemas.microsoft.com/office/drawing/2014/main" id="{88FFBC19-A723-5810-7359-6250AFE3D3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" name="Freeform 1474">
                <a:extLst>
                  <a:ext uri="{FF2B5EF4-FFF2-40B4-BE49-F238E27FC236}">
                    <a16:creationId xmlns:a16="http://schemas.microsoft.com/office/drawing/2014/main" id="{DBE05F93-2CFC-8485-435E-644A89F8C3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" name="Freeform 1475">
                <a:extLst>
                  <a:ext uri="{FF2B5EF4-FFF2-40B4-BE49-F238E27FC236}">
                    <a16:creationId xmlns:a16="http://schemas.microsoft.com/office/drawing/2014/main" id="{1249FB89-82CF-092F-ABF8-AC12665A59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" name="Oval 1476">
                <a:extLst>
                  <a:ext uri="{FF2B5EF4-FFF2-40B4-BE49-F238E27FC236}">
                    <a16:creationId xmlns:a16="http://schemas.microsoft.com/office/drawing/2014/main" id="{AF720434-BFF4-A919-2EA6-0454118AB3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2" name="Group 1477">
              <a:extLst>
                <a:ext uri="{FF2B5EF4-FFF2-40B4-BE49-F238E27FC236}">
                  <a16:creationId xmlns:a16="http://schemas.microsoft.com/office/drawing/2014/main" id="{75AFBBB7-C44D-41CE-5596-7ECD3078C65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269" name="Oval 1478">
                <a:extLst>
                  <a:ext uri="{FF2B5EF4-FFF2-40B4-BE49-F238E27FC236}">
                    <a16:creationId xmlns:a16="http://schemas.microsoft.com/office/drawing/2014/main" id="{ED14517F-4657-B825-ADF3-E2B1933938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0" name="Oval 1479">
                <a:extLst>
                  <a:ext uri="{FF2B5EF4-FFF2-40B4-BE49-F238E27FC236}">
                    <a16:creationId xmlns:a16="http://schemas.microsoft.com/office/drawing/2014/main" id="{5BECE044-5DA8-A92D-6B6A-B5A83D6388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1" name="Freeform 1480">
                <a:extLst>
                  <a:ext uri="{FF2B5EF4-FFF2-40B4-BE49-F238E27FC236}">
                    <a16:creationId xmlns:a16="http://schemas.microsoft.com/office/drawing/2014/main" id="{6458A355-E16D-EFA1-3C5D-6B47330405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" name="Freeform 1481">
                <a:extLst>
                  <a:ext uri="{FF2B5EF4-FFF2-40B4-BE49-F238E27FC236}">
                    <a16:creationId xmlns:a16="http://schemas.microsoft.com/office/drawing/2014/main" id="{09FDE0F8-0456-AC5B-F919-D124621F14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" name="Freeform 1482">
                <a:extLst>
                  <a:ext uri="{FF2B5EF4-FFF2-40B4-BE49-F238E27FC236}">
                    <a16:creationId xmlns:a16="http://schemas.microsoft.com/office/drawing/2014/main" id="{FFC12B5D-458C-9CF6-1052-539B167430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" name="Oval 1483">
                <a:extLst>
                  <a:ext uri="{FF2B5EF4-FFF2-40B4-BE49-F238E27FC236}">
                    <a16:creationId xmlns:a16="http://schemas.microsoft.com/office/drawing/2014/main" id="{1A8FBEBA-7C11-89DE-7F9D-C708C0B9F6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3" name="Group 1484">
              <a:extLst>
                <a:ext uri="{FF2B5EF4-FFF2-40B4-BE49-F238E27FC236}">
                  <a16:creationId xmlns:a16="http://schemas.microsoft.com/office/drawing/2014/main" id="{A6183362-882B-0E29-B6FF-EC7CA896E8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263" name="Oval 1485">
                <a:extLst>
                  <a:ext uri="{FF2B5EF4-FFF2-40B4-BE49-F238E27FC236}">
                    <a16:creationId xmlns:a16="http://schemas.microsoft.com/office/drawing/2014/main" id="{3515F7D9-0DD4-B7FB-34C5-0132171516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4" name="Oval 1486">
                <a:extLst>
                  <a:ext uri="{FF2B5EF4-FFF2-40B4-BE49-F238E27FC236}">
                    <a16:creationId xmlns:a16="http://schemas.microsoft.com/office/drawing/2014/main" id="{B61AC8E2-C208-3BB4-2874-787D22C55E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5" name="Freeform 1487">
                <a:extLst>
                  <a:ext uri="{FF2B5EF4-FFF2-40B4-BE49-F238E27FC236}">
                    <a16:creationId xmlns:a16="http://schemas.microsoft.com/office/drawing/2014/main" id="{6147B157-DF82-5F8D-BD11-AE5A77DBB4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" name="Freeform 1488">
                <a:extLst>
                  <a:ext uri="{FF2B5EF4-FFF2-40B4-BE49-F238E27FC236}">
                    <a16:creationId xmlns:a16="http://schemas.microsoft.com/office/drawing/2014/main" id="{7BE9BE9F-667D-1F04-E39F-411C9E48C5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" name="Freeform 1489">
                <a:extLst>
                  <a:ext uri="{FF2B5EF4-FFF2-40B4-BE49-F238E27FC236}">
                    <a16:creationId xmlns:a16="http://schemas.microsoft.com/office/drawing/2014/main" id="{2C823061-7670-2927-9A33-C842366AE0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" name="Oval 1490">
                <a:extLst>
                  <a:ext uri="{FF2B5EF4-FFF2-40B4-BE49-F238E27FC236}">
                    <a16:creationId xmlns:a16="http://schemas.microsoft.com/office/drawing/2014/main" id="{9C06A819-A137-65C6-AFE0-56642EF2E7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4" name="Group 1491">
              <a:extLst>
                <a:ext uri="{FF2B5EF4-FFF2-40B4-BE49-F238E27FC236}">
                  <a16:creationId xmlns:a16="http://schemas.microsoft.com/office/drawing/2014/main" id="{EB538AB0-4A15-1489-95AA-89F66950ED0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257" name="Oval 1492">
                <a:extLst>
                  <a:ext uri="{FF2B5EF4-FFF2-40B4-BE49-F238E27FC236}">
                    <a16:creationId xmlns:a16="http://schemas.microsoft.com/office/drawing/2014/main" id="{3244E198-115D-B7A2-A6F0-E05B959EE8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8" name="Oval 1493">
                <a:extLst>
                  <a:ext uri="{FF2B5EF4-FFF2-40B4-BE49-F238E27FC236}">
                    <a16:creationId xmlns:a16="http://schemas.microsoft.com/office/drawing/2014/main" id="{42240A77-EFA0-EABF-3B8D-9203FFAD2C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9" name="Freeform 1494">
                <a:extLst>
                  <a:ext uri="{FF2B5EF4-FFF2-40B4-BE49-F238E27FC236}">
                    <a16:creationId xmlns:a16="http://schemas.microsoft.com/office/drawing/2014/main" id="{35C66068-6ABD-46D3-FB4E-7881015173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" name="Freeform 1495">
                <a:extLst>
                  <a:ext uri="{FF2B5EF4-FFF2-40B4-BE49-F238E27FC236}">
                    <a16:creationId xmlns:a16="http://schemas.microsoft.com/office/drawing/2014/main" id="{73EA0AF3-66CA-8E0C-31A9-56E6C431AC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" name="Freeform 1496">
                <a:extLst>
                  <a:ext uri="{FF2B5EF4-FFF2-40B4-BE49-F238E27FC236}">
                    <a16:creationId xmlns:a16="http://schemas.microsoft.com/office/drawing/2014/main" id="{D2A63B4F-D274-D0E1-E9AE-9261C3E132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" name="Oval 1497">
                <a:extLst>
                  <a:ext uri="{FF2B5EF4-FFF2-40B4-BE49-F238E27FC236}">
                    <a16:creationId xmlns:a16="http://schemas.microsoft.com/office/drawing/2014/main" id="{96C12F9C-6119-EB00-CC63-1011183E5B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5" name="Group 1498">
              <a:extLst>
                <a:ext uri="{FF2B5EF4-FFF2-40B4-BE49-F238E27FC236}">
                  <a16:creationId xmlns:a16="http://schemas.microsoft.com/office/drawing/2014/main" id="{6A6F6B16-AB55-D02B-CDF7-1A748B2834B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251" name="Oval 1499">
                <a:extLst>
                  <a:ext uri="{FF2B5EF4-FFF2-40B4-BE49-F238E27FC236}">
                    <a16:creationId xmlns:a16="http://schemas.microsoft.com/office/drawing/2014/main" id="{786A89CD-55DB-F11C-3442-8756D51D02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2" name="Oval 1500">
                <a:extLst>
                  <a:ext uri="{FF2B5EF4-FFF2-40B4-BE49-F238E27FC236}">
                    <a16:creationId xmlns:a16="http://schemas.microsoft.com/office/drawing/2014/main" id="{C26FCB60-E479-27C4-4177-D163261159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3" name="Freeform 1501">
                <a:extLst>
                  <a:ext uri="{FF2B5EF4-FFF2-40B4-BE49-F238E27FC236}">
                    <a16:creationId xmlns:a16="http://schemas.microsoft.com/office/drawing/2014/main" id="{0A7C827E-8FED-D108-A643-125BA03BB1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" name="Freeform 1502">
                <a:extLst>
                  <a:ext uri="{FF2B5EF4-FFF2-40B4-BE49-F238E27FC236}">
                    <a16:creationId xmlns:a16="http://schemas.microsoft.com/office/drawing/2014/main" id="{A12C3E59-CA0C-B570-36E5-E420A027D2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" name="Freeform 1503">
                <a:extLst>
                  <a:ext uri="{FF2B5EF4-FFF2-40B4-BE49-F238E27FC236}">
                    <a16:creationId xmlns:a16="http://schemas.microsoft.com/office/drawing/2014/main" id="{ED074169-8DB0-40DD-4E69-2BBBD4B865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" name="Oval 1504">
                <a:extLst>
                  <a:ext uri="{FF2B5EF4-FFF2-40B4-BE49-F238E27FC236}">
                    <a16:creationId xmlns:a16="http://schemas.microsoft.com/office/drawing/2014/main" id="{1410EC36-8258-82E9-424A-81F9B09E8C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6" name="Group 1505">
              <a:extLst>
                <a:ext uri="{FF2B5EF4-FFF2-40B4-BE49-F238E27FC236}">
                  <a16:creationId xmlns:a16="http://schemas.microsoft.com/office/drawing/2014/main" id="{82BE61BA-27E7-C786-512F-24D8BEC7D4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45" name="Oval 1506">
                <a:extLst>
                  <a:ext uri="{FF2B5EF4-FFF2-40B4-BE49-F238E27FC236}">
                    <a16:creationId xmlns:a16="http://schemas.microsoft.com/office/drawing/2014/main" id="{64C3F076-3DB9-C309-26BA-66AF6FABE8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6" name="Oval 1507">
                <a:extLst>
                  <a:ext uri="{FF2B5EF4-FFF2-40B4-BE49-F238E27FC236}">
                    <a16:creationId xmlns:a16="http://schemas.microsoft.com/office/drawing/2014/main" id="{44D98972-A077-C124-C9DD-5FCC45ED24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7" name="Freeform 1508">
                <a:extLst>
                  <a:ext uri="{FF2B5EF4-FFF2-40B4-BE49-F238E27FC236}">
                    <a16:creationId xmlns:a16="http://schemas.microsoft.com/office/drawing/2014/main" id="{57D9FA6F-61A2-8390-653C-D0C55AA1B1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" name="Freeform 1509">
                <a:extLst>
                  <a:ext uri="{FF2B5EF4-FFF2-40B4-BE49-F238E27FC236}">
                    <a16:creationId xmlns:a16="http://schemas.microsoft.com/office/drawing/2014/main" id="{C900A30F-EA2E-DD63-2C42-7FECFBCC96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" name="Freeform 1510">
                <a:extLst>
                  <a:ext uri="{FF2B5EF4-FFF2-40B4-BE49-F238E27FC236}">
                    <a16:creationId xmlns:a16="http://schemas.microsoft.com/office/drawing/2014/main" id="{A959C377-031D-7F89-4021-D29206B134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" name="Oval 1511">
                <a:extLst>
                  <a:ext uri="{FF2B5EF4-FFF2-40B4-BE49-F238E27FC236}">
                    <a16:creationId xmlns:a16="http://schemas.microsoft.com/office/drawing/2014/main" id="{7913076A-C2CA-D9C3-1F66-BEF909029B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7" name="Group 1512">
              <a:extLst>
                <a:ext uri="{FF2B5EF4-FFF2-40B4-BE49-F238E27FC236}">
                  <a16:creationId xmlns:a16="http://schemas.microsoft.com/office/drawing/2014/main" id="{37250869-62A7-FE1B-C1A2-7855FBFB9BB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239" name="Oval 1513">
                <a:extLst>
                  <a:ext uri="{FF2B5EF4-FFF2-40B4-BE49-F238E27FC236}">
                    <a16:creationId xmlns:a16="http://schemas.microsoft.com/office/drawing/2014/main" id="{FB85B100-32A2-C84F-3CF2-11FEA2B712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0" name="Oval 1514">
                <a:extLst>
                  <a:ext uri="{FF2B5EF4-FFF2-40B4-BE49-F238E27FC236}">
                    <a16:creationId xmlns:a16="http://schemas.microsoft.com/office/drawing/2014/main" id="{463FCC7D-336F-6592-C79C-CC6A1C81D2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1" name="Freeform 1515">
                <a:extLst>
                  <a:ext uri="{FF2B5EF4-FFF2-40B4-BE49-F238E27FC236}">
                    <a16:creationId xmlns:a16="http://schemas.microsoft.com/office/drawing/2014/main" id="{F8F19068-A2DA-3230-5C2F-5B597BC496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" name="Freeform 1516">
                <a:extLst>
                  <a:ext uri="{FF2B5EF4-FFF2-40B4-BE49-F238E27FC236}">
                    <a16:creationId xmlns:a16="http://schemas.microsoft.com/office/drawing/2014/main" id="{E9282458-2379-A1BE-19A1-E9F518487B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" name="Freeform 1517">
                <a:extLst>
                  <a:ext uri="{FF2B5EF4-FFF2-40B4-BE49-F238E27FC236}">
                    <a16:creationId xmlns:a16="http://schemas.microsoft.com/office/drawing/2014/main" id="{C8C55704-A5D5-3B4B-F790-484D614540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" name="Oval 1518">
                <a:extLst>
                  <a:ext uri="{FF2B5EF4-FFF2-40B4-BE49-F238E27FC236}">
                    <a16:creationId xmlns:a16="http://schemas.microsoft.com/office/drawing/2014/main" id="{FD300AEA-B554-69E0-7EBA-B6D309D63C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8" name="Group 1519">
              <a:extLst>
                <a:ext uri="{FF2B5EF4-FFF2-40B4-BE49-F238E27FC236}">
                  <a16:creationId xmlns:a16="http://schemas.microsoft.com/office/drawing/2014/main" id="{20C18149-88EB-81AB-20AF-470E7FE575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233" name="Oval 1520">
                <a:extLst>
                  <a:ext uri="{FF2B5EF4-FFF2-40B4-BE49-F238E27FC236}">
                    <a16:creationId xmlns:a16="http://schemas.microsoft.com/office/drawing/2014/main" id="{22E0CE38-FC36-C6F6-1FBA-3C29EC6A3A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4" name="Oval 1521">
                <a:extLst>
                  <a:ext uri="{FF2B5EF4-FFF2-40B4-BE49-F238E27FC236}">
                    <a16:creationId xmlns:a16="http://schemas.microsoft.com/office/drawing/2014/main" id="{DE837A77-7185-F678-4295-1D59C92CC8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5" name="Freeform 1522">
                <a:extLst>
                  <a:ext uri="{FF2B5EF4-FFF2-40B4-BE49-F238E27FC236}">
                    <a16:creationId xmlns:a16="http://schemas.microsoft.com/office/drawing/2014/main" id="{16B5F95E-D2F6-E2DE-0ACD-8FC18F6124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" name="Freeform 1523">
                <a:extLst>
                  <a:ext uri="{FF2B5EF4-FFF2-40B4-BE49-F238E27FC236}">
                    <a16:creationId xmlns:a16="http://schemas.microsoft.com/office/drawing/2014/main" id="{23AB4F3A-2B61-7455-CCCC-5534E361ED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" name="Freeform 1524">
                <a:extLst>
                  <a:ext uri="{FF2B5EF4-FFF2-40B4-BE49-F238E27FC236}">
                    <a16:creationId xmlns:a16="http://schemas.microsoft.com/office/drawing/2014/main" id="{B3B7A2F5-3161-D151-8E73-98ADCB7D88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" name="Oval 1525">
                <a:extLst>
                  <a:ext uri="{FF2B5EF4-FFF2-40B4-BE49-F238E27FC236}">
                    <a16:creationId xmlns:a16="http://schemas.microsoft.com/office/drawing/2014/main" id="{117F3B17-AE02-6A6E-DA1D-960800DE95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9" name="Group 1526">
              <a:extLst>
                <a:ext uri="{FF2B5EF4-FFF2-40B4-BE49-F238E27FC236}">
                  <a16:creationId xmlns:a16="http://schemas.microsoft.com/office/drawing/2014/main" id="{8FD03A9F-B821-22FC-7E97-AB820052160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227" name="Oval 1527">
                <a:extLst>
                  <a:ext uri="{FF2B5EF4-FFF2-40B4-BE49-F238E27FC236}">
                    <a16:creationId xmlns:a16="http://schemas.microsoft.com/office/drawing/2014/main" id="{D6DCB751-4BC4-B9D3-ACD4-1A9E58E1D4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8" name="Oval 1528">
                <a:extLst>
                  <a:ext uri="{FF2B5EF4-FFF2-40B4-BE49-F238E27FC236}">
                    <a16:creationId xmlns:a16="http://schemas.microsoft.com/office/drawing/2014/main" id="{728B3365-4231-3DBF-9B49-C5AB8A1491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9" name="Freeform 1529">
                <a:extLst>
                  <a:ext uri="{FF2B5EF4-FFF2-40B4-BE49-F238E27FC236}">
                    <a16:creationId xmlns:a16="http://schemas.microsoft.com/office/drawing/2014/main" id="{A68DEDD9-9CBF-6F4E-2884-E80A6AF040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0" name="Freeform 1530">
                <a:extLst>
                  <a:ext uri="{FF2B5EF4-FFF2-40B4-BE49-F238E27FC236}">
                    <a16:creationId xmlns:a16="http://schemas.microsoft.com/office/drawing/2014/main" id="{E0B22136-2D82-013B-FB32-F210469EB1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1" name="Freeform 1531">
                <a:extLst>
                  <a:ext uri="{FF2B5EF4-FFF2-40B4-BE49-F238E27FC236}">
                    <a16:creationId xmlns:a16="http://schemas.microsoft.com/office/drawing/2014/main" id="{CBD9F4E7-CF94-8402-79D1-932F627885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" name="Oval 1532">
                <a:extLst>
                  <a:ext uri="{FF2B5EF4-FFF2-40B4-BE49-F238E27FC236}">
                    <a16:creationId xmlns:a16="http://schemas.microsoft.com/office/drawing/2014/main" id="{DFC33754-42EA-F074-CFE4-E8E604CFD2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0" name="Group 1533">
              <a:extLst>
                <a:ext uri="{FF2B5EF4-FFF2-40B4-BE49-F238E27FC236}">
                  <a16:creationId xmlns:a16="http://schemas.microsoft.com/office/drawing/2014/main" id="{19CFAFF7-4EFB-0A58-8FD4-EDED04F778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221" name="Oval 1534">
                <a:extLst>
                  <a:ext uri="{FF2B5EF4-FFF2-40B4-BE49-F238E27FC236}">
                    <a16:creationId xmlns:a16="http://schemas.microsoft.com/office/drawing/2014/main" id="{EE8586B9-996B-3582-4D8C-83BEC925C0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2" name="Oval 1535">
                <a:extLst>
                  <a:ext uri="{FF2B5EF4-FFF2-40B4-BE49-F238E27FC236}">
                    <a16:creationId xmlns:a16="http://schemas.microsoft.com/office/drawing/2014/main" id="{B05A8C77-CDA4-A5E6-1A1D-16476CCD73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3" name="Freeform 1536">
                <a:extLst>
                  <a:ext uri="{FF2B5EF4-FFF2-40B4-BE49-F238E27FC236}">
                    <a16:creationId xmlns:a16="http://schemas.microsoft.com/office/drawing/2014/main" id="{A1D5B5F6-D550-F6BF-C4F3-82944C8846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4" name="Freeform 1537">
                <a:extLst>
                  <a:ext uri="{FF2B5EF4-FFF2-40B4-BE49-F238E27FC236}">
                    <a16:creationId xmlns:a16="http://schemas.microsoft.com/office/drawing/2014/main" id="{D8B15AFD-326B-8DB4-C103-A33C0FBC6D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5" name="Freeform 1538">
                <a:extLst>
                  <a:ext uri="{FF2B5EF4-FFF2-40B4-BE49-F238E27FC236}">
                    <a16:creationId xmlns:a16="http://schemas.microsoft.com/office/drawing/2014/main" id="{D46AE09F-80AD-4941-0436-C35AB1CB67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6" name="Oval 1539">
                <a:extLst>
                  <a:ext uri="{FF2B5EF4-FFF2-40B4-BE49-F238E27FC236}">
                    <a16:creationId xmlns:a16="http://schemas.microsoft.com/office/drawing/2014/main" id="{DE8FDBAE-0AD7-75DF-F653-347C1875B2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1" name="Group 1540">
              <a:extLst>
                <a:ext uri="{FF2B5EF4-FFF2-40B4-BE49-F238E27FC236}">
                  <a16:creationId xmlns:a16="http://schemas.microsoft.com/office/drawing/2014/main" id="{B6B5C973-866B-8675-53A4-046028DA3E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215" name="Oval 1541">
                <a:extLst>
                  <a:ext uri="{FF2B5EF4-FFF2-40B4-BE49-F238E27FC236}">
                    <a16:creationId xmlns:a16="http://schemas.microsoft.com/office/drawing/2014/main" id="{2DDE1EA2-E5B0-5EF0-3CD9-C32ED5AAA8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6" name="Oval 1542">
                <a:extLst>
                  <a:ext uri="{FF2B5EF4-FFF2-40B4-BE49-F238E27FC236}">
                    <a16:creationId xmlns:a16="http://schemas.microsoft.com/office/drawing/2014/main" id="{E74F5808-BFF5-5E2B-8AFE-F5B7913B2F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7" name="Freeform 1543">
                <a:extLst>
                  <a:ext uri="{FF2B5EF4-FFF2-40B4-BE49-F238E27FC236}">
                    <a16:creationId xmlns:a16="http://schemas.microsoft.com/office/drawing/2014/main" id="{1E6CFA09-4F26-6713-4294-C9C795F58C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8" name="Freeform 1544">
                <a:extLst>
                  <a:ext uri="{FF2B5EF4-FFF2-40B4-BE49-F238E27FC236}">
                    <a16:creationId xmlns:a16="http://schemas.microsoft.com/office/drawing/2014/main" id="{88B25D94-DF1F-7941-E3F2-910C4D45BB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9" name="Freeform 1545">
                <a:extLst>
                  <a:ext uri="{FF2B5EF4-FFF2-40B4-BE49-F238E27FC236}">
                    <a16:creationId xmlns:a16="http://schemas.microsoft.com/office/drawing/2014/main" id="{717E3E92-7803-50AB-E749-C5770328B7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0" name="Oval 1546">
                <a:extLst>
                  <a:ext uri="{FF2B5EF4-FFF2-40B4-BE49-F238E27FC236}">
                    <a16:creationId xmlns:a16="http://schemas.microsoft.com/office/drawing/2014/main" id="{4C25F9B4-DEDF-5BBB-701D-AF1702402B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2" name="Group 1547">
              <a:extLst>
                <a:ext uri="{FF2B5EF4-FFF2-40B4-BE49-F238E27FC236}">
                  <a16:creationId xmlns:a16="http://schemas.microsoft.com/office/drawing/2014/main" id="{A058EC8D-56E2-D71B-25A3-F210FF9DD2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209" name="Oval 1548">
                <a:extLst>
                  <a:ext uri="{FF2B5EF4-FFF2-40B4-BE49-F238E27FC236}">
                    <a16:creationId xmlns:a16="http://schemas.microsoft.com/office/drawing/2014/main" id="{C388A92F-CC62-91DA-8904-C9705163CF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0" name="Oval 1549">
                <a:extLst>
                  <a:ext uri="{FF2B5EF4-FFF2-40B4-BE49-F238E27FC236}">
                    <a16:creationId xmlns:a16="http://schemas.microsoft.com/office/drawing/2014/main" id="{5FB28C3E-869D-8574-9EEB-78409C1A52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1" name="Freeform 1550">
                <a:extLst>
                  <a:ext uri="{FF2B5EF4-FFF2-40B4-BE49-F238E27FC236}">
                    <a16:creationId xmlns:a16="http://schemas.microsoft.com/office/drawing/2014/main" id="{F3220ECF-CBAF-DF90-6F93-C83CAF27C3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2" name="Freeform 1551">
                <a:extLst>
                  <a:ext uri="{FF2B5EF4-FFF2-40B4-BE49-F238E27FC236}">
                    <a16:creationId xmlns:a16="http://schemas.microsoft.com/office/drawing/2014/main" id="{9AEC52CC-C8E0-5D4C-C276-73B3B17BDD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3" name="Freeform 1552">
                <a:extLst>
                  <a:ext uri="{FF2B5EF4-FFF2-40B4-BE49-F238E27FC236}">
                    <a16:creationId xmlns:a16="http://schemas.microsoft.com/office/drawing/2014/main" id="{CF3707F7-41D7-B9C1-2714-0E6F3C35E4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4" name="Oval 1553">
                <a:extLst>
                  <a:ext uri="{FF2B5EF4-FFF2-40B4-BE49-F238E27FC236}">
                    <a16:creationId xmlns:a16="http://schemas.microsoft.com/office/drawing/2014/main" id="{44566715-0B5B-38AB-F3DA-60F0D5EE6C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3" name="Group 1554">
              <a:extLst>
                <a:ext uri="{FF2B5EF4-FFF2-40B4-BE49-F238E27FC236}">
                  <a16:creationId xmlns:a16="http://schemas.microsoft.com/office/drawing/2014/main" id="{8C35568E-57DA-D5B8-EAD5-DE72F27E76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203" name="Oval 1555">
                <a:extLst>
                  <a:ext uri="{FF2B5EF4-FFF2-40B4-BE49-F238E27FC236}">
                    <a16:creationId xmlns:a16="http://schemas.microsoft.com/office/drawing/2014/main" id="{7CB3A8A9-AE3A-8F77-9344-6E9182F64C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4" name="Oval 1556">
                <a:extLst>
                  <a:ext uri="{FF2B5EF4-FFF2-40B4-BE49-F238E27FC236}">
                    <a16:creationId xmlns:a16="http://schemas.microsoft.com/office/drawing/2014/main" id="{2970469A-7A25-98A1-ED96-2D7C96154C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5" name="Freeform 1557">
                <a:extLst>
                  <a:ext uri="{FF2B5EF4-FFF2-40B4-BE49-F238E27FC236}">
                    <a16:creationId xmlns:a16="http://schemas.microsoft.com/office/drawing/2014/main" id="{EA37A96D-DBB2-0366-B77A-D272A6D1E4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6" name="Freeform 1558">
                <a:extLst>
                  <a:ext uri="{FF2B5EF4-FFF2-40B4-BE49-F238E27FC236}">
                    <a16:creationId xmlns:a16="http://schemas.microsoft.com/office/drawing/2014/main" id="{297DB71E-B8FA-D021-32BE-DFDA944D14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7" name="Freeform 1559">
                <a:extLst>
                  <a:ext uri="{FF2B5EF4-FFF2-40B4-BE49-F238E27FC236}">
                    <a16:creationId xmlns:a16="http://schemas.microsoft.com/office/drawing/2014/main" id="{A455933A-636C-DEBB-70D7-181C16233A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8" name="Oval 1560">
                <a:extLst>
                  <a:ext uri="{FF2B5EF4-FFF2-40B4-BE49-F238E27FC236}">
                    <a16:creationId xmlns:a16="http://schemas.microsoft.com/office/drawing/2014/main" id="{731B92FC-6637-B23A-4A55-890664B630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4" name="Group 1561">
              <a:extLst>
                <a:ext uri="{FF2B5EF4-FFF2-40B4-BE49-F238E27FC236}">
                  <a16:creationId xmlns:a16="http://schemas.microsoft.com/office/drawing/2014/main" id="{C2943F42-1A2E-5306-7D90-74CE207E3F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197" name="Oval 1562">
                <a:extLst>
                  <a:ext uri="{FF2B5EF4-FFF2-40B4-BE49-F238E27FC236}">
                    <a16:creationId xmlns:a16="http://schemas.microsoft.com/office/drawing/2014/main" id="{B7DB0708-13BA-1093-90B5-7CAF5D4E9F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8" name="Oval 1563">
                <a:extLst>
                  <a:ext uri="{FF2B5EF4-FFF2-40B4-BE49-F238E27FC236}">
                    <a16:creationId xmlns:a16="http://schemas.microsoft.com/office/drawing/2014/main" id="{ED328795-6C53-C251-23F2-4E9293F35E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9" name="Freeform 1564">
                <a:extLst>
                  <a:ext uri="{FF2B5EF4-FFF2-40B4-BE49-F238E27FC236}">
                    <a16:creationId xmlns:a16="http://schemas.microsoft.com/office/drawing/2014/main" id="{4F431C0E-2675-391C-D965-628AE3D47B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0" name="Freeform 1565">
                <a:extLst>
                  <a:ext uri="{FF2B5EF4-FFF2-40B4-BE49-F238E27FC236}">
                    <a16:creationId xmlns:a16="http://schemas.microsoft.com/office/drawing/2014/main" id="{B171AB78-6640-784F-11A8-3D4FF75C6B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1" name="Freeform 1566">
                <a:extLst>
                  <a:ext uri="{FF2B5EF4-FFF2-40B4-BE49-F238E27FC236}">
                    <a16:creationId xmlns:a16="http://schemas.microsoft.com/office/drawing/2014/main" id="{16E5C0F6-3177-BB17-8F9E-50C2613E73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2" name="Oval 1567">
                <a:extLst>
                  <a:ext uri="{FF2B5EF4-FFF2-40B4-BE49-F238E27FC236}">
                    <a16:creationId xmlns:a16="http://schemas.microsoft.com/office/drawing/2014/main" id="{8F9E5192-10A3-A941-2493-AC301433FF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5" name="Group 1568">
              <a:extLst>
                <a:ext uri="{FF2B5EF4-FFF2-40B4-BE49-F238E27FC236}">
                  <a16:creationId xmlns:a16="http://schemas.microsoft.com/office/drawing/2014/main" id="{65D54EF6-FC66-9AE2-D403-6232CB3DDC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191" name="Oval 1569">
                <a:extLst>
                  <a:ext uri="{FF2B5EF4-FFF2-40B4-BE49-F238E27FC236}">
                    <a16:creationId xmlns:a16="http://schemas.microsoft.com/office/drawing/2014/main" id="{FDFC4E0F-4C1D-C687-8BED-74FD7EE505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2" name="Oval 1570">
                <a:extLst>
                  <a:ext uri="{FF2B5EF4-FFF2-40B4-BE49-F238E27FC236}">
                    <a16:creationId xmlns:a16="http://schemas.microsoft.com/office/drawing/2014/main" id="{D23859F6-3C53-2472-33DD-7712C92545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3" name="Freeform 1571">
                <a:extLst>
                  <a:ext uri="{FF2B5EF4-FFF2-40B4-BE49-F238E27FC236}">
                    <a16:creationId xmlns:a16="http://schemas.microsoft.com/office/drawing/2014/main" id="{ACF42B88-E906-F969-B43B-20F3D4DA2D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4" name="Freeform 1572">
                <a:extLst>
                  <a:ext uri="{FF2B5EF4-FFF2-40B4-BE49-F238E27FC236}">
                    <a16:creationId xmlns:a16="http://schemas.microsoft.com/office/drawing/2014/main" id="{0C60AD6A-A96F-737F-8EB6-03E385ABCF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5" name="Freeform 1573">
                <a:extLst>
                  <a:ext uri="{FF2B5EF4-FFF2-40B4-BE49-F238E27FC236}">
                    <a16:creationId xmlns:a16="http://schemas.microsoft.com/office/drawing/2014/main" id="{4F555528-D454-B5D8-7D2E-06E1B3E520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6" name="Oval 1574">
                <a:extLst>
                  <a:ext uri="{FF2B5EF4-FFF2-40B4-BE49-F238E27FC236}">
                    <a16:creationId xmlns:a16="http://schemas.microsoft.com/office/drawing/2014/main" id="{DA85B659-8710-2EB1-5B8E-E7321666AD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6" name="Group 1575">
              <a:extLst>
                <a:ext uri="{FF2B5EF4-FFF2-40B4-BE49-F238E27FC236}">
                  <a16:creationId xmlns:a16="http://schemas.microsoft.com/office/drawing/2014/main" id="{610A0EA2-E8E0-5583-98C8-3AB71D580BA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185" name="Oval 1576">
                <a:extLst>
                  <a:ext uri="{FF2B5EF4-FFF2-40B4-BE49-F238E27FC236}">
                    <a16:creationId xmlns:a16="http://schemas.microsoft.com/office/drawing/2014/main" id="{44CA69FF-8D1E-92E2-1CBE-AE32CE062B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6" name="Oval 1577">
                <a:extLst>
                  <a:ext uri="{FF2B5EF4-FFF2-40B4-BE49-F238E27FC236}">
                    <a16:creationId xmlns:a16="http://schemas.microsoft.com/office/drawing/2014/main" id="{42F0D689-9C52-08F4-E6C7-D8850D4D35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7" name="Freeform 1578">
                <a:extLst>
                  <a:ext uri="{FF2B5EF4-FFF2-40B4-BE49-F238E27FC236}">
                    <a16:creationId xmlns:a16="http://schemas.microsoft.com/office/drawing/2014/main" id="{A9ED3AFA-8419-4D97-AC34-FDE3485FDE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8" name="Freeform 1579">
                <a:extLst>
                  <a:ext uri="{FF2B5EF4-FFF2-40B4-BE49-F238E27FC236}">
                    <a16:creationId xmlns:a16="http://schemas.microsoft.com/office/drawing/2014/main" id="{6D1BEE02-F9EC-CCD3-93AE-51C15B133A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9" name="Freeform 1580">
                <a:extLst>
                  <a:ext uri="{FF2B5EF4-FFF2-40B4-BE49-F238E27FC236}">
                    <a16:creationId xmlns:a16="http://schemas.microsoft.com/office/drawing/2014/main" id="{3419D965-2EF6-AC07-DFA7-EBCA3A5FE7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0" name="Oval 1581">
                <a:extLst>
                  <a:ext uri="{FF2B5EF4-FFF2-40B4-BE49-F238E27FC236}">
                    <a16:creationId xmlns:a16="http://schemas.microsoft.com/office/drawing/2014/main" id="{026A6775-4A33-2357-02AA-4D6A60096B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7" name="Group 1582">
              <a:extLst>
                <a:ext uri="{FF2B5EF4-FFF2-40B4-BE49-F238E27FC236}">
                  <a16:creationId xmlns:a16="http://schemas.microsoft.com/office/drawing/2014/main" id="{1885FF8C-E4E8-D66C-8B7B-00FC23ED00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179" name="Oval 1583">
                <a:extLst>
                  <a:ext uri="{FF2B5EF4-FFF2-40B4-BE49-F238E27FC236}">
                    <a16:creationId xmlns:a16="http://schemas.microsoft.com/office/drawing/2014/main" id="{0D4B1506-43C4-00F5-1A8B-B4AFD0F352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0" name="Oval 1584">
                <a:extLst>
                  <a:ext uri="{FF2B5EF4-FFF2-40B4-BE49-F238E27FC236}">
                    <a16:creationId xmlns:a16="http://schemas.microsoft.com/office/drawing/2014/main" id="{B465B5BB-12C1-9C6D-8763-F528E6E20A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1" name="Freeform 1585">
                <a:extLst>
                  <a:ext uri="{FF2B5EF4-FFF2-40B4-BE49-F238E27FC236}">
                    <a16:creationId xmlns:a16="http://schemas.microsoft.com/office/drawing/2014/main" id="{6A095254-B060-23DF-A5D7-EB855E433F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2" name="Freeform 1586">
                <a:extLst>
                  <a:ext uri="{FF2B5EF4-FFF2-40B4-BE49-F238E27FC236}">
                    <a16:creationId xmlns:a16="http://schemas.microsoft.com/office/drawing/2014/main" id="{72735E0F-34C7-41F2-BE8F-B80B5888C0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3" name="Freeform 1587">
                <a:extLst>
                  <a:ext uri="{FF2B5EF4-FFF2-40B4-BE49-F238E27FC236}">
                    <a16:creationId xmlns:a16="http://schemas.microsoft.com/office/drawing/2014/main" id="{8C8B7EFA-3F47-868F-D046-CE2ACAAFC8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4" name="Oval 1588">
                <a:extLst>
                  <a:ext uri="{FF2B5EF4-FFF2-40B4-BE49-F238E27FC236}">
                    <a16:creationId xmlns:a16="http://schemas.microsoft.com/office/drawing/2014/main" id="{9F841BD1-7098-D2C1-90D0-A726C0ECA9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8" name="Group 1589">
              <a:extLst>
                <a:ext uri="{FF2B5EF4-FFF2-40B4-BE49-F238E27FC236}">
                  <a16:creationId xmlns:a16="http://schemas.microsoft.com/office/drawing/2014/main" id="{887C8612-0ED6-D6E3-A772-07B63260FC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173" name="Oval 1590">
                <a:extLst>
                  <a:ext uri="{FF2B5EF4-FFF2-40B4-BE49-F238E27FC236}">
                    <a16:creationId xmlns:a16="http://schemas.microsoft.com/office/drawing/2014/main" id="{B125AA88-EAA6-5A39-95F1-1D94ACFF00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4" name="Oval 1591">
                <a:extLst>
                  <a:ext uri="{FF2B5EF4-FFF2-40B4-BE49-F238E27FC236}">
                    <a16:creationId xmlns:a16="http://schemas.microsoft.com/office/drawing/2014/main" id="{81DEA26E-2D66-8C82-4A96-56B0F12152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5" name="Freeform 1592">
                <a:extLst>
                  <a:ext uri="{FF2B5EF4-FFF2-40B4-BE49-F238E27FC236}">
                    <a16:creationId xmlns:a16="http://schemas.microsoft.com/office/drawing/2014/main" id="{F185E25E-ECBF-ED03-9531-E0EB254054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6" name="Freeform 1593">
                <a:extLst>
                  <a:ext uri="{FF2B5EF4-FFF2-40B4-BE49-F238E27FC236}">
                    <a16:creationId xmlns:a16="http://schemas.microsoft.com/office/drawing/2014/main" id="{B3064A8B-C5E0-FB5A-D7B1-4D78FF1842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7" name="Freeform 1594">
                <a:extLst>
                  <a:ext uri="{FF2B5EF4-FFF2-40B4-BE49-F238E27FC236}">
                    <a16:creationId xmlns:a16="http://schemas.microsoft.com/office/drawing/2014/main" id="{5296DAAC-4CCD-D301-5BF3-05A0DDA74F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8" name="Oval 1595">
                <a:extLst>
                  <a:ext uri="{FF2B5EF4-FFF2-40B4-BE49-F238E27FC236}">
                    <a16:creationId xmlns:a16="http://schemas.microsoft.com/office/drawing/2014/main" id="{D6F52C24-CE8A-330E-59AD-45D52AD657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9" name="Group 1596">
              <a:extLst>
                <a:ext uri="{FF2B5EF4-FFF2-40B4-BE49-F238E27FC236}">
                  <a16:creationId xmlns:a16="http://schemas.microsoft.com/office/drawing/2014/main" id="{5B1F9A11-3532-DA97-1B08-764B80E87D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167" name="Oval 1597">
                <a:extLst>
                  <a:ext uri="{FF2B5EF4-FFF2-40B4-BE49-F238E27FC236}">
                    <a16:creationId xmlns:a16="http://schemas.microsoft.com/office/drawing/2014/main" id="{5C8F34F2-0936-3244-6249-21BEABDD67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8" name="Oval 1598">
                <a:extLst>
                  <a:ext uri="{FF2B5EF4-FFF2-40B4-BE49-F238E27FC236}">
                    <a16:creationId xmlns:a16="http://schemas.microsoft.com/office/drawing/2014/main" id="{42944F0C-7FAC-F46F-8B67-F06AF83249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9" name="Freeform 1599">
                <a:extLst>
                  <a:ext uri="{FF2B5EF4-FFF2-40B4-BE49-F238E27FC236}">
                    <a16:creationId xmlns:a16="http://schemas.microsoft.com/office/drawing/2014/main" id="{093860BD-FD8B-D775-E06B-2D973ACC53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0" name="Freeform 1600">
                <a:extLst>
                  <a:ext uri="{FF2B5EF4-FFF2-40B4-BE49-F238E27FC236}">
                    <a16:creationId xmlns:a16="http://schemas.microsoft.com/office/drawing/2014/main" id="{3BA01555-7ADE-41A1-25A0-B67DECBCC9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1" name="Freeform 1601">
                <a:extLst>
                  <a:ext uri="{FF2B5EF4-FFF2-40B4-BE49-F238E27FC236}">
                    <a16:creationId xmlns:a16="http://schemas.microsoft.com/office/drawing/2014/main" id="{96D382B5-0455-B618-0068-5A0E1B1A87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2" name="Oval 1602">
                <a:extLst>
                  <a:ext uri="{FF2B5EF4-FFF2-40B4-BE49-F238E27FC236}">
                    <a16:creationId xmlns:a16="http://schemas.microsoft.com/office/drawing/2014/main" id="{1444592C-16D1-C49E-A9C7-0E15F3D6A4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0" name="Group 1603">
              <a:extLst>
                <a:ext uri="{FF2B5EF4-FFF2-40B4-BE49-F238E27FC236}">
                  <a16:creationId xmlns:a16="http://schemas.microsoft.com/office/drawing/2014/main" id="{FA4D31D1-92C7-3927-3B4B-BC7320DDED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161" name="Oval 1604">
                <a:extLst>
                  <a:ext uri="{FF2B5EF4-FFF2-40B4-BE49-F238E27FC236}">
                    <a16:creationId xmlns:a16="http://schemas.microsoft.com/office/drawing/2014/main" id="{483263FD-7504-4936-53FA-DE0A78D612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2" name="Oval 1605">
                <a:extLst>
                  <a:ext uri="{FF2B5EF4-FFF2-40B4-BE49-F238E27FC236}">
                    <a16:creationId xmlns:a16="http://schemas.microsoft.com/office/drawing/2014/main" id="{0C70A8F6-5047-9AE3-ADDF-9C67394CC7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3" name="Freeform 1606">
                <a:extLst>
                  <a:ext uri="{FF2B5EF4-FFF2-40B4-BE49-F238E27FC236}">
                    <a16:creationId xmlns:a16="http://schemas.microsoft.com/office/drawing/2014/main" id="{9E19315E-129D-E223-F895-C4C3EB2005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" name="Freeform 1607">
                <a:extLst>
                  <a:ext uri="{FF2B5EF4-FFF2-40B4-BE49-F238E27FC236}">
                    <a16:creationId xmlns:a16="http://schemas.microsoft.com/office/drawing/2014/main" id="{6AACD451-53C3-1E7D-F28C-AD0F317D37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" name="Freeform 1608">
                <a:extLst>
                  <a:ext uri="{FF2B5EF4-FFF2-40B4-BE49-F238E27FC236}">
                    <a16:creationId xmlns:a16="http://schemas.microsoft.com/office/drawing/2014/main" id="{887BA046-CE7E-144A-92C3-9003CC88A7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" name="Oval 1609">
                <a:extLst>
                  <a:ext uri="{FF2B5EF4-FFF2-40B4-BE49-F238E27FC236}">
                    <a16:creationId xmlns:a16="http://schemas.microsoft.com/office/drawing/2014/main" id="{8E73BFAA-5353-B906-ACF7-E7522783B3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353" name="Group 1385">
            <a:extLst>
              <a:ext uri="{FF2B5EF4-FFF2-40B4-BE49-F238E27FC236}">
                <a16:creationId xmlns:a16="http://schemas.microsoft.com/office/drawing/2014/main" id="{612B8ABA-E4C4-37D3-FD50-BA9ED1C8EB3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62699" y="434550"/>
            <a:ext cx="1141095" cy="340150"/>
            <a:chOff x="446" y="1196"/>
            <a:chExt cx="1048" cy="312"/>
          </a:xfrm>
        </p:grpSpPr>
        <p:grpSp>
          <p:nvGrpSpPr>
            <p:cNvPr id="1354" name="Group 1386">
              <a:extLst>
                <a:ext uri="{FF2B5EF4-FFF2-40B4-BE49-F238E27FC236}">
                  <a16:creationId xmlns:a16="http://schemas.microsoft.com/office/drawing/2014/main" id="{4F2C0EFC-2942-8411-CB9E-9149585B73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572" name="Oval 1387">
                <a:extLst>
                  <a:ext uri="{FF2B5EF4-FFF2-40B4-BE49-F238E27FC236}">
                    <a16:creationId xmlns:a16="http://schemas.microsoft.com/office/drawing/2014/main" id="{0737E0E5-3B60-6D3A-80D2-1BFD2E24F0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3" name="Oval 1388">
                <a:extLst>
                  <a:ext uri="{FF2B5EF4-FFF2-40B4-BE49-F238E27FC236}">
                    <a16:creationId xmlns:a16="http://schemas.microsoft.com/office/drawing/2014/main" id="{1A40BF6C-00CE-B833-64D1-BB00E7422F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4" name="Freeform 1389">
                <a:extLst>
                  <a:ext uri="{FF2B5EF4-FFF2-40B4-BE49-F238E27FC236}">
                    <a16:creationId xmlns:a16="http://schemas.microsoft.com/office/drawing/2014/main" id="{C4D3145D-907A-3290-DA1F-762C67D81A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5" name="Freeform 1390">
                <a:extLst>
                  <a:ext uri="{FF2B5EF4-FFF2-40B4-BE49-F238E27FC236}">
                    <a16:creationId xmlns:a16="http://schemas.microsoft.com/office/drawing/2014/main" id="{2A2D4355-E14C-12A6-9060-01BA5633B8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6" name="Freeform 1391">
                <a:extLst>
                  <a:ext uri="{FF2B5EF4-FFF2-40B4-BE49-F238E27FC236}">
                    <a16:creationId xmlns:a16="http://schemas.microsoft.com/office/drawing/2014/main" id="{B7695C40-F4BB-BED8-B491-182C59018E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" name="Oval 1392">
                <a:extLst>
                  <a:ext uri="{FF2B5EF4-FFF2-40B4-BE49-F238E27FC236}">
                    <a16:creationId xmlns:a16="http://schemas.microsoft.com/office/drawing/2014/main" id="{6C887E1C-668D-B508-C589-9999BC43A6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5" name="Group 1393">
              <a:extLst>
                <a:ext uri="{FF2B5EF4-FFF2-40B4-BE49-F238E27FC236}">
                  <a16:creationId xmlns:a16="http://schemas.microsoft.com/office/drawing/2014/main" id="{85A4C9C8-1334-812B-33EF-96F9B38DA51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566" name="Oval 1394">
                <a:extLst>
                  <a:ext uri="{FF2B5EF4-FFF2-40B4-BE49-F238E27FC236}">
                    <a16:creationId xmlns:a16="http://schemas.microsoft.com/office/drawing/2014/main" id="{A824EC44-2F6A-CEA1-1958-8F7B91FE20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7" name="Oval 1395">
                <a:extLst>
                  <a:ext uri="{FF2B5EF4-FFF2-40B4-BE49-F238E27FC236}">
                    <a16:creationId xmlns:a16="http://schemas.microsoft.com/office/drawing/2014/main" id="{47E584BD-3BC8-F971-A0B1-3CB079E38A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8" name="Freeform 1396">
                <a:extLst>
                  <a:ext uri="{FF2B5EF4-FFF2-40B4-BE49-F238E27FC236}">
                    <a16:creationId xmlns:a16="http://schemas.microsoft.com/office/drawing/2014/main" id="{540C1831-F183-E779-B075-0D55A23DAC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" name="Freeform 1397">
                <a:extLst>
                  <a:ext uri="{FF2B5EF4-FFF2-40B4-BE49-F238E27FC236}">
                    <a16:creationId xmlns:a16="http://schemas.microsoft.com/office/drawing/2014/main" id="{A9DD0569-3E8C-1E38-7983-711CFD7121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" name="Freeform 1398">
                <a:extLst>
                  <a:ext uri="{FF2B5EF4-FFF2-40B4-BE49-F238E27FC236}">
                    <a16:creationId xmlns:a16="http://schemas.microsoft.com/office/drawing/2014/main" id="{C08BE33D-AB11-4578-7560-348B4729D0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" name="Oval 1399">
                <a:extLst>
                  <a:ext uri="{FF2B5EF4-FFF2-40B4-BE49-F238E27FC236}">
                    <a16:creationId xmlns:a16="http://schemas.microsoft.com/office/drawing/2014/main" id="{6E2C876C-3D25-5AC3-AD4F-6CECB2CF37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6" name="Group 1400">
              <a:extLst>
                <a:ext uri="{FF2B5EF4-FFF2-40B4-BE49-F238E27FC236}">
                  <a16:creationId xmlns:a16="http://schemas.microsoft.com/office/drawing/2014/main" id="{42E88E47-8A57-EEEC-5FF8-D22C92A2687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560" name="Oval 1401">
                <a:extLst>
                  <a:ext uri="{FF2B5EF4-FFF2-40B4-BE49-F238E27FC236}">
                    <a16:creationId xmlns:a16="http://schemas.microsoft.com/office/drawing/2014/main" id="{F834CB87-8DDA-5F79-860B-AF16002F72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" name="Oval 1402">
                <a:extLst>
                  <a:ext uri="{FF2B5EF4-FFF2-40B4-BE49-F238E27FC236}">
                    <a16:creationId xmlns:a16="http://schemas.microsoft.com/office/drawing/2014/main" id="{5150491B-C0E7-214E-8FD0-C787748CC1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" name="Freeform 1403">
                <a:extLst>
                  <a:ext uri="{FF2B5EF4-FFF2-40B4-BE49-F238E27FC236}">
                    <a16:creationId xmlns:a16="http://schemas.microsoft.com/office/drawing/2014/main" id="{531F5551-1C9F-7CC6-2BAF-68827DB57C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3" name="Freeform 1404">
                <a:extLst>
                  <a:ext uri="{FF2B5EF4-FFF2-40B4-BE49-F238E27FC236}">
                    <a16:creationId xmlns:a16="http://schemas.microsoft.com/office/drawing/2014/main" id="{2DA6D67C-06A4-ACF3-1DAC-B286A18300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" name="Freeform 1405">
                <a:extLst>
                  <a:ext uri="{FF2B5EF4-FFF2-40B4-BE49-F238E27FC236}">
                    <a16:creationId xmlns:a16="http://schemas.microsoft.com/office/drawing/2014/main" id="{C4DF556D-C47A-4CBC-F12B-222E0D8D60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" name="Oval 1406">
                <a:extLst>
                  <a:ext uri="{FF2B5EF4-FFF2-40B4-BE49-F238E27FC236}">
                    <a16:creationId xmlns:a16="http://schemas.microsoft.com/office/drawing/2014/main" id="{9FC9EEB7-6057-80B7-0912-BB3451ACB0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7" name="Group 1407">
              <a:extLst>
                <a:ext uri="{FF2B5EF4-FFF2-40B4-BE49-F238E27FC236}">
                  <a16:creationId xmlns:a16="http://schemas.microsoft.com/office/drawing/2014/main" id="{806BB7F9-F61D-9431-3D0B-70D97617BD6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554" name="Oval 1408">
                <a:extLst>
                  <a:ext uri="{FF2B5EF4-FFF2-40B4-BE49-F238E27FC236}">
                    <a16:creationId xmlns:a16="http://schemas.microsoft.com/office/drawing/2014/main" id="{6A966C15-5CC7-8737-274C-D86808012B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" name="Oval 1409">
                <a:extLst>
                  <a:ext uri="{FF2B5EF4-FFF2-40B4-BE49-F238E27FC236}">
                    <a16:creationId xmlns:a16="http://schemas.microsoft.com/office/drawing/2014/main" id="{D66C4283-09B8-3C5F-1125-01C12E48D8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" name="Freeform 1410">
                <a:extLst>
                  <a:ext uri="{FF2B5EF4-FFF2-40B4-BE49-F238E27FC236}">
                    <a16:creationId xmlns:a16="http://schemas.microsoft.com/office/drawing/2014/main" id="{BCB04959-BAA9-80EF-F39F-0B13C048C3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7" name="Freeform 1411">
                <a:extLst>
                  <a:ext uri="{FF2B5EF4-FFF2-40B4-BE49-F238E27FC236}">
                    <a16:creationId xmlns:a16="http://schemas.microsoft.com/office/drawing/2014/main" id="{23A2B032-8151-4ACE-EC7A-76A5FCDC9C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8" name="Freeform 1412">
                <a:extLst>
                  <a:ext uri="{FF2B5EF4-FFF2-40B4-BE49-F238E27FC236}">
                    <a16:creationId xmlns:a16="http://schemas.microsoft.com/office/drawing/2014/main" id="{C0980853-D55B-B885-6143-638FB7CD8C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" name="Oval 1413">
                <a:extLst>
                  <a:ext uri="{FF2B5EF4-FFF2-40B4-BE49-F238E27FC236}">
                    <a16:creationId xmlns:a16="http://schemas.microsoft.com/office/drawing/2014/main" id="{8E9A1C30-7093-36E0-3889-906ABA270B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8" name="Group 1414">
              <a:extLst>
                <a:ext uri="{FF2B5EF4-FFF2-40B4-BE49-F238E27FC236}">
                  <a16:creationId xmlns:a16="http://schemas.microsoft.com/office/drawing/2014/main" id="{02825201-B132-BFD9-DE64-823A678EFE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548" name="Oval 1415">
                <a:extLst>
                  <a:ext uri="{FF2B5EF4-FFF2-40B4-BE49-F238E27FC236}">
                    <a16:creationId xmlns:a16="http://schemas.microsoft.com/office/drawing/2014/main" id="{40290261-2B5B-D1C4-AA8A-BC9AE88035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9" name="Oval 1416">
                <a:extLst>
                  <a:ext uri="{FF2B5EF4-FFF2-40B4-BE49-F238E27FC236}">
                    <a16:creationId xmlns:a16="http://schemas.microsoft.com/office/drawing/2014/main" id="{D321917B-397D-68E9-0056-66A5F8BA87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0" name="Freeform 1417">
                <a:extLst>
                  <a:ext uri="{FF2B5EF4-FFF2-40B4-BE49-F238E27FC236}">
                    <a16:creationId xmlns:a16="http://schemas.microsoft.com/office/drawing/2014/main" id="{E5A6F830-5327-84EB-F7EF-DA1835B766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" name="Freeform 1418">
                <a:extLst>
                  <a:ext uri="{FF2B5EF4-FFF2-40B4-BE49-F238E27FC236}">
                    <a16:creationId xmlns:a16="http://schemas.microsoft.com/office/drawing/2014/main" id="{AEC4D088-7779-46D5-F043-518744DA59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" name="Freeform 1419">
                <a:extLst>
                  <a:ext uri="{FF2B5EF4-FFF2-40B4-BE49-F238E27FC236}">
                    <a16:creationId xmlns:a16="http://schemas.microsoft.com/office/drawing/2014/main" id="{082D9A1F-A824-9131-F2AC-012FE27543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" name="Oval 1420">
                <a:extLst>
                  <a:ext uri="{FF2B5EF4-FFF2-40B4-BE49-F238E27FC236}">
                    <a16:creationId xmlns:a16="http://schemas.microsoft.com/office/drawing/2014/main" id="{08AA8C09-43FE-3B61-429D-CB761C09F1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9" name="Group 1421">
              <a:extLst>
                <a:ext uri="{FF2B5EF4-FFF2-40B4-BE49-F238E27FC236}">
                  <a16:creationId xmlns:a16="http://schemas.microsoft.com/office/drawing/2014/main" id="{51C470F3-424F-344E-147A-B513D1C28A5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542" name="Oval 1422">
                <a:extLst>
                  <a:ext uri="{FF2B5EF4-FFF2-40B4-BE49-F238E27FC236}">
                    <a16:creationId xmlns:a16="http://schemas.microsoft.com/office/drawing/2014/main" id="{A1608110-BD95-D860-B50E-181996E98F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3" name="Oval 1423">
                <a:extLst>
                  <a:ext uri="{FF2B5EF4-FFF2-40B4-BE49-F238E27FC236}">
                    <a16:creationId xmlns:a16="http://schemas.microsoft.com/office/drawing/2014/main" id="{4C5B40E6-B211-F7E9-4BBF-C12C957A58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4" name="Freeform 1424">
                <a:extLst>
                  <a:ext uri="{FF2B5EF4-FFF2-40B4-BE49-F238E27FC236}">
                    <a16:creationId xmlns:a16="http://schemas.microsoft.com/office/drawing/2014/main" id="{AAC1F6BB-C3D6-440C-6FC9-B8ED3ADD73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5" name="Freeform 1425">
                <a:extLst>
                  <a:ext uri="{FF2B5EF4-FFF2-40B4-BE49-F238E27FC236}">
                    <a16:creationId xmlns:a16="http://schemas.microsoft.com/office/drawing/2014/main" id="{5723179B-D4FA-9DE3-7326-636B605529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" name="Freeform 1426">
                <a:extLst>
                  <a:ext uri="{FF2B5EF4-FFF2-40B4-BE49-F238E27FC236}">
                    <a16:creationId xmlns:a16="http://schemas.microsoft.com/office/drawing/2014/main" id="{6E45147A-97A4-0C7A-80BE-E7C0C46682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" name="Oval 1427">
                <a:extLst>
                  <a:ext uri="{FF2B5EF4-FFF2-40B4-BE49-F238E27FC236}">
                    <a16:creationId xmlns:a16="http://schemas.microsoft.com/office/drawing/2014/main" id="{3F8E3141-EE8C-686D-13C3-C677BB988D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0" name="Group 1428">
              <a:extLst>
                <a:ext uri="{FF2B5EF4-FFF2-40B4-BE49-F238E27FC236}">
                  <a16:creationId xmlns:a16="http://schemas.microsoft.com/office/drawing/2014/main" id="{514E8CD7-262F-43ED-BC63-0FE28B071A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536" name="Oval 1429">
                <a:extLst>
                  <a:ext uri="{FF2B5EF4-FFF2-40B4-BE49-F238E27FC236}">
                    <a16:creationId xmlns:a16="http://schemas.microsoft.com/office/drawing/2014/main" id="{36E0EDD4-C62A-7C99-BE51-A93B5B1721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7" name="Oval 1430">
                <a:extLst>
                  <a:ext uri="{FF2B5EF4-FFF2-40B4-BE49-F238E27FC236}">
                    <a16:creationId xmlns:a16="http://schemas.microsoft.com/office/drawing/2014/main" id="{12C34512-3726-CF6F-45DD-B8BA52481E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8" name="Freeform 1431">
                <a:extLst>
                  <a:ext uri="{FF2B5EF4-FFF2-40B4-BE49-F238E27FC236}">
                    <a16:creationId xmlns:a16="http://schemas.microsoft.com/office/drawing/2014/main" id="{49D836D9-ECBD-2E1F-068C-F814D8475D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" name="Freeform 1432">
                <a:extLst>
                  <a:ext uri="{FF2B5EF4-FFF2-40B4-BE49-F238E27FC236}">
                    <a16:creationId xmlns:a16="http://schemas.microsoft.com/office/drawing/2014/main" id="{15E69FA6-CF17-515D-43DA-2058F454F8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" name="Freeform 1433">
                <a:extLst>
                  <a:ext uri="{FF2B5EF4-FFF2-40B4-BE49-F238E27FC236}">
                    <a16:creationId xmlns:a16="http://schemas.microsoft.com/office/drawing/2014/main" id="{DEEBC02D-EB04-03D3-FFD4-06633D90B2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" name="Oval 1434">
                <a:extLst>
                  <a:ext uri="{FF2B5EF4-FFF2-40B4-BE49-F238E27FC236}">
                    <a16:creationId xmlns:a16="http://schemas.microsoft.com/office/drawing/2014/main" id="{18DBCD5E-42E6-05C9-15C6-18E17DA0E7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1" name="Group 1435">
              <a:extLst>
                <a:ext uri="{FF2B5EF4-FFF2-40B4-BE49-F238E27FC236}">
                  <a16:creationId xmlns:a16="http://schemas.microsoft.com/office/drawing/2014/main" id="{5930AE48-A2DA-AF58-7F06-EC861D363E8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530" name="Oval 1436">
                <a:extLst>
                  <a:ext uri="{FF2B5EF4-FFF2-40B4-BE49-F238E27FC236}">
                    <a16:creationId xmlns:a16="http://schemas.microsoft.com/office/drawing/2014/main" id="{F0CE8CB0-24A7-6F67-83DA-73979B053C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1" name="Oval 1437">
                <a:extLst>
                  <a:ext uri="{FF2B5EF4-FFF2-40B4-BE49-F238E27FC236}">
                    <a16:creationId xmlns:a16="http://schemas.microsoft.com/office/drawing/2014/main" id="{834D56DD-57EC-1752-78BB-92061D5716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2" name="Freeform 1438">
                <a:extLst>
                  <a:ext uri="{FF2B5EF4-FFF2-40B4-BE49-F238E27FC236}">
                    <a16:creationId xmlns:a16="http://schemas.microsoft.com/office/drawing/2014/main" id="{DDFE043B-A9E5-83D5-67F5-B1D0D46D7B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3" name="Freeform 1439">
                <a:extLst>
                  <a:ext uri="{FF2B5EF4-FFF2-40B4-BE49-F238E27FC236}">
                    <a16:creationId xmlns:a16="http://schemas.microsoft.com/office/drawing/2014/main" id="{6D8822A3-08B3-35EA-BE70-E4195AFC8C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4" name="Freeform 1440">
                <a:extLst>
                  <a:ext uri="{FF2B5EF4-FFF2-40B4-BE49-F238E27FC236}">
                    <a16:creationId xmlns:a16="http://schemas.microsoft.com/office/drawing/2014/main" id="{5F262B35-C3D2-2D64-32EB-27DB7F5ED3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5" name="Oval 1441">
                <a:extLst>
                  <a:ext uri="{FF2B5EF4-FFF2-40B4-BE49-F238E27FC236}">
                    <a16:creationId xmlns:a16="http://schemas.microsoft.com/office/drawing/2014/main" id="{DEC6025E-9C54-D9D7-CCA6-824BF62751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2" name="Group 1442">
              <a:extLst>
                <a:ext uri="{FF2B5EF4-FFF2-40B4-BE49-F238E27FC236}">
                  <a16:creationId xmlns:a16="http://schemas.microsoft.com/office/drawing/2014/main" id="{382012CB-75C6-485F-571E-AFE73BB035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524" name="Oval 1443">
                <a:extLst>
                  <a:ext uri="{FF2B5EF4-FFF2-40B4-BE49-F238E27FC236}">
                    <a16:creationId xmlns:a16="http://schemas.microsoft.com/office/drawing/2014/main" id="{A446569E-F1D8-66CA-ABD5-F32616A907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5" name="Oval 1444">
                <a:extLst>
                  <a:ext uri="{FF2B5EF4-FFF2-40B4-BE49-F238E27FC236}">
                    <a16:creationId xmlns:a16="http://schemas.microsoft.com/office/drawing/2014/main" id="{595605D5-ED23-5DD9-20DE-DBF7D9C94E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6" name="Freeform 1445">
                <a:extLst>
                  <a:ext uri="{FF2B5EF4-FFF2-40B4-BE49-F238E27FC236}">
                    <a16:creationId xmlns:a16="http://schemas.microsoft.com/office/drawing/2014/main" id="{094FFA7D-7F0E-0C94-6315-CD5A56F15E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7" name="Freeform 1446">
                <a:extLst>
                  <a:ext uri="{FF2B5EF4-FFF2-40B4-BE49-F238E27FC236}">
                    <a16:creationId xmlns:a16="http://schemas.microsoft.com/office/drawing/2014/main" id="{BEA3777C-BBDE-84A2-1B0B-A8ADBA1E80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8" name="Freeform 1447">
                <a:extLst>
                  <a:ext uri="{FF2B5EF4-FFF2-40B4-BE49-F238E27FC236}">
                    <a16:creationId xmlns:a16="http://schemas.microsoft.com/office/drawing/2014/main" id="{5A184704-59A7-ABB6-762A-9212A5667C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9" name="Oval 1448">
                <a:extLst>
                  <a:ext uri="{FF2B5EF4-FFF2-40B4-BE49-F238E27FC236}">
                    <a16:creationId xmlns:a16="http://schemas.microsoft.com/office/drawing/2014/main" id="{91F1A15F-5D1A-EA26-CCA0-ADB88AFC8B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3" name="Group 1449">
              <a:extLst>
                <a:ext uri="{FF2B5EF4-FFF2-40B4-BE49-F238E27FC236}">
                  <a16:creationId xmlns:a16="http://schemas.microsoft.com/office/drawing/2014/main" id="{7FD02922-3823-8996-DD8D-E678849EAB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518" name="Oval 1450">
                <a:extLst>
                  <a:ext uri="{FF2B5EF4-FFF2-40B4-BE49-F238E27FC236}">
                    <a16:creationId xmlns:a16="http://schemas.microsoft.com/office/drawing/2014/main" id="{426D86A9-E03F-4628-6084-41AB53DD01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9" name="Oval 1451">
                <a:extLst>
                  <a:ext uri="{FF2B5EF4-FFF2-40B4-BE49-F238E27FC236}">
                    <a16:creationId xmlns:a16="http://schemas.microsoft.com/office/drawing/2014/main" id="{F2BA7074-36EB-26A7-4C9F-15053594F2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0" name="Freeform 1452">
                <a:extLst>
                  <a:ext uri="{FF2B5EF4-FFF2-40B4-BE49-F238E27FC236}">
                    <a16:creationId xmlns:a16="http://schemas.microsoft.com/office/drawing/2014/main" id="{1B78CA9A-DBC3-207A-2F18-3312CD5A68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1" name="Freeform 1453">
                <a:extLst>
                  <a:ext uri="{FF2B5EF4-FFF2-40B4-BE49-F238E27FC236}">
                    <a16:creationId xmlns:a16="http://schemas.microsoft.com/office/drawing/2014/main" id="{EED7568C-22A9-AF63-9383-AF49F71FF1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2" name="Freeform 1454">
                <a:extLst>
                  <a:ext uri="{FF2B5EF4-FFF2-40B4-BE49-F238E27FC236}">
                    <a16:creationId xmlns:a16="http://schemas.microsoft.com/office/drawing/2014/main" id="{A88F71C8-F374-AE17-8218-3C2FEFDCA5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3" name="Oval 1455">
                <a:extLst>
                  <a:ext uri="{FF2B5EF4-FFF2-40B4-BE49-F238E27FC236}">
                    <a16:creationId xmlns:a16="http://schemas.microsoft.com/office/drawing/2014/main" id="{8D94BC03-5BA7-AE0F-57C0-54E5001483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4" name="Group 1456">
              <a:extLst>
                <a:ext uri="{FF2B5EF4-FFF2-40B4-BE49-F238E27FC236}">
                  <a16:creationId xmlns:a16="http://schemas.microsoft.com/office/drawing/2014/main" id="{4780108D-BD91-A51C-5677-A18449E2BB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512" name="Oval 1457">
                <a:extLst>
                  <a:ext uri="{FF2B5EF4-FFF2-40B4-BE49-F238E27FC236}">
                    <a16:creationId xmlns:a16="http://schemas.microsoft.com/office/drawing/2014/main" id="{8DB8E881-6824-58E5-E283-3CF7E0407C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3" name="Oval 1458">
                <a:extLst>
                  <a:ext uri="{FF2B5EF4-FFF2-40B4-BE49-F238E27FC236}">
                    <a16:creationId xmlns:a16="http://schemas.microsoft.com/office/drawing/2014/main" id="{72FA08AF-8003-C980-D9E6-D5683BC77A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4" name="Freeform 1459">
                <a:extLst>
                  <a:ext uri="{FF2B5EF4-FFF2-40B4-BE49-F238E27FC236}">
                    <a16:creationId xmlns:a16="http://schemas.microsoft.com/office/drawing/2014/main" id="{108FD560-39DE-FFAF-AAF0-28940E3C6B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5" name="Freeform 1460">
                <a:extLst>
                  <a:ext uri="{FF2B5EF4-FFF2-40B4-BE49-F238E27FC236}">
                    <a16:creationId xmlns:a16="http://schemas.microsoft.com/office/drawing/2014/main" id="{8D22146C-C2A1-453F-22BD-6408257285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6" name="Freeform 1461">
                <a:extLst>
                  <a:ext uri="{FF2B5EF4-FFF2-40B4-BE49-F238E27FC236}">
                    <a16:creationId xmlns:a16="http://schemas.microsoft.com/office/drawing/2014/main" id="{92DC307D-DC8C-AC8B-8A1D-C4829F4F75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7" name="Oval 1462">
                <a:extLst>
                  <a:ext uri="{FF2B5EF4-FFF2-40B4-BE49-F238E27FC236}">
                    <a16:creationId xmlns:a16="http://schemas.microsoft.com/office/drawing/2014/main" id="{0C8B186E-B48A-6639-9D0B-4F3F940E26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5" name="Group 1463">
              <a:extLst>
                <a:ext uri="{FF2B5EF4-FFF2-40B4-BE49-F238E27FC236}">
                  <a16:creationId xmlns:a16="http://schemas.microsoft.com/office/drawing/2014/main" id="{F907B511-DFC3-72C4-86EB-D86F7E7A625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06" name="Oval 1464">
                <a:extLst>
                  <a:ext uri="{FF2B5EF4-FFF2-40B4-BE49-F238E27FC236}">
                    <a16:creationId xmlns:a16="http://schemas.microsoft.com/office/drawing/2014/main" id="{B047DF3D-67EF-A6EA-7910-845410E30C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7" name="Oval 1465">
                <a:extLst>
                  <a:ext uri="{FF2B5EF4-FFF2-40B4-BE49-F238E27FC236}">
                    <a16:creationId xmlns:a16="http://schemas.microsoft.com/office/drawing/2014/main" id="{36A3C456-0F92-B3C3-685B-B600E657EE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8" name="Freeform 1466">
                <a:extLst>
                  <a:ext uri="{FF2B5EF4-FFF2-40B4-BE49-F238E27FC236}">
                    <a16:creationId xmlns:a16="http://schemas.microsoft.com/office/drawing/2014/main" id="{2894A94A-B177-BCB5-B471-7D14FF5731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9" name="Freeform 1467">
                <a:extLst>
                  <a:ext uri="{FF2B5EF4-FFF2-40B4-BE49-F238E27FC236}">
                    <a16:creationId xmlns:a16="http://schemas.microsoft.com/office/drawing/2014/main" id="{74410C76-BE59-8B7E-2C64-EAC8D29F41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0" name="Freeform 1468">
                <a:extLst>
                  <a:ext uri="{FF2B5EF4-FFF2-40B4-BE49-F238E27FC236}">
                    <a16:creationId xmlns:a16="http://schemas.microsoft.com/office/drawing/2014/main" id="{3A09B678-2B8C-D099-D3F6-EB35843475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1" name="Oval 1469">
                <a:extLst>
                  <a:ext uri="{FF2B5EF4-FFF2-40B4-BE49-F238E27FC236}">
                    <a16:creationId xmlns:a16="http://schemas.microsoft.com/office/drawing/2014/main" id="{FC1E41B2-B3E9-BD74-0331-9A91116A5F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6" name="Group 1470">
              <a:extLst>
                <a:ext uri="{FF2B5EF4-FFF2-40B4-BE49-F238E27FC236}">
                  <a16:creationId xmlns:a16="http://schemas.microsoft.com/office/drawing/2014/main" id="{78F7AD8D-7861-BB5A-A714-F49AD054C85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00" name="Oval 1471">
                <a:extLst>
                  <a:ext uri="{FF2B5EF4-FFF2-40B4-BE49-F238E27FC236}">
                    <a16:creationId xmlns:a16="http://schemas.microsoft.com/office/drawing/2014/main" id="{5617C0FD-2FEC-4C8F-A16D-CC9517FB68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1" name="Oval 1472">
                <a:extLst>
                  <a:ext uri="{FF2B5EF4-FFF2-40B4-BE49-F238E27FC236}">
                    <a16:creationId xmlns:a16="http://schemas.microsoft.com/office/drawing/2014/main" id="{33FC5CD2-DC61-1FDD-2011-525D0C68C7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2" name="Freeform 1473">
                <a:extLst>
                  <a:ext uri="{FF2B5EF4-FFF2-40B4-BE49-F238E27FC236}">
                    <a16:creationId xmlns:a16="http://schemas.microsoft.com/office/drawing/2014/main" id="{C976E50B-A134-EE5B-CA49-935AC85511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3" name="Freeform 1474">
                <a:extLst>
                  <a:ext uri="{FF2B5EF4-FFF2-40B4-BE49-F238E27FC236}">
                    <a16:creationId xmlns:a16="http://schemas.microsoft.com/office/drawing/2014/main" id="{962FE50E-82FF-A9FD-9BCC-0B418719AD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4" name="Freeform 1475">
                <a:extLst>
                  <a:ext uri="{FF2B5EF4-FFF2-40B4-BE49-F238E27FC236}">
                    <a16:creationId xmlns:a16="http://schemas.microsoft.com/office/drawing/2014/main" id="{FBB080EA-187B-D1D9-5AEC-A0CE950B92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5" name="Oval 1476">
                <a:extLst>
                  <a:ext uri="{FF2B5EF4-FFF2-40B4-BE49-F238E27FC236}">
                    <a16:creationId xmlns:a16="http://schemas.microsoft.com/office/drawing/2014/main" id="{F3480042-96BF-3AA9-4FCA-D7A9F68BE0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7" name="Group 1477">
              <a:extLst>
                <a:ext uri="{FF2B5EF4-FFF2-40B4-BE49-F238E27FC236}">
                  <a16:creationId xmlns:a16="http://schemas.microsoft.com/office/drawing/2014/main" id="{EC2C1002-6E66-BA21-35C7-F7DED86448F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494" name="Oval 1478">
                <a:extLst>
                  <a:ext uri="{FF2B5EF4-FFF2-40B4-BE49-F238E27FC236}">
                    <a16:creationId xmlns:a16="http://schemas.microsoft.com/office/drawing/2014/main" id="{DB6E58BE-6BC5-D6DC-15EA-B8ED382B66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5" name="Oval 1479">
                <a:extLst>
                  <a:ext uri="{FF2B5EF4-FFF2-40B4-BE49-F238E27FC236}">
                    <a16:creationId xmlns:a16="http://schemas.microsoft.com/office/drawing/2014/main" id="{0C45DDA4-6AFF-7187-7265-E798D85652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6" name="Freeform 1480">
                <a:extLst>
                  <a:ext uri="{FF2B5EF4-FFF2-40B4-BE49-F238E27FC236}">
                    <a16:creationId xmlns:a16="http://schemas.microsoft.com/office/drawing/2014/main" id="{824D0563-9CD8-A3F6-2564-4903966B0A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7" name="Freeform 1481">
                <a:extLst>
                  <a:ext uri="{FF2B5EF4-FFF2-40B4-BE49-F238E27FC236}">
                    <a16:creationId xmlns:a16="http://schemas.microsoft.com/office/drawing/2014/main" id="{9756C64D-3B91-B401-9157-002C0EC51E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8" name="Freeform 1482">
                <a:extLst>
                  <a:ext uri="{FF2B5EF4-FFF2-40B4-BE49-F238E27FC236}">
                    <a16:creationId xmlns:a16="http://schemas.microsoft.com/office/drawing/2014/main" id="{23771344-51EB-4735-E405-5F344A8B46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9" name="Oval 1483">
                <a:extLst>
                  <a:ext uri="{FF2B5EF4-FFF2-40B4-BE49-F238E27FC236}">
                    <a16:creationId xmlns:a16="http://schemas.microsoft.com/office/drawing/2014/main" id="{DD661B88-34C0-F9E2-283B-CEA3B7E195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8" name="Group 1484">
              <a:extLst>
                <a:ext uri="{FF2B5EF4-FFF2-40B4-BE49-F238E27FC236}">
                  <a16:creationId xmlns:a16="http://schemas.microsoft.com/office/drawing/2014/main" id="{CFD83506-AF19-27BC-4984-C18136EB81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488" name="Oval 1485">
                <a:extLst>
                  <a:ext uri="{FF2B5EF4-FFF2-40B4-BE49-F238E27FC236}">
                    <a16:creationId xmlns:a16="http://schemas.microsoft.com/office/drawing/2014/main" id="{528AF85F-94E4-ABF9-395F-8B09C0994E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9" name="Oval 1486">
                <a:extLst>
                  <a:ext uri="{FF2B5EF4-FFF2-40B4-BE49-F238E27FC236}">
                    <a16:creationId xmlns:a16="http://schemas.microsoft.com/office/drawing/2014/main" id="{FA776396-5B98-D20B-1E13-B9575EC515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0" name="Freeform 1487">
                <a:extLst>
                  <a:ext uri="{FF2B5EF4-FFF2-40B4-BE49-F238E27FC236}">
                    <a16:creationId xmlns:a16="http://schemas.microsoft.com/office/drawing/2014/main" id="{C5DABB5E-EAAC-85C9-E61A-0481C3FC3B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1" name="Freeform 1488">
                <a:extLst>
                  <a:ext uri="{FF2B5EF4-FFF2-40B4-BE49-F238E27FC236}">
                    <a16:creationId xmlns:a16="http://schemas.microsoft.com/office/drawing/2014/main" id="{E8D1586E-D475-1ACF-FA13-26DA16CEA5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2" name="Freeform 1489">
                <a:extLst>
                  <a:ext uri="{FF2B5EF4-FFF2-40B4-BE49-F238E27FC236}">
                    <a16:creationId xmlns:a16="http://schemas.microsoft.com/office/drawing/2014/main" id="{F4E9C9AA-9521-E444-E1A0-A2F76D4A36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3" name="Oval 1490">
                <a:extLst>
                  <a:ext uri="{FF2B5EF4-FFF2-40B4-BE49-F238E27FC236}">
                    <a16:creationId xmlns:a16="http://schemas.microsoft.com/office/drawing/2014/main" id="{F4BFA2F6-FE10-5AC4-4869-F32EDBF057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9" name="Group 1491">
              <a:extLst>
                <a:ext uri="{FF2B5EF4-FFF2-40B4-BE49-F238E27FC236}">
                  <a16:creationId xmlns:a16="http://schemas.microsoft.com/office/drawing/2014/main" id="{842BD39A-AD19-2DFF-2864-92C624766E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482" name="Oval 1492">
                <a:extLst>
                  <a:ext uri="{FF2B5EF4-FFF2-40B4-BE49-F238E27FC236}">
                    <a16:creationId xmlns:a16="http://schemas.microsoft.com/office/drawing/2014/main" id="{6B186ED0-81B7-9015-8BBE-804774603C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3" name="Oval 1493">
                <a:extLst>
                  <a:ext uri="{FF2B5EF4-FFF2-40B4-BE49-F238E27FC236}">
                    <a16:creationId xmlns:a16="http://schemas.microsoft.com/office/drawing/2014/main" id="{E3E794EC-8DEC-42DC-D033-7F1F531AD8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4" name="Freeform 1494">
                <a:extLst>
                  <a:ext uri="{FF2B5EF4-FFF2-40B4-BE49-F238E27FC236}">
                    <a16:creationId xmlns:a16="http://schemas.microsoft.com/office/drawing/2014/main" id="{606D0CB5-1A2D-4F26-3421-BA09230D09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5" name="Freeform 1495">
                <a:extLst>
                  <a:ext uri="{FF2B5EF4-FFF2-40B4-BE49-F238E27FC236}">
                    <a16:creationId xmlns:a16="http://schemas.microsoft.com/office/drawing/2014/main" id="{30B325FC-366B-AD77-0A5F-82745A588B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6" name="Freeform 1496">
                <a:extLst>
                  <a:ext uri="{FF2B5EF4-FFF2-40B4-BE49-F238E27FC236}">
                    <a16:creationId xmlns:a16="http://schemas.microsoft.com/office/drawing/2014/main" id="{5F2E6ED9-0CF7-5D56-141F-D2D57D89B6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7" name="Oval 1497">
                <a:extLst>
                  <a:ext uri="{FF2B5EF4-FFF2-40B4-BE49-F238E27FC236}">
                    <a16:creationId xmlns:a16="http://schemas.microsoft.com/office/drawing/2014/main" id="{31627BC9-A513-CABD-9650-F1ACAD6D71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0" name="Group 1498">
              <a:extLst>
                <a:ext uri="{FF2B5EF4-FFF2-40B4-BE49-F238E27FC236}">
                  <a16:creationId xmlns:a16="http://schemas.microsoft.com/office/drawing/2014/main" id="{6B2BF16A-9FB4-DADE-5F81-71F2046E8E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476" name="Oval 1499">
                <a:extLst>
                  <a:ext uri="{FF2B5EF4-FFF2-40B4-BE49-F238E27FC236}">
                    <a16:creationId xmlns:a16="http://schemas.microsoft.com/office/drawing/2014/main" id="{3A250778-7375-0E1E-663C-6D182200A1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7" name="Oval 1500">
                <a:extLst>
                  <a:ext uri="{FF2B5EF4-FFF2-40B4-BE49-F238E27FC236}">
                    <a16:creationId xmlns:a16="http://schemas.microsoft.com/office/drawing/2014/main" id="{1664F851-939C-2361-5797-CBD661DD05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8" name="Freeform 1501">
                <a:extLst>
                  <a:ext uri="{FF2B5EF4-FFF2-40B4-BE49-F238E27FC236}">
                    <a16:creationId xmlns:a16="http://schemas.microsoft.com/office/drawing/2014/main" id="{27E61A04-2FCC-3FDA-771B-A8201A92B8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9" name="Freeform 1502">
                <a:extLst>
                  <a:ext uri="{FF2B5EF4-FFF2-40B4-BE49-F238E27FC236}">
                    <a16:creationId xmlns:a16="http://schemas.microsoft.com/office/drawing/2014/main" id="{083102B0-EB52-6DAE-2863-BC8D02C6D4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0" name="Freeform 1503">
                <a:extLst>
                  <a:ext uri="{FF2B5EF4-FFF2-40B4-BE49-F238E27FC236}">
                    <a16:creationId xmlns:a16="http://schemas.microsoft.com/office/drawing/2014/main" id="{FB322948-1634-B01D-7F0F-FC3B98D931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1" name="Oval 1504">
                <a:extLst>
                  <a:ext uri="{FF2B5EF4-FFF2-40B4-BE49-F238E27FC236}">
                    <a16:creationId xmlns:a16="http://schemas.microsoft.com/office/drawing/2014/main" id="{880F3AC1-9BD2-DCEE-88C2-9EB8C4EFB8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1" name="Group 1505">
              <a:extLst>
                <a:ext uri="{FF2B5EF4-FFF2-40B4-BE49-F238E27FC236}">
                  <a16:creationId xmlns:a16="http://schemas.microsoft.com/office/drawing/2014/main" id="{5F4FF8C5-333D-4AD6-F18F-A12D2DF303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470" name="Oval 1506">
                <a:extLst>
                  <a:ext uri="{FF2B5EF4-FFF2-40B4-BE49-F238E27FC236}">
                    <a16:creationId xmlns:a16="http://schemas.microsoft.com/office/drawing/2014/main" id="{5833396A-76CC-742A-47D1-A7117D0A79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1" name="Oval 1507">
                <a:extLst>
                  <a:ext uri="{FF2B5EF4-FFF2-40B4-BE49-F238E27FC236}">
                    <a16:creationId xmlns:a16="http://schemas.microsoft.com/office/drawing/2014/main" id="{84C3DF96-7B2D-823F-A7A0-A09BEAC77A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2" name="Freeform 1508">
                <a:extLst>
                  <a:ext uri="{FF2B5EF4-FFF2-40B4-BE49-F238E27FC236}">
                    <a16:creationId xmlns:a16="http://schemas.microsoft.com/office/drawing/2014/main" id="{F5A11D9A-4F1C-ED14-3B3C-EFE5A5CD88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3" name="Freeform 1509">
                <a:extLst>
                  <a:ext uri="{FF2B5EF4-FFF2-40B4-BE49-F238E27FC236}">
                    <a16:creationId xmlns:a16="http://schemas.microsoft.com/office/drawing/2014/main" id="{F225304B-3F58-8BD0-FFE5-40FFA20087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4" name="Freeform 1510">
                <a:extLst>
                  <a:ext uri="{FF2B5EF4-FFF2-40B4-BE49-F238E27FC236}">
                    <a16:creationId xmlns:a16="http://schemas.microsoft.com/office/drawing/2014/main" id="{D1BF0763-F597-C2D5-F5AD-F78A96A356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5" name="Oval 1511">
                <a:extLst>
                  <a:ext uri="{FF2B5EF4-FFF2-40B4-BE49-F238E27FC236}">
                    <a16:creationId xmlns:a16="http://schemas.microsoft.com/office/drawing/2014/main" id="{BE4DD110-2322-8BC9-13F1-9F04B8F6FD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2" name="Group 1512">
              <a:extLst>
                <a:ext uri="{FF2B5EF4-FFF2-40B4-BE49-F238E27FC236}">
                  <a16:creationId xmlns:a16="http://schemas.microsoft.com/office/drawing/2014/main" id="{93425DD6-C6C3-8F4E-7218-EACAE9AE23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464" name="Oval 1513">
                <a:extLst>
                  <a:ext uri="{FF2B5EF4-FFF2-40B4-BE49-F238E27FC236}">
                    <a16:creationId xmlns:a16="http://schemas.microsoft.com/office/drawing/2014/main" id="{7CC117F3-2779-E516-A2A3-C74088DB86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5" name="Oval 1514">
                <a:extLst>
                  <a:ext uri="{FF2B5EF4-FFF2-40B4-BE49-F238E27FC236}">
                    <a16:creationId xmlns:a16="http://schemas.microsoft.com/office/drawing/2014/main" id="{4C4FC931-17E6-0E84-F768-3F4D39317E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6" name="Freeform 1515">
                <a:extLst>
                  <a:ext uri="{FF2B5EF4-FFF2-40B4-BE49-F238E27FC236}">
                    <a16:creationId xmlns:a16="http://schemas.microsoft.com/office/drawing/2014/main" id="{D530CC2A-A511-38D6-3DB6-365423666C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7" name="Freeform 1516">
                <a:extLst>
                  <a:ext uri="{FF2B5EF4-FFF2-40B4-BE49-F238E27FC236}">
                    <a16:creationId xmlns:a16="http://schemas.microsoft.com/office/drawing/2014/main" id="{78136612-CEFB-EE90-AE32-1BA9FE37D8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8" name="Freeform 1517">
                <a:extLst>
                  <a:ext uri="{FF2B5EF4-FFF2-40B4-BE49-F238E27FC236}">
                    <a16:creationId xmlns:a16="http://schemas.microsoft.com/office/drawing/2014/main" id="{35B936A4-9E4A-7271-9360-74EB2C598A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9" name="Oval 1518">
                <a:extLst>
                  <a:ext uri="{FF2B5EF4-FFF2-40B4-BE49-F238E27FC236}">
                    <a16:creationId xmlns:a16="http://schemas.microsoft.com/office/drawing/2014/main" id="{43604210-AF8C-9410-600B-EB5FCD1C4A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3" name="Group 1519">
              <a:extLst>
                <a:ext uri="{FF2B5EF4-FFF2-40B4-BE49-F238E27FC236}">
                  <a16:creationId xmlns:a16="http://schemas.microsoft.com/office/drawing/2014/main" id="{247FB078-EB31-029D-1DA6-852562DD112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458" name="Oval 1520">
                <a:extLst>
                  <a:ext uri="{FF2B5EF4-FFF2-40B4-BE49-F238E27FC236}">
                    <a16:creationId xmlns:a16="http://schemas.microsoft.com/office/drawing/2014/main" id="{0ECDA56F-7D76-842A-0356-F20C0C4B74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9" name="Oval 1521">
                <a:extLst>
                  <a:ext uri="{FF2B5EF4-FFF2-40B4-BE49-F238E27FC236}">
                    <a16:creationId xmlns:a16="http://schemas.microsoft.com/office/drawing/2014/main" id="{2C8EF6E7-B4AD-5958-D91D-E5631D42BA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0" name="Freeform 1522">
                <a:extLst>
                  <a:ext uri="{FF2B5EF4-FFF2-40B4-BE49-F238E27FC236}">
                    <a16:creationId xmlns:a16="http://schemas.microsoft.com/office/drawing/2014/main" id="{BD1CE014-99F2-EEC8-7E82-B173FC45A0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1" name="Freeform 1523">
                <a:extLst>
                  <a:ext uri="{FF2B5EF4-FFF2-40B4-BE49-F238E27FC236}">
                    <a16:creationId xmlns:a16="http://schemas.microsoft.com/office/drawing/2014/main" id="{93D2B2C0-DAF3-8730-961D-9ED7D6F89F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2" name="Freeform 1524">
                <a:extLst>
                  <a:ext uri="{FF2B5EF4-FFF2-40B4-BE49-F238E27FC236}">
                    <a16:creationId xmlns:a16="http://schemas.microsoft.com/office/drawing/2014/main" id="{AC82B85D-8B1D-3009-99FA-756358654C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" name="Oval 1525">
                <a:extLst>
                  <a:ext uri="{FF2B5EF4-FFF2-40B4-BE49-F238E27FC236}">
                    <a16:creationId xmlns:a16="http://schemas.microsoft.com/office/drawing/2014/main" id="{C6416812-E67C-351F-D7BC-6C395CC2D7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4" name="Group 1526">
              <a:extLst>
                <a:ext uri="{FF2B5EF4-FFF2-40B4-BE49-F238E27FC236}">
                  <a16:creationId xmlns:a16="http://schemas.microsoft.com/office/drawing/2014/main" id="{1FB65632-B930-113F-8A18-DEEBB2C9961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452" name="Oval 1527">
                <a:extLst>
                  <a:ext uri="{FF2B5EF4-FFF2-40B4-BE49-F238E27FC236}">
                    <a16:creationId xmlns:a16="http://schemas.microsoft.com/office/drawing/2014/main" id="{BA1AC53F-5E27-BD7F-5C23-1FBDAB2618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3" name="Oval 1528">
                <a:extLst>
                  <a:ext uri="{FF2B5EF4-FFF2-40B4-BE49-F238E27FC236}">
                    <a16:creationId xmlns:a16="http://schemas.microsoft.com/office/drawing/2014/main" id="{0367A155-1BC9-DE66-2AEE-B56B4E8B94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4" name="Freeform 1529">
                <a:extLst>
                  <a:ext uri="{FF2B5EF4-FFF2-40B4-BE49-F238E27FC236}">
                    <a16:creationId xmlns:a16="http://schemas.microsoft.com/office/drawing/2014/main" id="{DC4E857D-898F-E506-BBFE-185B6DC9D4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" name="Freeform 1530">
                <a:extLst>
                  <a:ext uri="{FF2B5EF4-FFF2-40B4-BE49-F238E27FC236}">
                    <a16:creationId xmlns:a16="http://schemas.microsoft.com/office/drawing/2014/main" id="{0F1A3D35-240E-6B9A-45B7-07E01D7F8D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6" name="Freeform 1531">
                <a:extLst>
                  <a:ext uri="{FF2B5EF4-FFF2-40B4-BE49-F238E27FC236}">
                    <a16:creationId xmlns:a16="http://schemas.microsoft.com/office/drawing/2014/main" id="{1B195A2A-2329-FE57-AAE1-CF932F751E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" name="Oval 1532">
                <a:extLst>
                  <a:ext uri="{FF2B5EF4-FFF2-40B4-BE49-F238E27FC236}">
                    <a16:creationId xmlns:a16="http://schemas.microsoft.com/office/drawing/2014/main" id="{72AF4B4D-0497-0BD9-7ACE-FD8194B885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5" name="Group 1533">
              <a:extLst>
                <a:ext uri="{FF2B5EF4-FFF2-40B4-BE49-F238E27FC236}">
                  <a16:creationId xmlns:a16="http://schemas.microsoft.com/office/drawing/2014/main" id="{D739275C-B686-068E-A2BA-B24472EDEB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446" name="Oval 1534">
                <a:extLst>
                  <a:ext uri="{FF2B5EF4-FFF2-40B4-BE49-F238E27FC236}">
                    <a16:creationId xmlns:a16="http://schemas.microsoft.com/office/drawing/2014/main" id="{BB546485-BB38-F501-3CC4-2D19CCC3A3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7" name="Oval 1535">
                <a:extLst>
                  <a:ext uri="{FF2B5EF4-FFF2-40B4-BE49-F238E27FC236}">
                    <a16:creationId xmlns:a16="http://schemas.microsoft.com/office/drawing/2014/main" id="{A91273D6-4F4F-4423-ACD9-7285E1E662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8" name="Freeform 1536">
                <a:extLst>
                  <a:ext uri="{FF2B5EF4-FFF2-40B4-BE49-F238E27FC236}">
                    <a16:creationId xmlns:a16="http://schemas.microsoft.com/office/drawing/2014/main" id="{11E64E9A-BDD9-1122-BF3F-FE8323DF33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9" name="Freeform 1537">
                <a:extLst>
                  <a:ext uri="{FF2B5EF4-FFF2-40B4-BE49-F238E27FC236}">
                    <a16:creationId xmlns:a16="http://schemas.microsoft.com/office/drawing/2014/main" id="{6E2F7D41-898F-8A0A-90DB-68D97B7B15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0" name="Freeform 1538">
                <a:extLst>
                  <a:ext uri="{FF2B5EF4-FFF2-40B4-BE49-F238E27FC236}">
                    <a16:creationId xmlns:a16="http://schemas.microsoft.com/office/drawing/2014/main" id="{A649FCFD-892B-16B9-57A9-C91A84C34F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" name="Oval 1539">
                <a:extLst>
                  <a:ext uri="{FF2B5EF4-FFF2-40B4-BE49-F238E27FC236}">
                    <a16:creationId xmlns:a16="http://schemas.microsoft.com/office/drawing/2014/main" id="{6A2F3CAE-8763-EC1B-AB98-E05073EE3C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6" name="Group 1540">
              <a:extLst>
                <a:ext uri="{FF2B5EF4-FFF2-40B4-BE49-F238E27FC236}">
                  <a16:creationId xmlns:a16="http://schemas.microsoft.com/office/drawing/2014/main" id="{C4AAC219-8722-8BAF-D7E5-EDA45E717A1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440" name="Oval 1541">
                <a:extLst>
                  <a:ext uri="{FF2B5EF4-FFF2-40B4-BE49-F238E27FC236}">
                    <a16:creationId xmlns:a16="http://schemas.microsoft.com/office/drawing/2014/main" id="{B796C3C5-A69F-E77C-004F-26873101D6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1" name="Oval 1542">
                <a:extLst>
                  <a:ext uri="{FF2B5EF4-FFF2-40B4-BE49-F238E27FC236}">
                    <a16:creationId xmlns:a16="http://schemas.microsoft.com/office/drawing/2014/main" id="{8513C8E5-9F2E-A453-988E-2AB8692D00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2" name="Freeform 1543">
                <a:extLst>
                  <a:ext uri="{FF2B5EF4-FFF2-40B4-BE49-F238E27FC236}">
                    <a16:creationId xmlns:a16="http://schemas.microsoft.com/office/drawing/2014/main" id="{00E133AA-75B4-7821-1F19-394E1C3D46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3" name="Freeform 1544">
                <a:extLst>
                  <a:ext uri="{FF2B5EF4-FFF2-40B4-BE49-F238E27FC236}">
                    <a16:creationId xmlns:a16="http://schemas.microsoft.com/office/drawing/2014/main" id="{42A57337-80CF-AA8D-6813-7BA9C1DEE7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4" name="Freeform 1545">
                <a:extLst>
                  <a:ext uri="{FF2B5EF4-FFF2-40B4-BE49-F238E27FC236}">
                    <a16:creationId xmlns:a16="http://schemas.microsoft.com/office/drawing/2014/main" id="{FD7FD5EA-031E-812B-18C2-72484DD566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" name="Oval 1546">
                <a:extLst>
                  <a:ext uri="{FF2B5EF4-FFF2-40B4-BE49-F238E27FC236}">
                    <a16:creationId xmlns:a16="http://schemas.microsoft.com/office/drawing/2014/main" id="{7076BCD5-8E49-D7D8-E71A-87A80425BD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7" name="Group 1547">
              <a:extLst>
                <a:ext uri="{FF2B5EF4-FFF2-40B4-BE49-F238E27FC236}">
                  <a16:creationId xmlns:a16="http://schemas.microsoft.com/office/drawing/2014/main" id="{1A83FB9E-C248-D04D-F4D2-790813DF79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434" name="Oval 1548">
                <a:extLst>
                  <a:ext uri="{FF2B5EF4-FFF2-40B4-BE49-F238E27FC236}">
                    <a16:creationId xmlns:a16="http://schemas.microsoft.com/office/drawing/2014/main" id="{4557DB73-68A5-C14D-C7E3-AFEBDB4CB9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5" name="Oval 1549">
                <a:extLst>
                  <a:ext uri="{FF2B5EF4-FFF2-40B4-BE49-F238E27FC236}">
                    <a16:creationId xmlns:a16="http://schemas.microsoft.com/office/drawing/2014/main" id="{B814D01E-ADC0-8D2D-73D9-1AF7A71B22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6" name="Freeform 1550">
                <a:extLst>
                  <a:ext uri="{FF2B5EF4-FFF2-40B4-BE49-F238E27FC236}">
                    <a16:creationId xmlns:a16="http://schemas.microsoft.com/office/drawing/2014/main" id="{3AB82DAE-3EA5-795D-3821-C2EF432964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" name="Freeform 1551">
                <a:extLst>
                  <a:ext uri="{FF2B5EF4-FFF2-40B4-BE49-F238E27FC236}">
                    <a16:creationId xmlns:a16="http://schemas.microsoft.com/office/drawing/2014/main" id="{14FE01B4-6D9D-9C4F-B464-11E166EEF6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" name="Freeform 1552">
                <a:extLst>
                  <a:ext uri="{FF2B5EF4-FFF2-40B4-BE49-F238E27FC236}">
                    <a16:creationId xmlns:a16="http://schemas.microsoft.com/office/drawing/2014/main" id="{7E7A26F5-D048-0A3B-DCAC-C666ED2F15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9" name="Oval 1553">
                <a:extLst>
                  <a:ext uri="{FF2B5EF4-FFF2-40B4-BE49-F238E27FC236}">
                    <a16:creationId xmlns:a16="http://schemas.microsoft.com/office/drawing/2014/main" id="{59B10368-B317-AF2B-0F0B-8B1336E012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8" name="Group 1554">
              <a:extLst>
                <a:ext uri="{FF2B5EF4-FFF2-40B4-BE49-F238E27FC236}">
                  <a16:creationId xmlns:a16="http://schemas.microsoft.com/office/drawing/2014/main" id="{F9C1280C-83EC-3111-9817-6D2B6EE5749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428" name="Oval 1555">
                <a:extLst>
                  <a:ext uri="{FF2B5EF4-FFF2-40B4-BE49-F238E27FC236}">
                    <a16:creationId xmlns:a16="http://schemas.microsoft.com/office/drawing/2014/main" id="{9EEF044A-B585-0657-166F-53FEBBB109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9" name="Oval 1556">
                <a:extLst>
                  <a:ext uri="{FF2B5EF4-FFF2-40B4-BE49-F238E27FC236}">
                    <a16:creationId xmlns:a16="http://schemas.microsoft.com/office/drawing/2014/main" id="{4F63D657-B624-E570-2ABB-807F1AA0D8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0" name="Freeform 1557">
                <a:extLst>
                  <a:ext uri="{FF2B5EF4-FFF2-40B4-BE49-F238E27FC236}">
                    <a16:creationId xmlns:a16="http://schemas.microsoft.com/office/drawing/2014/main" id="{3E2A092C-810E-0224-5D14-192496BF71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1" name="Freeform 1558">
                <a:extLst>
                  <a:ext uri="{FF2B5EF4-FFF2-40B4-BE49-F238E27FC236}">
                    <a16:creationId xmlns:a16="http://schemas.microsoft.com/office/drawing/2014/main" id="{FD7896E2-A4C3-F1F7-5290-701312551A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2" name="Freeform 1559">
                <a:extLst>
                  <a:ext uri="{FF2B5EF4-FFF2-40B4-BE49-F238E27FC236}">
                    <a16:creationId xmlns:a16="http://schemas.microsoft.com/office/drawing/2014/main" id="{1AD354B8-7AC6-3510-2921-54CC68AC96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3" name="Oval 1560">
                <a:extLst>
                  <a:ext uri="{FF2B5EF4-FFF2-40B4-BE49-F238E27FC236}">
                    <a16:creationId xmlns:a16="http://schemas.microsoft.com/office/drawing/2014/main" id="{A436DE1D-C82C-75CA-4E76-ACC936692D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9" name="Group 1561">
              <a:extLst>
                <a:ext uri="{FF2B5EF4-FFF2-40B4-BE49-F238E27FC236}">
                  <a16:creationId xmlns:a16="http://schemas.microsoft.com/office/drawing/2014/main" id="{DCC6A2C5-01F6-CB30-F21C-EF482164DE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422" name="Oval 1562">
                <a:extLst>
                  <a:ext uri="{FF2B5EF4-FFF2-40B4-BE49-F238E27FC236}">
                    <a16:creationId xmlns:a16="http://schemas.microsoft.com/office/drawing/2014/main" id="{EEC5951D-874E-D08B-26F1-4495AA12D8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3" name="Oval 1563">
                <a:extLst>
                  <a:ext uri="{FF2B5EF4-FFF2-40B4-BE49-F238E27FC236}">
                    <a16:creationId xmlns:a16="http://schemas.microsoft.com/office/drawing/2014/main" id="{9E29668F-F5B8-E0E1-96FE-5DEB7D668A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4" name="Freeform 1564">
                <a:extLst>
                  <a:ext uri="{FF2B5EF4-FFF2-40B4-BE49-F238E27FC236}">
                    <a16:creationId xmlns:a16="http://schemas.microsoft.com/office/drawing/2014/main" id="{9CB74DFC-CCCC-4A42-5EB9-3D50EDA28F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" name="Freeform 1565">
                <a:extLst>
                  <a:ext uri="{FF2B5EF4-FFF2-40B4-BE49-F238E27FC236}">
                    <a16:creationId xmlns:a16="http://schemas.microsoft.com/office/drawing/2014/main" id="{2669CAE5-C86D-1D73-83DD-41FD645B93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" name="Freeform 1566">
                <a:extLst>
                  <a:ext uri="{FF2B5EF4-FFF2-40B4-BE49-F238E27FC236}">
                    <a16:creationId xmlns:a16="http://schemas.microsoft.com/office/drawing/2014/main" id="{40B8AAF8-DB3D-509E-2362-1A21C6C3AC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" name="Oval 1567">
                <a:extLst>
                  <a:ext uri="{FF2B5EF4-FFF2-40B4-BE49-F238E27FC236}">
                    <a16:creationId xmlns:a16="http://schemas.microsoft.com/office/drawing/2014/main" id="{0C0875F2-41F4-6F2D-62DE-8F84E6D894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0" name="Group 1568">
              <a:extLst>
                <a:ext uri="{FF2B5EF4-FFF2-40B4-BE49-F238E27FC236}">
                  <a16:creationId xmlns:a16="http://schemas.microsoft.com/office/drawing/2014/main" id="{AB14CDF0-21AC-FD47-47A3-FD291F1F89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416" name="Oval 1569">
                <a:extLst>
                  <a:ext uri="{FF2B5EF4-FFF2-40B4-BE49-F238E27FC236}">
                    <a16:creationId xmlns:a16="http://schemas.microsoft.com/office/drawing/2014/main" id="{79231CAC-7BF0-C0B3-1E43-DD6B41EA3E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7" name="Oval 1570">
                <a:extLst>
                  <a:ext uri="{FF2B5EF4-FFF2-40B4-BE49-F238E27FC236}">
                    <a16:creationId xmlns:a16="http://schemas.microsoft.com/office/drawing/2014/main" id="{D8934256-DD61-7B0A-AEC7-234421C718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8" name="Freeform 1571">
                <a:extLst>
                  <a:ext uri="{FF2B5EF4-FFF2-40B4-BE49-F238E27FC236}">
                    <a16:creationId xmlns:a16="http://schemas.microsoft.com/office/drawing/2014/main" id="{9290F6A3-F68F-37DB-7CDE-9EDCA396C7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" name="Freeform 1572">
                <a:extLst>
                  <a:ext uri="{FF2B5EF4-FFF2-40B4-BE49-F238E27FC236}">
                    <a16:creationId xmlns:a16="http://schemas.microsoft.com/office/drawing/2014/main" id="{078E78D4-DE21-E86F-B02F-FC0C35A163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" name="Freeform 1573">
                <a:extLst>
                  <a:ext uri="{FF2B5EF4-FFF2-40B4-BE49-F238E27FC236}">
                    <a16:creationId xmlns:a16="http://schemas.microsoft.com/office/drawing/2014/main" id="{17899588-D647-CF4A-5633-F01E10126A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" name="Oval 1574">
                <a:extLst>
                  <a:ext uri="{FF2B5EF4-FFF2-40B4-BE49-F238E27FC236}">
                    <a16:creationId xmlns:a16="http://schemas.microsoft.com/office/drawing/2014/main" id="{708D7E9F-B1BF-DDF9-856C-177F051E97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1" name="Group 1575">
              <a:extLst>
                <a:ext uri="{FF2B5EF4-FFF2-40B4-BE49-F238E27FC236}">
                  <a16:creationId xmlns:a16="http://schemas.microsoft.com/office/drawing/2014/main" id="{58DFAAB6-665C-5709-AC50-B71D70E186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410" name="Oval 1576">
                <a:extLst>
                  <a:ext uri="{FF2B5EF4-FFF2-40B4-BE49-F238E27FC236}">
                    <a16:creationId xmlns:a16="http://schemas.microsoft.com/office/drawing/2014/main" id="{43C9CAD5-F4D2-DC3B-EA56-221333522B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1" name="Oval 1577">
                <a:extLst>
                  <a:ext uri="{FF2B5EF4-FFF2-40B4-BE49-F238E27FC236}">
                    <a16:creationId xmlns:a16="http://schemas.microsoft.com/office/drawing/2014/main" id="{C6D405A4-BCFD-8B33-6130-632767C77B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2" name="Freeform 1578">
                <a:extLst>
                  <a:ext uri="{FF2B5EF4-FFF2-40B4-BE49-F238E27FC236}">
                    <a16:creationId xmlns:a16="http://schemas.microsoft.com/office/drawing/2014/main" id="{CA6A5707-7066-16A5-16A6-96DFEF2AAB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" name="Freeform 1579">
                <a:extLst>
                  <a:ext uri="{FF2B5EF4-FFF2-40B4-BE49-F238E27FC236}">
                    <a16:creationId xmlns:a16="http://schemas.microsoft.com/office/drawing/2014/main" id="{0C92D7C4-1434-18D1-F61E-634282AB7F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" name="Freeform 1580">
                <a:extLst>
                  <a:ext uri="{FF2B5EF4-FFF2-40B4-BE49-F238E27FC236}">
                    <a16:creationId xmlns:a16="http://schemas.microsoft.com/office/drawing/2014/main" id="{30AE5D51-286B-2061-4154-78081FB517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" name="Oval 1581">
                <a:extLst>
                  <a:ext uri="{FF2B5EF4-FFF2-40B4-BE49-F238E27FC236}">
                    <a16:creationId xmlns:a16="http://schemas.microsoft.com/office/drawing/2014/main" id="{ED332905-728D-9D33-B45B-C198189F21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2" name="Group 1582">
              <a:extLst>
                <a:ext uri="{FF2B5EF4-FFF2-40B4-BE49-F238E27FC236}">
                  <a16:creationId xmlns:a16="http://schemas.microsoft.com/office/drawing/2014/main" id="{86BFDE1D-9CAA-CD52-91E6-34701F1FD3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404" name="Oval 1583">
                <a:extLst>
                  <a:ext uri="{FF2B5EF4-FFF2-40B4-BE49-F238E27FC236}">
                    <a16:creationId xmlns:a16="http://schemas.microsoft.com/office/drawing/2014/main" id="{4472FC09-8A12-E934-D096-1F373B5395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5" name="Oval 1584">
                <a:extLst>
                  <a:ext uri="{FF2B5EF4-FFF2-40B4-BE49-F238E27FC236}">
                    <a16:creationId xmlns:a16="http://schemas.microsoft.com/office/drawing/2014/main" id="{177EBE75-7634-5064-464D-003B35CB3E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6" name="Freeform 1585">
                <a:extLst>
                  <a:ext uri="{FF2B5EF4-FFF2-40B4-BE49-F238E27FC236}">
                    <a16:creationId xmlns:a16="http://schemas.microsoft.com/office/drawing/2014/main" id="{737B107B-C6E5-F2A6-1038-ABAC705065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7" name="Freeform 1586">
                <a:extLst>
                  <a:ext uri="{FF2B5EF4-FFF2-40B4-BE49-F238E27FC236}">
                    <a16:creationId xmlns:a16="http://schemas.microsoft.com/office/drawing/2014/main" id="{EB8801E8-69FA-B71A-2290-CE5C9C8675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8" name="Freeform 1587">
                <a:extLst>
                  <a:ext uri="{FF2B5EF4-FFF2-40B4-BE49-F238E27FC236}">
                    <a16:creationId xmlns:a16="http://schemas.microsoft.com/office/drawing/2014/main" id="{25E49861-D51D-A2FD-983E-7C93310AC4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9" name="Oval 1588">
                <a:extLst>
                  <a:ext uri="{FF2B5EF4-FFF2-40B4-BE49-F238E27FC236}">
                    <a16:creationId xmlns:a16="http://schemas.microsoft.com/office/drawing/2014/main" id="{D9346A7D-4297-D236-6B17-2478412F50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3" name="Group 1589">
              <a:extLst>
                <a:ext uri="{FF2B5EF4-FFF2-40B4-BE49-F238E27FC236}">
                  <a16:creationId xmlns:a16="http://schemas.microsoft.com/office/drawing/2014/main" id="{4F34621A-4893-DE49-0B58-F4C287DB38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398" name="Oval 1590">
                <a:extLst>
                  <a:ext uri="{FF2B5EF4-FFF2-40B4-BE49-F238E27FC236}">
                    <a16:creationId xmlns:a16="http://schemas.microsoft.com/office/drawing/2014/main" id="{98D6A85E-F5B6-DE7E-9491-2608F5F508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9" name="Oval 1591">
                <a:extLst>
                  <a:ext uri="{FF2B5EF4-FFF2-40B4-BE49-F238E27FC236}">
                    <a16:creationId xmlns:a16="http://schemas.microsoft.com/office/drawing/2014/main" id="{38DDEC21-595F-110E-8A46-0693D272F1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0" name="Freeform 1592">
                <a:extLst>
                  <a:ext uri="{FF2B5EF4-FFF2-40B4-BE49-F238E27FC236}">
                    <a16:creationId xmlns:a16="http://schemas.microsoft.com/office/drawing/2014/main" id="{308EA7B2-FA20-9064-8D8C-9FF79FBEE9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1" name="Freeform 1593">
                <a:extLst>
                  <a:ext uri="{FF2B5EF4-FFF2-40B4-BE49-F238E27FC236}">
                    <a16:creationId xmlns:a16="http://schemas.microsoft.com/office/drawing/2014/main" id="{DA830877-7B97-856A-6913-417D7B0286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2" name="Freeform 1594">
                <a:extLst>
                  <a:ext uri="{FF2B5EF4-FFF2-40B4-BE49-F238E27FC236}">
                    <a16:creationId xmlns:a16="http://schemas.microsoft.com/office/drawing/2014/main" id="{84426DF7-C805-BB87-9EA9-CF6A4E6EDE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3" name="Oval 1595">
                <a:extLst>
                  <a:ext uri="{FF2B5EF4-FFF2-40B4-BE49-F238E27FC236}">
                    <a16:creationId xmlns:a16="http://schemas.microsoft.com/office/drawing/2014/main" id="{7A2C7793-3451-2F67-9635-6CC488C3A4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4" name="Group 1596">
              <a:extLst>
                <a:ext uri="{FF2B5EF4-FFF2-40B4-BE49-F238E27FC236}">
                  <a16:creationId xmlns:a16="http://schemas.microsoft.com/office/drawing/2014/main" id="{4C844CF7-56B5-1A3D-8B6C-AF0B67293D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392" name="Oval 1597">
                <a:extLst>
                  <a:ext uri="{FF2B5EF4-FFF2-40B4-BE49-F238E27FC236}">
                    <a16:creationId xmlns:a16="http://schemas.microsoft.com/office/drawing/2014/main" id="{1653BBE7-453D-2A8A-D95A-9031C2D319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3" name="Oval 1598">
                <a:extLst>
                  <a:ext uri="{FF2B5EF4-FFF2-40B4-BE49-F238E27FC236}">
                    <a16:creationId xmlns:a16="http://schemas.microsoft.com/office/drawing/2014/main" id="{253C2B3B-983F-418B-2F31-F50F22959F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4" name="Freeform 1599">
                <a:extLst>
                  <a:ext uri="{FF2B5EF4-FFF2-40B4-BE49-F238E27FC236}">
                    <a16:creationId xmlns:a16="http://schemas.microsoft.com/office/drawing/2014/main" id="{54AB87EC-A936-2EAB-49DE-80B6EEE557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5" name="Freeform 1600">
                <a:extLst>
                  <a:ext uri="{FF2B5EF4-FFF2-40B4-BE49-F238E27FC236}">
                    <a16:creationId xmlns:a16="http://schemas.microsoft.com/office/drawing/2014/main" id="{36ACB793-DF5D-D00E-4873-2B370FABC2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6" name="Freeform 1601">
                <a:extLst>
                  <a:ext uri="{FF2B5EF4-FFF2-40B4-BE49-F238E27FC236}">
                    <a16:creationId xmlns:a16="http://schemas.microsoft.com/office/drawing/2014/main" id="{264FABD2-35E7-A850-3B5B-30110F162C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7" name="Oval 1602">
                <a:extLst>
                  <a:ext uri="{FF2B5EF4-FFF2-40B4-BE49-F238E27FC236}">
                    <a16:creationId xmlns:a16="http://schemas.microsoft.com/office/drawing/2014/main" id="{31E74156-F416-2AEC-4CB7-A64E52118C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5" name="Group 1603">
              <a:extLst>
                <a:ext uri="{FF2B5EF4-FFF2-40B4-BE49-F238E27FC236}">
                  <a16:creationId xmlns:a16="http://schemas.microsoft.com/office/drawing/2014/main" id="{5AB0F634-8C1E-57FD-A746-7D58AC8D01A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386" name="Oval 1604">
                <a:extLst>
                  <a:ext uri="{FF2B5EF4-FFF2-40B4-BE49-F238E27FC236}">
                    <a16:creationId xmlns:a16="http://schemas.microsoft.com/office/drawing/2014/main" id="{6FE731EE-D148-8310-BC8D-511A2018D6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87" name="Oval 1605">
                <a:extLst>
                  <a:ext uri="{FF2B5EF4-FFF2-40B4-BE49-F238E27FC236}">
                    <a16:creationId xmlns:a16="http://schemas.microsoft.com/office/drawing/2014/main" id="{37330730-62C9-2B24-2032-ACF2164CE5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88" name="Freeform 1606">
                <a:extLst>
                  <a:ext uri="{FF2B5EF4-FFF2-40B4-BE49-F238E27FC236}">
                    <a16:creationId xmlns:a16="http://schemas.microsoft.com/office/drawing/2014/main" id="{642D2E70-B63B-7C02-149B-6DF79918EF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9" name="Freeform 1607">
                <a:extLst>
                  <a:ext uri="{FF2B5EF4-FFF2-40B4-BE49-F238E27FC236}">
                    <a16:creationId xmlns:a16="http://schemas.microsoft.com/office/drawing/2014/main" id="{8B0AEEF7-2221-9DC5-7506-ACBFF0CECB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0" name="Freeform 1608">
                <a:extLst>
                  <a:ext uri="{FF2B5EF4-FFF2-40B4-BE49-F238E27FC236}">
                    <a16:creationId xmlns:a16="http://schemas.microsoft.com/office/drawing/2014/main" id="{B6FA5A18-FC51-8C82-A951-CFA9C4F3A6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1" name="Oval 1609">
                <a:extLst>
                  <a:ext uri="{FF2B5EF4-FFF2-40B4-BE49-F238E27FC236}">
                    <a16:creationId xmlns:a16="http://schemas.microsoft.com/office/drawing/2014/main" id="{469E6457-3C3F-C0FF-399E-CDC7A61BA6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578" name="Group 2318">
            <a:extLst>
              <a:ext uri="{FF2B5EF4-FFF2-40B4-BE49-F238E27FC236}">
                <a16:creationId xmlns:a16="http://schemas.microsoft.com/office/drawing/2014/main" id="{8BE95FFD-A74D-098A-9140-FB6BA8BA3A72}"/>
              </a:ext>
            </a:extLst>
          </p:cNvPr>
          <p:cNvGrpSpPr>
            <a:grpSpLocks/>
          </p:cNvGrpSpPr>
          <p:nvPr/>
        </p:nvGrpSpPr>
        <p:grpSpPr bwMode="auto">
          <a:xfrm>
            <a:off x="3067963" y="367918"/>
            <a:ext cx="304800" cy="485894"/>
            <a:chOff x="3256" y="2988"/>
            <a:chExt cx="478" cy="762"/>
          </a:xfrm>
        </p:grpSpPr>
        <p:sp>
          <p:nvSpPr>
            <p:cNvPr id="1579" name="Freeform 2319">
              <a:extLst>
                <a:ext uri="{FF2B5EF4-FFF2-40B4-BE49-F238E27FC236}">
                  <a16:creationId xmlns:a16="http://schemas.microsoft.com/office/drawing/2014/main" id="{7163C67E-BFBF-3552-1B5E-585DDA272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988"/>
              <a:ext cx="238" cy="762"/>
            </a:xfrm>
            <a:custGeom>
              <a:avLst/>
              <a:gdLst>
                <a:gd name="T0" fmla="*/ 780 w 122"/>
                <a:gd name="T1" fmla="*/ 2070 h 367"/>
                <a:gd name="T2" fmla="*/ 712 w 122"/>
                <a:gd name="T3" fmla="*/ 1738 h 367"/>
                <a:gd name="T4" fmla="*/ 845 w 122"/>
                <a:gd name="T5" fmla="*/ 1586 h 367"/>
                <a:gd name="T6" fmla="*/ 890 w 122"/>
                <a:gd name="T7" fmla="*/ 1470 h 367"/>
                <a:gd name="T8" fmla="*/ 890 w 122"/>
                <a:gd name="T9" fmla="*/ 633 h 367"/>
                <a:gd name="T10" fmla="*/ 476 w 122"/>
                <a:gd name="T11" fmla="*/ 81 h 367"/>
                <a:gd name="T12" fmla="*/ 236 w 122"/>
                <a:gd name="T13" fmla="*/ 905 h 367"/>
                <a:gd name="T14" fmla="*/ 111 w 122"/>
                <a:gd name="T15" fmla="*/ 2535 h 367"/>
                <a:gd name="T16" fmla="*/ 187 w 122"/>
                <a:gd name="T17" fmla="*/ 3204 h 367"/>
                <a:gd name="T18" fmla="*/ 585 w 122"/>
                <a:gd name="T19" fmla="*/ 2768 h 367"/>
                <a:gd name="T20" fmla="*/ 804 w 122"/>
                <a:gd name="T21" fmla="*/ 2178 h 367"/>
                <a:gd name="T22" fmla="*/ 780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05" y="231"/>
                  </a:moveTo>
                  <a:cubicBezTo>
                    <a:pt x="95" y="222"/>
                    <a:pt x="90" y="208"/>
                    <a:pt x="96" y="194"/>
                  </a:cubicBezTo>
                  <a:cubicBezTo>
                    <a:pt x="99" y="186"/>
                    <a:pt x="106" y="180"/>
                    <a:pt x="114" y="177"/>
                  </a:cubicBezTo>
                  <a:cubicBezTo>
                    <a:pt x="119" y="175"/>
                    <a:pt x="120" y="170"/>
                    <a:pt x="120" y="164"/>
                  </a:cubicBezTo>
                  <a:cubicBezTo>
                    <a:pt x="122" y="122"/>
                    <a:pt x="122" y="93"/>
                    <a:pt x="120" y="71"/>
                  </a:cubicBezTo>
                  <a:cubicBezTo>
                    <a:pt x="115" y="33"/>
                    <a:pt x="99" y="0"/>
                    <a:pt x="64" y="9"/>
                  </a:cubicBezTo>
                  <a:cubicBezTo>
                    <a:pt x="28" y="18"/>
                    <a:pt x="23" y="56"/>
                    <a:pt x="32" y="101"/>
                  </a:cubicBezTo>
                  <a:cubicBezTo>
                    <a:pt x="40" y="145"/>
                    <a:pt x="29" y="234"/>
                    <a:pt x="15" y="283"/>
                  </a:cubicBezTo>
                  <a:cubicBezTo>
                    <a:pt x="0" y="332"/>
                    <a:pt x="2" y="348"/>
                    <a:pt x="25" y="358"/>
                  </a:cubicBezTo>
                  <a:cubicBezTo>
                    <a:pt x="47" y="367"/>
                    <a:pt x="59" y="359"/>
                    <a:pt x="79" y="309"/>
                  </a:cubicBezTo>
                  <a:cubicBezTo>
                    <a:pt x="79" y="309"/>
                    <a:pt x="106" y="249"/>
                    <a:pt x="108" y="243"/>
                  </a:cubicBezTo>
                  <a:cubicBezTo>
                    <a:pt x="110" y="237"/>
                    <a:pt x="109" y="234"/>
                    <a:pt x="105" y="231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0" name="Freeform 2320">
              <a:extLst>
                <a:ext uri="{FF2B5EF4-FFF2-40B4-BE49-F238E27FC236}">
                  <a16:creationId xmlns:a16="http://schemas.microsoft.com/office/drawing/2014/main" id="{49C4862A-CC61-8653-1DD9-F1D95326D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3031"/>
              <a:ext cx="130" cy="692"/>
            </a:xfrm>
            <a:custGeom>
              <a:avLst/>
              <a:gdLst>
                <a:gd name="T0" fmla="*/ 473 w 67"/>
                <a:gd name="T1" fmla="*/ 449 h 333"/>
                <a:gd name="T2" fmla="*/ 343 w 67"/>
                <a:gd name="T3" fmla="*/ 0 h 333"/>
                <a:gd name="T4" fmla="*/ 425 w 67"/>
                <a:gd name="T5" fmla="*/ 465 h 333"/>
                <a:gd name="T6" fmla="*/ 380 w 67"/>
                <a:gd name="T7" fmla="*/ 1174 h 333"/>
                <a:gd name="T8" fmla="*/ 211 w 67"/>
                <a:gd name="T9" fmla="*/ 1482 h 333"/>
                <a:gd name="T10" fmla="*/ 241 w 67"/>
                <a:gd name="T11" fmla="*/ 1914 h 333"/>
                <a:gd name="T12" fmla="*/ 264 w 67"/>
                <a:gd name="T13" fmla="*/ 2022 h 333"/>
                <a:gd name="T14" fmla="*/ 101 w 67"/>
                <a:gd name="T15" fmla="*/ 2620 h 333"/>
                <a:gd name="T16" fmla="*/ 0 w 67"/>
                <a:gd name="T17" fmla="*/ 2988 h 333"/>
                <a:gd name="T18" fmla="*/ 177 w 67"/>
                <a:gd name="T19" fmla="*/ 2583 h 333"/>
                <a:gd name="T20" fmla="*/ 373 w 67"/>
                <a:gd name="T21" fmla="*/ 2007 h 333"/>
                <a:gd name="T22" fmla="*/ 357 w 67"/>
                <a:gd name="T23" fmla="*/ 1904 h 333"/>
                <a:gd name="T24" fmla="*/ 285 w 67"/>
                <a:gd name="T25" fmla="*/ 1554 h 333"/>
                <a:gd name="T26" fmla="*/ 425 w 67"/>
                <a:gd name="T27" fmla="*/ 1382 h 333"/>
                <a:gd name="T28" fmla="*/ 468 w 67"/>
                <a:gd name="T29" fmla="*/ 1266 h 333"/>
                <a:gd name="T30" fmla="*/ 473 w 67"/>
                <a:gd name="T31" fmla="*/ 449 h 3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7" h="333">
                  <a:moveTo>
                    <a:pt x="65" y="50"/>
                  </a:moveTo>
                  <a:cubicBezTo>
                    <a:pt x="63" y="30"/>
                    <a:pt x="57" y="12"/>
                    <a:pt x="47" y="0"/>
                  </a:cubicBezTo>
                  <a:cubicBezTo>
                    <a:pt x="52" y="10"/>
                    <a:pt x="55" y="19"/>
                    <a:pt x="58" y="52"/>
                  </a:cubicBezTo>
                  <a:cubicBezTo>
                    <a:pt x="60" y="74"/>
                    <a:pt x="54" y="89"/>
                    <a:pt x="52" y="131"/>
                  </a:cubicBezTo>
                  <a:cubicBezTo>
                    <a:pt x="51" y="147"/>
                    <a:pt x="36" y="148"/>
                    <a:pt x="29" y="165"/>
                  </a:cubicBezTo>
                  <a:cubicBezTo>
                    <a:pt x="22" y="182"/>
                    <a:pt x="22" y="201"/>
                    <a:pt x="33" y="213"/>
                  </a:cubicBezTo>
                  <a:cubicBezTo>
                    <a:pt x="35" y="217"/>
                    <a:pt x="38" y="220"/>
                    <a:pt x="36" y="225"/>
                  </a:cubicBezTo>
                  <a:cubicBezTo>
                    <a:pt x="34" y="231"/>
                    <a:pt x="14" y="292"/>
                    <a:pt x="14" y="292"/>
                  </a:cubicBezTo>
                  <a:cubicBezTo>
                    <a:pt x="7" y="312"/>
                    <a:pt x="6" y="320"/>
                    <a:pt x="0" y="333"/>
                  </a:cubicBezTo>
                  <a:cubicBezTo>
                    <a:pt x="7" y="325"/>
                    <a:pt x="15" y="311"/>
                    <a:pt x="24" y="288"/>
                  </a:cubicBezTo>
                  <a:cubicBezTo>
                    <a:pt x="24" y="288"/>
                    <a:pt x="49" y="229"/>
                    <a:pt x="51" y="224"/>
                  </a:cubicBezTo>
                  <a:cubicBezTo>
                    <a:pt x="53" y="218"/>
                    <a:pt x="53" y="215"/>
                    <a:pt x="49" y="212"/>
                  </a:cubicBezTo>
                  <a:cubicBezTo>
                    <a:pt x="38" y="203"/>
                    <a:pt x="34" y="187"/>
                    <a:pt x="39" y="173"/>
                  </a:cubicBezTo>
                  <a:cubicBezTo>
                    <a:pt x="43" y="165"/>
                    <a:pt x="50" y="157"/>
                    <a:pt x="58" y="154"/>
                  </a:cubicBezTo>
                  <a:cubicBezTo>
                    <a:pt x="63" y="152"/>
                    <a:pt x="63" y="147"/>
                    <a:pt x="64" y="141"/>
                  </a:cubicBezTo>
                  <a:cubicBezTo>
                    <a:pt x="66" y="99"/>
                    <a:pt x="67" y="72"/>
                    <a:pt x="65" y="50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1" name="Freeform 2321">
              <a:extLst>
                <a:ext uri="{FF2B5EF4-FFF2-40B4-BE49-F238E27FC236}">
                  <a16:creationId xmlns:a16="http://schemas.microsoft.com/office/drawing/2014/main" id="{7F62A19C-4B09-E1B8-94FC-0CC33D1FC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3008"/>
              <a:ext cx="168" cy="722"/>
            </a:xfrm>
            <a:custGeom>
              <a:avLst/>
              <a:gdLst>
                <a:gd name="T0" fmla="*/ 268 w 86"/>
                <a:gd name="T1" fmla="*/ 3117 h 347"/>
                <a:gd name="T2" fmla="*/ 156 w 86"/>
                <a:gd name="T3" fmla="*/ 2468 h 347"/>
                <a:gd name="T4" fmla="*/ 352 w 86"/>
                <a:gd name="T5" fmla="*/ 874 h 347"/>
                <a:gd name="T6" fmla="*/ 553 w 86"/>
                <a:gd name="T7" fmla="*/ 44 h 347"/>
                <a:gd name="T8" fmla="*/ 641 w 86"/>
                <a:gd name="T9" fmla="*/ 52 h 347"/>
                <a:gd name="T10" fmla="*/ 447 w 86"/>
                <a:gd name="T11" fmla="*/ 25 h 347"/>
                <a:gd name="T12" fmla="*/ 225 w 86"/>
                <a:gd name="T13" fmla="*/ 849 h 347"/>
                <a:gd name="T14" fmla="*/ 104 w 86"/>
                <a:gd name="T15" fmla="*/ 2432 h 347"/>
                <a:gd name="T16" fmla="*/ 164 w 86"/>
                <a:gd name="T17" fmla="*/ 3100 h 347"/>
                <a:gd name="T18" fmla="*/ 268 w 86"/>
                <a:gd name="T19" fmla="*/ 3117 h 347"/>
                <a:gd name="T20" fmla="*/ 268 w 86"/>
                <a:gd name="T21" fmla="*/ 3117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347">
                  <a:moveTo>
                    <a:pt x="36" y="346"/>
                  </a:moveTo>
                  <a:cubicBezTo>
                    <a:pt x="9" y="338"/>
                    <a:pt x="7" y="322"/>
                    <a:pt x="21" y="274"/>
                  </a:cubicBezTo>
                  <a:cubicBezTo>
                    <a:pt x="35" y="227"/>
                    <a:pt x="55" y="140"/>
                    <a:pt x="47" y="97"/>
                  </a:cubicBezTo>
                  <a:cubicBezTo>
                    <a:pt x="38" y="54"/>
                    <a:pt x="40" y="14"/>
                    <a:pt x="74" y="5"/>
                  </a:cubicBezTo>
                  <a:cubicBezTo>
                    <a:pt x="77" y="5"/>
                    <a:pt x="82" y="5"/>
                    <a:pt x="86" y="6"/>
                  </a:cubicBezTo>
                  <a:cubicBezTo>
                    <a:pt x="79" y="3"/>
                    <a:pt x="70" y="0"/>
                    <a:pt x="60" y="3"/>
                  </a:cubicBezTo>
                  <a:cubicBezTo>
                    <a:pt x="26" y="11"/>
                    <a:pt x="22" y="51"/>
                    <a:pt x="30" y="94"/>
                  </a:cubicBezTo>
                  <a:cubicBezTo>
                    <a:pt x="38" y="137"/>
                    <a:pt x="28" y="222"/>
                    <a:pt x="14" y="270"/>
                  </a:cubicBezTo>
                  <a:cubicBezTo>
                    <a:pt x="0" y="317"/>
                    <a:pt x="0" y="335"/>
                    <a:pt x="22" y="344"/>
                  </a:cubicBezTo>
                  <a:cubicBezTo>
                    <a:pt x="28" y="347"/>
                    <a:pt x="31" y="347"/>
                    <a:pt x="36" y="346"/>
                  </a:cubicBezTo>
                  <a:cubicBezTo>
                    <a:pt x="36" y="346"/>
                    <a:pt x="36" y="346"/>
                    <a:pt x="36" y="34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2" name="Freeform 2322">
              <a:extLst>
                <a:ext uri="{FF2B5EF4-FFF2-40B4-BE49-F238E27FC236}">
                  <a16:creationId xmlns:a16="http://schemas.microsoft.com/office/drawing/2014/main" id="{A304B3A1-25DD-8BAE-E9E2-665616695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3015"/>
              <a:ext cx="90" cy="555"/>
            </a:xfrm>
            <a:custGeom>
              <a:avLst/>
              <a:gdLst>
                <a:gd name="T0" fmla="*/ 0 w 46"/>
                <a:gd name="T1" fmla="*/ 2399 h 267"/>
                <a:gd name="T2" fmla="*/ 119 w 46"/>
                <a:gd name="T3" fmla="*/ 817 h 267"/>
                <a:gd name="T4" fmla="*/ 344 w 46"/>
                <a:gd name="T5" fmla="*/ 0 h 267"/>
                <a:gd name="T6" fmla="*/ 133 w 46"/>
                <a:gd name="T7" fmla="*/ 574 h 267"/>
                <a:gd name="T8" fmla="*/ 0 w 46"/>
                <a:gd name="T9" fmla="*/ 2399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67">
                  <a:moveTo>
                    <a:pt x="0" y="267"/>
                  </a:moveTo>
                  <a:cubicBezTo>
                    <a:pt x="14" y="219"/>
                    <a:pt x="24" y="134"/>
                    <a:pt x="16" y="91"/>
                  </a:cubicBezTo>
                  <a:cubicBezTo>
                    <a:pt x="8" y="48"/>
                    <a:pt x="12" y="8"/>
                    <a:pt x="46" y="0"/>
                  </a:cubicBezTo>
                  <a:cubicBezTo>
                    <a:pt x="33" y="6"/>
                    <a:pt x="16" y="32"/>
                    <a:pt x="18" y="64"/>
                  </a:cubicBezTo>
                  <a:cubicBezTo>
                    <a:pt x="20" y="96"/>
                    <a:pt x="33" y="155"/>
                    <a:pt x="0" y="2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3" name="Freeform 2323">
              <a:extLst>
                <a:ext uri="{FF2B5EF4-FFF2-40B4-BE49-F238E27FC236}">
                  <a16:creationId xmlns:a16="http://schemas.microsoft.com/office/drawing/2014/main" id="{8C049B05-1EE2-2D37-ECD7-A13C49244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" y="2988"/>
              <a:ext cx="238" cy="762"/>
            </a:xfrm>
            <a:custGeom>
              <a:avLst/>
              <a:gdLst>
                <a:gd name="T0" fmla="*/ 125 w 122"/>
                <a:gd name="T1" fmla="*/ 2070 h 367"/>
                <a:gd name="T2" fmla="*/ 193 w 122"/>
                <a:gd name="T3" fmla="*/ 1738 h 367"/>
                <a:gd name="T4" fmla="*/ 60 w 122"/>
                <a:gd name="T5" fmla="*/ 1586 h 367"/>
                <a:gd name="T6" fmla="*/ 16 w 122"/>
                <a:gd name="T7" fmla="*/ 1470 h 367"/>
                <a:gd name="T8" fmla="*/ 16 w 122"/>
                <a:gd name="T9" fmla="*/ 633 h 367"/>
                <a:gd name="T10" fmla="*/ 429 w 122"/>
                <a:gd name="T11" fmla="*/ 81 h 367"/>
                <a:gd name="T12" fmla="*/ 669 w 122"/>
                <a:gd name="T13" fmla="*/ 905 h 367"/>
                <a:gd name="T14" fmla="*/ 796 w 122"/>
                <a:gd name="T15" fmla="*/ 2535 h 367"/>
                <a:gd name="T16" fmla="*/ 720 w 122"/>
                <a:gd name="T17" fmla="*/ 3204 h 367"/>
                <a:gd name="T18" fmla="*/ 312 w 122"/>
                <a:gd name="T19" fmla="*/ 2768 h 367"/>
                <a:gd name="T20" fmla="*/ 103 w 122"/>
                <a:gd name="T21" fmla="*/ 2178 h 367"/>
                <a:gd name="T22" fmla="*/ 125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7" y="231"/>
                  </a:moveTo>
                  <a:cubicBezTo>
                    <a:pt x="27" y="222"/>
                    <a:pt x="31" y="208"/>
                    <a:pt x="26" y="194"/>
                  </a:cubicBezTo>
                  <a:cubicBezTo>
                    <a:pt x="23" y="186"/>
                    <a:pt x="16" y="180"/>
                    <a:pt x="8" y="177"/>
                  </a:cubicBezTo>
                  <a:cubicBezTo>
                    <a:pt x="2" y="175"/>
                    <a:pt x="2" y="170"/>
                    <a:pt x="2" y="164"/>
                  </a:cubicBezTo>
                  <a:cubicBezTo>
                    <a:pt x="0" y="122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8"/>
                    <a:pt x="99" y="56"/>
                    <a:pt x="90" y="101"/>
                  </a:cubicBezTo>
                  <a:cubicBezTo>
                    <a:pt x="82" y="145"/>
                    <a:pt x="93" y="234"/>
                    <a:pt x="107" y="283"/>
                  </a:cubicBezTo>
                  <a:cubicBezTo>
                    <a:pt x="122" y="332"/>
                    <a:pt x="120" y="348"/>
                    <a:pt x="97" y="358"/>
                  </a:cubicBezTo>
                  <a:cubicBezTo>
                    <a:pt x="75" y="367"/>
                    <a:pt x="63" y="359"/>
                    <a:pt x="42" y="309"/>
                  </a:cubicBezTo>
                  <a:cubicBezTo>
                    <a:pt x="42" y="309"/>
                    <a:pt x="16" y="249"/>
                    <a:pt x="14" y="243"/>
                  </a:cubicBezTo>
                  <a:cubicBezTo>
                    <a:pt x="12" y="237"/>
                    <a:pt x="13" y="234"/>
                    <a:pt x="17" y="231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4" name="Freeform 2324">
              <a:extLst>
                <a:ext uri="{FF2B5EF4-FFF2-40B4-BE49-F238E27FC236}">
                  <a16:creationId xmlns:a16="http://schemas.microsoft.com/office/drawing/2014/main" id="{93955858-3D81-FA8D-714B-005A3CE33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3004"/>
              <a:ext cx="306" cy="736"/>
            </a:xfrm>
            <a:custGeom>
              <a:avLst/>
              <a:gdLst>
                <a:gd name="T0" fmla="*/ 577 w 157"/>
                <a:gd name="T1" fmla="*/ 2813 h 354"/>
                <a:gd name="T2" fmla="*/ 1162 w 157"/>
                <a:gd name="T3" fmla="*/ 3173 h 354"/>
                <a:gd name="T4" fmla="*/ 1162 w 157"/>
                <a:gd name="T5" fmla="*/ 3173 h 354"/>
                <a:gd name="T6" fmla="*/ 1162 w 157"/>
                <a:gd name="T7" fmla="*/ 3173 h 354"/>
                <a:gd name="T8" fmla="*/ 897 w 157"/>
                <a:gd name="T9" fmla="*/ 2707 h 354"/>
                <a:gd name="T10" fmla="*/ 688 w 157"/>
                <a:gd name="T11" fmla="*/ 2114 h 354"/>
                <a:gd name="T12" fmla="*/ 709 w 157"/>
                <a:gd name="T13" fmla="*/ 2006 h 354"/>
                <a:gd name="T14" fmla="*/ 780 w 157"/>
                <a:gd name="T15" fmla="*/ 1674 h 354"/>
                <a:gd name="T16" fmla="*/ 645 w 157"/>
                <a:gd name="T17" fmla="*/ 1518 h 354"/>
                <a:gd name="T18" fmla="*/ 600 w 157"/>
                <a:gd name="T19" fmla="*/ 1401 h 354"/>
                <a:gd name="T20" fmla="*/ 600 w 157"/>
                <a:gd name="T21" fmla="*/ 566 h 354"/>
                <a:gd name="T22" fmla="*/ 865 w 157"/>
                <a:gd name="T23" fmla="*/ 8 h 354"/>
                <a:gd name="T24" fmla="*/ 865 w 157"/>
                <a:gd name="T25" fmla="*/ 8 h 354"/>
                <a:gd name="T26" fmla="*/ 865 w 157"/>
                <a:gd name="T27" fmla="*/ 0 h 354"/>
                <a:gd name="T28" fmla="*/ 593 w 157"/>
                <a:gd name="T29" fmla="*/ 100 h 354"/>
                <a:gd name="T30" fmla="*/ 569 w 157"/>
                <a:gd name="T31" fmla="*/ 108 h 354"/>
                <a:gd name="T32" fmla="*/ 296 w 157"/>
                <a:gd name="T33" fmla="*/ 0 h 354"/>
                <a:gd name="T34" fmla="*/ 296 w 157"/>
                <a:gd name="T35" fmla="*/ 8 h 354"/>
                <a:gd name="T36" fmla="*/ 296 w 157"/>
                <a:gd name="T37" fmla="*/ 8 h 354"/>
                <a:gd name="T38" fmla="*/ 561 w 157"/>
                <a:gd name="T39" fmla="*/ 566 h 354"/>
                <a:gd name="T40" fmla="*/ 561 w 157"/>
                <a:gd name="T41" fmla="*/ 1401 h 354"/>
                <a:gd name="T42" fmla="*/ 516 w 157"/>
                <a:gd name="T43" fmla="*/ 1518 h 354"/>
                <a:gd name="T44" fmla="*/ 384 w 157"/>
                <a:gd name="T45" fmla="*/ 1674 h 354"/>
                <a:gd name="T46" fmla="*/ 452 w 157"/>
                <a:gd name="T47" fmla="*/ 2006 h 354"/>
                <a:gd name="T48" fmla="*/ 476 w 157"/>
                <a:gd name="T49" fmla="*/ 2114 h 354"/>
                <a:gd name="T50" fmla="*/ 259 w 157"/>
                <a:gd name="T51" fmla="*/ 2707 h 354"/>
                <a:gd name="T52" fmla="*/ 0 w 157"/>
                <a:gd name="T53" fmla="*/ 3173 h 354"/>
                <a:gd name="T54" fmla="*/ 0 w 157"/>
                <a:gd name="T55" fmla="*/ 3173 h 354"/>
                <a:gd name="T56" fmla="*/ 0 w 157"/>
                <a:gd name="T57" fmla="*/ 3173 h 354"/>
                <a:gd name="T58" fmla="*/ 585 w 157"/>
                <a:gd name="T59" fmla="*/ 2813 h 354"/>
                <a:gd name="T60" fmla="*/ 577 w 157"/>
                <a:gd name="T61" fmla="*/ 2813 h 3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57" h="354">
                  <a:moveTo>
                    <a:pt x="78" y="313"/>
                  </a:moveTo>
                  <a:cubicBezTo>
                    <a:pt x="92" y="341"/>
                    <a:pt x="134" y="352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45" y="350"/>
                    <a:pt x="136" y="335"/>
                    <a:pt x="121" y="301"/>
                  </a:cubicBezTo>
                  <a:cubicBezTo>
                    <a:pt x="121" y="301"/>
                    <a:pt x="95" y="241"/>
                    <a:pt x="93" y="235"/>
                  </a:cubicBezTo>
                  <a:cubicBezTo>
                    <a:pt x="91" y="229"/>
                    <a:pt x="92" y="226"/>
                    <a:pt x="96" y="223"/>
                  </a:cubicBezTo>
                  <a:cubicBezTo>
                    <a:pt x="106" y="214"/>
                    <a:pt x="110" y="200"/>
                    <a:pt x="105" y="186"/>
                  </a:cubicBezTo>
                  <a:cubicBezTo>
                    <a:pt x="102" y="178"/>
                    <a:pt x="95" y="172"/>
                    <a:pt x="87" y="169"/>
                  </a:cubicBezTo>
                  <a:cubicBezTo>
                    <a:pt x="81" y="167"/>
                    <a:pt x="81" y="162"/>
                    <a:pt x="81" y="156"/>
                  </a:cubicBezTo>
                  <a:cubicBezTo>
                    <a:pt x="79" y="114"/>
                    <a:pt x="79" y="85"/>
                    <a:pt x="81" y="63"/>
                  </a:cubicBezTo>
                  <a:cubicBezTo>
                    <a:pt x="85" y="34"/>
                    <a:pt x="95" y="7"/>
                    <a:pt x="117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03" y="2"/>
                    <a:pt x="90" y="5"/>
                    <a:pt x="80" y="11"/>
                  </a:cubicBezTo>
                  <a:cubicBezTo>
                    <a:pt x="80" y="12"/>
                    <a:pt x="78" y="12"/>
                    <a:pt x="77" y="12"/>
                  </a:cubicBezTo>
                  <a:cubicBezTo>
                    <a:pt x="67" y="5"/>
                    <a:pt x="55" y="3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62" y="7"/>
                    <a:pt x="72" y="34"/>
                    <a:pt x="76" y="63"/>
                  </a:cubicBezTo>
                  <a:cubicBezTo>
                    <a:pt x="78" y="85"/>
                    <a:pt x="78" y="114"/>
                    <a:pt x="76" y="156"/>
                  </a:cubicBezTo>
                  <a:cubicBezTo>
                    <a:pt x="76" y="162"/>
                    <a:pt x="75" y="167"/>
                    <a:pt x="70" y="169"/>
                  </a:cubicBezTo>
                  <a:cubicBezTo>
                    <a:pt x="62" y="172"/>
                    <a:pt x="55" y="178"/>
                    <a:pt x="52" y="186"/>
                  </a:cubicBezTo>
                  <a:cubicBezTo>
                    <a:pt x="46" y="200"/>
                    <a:pt x="51" y="214"/>
                    <a:pt x="61" y="223"/>
                  </a:cubicBezTo>
                  <a:cubicBezTo>
                    <a:pt x="65" y="226"/>
                    <a:pt x="66" y="229"/>
                    <a:pt x="64" y="235"/>
                  </a:cubicBezTo>
                  <a:cubicBezTo>
                    <a:pt x="62" y="241"/>
                    <a:pt x="35" y="301"/>
                    <a:pt x="35" y="301"/>
                  </a:cubicBezTo>
                  <a:cubicBezTo>
                    <a:pt x="21" y="335"/>
                    <a:pt x="11" y="350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20" y="354"/>
                    <a:pt x="68" y="337"/>
                    <a:pt x="79" y="313"/>
                  </a:cubicBezTo>
                  <a:cubicBezTo>
                    <a:pt x="79" y="313"/>
                    <a:pt x="78" y="313"/>
                    <a:pt x="78" y="313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5" name="Freeform 2325">
              <a:extLst>
                <a:ext uri="{FF2B5EF4-FFF2-40B4-BE49-F238E27FC236}">
                  <a16:creationId xmlns:a16="http://schemas.microsoft.com/office/drawing/2014/main" id="{86D24CC4-3C6E-4AA7-4D8B-07637C1A6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3029"/>
              <a:ext cx="1" cy="632"/>
            </a:xfrm>
            <a:custGeom>
              <a:avLst/>
              <a:gdLst>
                <a:gd name="T0" fmla="*/ 0 w 1"/>
                <a:gd name="T1" fmla="*/ 632 h 632"/>
                <a:gd name="T2" fmla="*/ 0 w 1"/>
                <a:gd name="T3" fmla="*/ 0 h 632"/>
                <a:gd name="T4" fmla="*/ 0 w 1"/>
                <a:gd name="T5" fmla="*/ 632 h 6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632">
                  <a:moveTo>
                    <a:pt x="0" y="632"/>
                  </a:moveTo>
                  <a:lnTo>
                    <a:pt x="0" y="0"/>
                  </a:lnTo>
                  <a:lnTo>
                    <a:pt x="0" y="632"/>
                  </a:ln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6" name="Line 2326">
              <a:extLst>
                <a:ext uri="{FF2B5EF4-FFF2-40B4-BE49-F238E27FC236}">
                  <a16:creationId xmlns:a16="http://schemas.microsoft.com/office/drawing/2014/main" id="{C8D3270E-A30E-FFEA-8CB0-CBE314ED00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4" y="3029"/>
              <a:ext cx="1" cy="632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7" name="Freeform 2327">
              <a:extLst>
                <a:ext uri="{FF2B5EF4-FFF2-40B4-BE49-F238E27FC236}">
                  <a16:creationId xmlns:a16="http://schemas.microsoft.com/office/drawing/2014/main" id="{C546296C-BD28-F5C6-E78F-DCB9A3D1C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" y="3335"/>
              <a:ext cx="64" cy="212"/>
            </a:xfrm>
            <a:custGeom>
              <a:avLst/>
              <a:gdLst>
                <a:gd name="T0" fmla="*/ 155 w 33"/>
                <a:gd name="T1" fmla="*/ 648 h 102"/>
                <a:gd name="T2" fmla="*/ 140 w 33"/>
                <a:gd name="T3" fmla="*/ 609 h 102"/>
                <a:gd name="T4" fmla="*/ 37 w 33"/>
                <a:gd name="T5" fmla="*/ 341 h 102"/>
                <a:gd name="T6" fmla="*/ 109 w 33"/>
                <a:gd name="T7" fmla="*/ 133 h 102"/>
                <a:gd name="T8" fmla="*/ 225 w 33"/>
                <a:gd name="T9" fmla="*/ 0 h 102"/>
                <a:gd name="T10" fmla="*/ 72 w 33"/>
                <a:gd name="T11" fmla="*/ 133 h 102"/>
                <a:gd name="T12" fmla="*/ 0 w 33"/>
                <a:gd name="T13" fmla="*/ 349 h 102"/>
                <a:gd name="T14" fmla="*/ 109 w 33"/>
                <a:gd name="T15" fmla="*/ 626 h 102"/>
                <a:gd name="T16" fmla="*/ 116 w 33"/>
                <a:gd name="T17" fmla="*/ 700 h 102"/>
                <a:gd name="T18" fmla="*/ 72 w 33"/>
                <a:gd name="T19" fmla="*/ 917 h 102"/>
                <a:gd name="T20" fmla="*/ 155 w 33"/>
                <a:gd name="T21" fmla="*/ 648 h 10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" h="102">
                  <a:moveTo>
                    <a:pt x="21" y="72"/>
                  </a:moveTo>
                  <a:cubicBezTo>
                    <a:pt x="22" y="70"/>
                    <a:pt x="20" y="68"/>
                    <a:pt x="19" y="68"/>
                  </a:cubicBezTo>
                  <a:cubicBezTo>
                    <a:pt x="11" y="61"/>
                    <a:pt x="5" y="49"/>
                    <a:pt x="5" y="38"/>
                  </a:cubicBezTo>
                  <a:cubicBezTo>
                    <a:pt x="5" y="29"/>
                    <a:pt x="9" y="21"/>
                    <a:pt x="15" y="15"/>
                  </a:cubicBezTo>
                  <a:cubicBezTo>
                    <a:pt x="20" y="11"/>
                    <a:pt x="33" y="5"/>
                    <a:pt x="31" y="0"/>
                  </a:cubicBezTo>
                  <a:cubicBezTo>
                    <a:pt x="31" y="3"/>
                    <a:pt x="17" y="8"/>
                    <a:pt x="10" y="15"/>
                  </a:cubicBezTo>
                  <a:cubicBezTo>
                    <a:pt x="4" y="21"/>
                    <a:pt x="0" y="28"/>
                    <a:pt x="0" y="39"/>
                  </a:cubicBezTo>
                  <a:cubicBezTo>
                    <a:pt x="0" y="49"/>
                    <a:pt x="6" y="63"/>
                    <a:pt x="15" y="70"/>
                  </a:cubicBezTo>
                  <a:cubicBezTo>
                    <a:pt x="16" y="71"/>
                    <a:pt x="17" y="74"/>
                    <a:pt x="16" y="78"/>
                  </a:cubicBezTo>
                  <a:cubicBezTo>
                    <a:pt x="15" y="83"/>
                    <a:pt x="13" y="91"/>
                    <a:pt x="10" y="102"/>
                  </a:cubicBezTo>
                  <a:cubicBezTo>
                    <a:pt x="14" y="93"/>
                    <a:pt x="20" y="79"/>
                    <a:pt x="21" y="7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8" name="Freeform 2328">
              <a:extLst>
                <a:ext uri="{FF2B5EF4-FFF2-40B4-BE49-F238E27FC236}">
                  <a16:creationId xmlns:a16="http://schemas.microsoft.com/office/drawing/2014/main" id="{04F55D5C-208B-DEA3-B986-E75245038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0" y="3031"/>
              <a:ext cx="130" cy="692"/>
            </a:xfrm>
            <a:custGeom>
              <a:avLst/>
              <a:gdLst>
                <a:gd name="T0" fmla="*/ 16 w 67"/>
                <a:gd name="T1" fmla="*/ 449 h 333"/>
                <a:gd name="T2" fmla="*/ 147 w 67"/>
                <a:gd name="T3" fmla="*/ 0 h 333"/>
                <a:gd name="T4" fmla="*/ 64 w 67"/>
                <a:gd name="T5" fmla="*/ 465 h 333"/>
                <a:gd name="T6" fmla="*/ 109 w 67"/>
                <a:gd name="T7" fmla="*/ 1174 h 333"/>
                <a:gd name="T8" fmla="*/ 279 w 67"/>
                <a:gd name="T9" fmla="*/ 1482 h 333"/>
                <a:gd name="T10" fmla="*/ 248 w 67"/>
                <a:gd name="T11" fmla="*/ 1914 h 333"/>
                <a:gd name="T12" fmla="*/ 225 w 67"/>
                <a:gd name="T13" fmla="*/ 2022 h 333"/>
                <a:gd name="T14" fmla="*/ 388 w 67"/>
                <a:gd name="T15" fmla="*/ 2620 h 333"/>
                <a:gd name="T16" fmla="*/ 489 w 67"/>
                <a:gd name="T17" fmla="*/ 2988 h 333"/>
                <a:gd name="T18" fmla="*/ 312 w 67"/>
                <a:gd name="T19" fmla="*/ 2583 h 333"/>
                <a:gd name="T20" fmla="*/ 116 w 67"/>
                <a:gd name="T21" fmla="*/ 2007 h 333"/>
                <a:gd name="T22" fmla="*/ 132 w 67"/>
                <a:gd name="T23" fmla="*/ 1904 h 333"/>
                <a:gd name="T24" fmla="*/ 204 w 67"/>
                <a:gd name="T25" fmla="*/ 1554 h 333"/>
                <a:gd name="T26" fmla="*/ 64 w 67"/>
                <a:gd name="T27" fmla="*/ 1382 h 333"/>
                <a:gd name="T28" fmla="*/ 23 w 67"/>
                <a:gd name="T29" fmla="*/ 1266 h 333"/>
                <a:gd name="T30" fmla="*/ 16 w 67"/>
                <a:gd name="T31" fmla="*/ 449 h 3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7" h="333">
                  <a:moveTo>
                    <a:pt x="2" y="50"/>
                  </a:moveTo>
                  <a:cubicBezTo>
                    <a:pt x="5" y="30"/>
                    <a:pt x="10" y="12"/>
                    <a:pt x="20" y="0"/>
                  </a:cubicBezTo>
                  <a:cubicBezTo>
                    <a:pt x="15" y="10"/>
                    <a:pt x="12" y="19"/>
                    <a:pt x="9" y="52"/>
                  </a:cubicBezTo>
                  <a:cubicBezTo>
                    <a:pt x="7" y="74"/>
                    <a:pt x="13" y="89"/>
                    <a:pt x="15" y="131"/>
                  </a:cubicBezTo>
                  <a:cubicBezTo>
                    <a:pt x="16" y="147"/>
                    <a:pt x="31" y="148"/>
                    <a:pt x="38" y="165"/>
                  </a:cubicBezTo>
                  <a:cubicBezTo>
                    <a:pt x="45" y="182"/>
                    <a:pt x="45" y="201"/>
                    <a:pt x="34" y="213"/>
                  </a:cubicBezTo>
                  <a:cubicBezTo>
                    <a:pt x="32" y="217"/>
                    <a:pt x="29" y="220"/>
                    <a:pt x="31" y="225"/>
                  </a:cubicBezTo>
                  <a:cubicBezTo>
                    <a:pt x="33" y="231"/>
                    <a:pt x="53" y="292"/>
                    <a:pt x="53" y="292"/>
                  </a:cubicBezTo>
                  <a:cubicBezTo>
                    <a:pt x="60" y="312"/>
                    <a:pt x="61" y="320"/>
                    <a:pt x="67" y="333"/>
                  </a:cubicBezTo>
                  <a:cubicBezTo>
                    <a:pt x="60" y="325"/>
                    <a:pt x="52" y="311"/>
                    <a:pt x="43" y="288"/>
                  </a:cubicBezTo>
                  <a:cubicBezTo>
                    <a:pt x="43" y="288"/>
                    <a:pt x="18" y="229"/>
                    <a:pt x="16" y="224"/>
                  </a:cubicBezTo>
                  <a:cubicBezTo>
                    <a:pt x="14" y="218"/>
                    <a:pt x="14" y="215"/>
                    <a:pt x="18" y="212"/>
                  </a:cubicBezTo>
                  <a:cubicBezTo>
                    <a:pt x="29" y="203"/>
                    <a:pt x="33" y="187"/>
                    <a:pt x="28" y="173"/>
                  </a:cubicBezTo>
                  <a:cubicBezTo>
                    <a:pt x="24" y="165"/>
                    <a:pt x="17" y="157"/>
                    <a:pt x="9" y="154"/>
                  </a:cubicBezTo>
                  <a:cubicBezTo>
                    <a:pt x="4" y="152"/>
                    <a:pt x="4" y="147"/>
                    <a:pt x="3" y="141"/>
                  </a:cubicBezTo>
                  <a:cubicBezTo>
                    <a:pt x="1" y="99"/>
                    <a:pt x="0" y="72"/>
                    <a:pt x="2" y="50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9" name="Freeform 2329">
              <a:extLst>
                <a:ext uri="{FF2B5EF4-FFF2-40B4-BE49-F238E27FC236}">
                  <a16:creationId xmlns:a16="http://schemas.microsoft.com/office/drawing/2014/main" id="{A8198249-1C76-FA3D-666A-986FEB9B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3008"/>
              <a:ext cx="168" cy="722"/>
            </a:xfrm>
            <a:custGeom>
              <a:avLst/>
              <a:gdLst>
                <a:gd name="T0" fmla="*/ 373 w 86"/>
                <a:gd name="T1" fmla="*/ 3117 h 347"/>
                <a:gd name="T2" fmla="*/ 484 w 86"/>
                <a:gd name="T3" fmla="*/ 2468 h 347"/>
                <a:gd name="T4" fmla="*/ 289 w 86"/>
                <a:gd name="T5" fmla="*/ 874 h 347"/>
                <a:gd name="T6" fmla="*/ 88 w 86"/>
                <a:gd name="T7" fmla="*/ 44 h 347"/>
                <a:gd name="T8" fmla="*/ 0 w 86"/>
                <a:gd name="T9" fmla="*/ 52 h 347"/>
                <a:gd name="T10" fmla="*/ 195 w 86"/>
                <a:gd name="T11" fmla="*/ 25 h 347"/>
                <a:gd name="T12" fmla="*/ 416 w 86"/>
                <a:gd name="T13" fmla="*/ 849 h 347"/>
                <a:gd name="T14" fmla="*/ 537 w 86"/>
                <a:gd name="T15" fmla="*/ 2432 h 347"/>
                <a:gd name="T16" fmla="*/ 477 w 86"/>
                <a:gd name="T17" fmla="*/ 3100 h 347"/>
                <a:gd name="T18" fmla="*/ 373 w 86"/>
                <a:gd name="T19" fmla="*/ 3117 h 347"/>
                <a:gd name="T20" fmla="*/ 373 w 86"/>
                <a:gd name="T21" fmla="*/ 3117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347">
                  <a:moveTo>
                    <a:pt x="50" y="346"/>
                  </a:moveTo>
                  <a:cubicBezTo>
                    <a:pt x="77" y="338"/>
                    <a:pt x="79" y="322"/>
                    <a:pt x="65" y="274"/>
                  </a:cubicBezTo>
                  <a:cubicBezTo>
                    <a:pt x="51" y="227"/>
                    <a:pt x="31" y="140"/>
                    <a:pt x="39" y="97"/>
                  </a:cubicBezTo>
                  <a:cubicBezTo>
                    <a:pt x="48" y="54"/>
                    <a:pt x="46" y="14"/>
                    <a:pt x="12" y="5"/>
                  </a:cubicBezTo>
                  <a:cubicBezTo>
                    <a:pt x="9" y="5"/>
                    <a:pt x="4" y="5"/>
                    <a:pt x="0" y="6"/>
                  </a:cubicBezTo>
                  <a:cubicBezTo>
                    <a:pt x="7" y="3"/>
                    <a:pt x="16" y="0"/>
                    <a:pt x="26" y="3"/>
                  </a:cubicBezTo>
                  <a:cubicBezTo>
                    <a:pt x="60" y="11"/>
                    <a:pt x="64" y="51"/>
                    <a:pt x="56" y="94"/>
                  </a:cubicBezTo>
                  <a:cubicBezTo>
                    <a:pt x="48" y="137"/>
                    <a:pt x="58" y="222"/>
                    <a:pt x="72" y="270"/>
                  </a:cubicBezTo>
                  <a:cubicBezTo>
                    <a:pt x="86" y="317"/>
                    <a:pt x="86" y="335"/>
                    <a:pt x="64" y="344"/>
                  </a:cubicBezTo>
                  <a:cubicBezTo>
                    <a:pt x="58" y="347"/>
                    <a:pt x="55" y="347"/>
                    <a:pt x="50" y="346"/>
                  </a:cubicBezTo>
                  <a:cubicBezTo>
                    <a:pt x="50" y="346"/>
                    <a:pt x="50" y="346"/>
                    <a:pt x="50" y="34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0" name="Freeform 2330">
              <a:extLst>
                <a:ext uri="{FF2B5EF4-FFF2-40B4-BE49-F238E27FC236}">
                  <a16:creationId xmlns:a16="http://schemas.microsoft.com/office/drawing/2014/main" id="{2C6F4536-8031-B959-CA9E-18B46BB34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3015"/>
              <a:ext cx="90" cy="555"/>
            </a:xfrm>
            <a:custGeom>
              <a:avLst/>
              <a:gdLst>
                <a:gd name="T0" fmla="*/ 344 w 46"/>
                <a:gd name="T1" fmla="*/ 2399 h 267"/>
                <a:gd name="T2" fmla="*/ 225 w 46"/>
                <a:gd name="T3" fmla="*/ 817 h 267"/>
                <a:gd name="T4" fmla="*/ 0 w 46"/>
                <a:gd name="T5" fmla="*/ 0 h 267"/>
                <a:gd name="T6" fmla="*/ 211 w 46"/>
                <a:gd name="T7" fmla="*/ 574 h 267"/>
                <a:gd name="T8" fmla="*/ 344 w 46"/>
                <a:gd name="T9" fmla="*/ 2399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67">
                  <a:moveTo>
                    <a:pt x="46" y="267"/>
                  </a:moveTo>
                  <a:cubicBezTo>
                    <a:pt x="32" y="219"/>
                    <a:pt x="22" y="134"/>
                    <a:pt x="30" y="91"/>
                  </a:cubicBezTo>
                  <a:cubicBezTo>
                    <a:pt x="38" y="48"/>
                    <a:pt x="34" y="8"/>
                    <a:pt x="0" y="0"/>
                  </a:cubicBezTo>
                  <a:cubicBezTo>
                    <a:pt x="13" y="6"/>
                    <a:pt x="30" y="32"/>
                    <a:pt x="28" y="64"/>
                  </a:cubicBezTo>
                  <a:cubicBezTo>
                    <a:pt x="26" y="96"/>
                    <a:pt x="13" y="155"/>
                    <a:pt x="46" y="267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1" name="Freeform 2331">
              <a:extLst>
                <a:ext uri="{FF2B5EF4-FFF2-40B4-BE49-F238E27FC236}">
                  <a16:creationId xmlns:a16="http://schemas.microsoft.com/office/drawing/2014/main" id="{E0D104DC-08D4-51D7-A5B6-C68772793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3085"/>
              <a:ext cx="70" cy="462"/>
            </a:xfrm>
            <a:custGeom>
              <a:avLst/>
              <a:gdLst>
                <a:gd name="T0" fmla="*/ 156 w 36"/>
                <a:gd name="T1" fmla="*/ 1711 h 222"/>
                <a:gd name="T2" fmla="*/ 264 w 36"/>
                <a:gd name="T3" fmla="*/ 1434 h 222"/>
                <a:gd name="T4" fmla="*/ 193 w 36"/>
                <a:gd name="T5" fmla="*/ 1217 h 222"/>
                <a:gd name="T6" fmla="*/ 72 w 36"/>
                <a:gd name="T7" fmla="*/ 1118 h 222"/>
                <a:gd name="T8" fmla="*/ 80 w 36"/>
                <a:gd name="T9" fmla="*/ 1118 h 222"/>
                <a:gd name="T10" fmla="*/ 60 w 36"/>
                <a:gd name="T11" fmla="*/ 1034 h 222"/>
                <a:gd name="T12" fmla="*/ 60 w 36"/>
                <a:gd name="T13" fmla="*/ 0 h 222"/>
                <a:gd name="T14" fmla="*/ 8 w 36"/>
                <a:gd name="T15" fmla="*/ 766 h 222"/>
                <a:gd name="T16" fmla="*/ 37 w 36"/>
                <a:gd name="T17" fmla="*/ 1082 h 222"/>
                <a:gd name="T18" fmla="*/ 37 w 36"/>
                <a:gd name="T19" fmla="*/ 1090 h 222"/>
                <a:gd name="T20" fmla="*/ 37 w 36"/>
                <a:gd name="T21" fmla="*/ 1101 h 222"/>
                <a:gd name="T22" fmla="*/ 37 w 36"/>
                <a:gd name="T23" fmla="*/ 1109 h 222"/>
                <a:gd name="T24" fmla="*/ 156 w 36"/>
                <a:gd name="T25" fmla="*/ 1217 h 222"/>
                <a:gd name="T26" fmla="*/ 228 w 36"/>
                <a:gd name="T27" fmla="*/ 1426 h 222"/>
                <a:gd name="T28" fmla="*/ 124 w 36"/>
                <a:gd name="T29" fmla="*/ 1694 h 222"/>
                <a:gd name="T30" fmla="*/ 109 w 36"/>
                <a:gd name="T31" fmla="*/ 1731 h 222"/>
                <a:gd name="T32" fmla="*/ 193 w 36"/>
                <a:gd name="T33" fmla="*/ 2000 h 222"/>
                <a:gd name="T34" fmla="*/ 148 w 36"/>
                <a:gd name="T35" fmla="*/ 1783 h 222"/>
                <a:gd name="T36" fmla="*/ 156 w 36"/>
                <a:gd name="T37" fmla="*/ 1711 h 22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6" h="222">
                  <a:moveTo>
                    <a:pt x="21" y="190"/>
                  </a:moveTo>
                  <a:cubicBezTo>
                    <a:pt x="30" y="183"/>
                    <a:pt x="36" y="169"/>
                    <a:pt x="36" y="159"/>
                  </a:cubicBezTo>
                  <a:cubicBezTo>
                    <a:pt x="36" y="148"/>
                    <a:pt x="32" y="141"/>
                    <a:pt x="26" y="135"/>
                  </a:cubicBezTo>
                  <a:cubicBezTo>
                    <a:pt x="22" y="130"/>
                    <a:pt x="15" y="127"/>
                    <a:pt x="10" y="124"/>
                  </a:cubicBezTo>
                  <a:cubicBezTo>
                    <a:pt x="11" y="124"/>
                    <a:pt x="11" y="124"/>
                    <a:pt x="11" y="124"/>
                  </a:cubicBezTo>
                  <a:cubicBezTo>
                    <a:pt x="8" y="121"/>
                    <a:pt x="8" y="124"/>
                    <a:pt x="8" y="115"/>
                  </a:cubicBezTo>
                  <a:cubicBezTo>
                    <a:pt x="7" y="106"/>
                    <a:pt x="1" y="25"/>
                    <a:pt x="8" y="0"/>
                  </a:cubicBezTo>
                  <a:cubicBezTo>
                    <a:pt x="5" y="7"/>
                    <a:pt x="0" y="42"/>
                    <a:pt x="1" y="85"/>
                  </a:cubicBezTo>
                  <a:cubicBezTo>
                    <a:pt x="2" y="97"/>
                    <a:pt x="4" y="114"/>
                    <a:pt x="5" y="120"/>
                  </a:cubicBezTo>
                  <a:cubicBezTo>
                    <a:pt x="5" y="121"/>
                    <a:pt x="5" y="121"/>
                    <a:pt x="5" y="121"/>
                  </a:cubicBezTo>
                  <a:cubicBezTo>
                    <a:pt x="5" y="122"/>
                    <a:pt x="5" y="122"/>
                    <a:pt x="5" y="122"/>
                  </a:cubicBezTo>
                  <a:cubicBezTo>
                    <a:pt x="5" y="123"/>
                    <a:pt x="5" y="123"/>
                    <a:pt x="5" y="123"/>
                  </a:cubicBezTo>
                  <a:cubicBezTo>
                    <a:pt x="8" y="127"/>
                    <a:pt x="17" y="132"/>
                    <a:pt x="21" y="135"/>
                  </a:cubicBezTo>
                  <a:cubicBezTo>
                    <a:pt x="27" y="141"/>
                    <a:pt x="31" y="149"/>
                    <a:pt x="31" y="158"/>
                  </a:cubicBezTo>
                  <a:cubicBezTo>
                    <a:pt x="31" y="169"/>
                    <a:pt x="25" y="181"/>
                    <a:pt x="17" y="188"/>
                  </a:cubicBezTo>
                  <a:cubicBezTo>
                    <a:pt x="16" y="188"/>
                    <a:pt x="14" y="190"/>
                    <a:pt x="15" y="192"/>
                  </a:cubicBezTo>
                  <a:cubicBezTo>
                    <a:pt x="16" y="199"/>
                    <a:pt x="22" y="213"/>
                    <a:pt x="26" y="222"/>
                  </a:cubicBezTo>
                  <a:cubicBezTo>
                    <a:pt x="23" y="211"/>
                    <a:pt x="21" y="203"/>
                    <a:pt x="20" y="198"/>
                  </a:cubicBezTo>
                  <a:cubicBezTo>
                    <a:pt x="19" y="194"/>
                    <a:pt x="20" y="191"/>
                    <a:pt x="21" y="1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2" name="Freeform 2332">
              <a:extLst>
                <a:ext uri="{FF2B5EF4-FFF2-40B4-BE49-F238E27FC236}">
                  <a16:creationId xmlns:a16="http://schemas.microsoft.com/office/drawing/2014/main" id="{2A7004FC-13D2-1D8E-0893-5DB41857F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3017"/>
              <a:ext cx="33" cy="75"/>
            </a:xfrm>
            <a:custGeom>
              <a:avLst/>
              <a:gdLst>
                <a:gd name="T0" fmla="*/ 124 w 17"/>
                <a:gd name="T1" fmla="*/ 0 h 36"/>
                <a:gd name="T2" fmla="*/ 8 w 17"/>
                <a:gd name="T3" fmla="*/ 192 h 36"/>
                <a:gd name="T4" fmla="*/ 0 w 17"/>
                <a:gd name="T5" fmla="*/ 325 h 36"/>
                <a:gd name="T6" fmla="*/ 124 w 17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6">
                  <a:moveTo>
                    <a:pt x="17" y="0"/>
                  </a:moveTo>
                  <a:cubicBezTo>
                    <a:pt x="7" y="3"/>
                    <a:pt x="1" y="9"/>
                    <a:pt x="1" y="21"/>
                  </a:cubicBezTo>
                  <a:cubicBezTo>
                    <a:pt x="0" y="32"/>
                    <a:pt x="0" y="36"/>
                    <a:pt x="0" y="36"/>
                  </a:cubicBezTo>
                  <a:cubicBezTo>
                    <a:pt x="2" y="23"/>
                    <a:pt x="8" y="5"/>
                    <a:pt x="17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3" name="Freeform 2333">
              <a:extLst>
                <a:ext uri="{FF2B5EF4-FFF2-40B4-BE49-F238E27FC236}">
                  <a16:creationId xmlns:a16="http://schemas.microsoft.com/office/drawing/2014/main" id="{751C044A-2AA7-8B20-E932-5D5001E6D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2" y="3509"/>
              <a:ext cx="84" cy="208"/>
            </a:xfrm>
            <a:custGeom>
              <a:avLst/>
              <a:gdLst>
                <a:gd name="T0" fmla="*/ 8 w 43"/>
                <a:gd name="T1" fmla="*/ 0 h 100"/>
                <a:gd name="T2" fmla="*/ 0 w 43"/>
                <a:gd name="T3" fmla="*/ 516 h 100"/>
                <a:gd name="T4" fmla="*/ 320 w 43"/>
                <a:gd name="T5" fmla="*/ 901 h 100"/>
                <a:gd name="T6" fmla="*/ 45 w 43"/>
                <a:gd name="T7" fmla="*/ 468 h 100"/>
                <a:gd name="T8" fmla="*/ 8 w 43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00">
                  <a:moveTo>
                    <a:pt x="1" y="0"/>
                  </a:moveTo>
                  <a:cubicBezTo>
                    <a:pt x="1" y="30"/>
                    <a:pt x="0" y="43"/>
                    <a:pt x="0" y="57"/>
                  </a:cubicBezTo>
                  <a:cubicBezTo>
                    <a:pt x="0" y="71"/>
                    <a:pt x="5" y="86"/>
                    <a:pt x="43" y="100"/>
                  </a:cubicBezTo>
                  <a:cubicBezTo>
                    <a:pt x="28" y="94"/>
                    <a:pt x="7" y="80"/>
                    <a:pt x="6" y="52"/>
                  </a:cubicBezTo>
                  <a:cubicBezTo>
                    <a:pt x="5" y="2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4" name="Freeform 2334">
              <a:extLst>
                <a:ext uri="{FF2B5EF4-FFF2-40B4-BE49-F238E27FC236}">
                  <a16:creationId xmlns:a16="http://schemas.microsoft.com/office/drawing/2014/main" id="{FAC5591B-3195-AD89-CBCC-0FF7F76114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4" y="3017"/>
              <a:ext cx="294" cy="719"/>
            </a:xfrm>
            <a:custGeom>
              <a:avLst/>
              <a:gdLst>
                <a:gd name="T0" fmla="*/ 888 w 151"/>
                <a:gd name="T1" fmla="*/ 2647 h 346"/>
                <a:gd name="T2" fmla="*/ 680 w 151"/>
                <a:gd name="T3" fmla="*/ 2055 h 346"/>
                <a:gd name="T4" fmla="*/ 672 w 151"/>
                <a:gd name="T5" fmla="*/ 1999 h 346"/>
                <a:gd name="T6" fmla="*/ 672 w 151"/>
                <a:gd name="T7" fmla="*/ 1991 h 346"/>
                <a:gd name="T8" fmla="*/ 672 w 151"/>
                <a:gd name="T9" fmla="*/ 1982 h 346"/>
                <a:gd name="T10" fmla="*/ 680 w 151"/>
                <a:gd name="T11" fmla="*/ 1974 h 346"/>
                <a:gd name="T12" fmla="*/ 680 w 151"/>
                <a:gd name="T13" fmla="*/ 1974 h 346"/>
                <a:gd name="T14" fmla="*/ 685 w 151"/>
                <a:gd name="T15" fmla="*/ 1966 h 346"/>
                <a:gd name="T16" fmla="*/ 685 w 151"/>
                <a:gd name="T17" fmla="*/ 1955 h 346"/>
                <a:gd name="T18" fmla="*/ 701 w 151"/>
                <a:gd name="T19" fmla="*/ 1947 h 346"/>
                <a:gd name="T20" fmla="*/ 724 w 151"/>
                <a:gd name="T21" fmla="*/ 1922 h 346"/>
                <a:gd name="T22" fmla="*/ 740 w 151"/>
                <a:gd name="T23" fmla="*/ 1891 h 346"/>
                <a:gd name="T24" fmla="*/ 748 w 151"/>
                <a:gd name="T25" fmla="*/ 1883 h 346"/>
                <a:gd name="T26" fmla="*/ 761 w 151"/>
                <a:gd name="T27" fmla="*/ 1847 h 346"/>
                <a:gd name="T28" fmla="*/ 761 w 151"/>
                <a:gd name="T29" fmla="*/ 1847 h 346"/>
                <a:gd name="T30" fmla="*/ 765 w 151"/>
                <a:gd name="T31" fmla="*/ 1615 h 346"/>
                <a:gd name="T32" fmla="*/ 633 w 151"/>
                <a:gd name="T33" fmla="*/ 1463 h 346"/>
                <a:gd name="T34" fmla="*/ 592 w 151"/>
                <a:gd name="T35" fmla="*/ 1347 h 346"/>
                <a:gd name="T36" fmla="*/ 592 w 151"/>
                <a:gd name="T37" fmla="*/ 509 h 346"/>
                <a:gd name="T38" fmla="*/ 613 w 151"/>
                <a:gd name="T39" fmla="*/ 368 h 346"/>
                <a:gd name="T40" fmla="*/ 368 w 151"/>
                <a:gd name="T41" fmla="*/ 0 h 346"/>
                <a:gd name="T42" fmla="*/ 553 w 151"/>
                <a:gd name="T43" fmla="*/ 509 h 346"/>
                <a:gd name="T44" fmla="*/ 553 w 151"/>
                <a:gd name="T45" fmla="*/ 1347 h 346"/>
                <a:gd name="T46" fmla="*/ 508 w 151"/>
                <a:gd name="T47" fmla="*/ 1463 h 346"/>
                <a:gd name="T48" fmla="*/ 376 w 151"/>
                <a:gd name="T49" fmla="*/ 1615 h 346"/>
                <a:gd name="T50" fmla="*/ 444 w 151"/>
                <a:gd name="T51" fmla="*/ 1947 h 346"/>
                <a:gd name="T52" fmla="*/ 465 w 151"/>
                <a:gd name="T53" fmla="*/ 2055 h 346"/>
                <a:gd name="T54" fmla="*/ 397 w 151"/>
                <a:gd name="T55" fmla="*/ 2255 h 346"/>
                <a:gd name="T56" fmla="*/ 391 w 151"/>
                <a:gd name="T57" fmla="*/ 2271 h 346"/>
                <a:gd name="T58" fmla="*/ 391 w 151"/>
                <a:gd name="T59" fmla="*/ 2271 h 346"/>
                <a:gd name="T60" fmla="*/ 257 w 151"/>
                <a:gd name="T61" fmla="*/ 2631 h 346"/>
                <a:gd name="T62" fmla="*/ 257 w 151"/>
                <a:gd name="T63" fmla="*/ 2639 h 346"/>
                <a:gd name="T64" fmla="*/ 257 w 151"/>
                <a:gd name="T65" fmla="*/ 2647 h 346"/>
                <a:gd name="T66" fmla="*/ 251 w 151"/>
                <a:gd name="T67" fmla="*/ 2647 h 346"/>
                <a:gd name="T68" fmla="*/ 220 w 151"/>
                <a:gd name="T69" fmla="*/ 2737 h 346"/>
                <a:gd name="T70" fmla="*/ 220 w 151"/>
                <a:gd name="T71" fmla="*/ 2737 h 346"/>
                <a:gd name="T72" fmla="*/ 0 w 151"/>
                <a:gd name="T73" fmla="*/ 3105 h 346"/>
                <a:gd name="T74" fmla="*/ 37 w 151"/>
                <a:gd name="T75" fmla="*/ 3105 h 346"/>
                <a:gd name="T76" fmla="*/ 569 w 151"/>
                <a:gd name="T77" fmla="*/ 2755 h 346"/>
                <a:gd name="T78" fmla="*/ 569 w 151"/>
                <a:gd name="T79" fmla="*/ 1982 h 346"/>
                <a:gd name="T80" fmla="*/ 656 w 151"/>
                <a:gd name="T81" fmla="*/ 2124 h 346"/>
                <a:gd name="T82" fmla="*/ 709 w 151"/>
                <a:gd name="T83" fmla="*/ 2340 h 346"/>
                <a:gd name="T84" fmla="*/ 1114 w 151"/>
                <a:gd name="T85" fmla="*/ 3088 h 346"/>
                <a:gd name="T86" fmla="*/ 888 w 151"/>
                <a:gd name="T87" fmla="*/ 2647 h 346"/>
                <a:gd name="T88" fmla="*/ 493 w 151"/>
                <a:gd name="T89" fmla="*/ 2504 h 346"/>
                <a:gd name="T90" fmla="*/ 325 w 151"/>
                <a:gd name="T91" fmla="*/ 2828 h 346"/>
                <a:gd name="T92" fmla="*/ 524 w 151"/>
                <a:gd name="T93" fmla="*/ 2082 h 346"/>
                <a:gd name="T94" fmla="*/ 493 w 151"/>
                <a:gd name="T95" fmla="*/ 2504 h 34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51" h="346">
                  <a:moveTo>
                    <a:pt x="120" y="295"/>
                  </a:moveTo>
                  <a:cubicBezTo>
                    <a:pt x="120" y="295"/>
                    <a:pt x="94" y="235"/>
                    <a:pt x="92" y="229"/>
                  </a:cubicBezTo>
                  <a:cubicBezTo>
                    <a:pt x="91" y="227"/>
                    <a:pt x="91" y="225"/>
                    <a:pt x="91" y="223"/>
                  </a:cubicBezTo>
                  <a:cubicBezTo>
                    <a:pt x="91" y="223"/>
                    <a:pt x="91" y="222"/>
                    <a:pt x="91" y="222"/>
                  </a:cubicBezTo>
                  <a:cubicBezTo>
                    <a:pt x="91" y="222"/>
                    <a:pt x="91" y="222"/>
                    <a:pt x="91" y="221"/>
                  </a:cubicBezTo>
                  <a:cubicBezTo>
                    <a:pt x="91" y="221"/>
                    <a:pt x="91" y="221"/>
                    <a:pt x="92" y="220"/>
                  </a:cubicBezTo>
                  <a:cubicBezTo>
                    <a:pt x="92" y="220"/>
                    <a:pt x="92" y="220"/>
                    <a:pt x="92" y="220"/>
                  </a:cubicBezTo>
                  <a:cubicBezTo>
                    <a:pt x="92" y="219"/>
                    <a:pt x="92" y="219"/>
                    <a:pt x="93" y="219"/>
                  </a:cubicBezTo>
                  <a:cubicBezTo>
                    <a:pt x="93" y="219"/>
                    <a:pt x="93" y="218"/>
                    <a:pt x="93" y="218"/>
                  </a:cubicBezTo>
                  <a:cubicBezTo>
                    <a:pt x="94" y="218"/>
                    <a:pt x="94" y="217"/>
                    <a:pt x="95" y="217"/>
                  </a:cubicBezTo>
                  <a:cubicBezTo>
                    <a:pt x="96" y="216"/>
                    <a:pt x="97" y="215"/>
                    <a:pt x="98" y="214"/>
                  </a:cubicBezTo>
                  <a:cubicBezTo>
                    <a:pt x="99" y="213"/>
                    <a:pt x="99" y="212"/>
                    <a:pt x="100" y="211"/>
                  </a:cubicBezTo>
                  <a:cubicBezTo>
                    <a:pt x="100" y="211"/>
                    <a:pt x="101" y="210"/>
                    <a:pt x="101" y="210"/>
                  </a:cubicBezTo>
                  <a:cubicBezTo>
                    <a:pt x="102" y="209"/>
                    <a:pt x="102" y="208"/>
                    <a:pt x="103" y="206"/>
                  </a:cubicBezTo>
                  <a:cubicBezTo>
                    <a:pt x="103" y="206"/>
                    <a:pt x="103" y="206"/>
                    <a:pt x="103" y="206"/>
                  </a:cubicBezTo>
                  <a:cubicBezTo>
                    <a:pt x="107" y="198"/>
                    <a:pt x="108" y="189"/>
                    <a:pt x="104" y="180"/>
                  </a:cubicBezTo>
                  <a:cubicBezTo>
                    <a:pt x="101" y="172"/>
                    <a:pt x="94" y="166"/>
                    <a:pt x="86" y="163"/>
                  </a:cubicBezTo>
                  <a:cubicBezTo>
                    <a:pt x="80" y="161"/>
                    <a:pt x="80" y="156"/>
                    <a:pt x="80" y="150"/>
                  </a:cubicBezTo>
                  <a:cubicBezTo>
                    <a:pt x="78" y="108"/>
                    <a:pt x="78" y="79"/>
                    <a:pt x="80" y="57"/>
                  </a:cubicBezTo>
                  <a:cubicBezTo>
                    <a:pt x="81" y="51"/>
                    <a:pt x="82" y="46"/>
                    <a:pt x="83" y="41"/>
                  </a:cubicBezTo>
                  <a:cubicBezTo>
                    <a:pt x="76" y="26"/>
                    <a:pt x="65" y="9"/>
                    <a:pt x="50" y="0"/>
                  </a:cubicBezTo>
                  <a:cubicBezTo>
                    <a:pt x="65" y="11"/>
                    <a:pt x="72" y="33"/>
                    <a:pt x="75" y="57"/>
                  </a:cubicBezTo>
                  <a:cubicBezTo>
                    <a:pt x="77" y="79"/>
                    <a:pt x="77" y="108"/>
                    <a:pt x="75" y="150"/>
                  </a:cubicBezTo>
                  <a:cubicBezTo>
                    <a:pt x="75" y="156"/>
                    <a:pt x="74" y="161"/>
                    <a:pt x="69" y="163"/>
                  </a:cubicBezTo>
                  <a:cubicBezTo>
                    <a:pt x="61" y="166"/>
                    <a:pt x="54" y="172"/>
                    <a:pt x="51" y="180"/>
                  </a:cubicBezTo>
                  <a:cubicBezTo>
                    <a:pt x="45" y="194"/>
                    <a:pt x="50" y="208"/>
                    <a:pt x="60" y="217"/>
                  </a:cubicBezTo>
                  <a:cubicBezTo>
                    <a:pt x="64" y="220"/>
                    <a:pt x="65" y="223"/>
                    <a:pt x="63" y="229"/>
                  </a:cubicBezTo>
                  <a:cubicBezTo>
                    <a:pt x="62" y="231"/>
                    <a:pt x="59" y="239"/>
                    <a:pt x="54" y="251"/>
                  </a:cubicBezTo>
                  <a:cubicBezTo>
                    <a:pt x="54" y="251"/>
                    <a:pt x="54" y="252"/>
                    <a:pt x="53" y="253"/>
                  </a:cubicBezTo>
                  <a:cubicBezTo>
                    <a:pt x="53" y="253"/>
                    <a:pt x="53" y="253"/>
                    <a:pt x="53" y="253"/>
                  </a:cubicBezTo>
                  <a:cubicBezTo>
                    <a:pt x="44" y="277"/>
                    <a:pt x="38" y="285"/>
                    <a:pt x="35" y="293"/>
                  </a:cubicBezTo>
                  <a:cubicBezTo>
                    <a:pt x="35" y="293"/>
                    <a:pt x="35" y="294"/>
                    <a:pt x="35" y="294"/>
                  </a:cubicBezTo>
                  <a:cubicBezTo>
                    <a:pt x="35" y="294"/>
                    <a:pt x="35" y="294"/>
                    <a:pt x="35" y="295"/>
                  </a:cubicBezTo>
                  <a:cubicBezTo>
                    <a:pt x="35" y="295"/>
                    <a:pt x="34" y="295"/>
                    <a:pt x="34" y="295"/>
                  </a:cubicBezTo>
                  <a:cubicBezTo>
                    <a:pt x="33" y="299"/>
                    <a:pt x="31" y="302"/>
                    <a:pt x="30" y="305"/>
                  </a:cubicBezTo>
                  <a:cubicBezTo>
                    <a:pt x="30" y="305"/>
                    <a:pt x="30" y="305"/>
                    <a:pt x="30" y="305"/>
                  </a:cubicBezTo>
                  <a:cubicBezTo>
                    <a:pt x="19" y="331"/>
                    <a:pt x="10" y="343"/>
                    <a:pt x="0" y="346"/>
                  </a:cubicBezTo>
                  <a:cubicBezTo>
                    <a:pt x="5" y="346"/>
                    <a:pt x="5" y="346"/>
                    <a:pt x="5" y="346"/>
                  </a:cubicBezTo>
                  <a:cubicBezTo>
                    <a:pt x="27" y="345"/>
                    <a:pt x="67" y="329"/>
                    <a:pt x="77" y="307"/>
                  </a:cubicBezTo>
                  <a:cubicBezTo>
                    <a:pt x="77" y="221"/>
                    <a:pt x="77" y="221"/>
                    <a:pt x="77" y="221"/>
                  </a:cubicBezTo>
                  <a:cubicBezTo>
                    <a:pt x="79" y="224"/>
                    <a:pt x="86" y="229"/>
                    <a:pt x="89" y="237"/>
                  </a:cubicBezTo>
                  <a:cubicBezTo>
                    <a:pt x="90" y="242"/>
                    <a:pt x="93" y="249"/>
                    <a:pt x="96" y="261"/>
                  </a:cubicBezTo>
                  <a:cubicBezTo>
                    <a:pt x="106" y="290"/>
                    <a:pt x="127" y="335"/>
                    <a:pt x="151" y="344"/>
                  </a:cubicBezTo>
                  <a:cubicBezTo>
                    <a:pt x="141" y="338"/>
                    <a:pt x="132" y="323"/>
                    <a:pt x="120" y="295"/>
                  </a:cubicBezTo>
                  <a:close/>
                  <a:moveTo>
                    <a:pt x="67" y="279"/>
                  </a:moveTo>
                  <a:cubicBezTo>
                    <a:pt x="65" y="304"/>
                    <a:pt x="51" y="317"/>
                    <a:pt x="44" y="315"/>
                  </a:cubicBezTo>
                  <a:cubicBezTo>
                    <a:pt x="39" y="313"/>
                    <a:pt x="68" y="241"/>
                    <a:pt x="71" y="232"/>
                  </a:cubicBezTo>
                  <a:cubicBezTo>
                    <a:pt x="70" y="249"/>
                    <a:pt x="68" y="261"/>
                    <a:pt x="67" y="279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5" name="Freeform 2335">
              <a:extLst>
                <a:ext uri="{FF2B5EF4-FFF2-40B4-BE49-F238E27FC236}">
                  <a16:creationId xmlns:a16="http://schemas.microsoft.com/office/drawing/2014/main" id="{BCF42F35-6048-36DB-3AA6-0255E1E8B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988"/>
              <a:ext cx="238" cy="762"/>
            </a:xfrm>
            <a:custGeom>
              <a:avLst/>
              <a:gdLst>
                <a:gd name="T0" fmla="*/ 780 w 122"/>
                <a:gd name="T1" fmla="*/ 2070 h 367"/>
                <a:gd name="T2" fmla="*/ 712 w 122"/>
                <a:gd name="T3" fmla="*/ 1738 h 367"/>
                <a:gd name="T4" fmla="*/ 845 w 122"/>
                <a:gd name="T5" fmla="*/ 1586 h 367"/>
                <a:gd name="T6" fmla="*/ 890 w 122"/>
                <a:gd name="T7" fmla="*/ 1470 h 367"/>
                <a:gd name="T8" fmla="*/ 890 w 122"/>
                <a:gd name="T9" fmla="*/ 633 h 367"/>
                <a:gd name="T10" fmla="*/ 476 w 122"/>
                <a:gd name="T11" fmla="*/ 81 h 367"/>
                <a:gd name="T12" fmla="*/ 236 w 122"/>
                <a:gd name="T13" fmla="*/ 905 h 367"/>
                <a:gd name="T14" fmla="*/ 111 w 122"/>
                <a:gd name="T15" fmla="*/ 2535 h 367"/>
                <a:gd name="T16" fmla="*/ 187 w 122"/>
                <a:gd name="T17" fmla="*/ 3204 h 367"/>
                <a:gd name="T18" fmla="*/ 585 w 122"/>
                <a:gd name="T19" fmla="*/ 2768 h 367"/>
                <a:gd name="T20" fmla="*/ 804 w 122"/>
                <a:gd name="T21" fmla="*/ 2178 h 367"/>
                <a:gd name="T22" fmla="*/ 780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05" y="231"/>
                  </a:moveTo>
                  <a:cubicBezTo>
                    <a:pt x="95" y="222"/>
                    <a:pt x="90" y="208"/>
                    <a:pt x="96" y="194"/>
                  </a:cubicBezTo>
                  <a:cubicBezTo>
                    <a:pt x="99" y="186"/>
                    <a:pt x="106" y="180"/>
                    <a:pt x="114" y="177"/>
                  </a:cubicBezTo>
                  <a:cubicBezTo>
                    <a:pt x="119" y="175"/>
                    <a:pt x="120" y="170"/>
                    <a:pt x="120" y="164"/>
                  </a:cubicBezTo>
                  <a:cubicBezTo>
                    <a:pt x="122" y="122"/>
                    <a:pt x="122" y="93"/>
                    <a:pt x="120" y="71"/>
                  </a:cubicBezTo>
                  <a:cubicBezTo>
                    <a:pt x="115" y="33"/>
                    <a:pt x="99" y="0"/>
                    <a:pt x="64" y="9"/>
                  </a:cubicBezTo>
                  <a:cubicBezTo>
                    <a:pt x="28" y="18"/>
                    <a:pt x="23" y="56"/>
                    <a:pt x="32" y="101"/>
                  </a:cubicBezTo>
                  <a:cubicBezTo>
                    <a:pt x="40" y="145"/>
                    <a:pt x="29" y="234"/>
                    <a:pt x="15" y="283"/>
                  </a:cubicBezTo>
                  <a:cubicBezTo>
                    <a:pt x="0" y="332"/>
                    <a:pt x="2" y="348"/>
                    <a:pt x="25" y="358"/>
                  </a:cubicBezTo>
                  <a:cubicBezTo>
                    <a:pt x="47" y="367"/>
                    <a:pt x="59" y="359"/>
                    <a:pt x="79" y="309"/>
                  </a:cubicBezTo>
                  <a:cubicBezTo>
                    <a:pt x="79" y="309"/>
                    <a:pt x="106" y="249"/>
                    <a:pt x="108" y="243"/>
                  </a:cubicBezTo>
                  <a:cubicBezTo>
                    <a:pt x="110" y="237"/>
                    <a:pt x="109" y="234"/>
                    <a:pt x="105" y="23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6" name="Freeform 2336">
              <a:extLst>
                <a:ext uri="{FF2B5EF4-FFF2-40B4-BE49-F238E27FC236}">
                  <a16:creationId xmlns:a16="http://schemas.microsoft.com/office/drawing/2014/main" id="{12747EF5-B2C8-1139-F9E5-DE5B95388C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" y="2988"/>
              <a:ext cx="238" cy="762"/>
            </a:xfrm>
            <a:custGeom>
              <a:avLst/>
              <a:gdLst>
                <a:gd name="T0" fmla="*/ 125 w 122"/>
                <a:gd name="T1" fmla="*/ 2070 h 367"/>
                <a:gd name="T2" fmla="*/ 193 w 122"/>
                <a:gd name="T3" fmla="*/ 1738 h 367"/>
                <a:gd name="T4" fmla="*/ 60 w 122"/>
                <a:gd name="T5" fmla="*/ 1586 h 367"/>
                <a:gd name="T6" fmla="*/ 16 w 122"/>
                <a:gd name="T7" fmla="*/ 1470 h 367"/>
                <a:gd name="T8" fmla="*/ 16 w 122"/>
                <a:gd name="T9" fmla="*/ 633 h 367"/>
                <a:gd name="T10" fmla="*/ 429 w 122"/>
                <a:gd name="T11" fmla="*/ 81 h 367"/>
                <a:gd name="T12" fmla="*/ 669 w 122"/>
                <a:gd name="T13" fmla="*/ 905 h 367"/>
                <a:gd name="T14" fmla="*/ 796 w 122"/>
                <a:gd name="T15" fmla="*/ 2535 h 367"/>
                <a:gd name="T16" fmla="*/ 720 w 122"/>
                <a:gd name="T17" fmla="*/ 3204 h 367"/>
                <a:gd name="T18" fmla="*/ 312 w 122"/>
                <a:gd name="T19" fmla="*/ 2768 h 367"/>
                <a:gd name="T20" fmla="*/ 103 w 122"/>
                <a:gd name="T21" fmla="*/ 2178 h 367"/>
                <a:gd name="T22" fmla="*/ 125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7" y="231"/>
                  </a:moveTo>
                  <a:cubicBezTo>
                    <a:pt x="27" y="222"/>
                    <a:pt x="31" y="208"/>
                    <a:pt x="26" y="194"/>
                  </a:cubicBezTo>
                  <a:cubicBezTo>
                    <a:pt x="23" y="186"/>
                    <a:pt x="16" y="180"/>
                    <a:pt x="8" y="177"/>
                  </a:cubicBezTo>
                  <a:cubicBezTo>
                    <a:pt x="2" y="175"/>
                    <a:pt x="2" y="170"/>
                    <a:pt x="2" y="164"/>
                  </a:cubicBezTo>
                  <a:cubicBezTo>
                    <a:pt x="0" y="122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8"/>
                    <a:pt x="99" y="56"/>
                    <a:pt x="90" y="101"/>
                  </a:cubicBezTo>
                  <a:cubicBezTo>
                    <a:pt x="82" y="145"/>
                    <a:pt x="93" y="234"/>
                    <a:pt x="107" y="283"/>
                  </a:cubicBezTo>
                  <a:cubicBezTo>
                    <a:pt x="122" y="332"/>
                    <a:pt x="120" y="348"/>
                    <a:pt x="97" y="358"/>
                  </a:cubicBezTo>
                  <a:cubicBezTo>
                    <a:pt x="75" y="367"/>
                    <a:pt x="63" y="359"/>
                    <a:pt x="42" y="309"/>
                  </a:cubicBezTo>
                  <a:cubicBezTo>
                    <a:pt x="42" y="309"/>
                    <a:pt x="16" y="249"/>
                    <a:pt x="14" y="243"/>
                  </a:cubicBezTo>
                  <a:cubicBezTo>
                    <a:pt x="12" y="237"/>
                    <a:pt x="13" y="234"/>
                    <a:pt x="17" y="23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7" name="Freeform 2337">
              <a:extLst>
                <a:ext uri="{FF2B5EF4-FFF2-40B4-BE49-F238E27FC236}">
                  <a16:creationId xmlns:a16="http://schemas.microsoft.com/office/drawing/2014/main" id="{8143D946-C3E4-5065-2D56-582AAE71D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3004"/>
              <a:ext cx="306" cy="736"/>
            </a:xfrm>
            <a:custGeom>
              <a:avLst/>
              <a:gdLst>
                <a:gd name="T0" fmla="*/ 577 w 157"/>
                <a:gd name="T1" fmla="*/ 2813 h 354"/>
                <a:gd name="T2" fmla="*/ 1162 w 157"/>
                <a:gd name="T3" fmla="*/ 3173 h 354"/>
                <a:gd name="T4" fmla="*/ 1162 w 157"/>
                <a:gd name="T5" fmla="*/ 3173 h 354"/>
                <a:gd name="T6" fmla="*/ 1162 w 157"/>
                <a:gd name="T7" fmla="*/ 3173 h 354"/>
                <a:gd name="T8" fmla="*/ 897 w 157"/>
                <a:gd name="T9" fmla="*/ 2707 h 354"/>
                <a:gd name="T10" fmla="*/ 688 w 157"/>
                <a:gd name="T11" fmla="*/ 2114 h 354"/>
                <a:gd name="T12" fmla="*/ 709 w 157"/>
                <a:gd name="T13" fmla="*/ 2006 h 354"/>
                <a:gd name="T14" fmla="*/ 780 w 157"/>
                <a:gd name="T15" fmla="*/ 1674 h 354"/>
                <a:gd name="T16" fmla="*/ 645 w 157"/>
                <a:gd name="T17" fmla="*/ 1518 h 354"/>
                <a:gd name="T18" fmla="*/ 600 w 157"/>
                <a:gd name="T19" fmla="*/ 1401 h 354"/>
                <a:gd name="T20" fmla="*/ 600 w 157"/>
                <a:gd name="T21" fmla="*/ 566 h 354"/>
                <a:gd name="T22" fmla="*/ 865 w 157"/>
                <a:gd name="T23" fmla="*/ 8 h 354"/>
                <a:gd name="T24" fmla="*/ 865 w 157"/>
                <a:gd name="T25" fmla="*/ 8 h 354"/>
                <a:gd name="T26" fmla="*/ 865 w 157"/>
                <a:gd name="T27" fmla="*/ 0 h 354"/>
                <a:gd name="T28" fmla="*/ 593 w 157"/>
                <a:gd name="T29" fmla="*/ 100 h 354"/>
                <a:gd name="T30" fmla="*/ 569 w 157"/>
                <a:gd name="T31" fmla="*/ 108 h 354"/>
                <a:gd name="T32" fmla="*/ 296 w 157"/>
                <a:gd name="T33" fmla="*/ 0 h 354"/>
                <a:gd name="T34" fmla="*/ 296 w 157"/>
                <a:gd name="T35" fmla="*/ 8 h 354"/>
                <a:gd name="T36" fmla="*/ 296 w 157"/>
                <a:gd name="T37" fmla="*/ 8 h 354"/>
                <a:gd name="T38" fmla="*/ 561 w 157"/>
                <a:gd name="T39" fmla="*/ 566 h 354"/>
                <a:gd name="T40" fmla="*/ 561 w 157"/>
                <a:gd name="T41" fmla="*/ 1401 h 354"/>
                <a:gd name="T42" fmla="*/ 516 w 157"/>
                <a:gd name="T43" fmla="*/ 1518 h 354"/>
                <a:gd name="T44" fmla="*/ 384 w 157"/>
                <a:gd name="T45" fmla="*/ 1674 h 354"/>
                <a:gd name="T46" fmla="*/ 452 w 157"/>
                <a:gd name="T47" fmla="*/ 2006 h 354"/>
                <a:gd name="T48" fmla="*/ 476 w 157"/>
                <a:gd name="T49" fmla="*/ 2114 h 354"/>
                <a:gd name="T50" fmla="*/ 259 w 157"/>
                <a:gd name="T51" fmla="*/ 2707 h 354"/>
                <a:gd name="T52" fmla="*/ 0 w 157"/>
                <a:gd name="T53" fmla="*/ 3173 h 354"/>
                <a:gd name="T54" fmla="*/ 0 w 157"/>
                <a:gd name="T55" fmla="*/ 3173 h 354"/>
                <a:gd name="T56" fmla="*/ 0 w 157"/>
                <a:gd name="T57" fmla="*/ 3173 h 354"/>
                <a:gd name="T58" fmla="*/ 585 w 157"/>
                <a:gd name="T59" fmla="*/ 2813 h 354"/>
                <a:gd name="T60" fmla="*/ 577 w 157"/>
                <a:gd name="T61" fmla="*/ 2813 h 3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57" h="354">
                  <a:moveTo>
                    <a:pt x="78" y="313"/>
                  </a:moveTo>
                  <a:cubicBezTo>
                    <a:pt x="92" y="341"/>
                    <a:pt x="134" y="352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45" y="350"/>
                    <a:pt x="136" y="335"/>
                    <a:pt x="121" y="301"/>
                  </a:cubicBezTo>
                  <a:cubicBezTo>
                    <a:pt x="121" y="301"/>
                    <a:pt x="95" y="241"/>
                    <a:pt x="93" y="235"/>
                  </a:cubicBezTo>
                  <a:cubicBezTo>
                    <a:pt x="91" y="229"/>
                    <a:pt x="92" y="226"/>
                    <a:pt x="96" y="223"/>
                  </a:cubicBezTo>
                  <a:cubicBezTo>
                    <a:pt x="106" y="214"/>
                    <a:pt x="110" y="200"/>
                    <a:pt x="105" y="186"/>
                  </a:cubicBezTo>
                  <a:cubicBezTo>
                    <a:pt x="102" y="178"/>
                    <a:pt x="95" y="172"/>
                    <a:pt x="87" y="169"/>
                  </a:cubicBezTo>
                  <a:cubicBezTo>
                    <a:pt x="81" y="167"/>
                    <a:pt x="81" y="162"/>
                    <a:pt x="81" y="156"/>
                  </a:cubicBezTo>
                  <a:cubicBezTo>
                    <a:pt x="79" y="114"/>
                    <a:pt x="79" y="85"/>
                    <a:pt x="81" y="63"/>
                  </a:cubicBezTo>
                  <a:cubicBezTo>
                    <a:pt x="85" y="34"/>
                    <a:pt x="95" y="7"/>
                    <a:pt x="117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03" y="2"/>
                    <a:pt x="90" y="5"/>
                    <a:pt x="80" y="11"/>
                  </a:cubicBezTo>
                  <a:cubicBezTo>
                    <a:pt x="80" y="12"/>
                    <a:pt x="78" y="12"/>
                    <a:pt x="77" y="12"/>
                  </a:cubicBezTo>
                  <a:cubicBezTo>
                    <a:pt x="67" y="5"/>
                    <a:pt x="55" y="3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62" y="7"/>
                    <a:pt x="72" y="34"/>
                    <a:pt x="76" y="63"/>
                  </a:cubicBezTo>
                  <a:cubicBezTo>
                    <a:pt x="78" y="85"/>
                    <a:pt x="78" y="114"/>
                    <a:pt x="76" y="156"/>
                  </a:cubicBezTo>
                  <a:cubicBezTo>
                    <a:pt x="76" y="162"/>
                    <a:pt x="75" y="167"/>
                    <a:pt x="70" y="169"/>
                  </a:cubicBezTo>
                  <a:cubicBezTo>
                    <a:pt x="62" y="172"/>
                    <a:pt x="55" y="178"/>
                    <a:pt x="52" y="186"/>
                  </a:cubicBezTo>
                  <a:cubicBezTo>
                    <a:pt x="46" y="200"/>
                    <a:pt x="51" y="214"/>
                    <a:pt x="61" y="223"/>
                  </a:cubicBezTo>
                  <a:cubicBezTo>
                    <a:pt x="65" y="226"/>
                    <a:pt x="66" y="229"/>
                    <a:pt x="64" y="235"/>
                  </a:cubicBezTo>
                  <a:cubicBezTo>
                    <a:pt x="62" y="241"/>
                    <a:pt x="35" y="301"/>
                    <a:pt x="35" y="301"/>
                  </a:cubicBezTo>
                  <a:cubicBezTo>
                    <a:pt x="21" y="335"/>
                    <a:pt x="11" y="350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20" y="354"/>
                    <a:pt x="68" y="337"/>
                    <a:pt x="79" y="313"/>
                  </a:cubicBezTo>
                  <a:cubicBezTo>
                    <a:pt x="79" y="313"/>
                    <a:pt x="78" y="313"/>
                    <a:pt x="78" y="313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8" name="Line 2338">
              <a:extLst>
                <a:ext uri="{FF2B5EF4-FFF2-40B4-BE49-F238E27FC236}">
                  <a16:creationId xmlns:a16="http://schemas.microsoft.com/office/drawing/2014/main" id="{42432A1C-D36D-440D-A198-9FE563C8DE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4" y="3029"/>
              <a:ext cx="1" cy="632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99" name="Group 2216">
            <a:extLst>
              <a:ext uri="{FF2B5EF4-FFF2-40B4-BE49-F238E27FC236}">
                <a16:creationId xmlns:a16="http://schemas.microsoft.com/office/drawing/2014/main" id="{2FF82952-4E80-5F5F-BA6C-B85DB52E10DE}"/>
              </a:ext>
            </a:extLst>
          </p:cNvPr>
          <p:cNvGrpSpPr>
            <a:grpSpLocks/>
          </p:cNvGrpSpPr>
          <p:nvPr/>
        </p:nvGrpSpPr>
        <p:grpSpPr bwMode="auto">
          <a:xfrm>
            <a:off x="2686646" y="373626"/>
            <a:ext cx="251460" cy="474478"/>
            <a:chOff x="2675" y="2993"/>
            <a:chExt cx="389" cy="734"/>
          </a:xfrm>
        </p:grpSpPr>
        <p:sp>
          <p:nvSpPr>
            <p:cNvPr id="1600" name="Freeform 2217">
              <a:extLst>
                <a:ext uri="{FF2B5EF4-FFF2-40B4-BE49-F238E27FC236}">
                  <a16:creationId xmlns:a16="http://schemas.microsoft.com/office/drawing/2014/main" id="{AE8492B5-404B-1ACE-98D9-123D4473A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2993"/>
              <a:ext cx="194" cy="734"/>
            </a:xfrm>
            <a:custGeom>
              <a:avLst/>
              <a:gdLst>
                <a:gd name="T0" fmla="*/ 617 w 99"/>
                <a:gd name="T1" fmla="*/ 1851 h 353"/>
                <a:gd name="T2" fmla="*/ 541 w 99"/>
                <a:gd name="T3" fmla="*/ 1526 h 353"/>
                <a:gd name="T4" fmla="*/ 684 w 99"/>
                <a:gd name="T5" fmla="*/ 1366 h 353"/>
                <a:gd name="T6" fmla="*/ 729 w 99"/>
                <a:gd name="T7" fmla="*/ 1250 h 353"/>
                <a:gd name="T8" fmla="*/ 721 w 99"/>
                <a:gd name="T9" fmla="*/ 640 h 353"/>
                <a:gd name="T10" fmla="*/ 300 w 99"/>
                <a:gd name="T11" fmla="*/ 83 h 353"/>
                <a:gd name="T12" fmla="*/ 61 w 99"/>
                <a:gd name="T13" fmla="*/ 909 h 353"/>
                <a:gd name="T14" fmla="*/ 219 w 99"/>
                <a:gd name="T15" fmla="*/ 2624 h 353"/>
                <a:gd name="T16" fmla="*/ 464 w 99"/>
                <a:gd name="T17" fmla="*/ 3173 h 353"/>
                <a:gd name="T18" fmla="*/ 745 w 99"/>
                <a:gd name="T19" fmla="*/ 2697 h 353"/>
                <a:gd name="T20" fmla="*/ 737 w 99"/>
                <a:gd name="T21" fmla="*/ 1988 h 353"/>
                <a:gd name="T22" fmla="*/ 700 w 99"/>
                <a:gd name="T23" fmla="*/ 1907 h 353"/>
                <a:gd name="T24" fmla="*/ 61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82" y="206"/>
                  </a:moveTo>
                  <a:cubicBezTo>
                    <a:pt x="71" y="198"/>
                    <a:pt x="67" y="183"/>
                    <a:pt x="72" y="170"/>
                  </a:cubicBezTo>
                  <a:cubicBezTo>
                    <a:pt x="76" y="161"/>
                    <a:pt x="83" y="155"/>
                    <a:pt x="91" y="152"/>
                  </a:cubicBezTo>
                  <a:cubicBezTo>
                    <a:pt x="96" y="150"/>
                    <a:pt x="96" y="145"/>
                    <a:pt x="97" y="139"/>
                  </a:cubicBezTo>
                  <a:cubicBezTo>
                    <a:pt x="99" y="97"/>
                    <a:pt x="99" y="93"/>
                    <a:pt x="96" y="71"/>
                  </a:cubicBezTo>
                  <a:cubicBezTo>
                    <a:pt x="92" y="33"/>
                    <a:pt x="76" y="0"/>
                    <a:pt x="40" y="9"/>
                  </a:cubicBezTo>
                  <a:cubicBezTo>
                    <a:pt x="5" y="17"/>
                    <a:pt x="0" y="56"/>
                    <a:pt x="8" y="101"/>
                  </a:cubicBezTo>
                  <a:cubicBezTo>
                    <a:pt x="14" y="138"/>
                    <a:pt x="27" y="268"/>
                    <a:pt x="29" y="292"/>
                  </a:cubicBezTo>
                  <a:cubicBezTo>
                    <a:pt x="34" y="343"/>
                    <a:pt x="37" y="353"/>
                    <a:pt x="62" y="353"/>
                  </a:cubicBezTo>
                  <a:cubicBezTo>
                    <a:pt x="87" y="353"/>
                    <a:pt x="99" y="330"/>
                    <a:pt x="99" y="300"/>
                  </a:cubicBezTo>
                  <a:cubicBezTo>
                    <a:pt x="99" y="300"/>
                    <a:pt x="98" y="227"/>
                    <a:pt x="98" y="221"/>
                  </a:cubicBezTo>
                  <a:cubicBezTo>
                    <a:pt x="98" y="216"/>
                    <a:pt x="97" y="214"/>
                    <a:pt x="93" y="212"/>
                  </a:cubicBezTo>
                  <a:cubicBezTo>
                    <a:pt x="93" y="212"/>
                    <a:pt x="87" y="210"/>
                    <a:pt x="82" y="206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1" name="Freeform 2218">
              <a:extLst>
                <a:ext uri="{FF2B5EF4-FFF2-40B4-BE49-F238E27FC236}">
                  <a16:creationId xmlns:a16="http://schemas.microsoft.com/office/drawing/2014/main" id="{EEBEBC00-727D-5EFD-2B10-C658E3FD2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3026"/>
              <a:ext cx="90" cy="684"/>
            </a:xfrm>
            <a:custGeom>
              <a:avLst/>
              <a:gdLst>
                <a:gd name="T0" fmla="*/ 292 w 46"/>
                <a:gd name="T1" fmla="*/ 1759 h 329"/>
                <a:gd name="T2" fmla="*/ 211 w 46"/>
                <a:gd name="T3" fmla="*/ 1707 h 329"/>
                <a:gd name="T4" fmla="*/ 133 w 46"/>
                <a:gd name="T5" fmla="*/ 1349 h 329"/>
                <a:gd name="T6" fmla="*/ 276 w 46"/>
                <a:gd name="T7" fmla="*/ 1185 h 329"/>
                <a:gd name="T8" fmla="*/ 321 w 46"/>
                <a:gd name="T9" fmla="*/ 1069 h 329"/>
                <a:gd name="T10" fmla="*/ 321 w 46"/>
                <a:gd name="T11" fmla="*/ 493 h 329"/>
                <a:gd name="T12" fmla="*/ 119 w 46"/>
                <a:gd name="T13" fmla="*/ 0 h 329"/>
                <a:gd name="T14" fmla="*/ 219 w 46"/>
                <a:gd name="T15" fmla="*/ 393 h 329"/>
                <a:gd name="T16" fmla="*/ 219 w 46"/>
                <a:gd name="T17" fmla="*/ 998 h 329"/>
                <a:gd name="T18" fmla="*/ 149 w 46"/>
                <a:gd name="T19" fmla="*/ 1158 h 329"/>
                <a:gd name="T20" fmla="*/ 45 w 46"/>
                <a:gd name="T21" fmla="*/ 1349 h 329"/>
                <a:gd name="T22" fmla="*/ 112 w 46"/>
                <a:gd name="T23" fmla="*/ 1734 h 329"/>
                <a:gd name="T24" fmla="*/ 268 w 46"/>
                <a:gd name="T25" fmla="*/ 2499 h 329"/>
                <a:gd name="T26" fmla="*/ 233 w 46"/>
                <a:gd name="T27" fmla="*/ 2956 h 329"/>
                <a:gd name="T28" fmla="*/ 344 w 46"/>
                <a:gd name="T29" fmla="*/ 2551 h 329"/>
                <a:gd name="T30" fmla="*/ 329 w 46"/>
                <a:gd name="T31" fmla="*/ 1842 h 329"/>
                <a:gd name="T32" fmla="*/ 292 w 46"/>
                <a:gd name="T33" fmla="*/ 1759 h 3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6" h="329">
                  <a:moveTo>
                    <a:pt x="39" y="196"/>
                  </a:moveTo>
                  <a:cubicBezTo>
                    <a:pt x="39" y="196"/>
                    <a:pt x="33" y="194"/>
                    <a:pt x="28" y="190"/>
                  </a:cubicBezTo>
                  <a:cubicBezTo>
                    <a:pt x="17" y="182"/>
                    <a:pt x="13" y="163"/>
                    <a:pt x="18" y="150"/>
                  </a:cubicBezTo>
                  <a:cubicBezTo>
                    <a:pt x="22" y="142"/>
                    <a:pt x="29" y="135"/>
                    <a:pt x="37" y="132"/>
                  </a:cubicBezTo>
                  <a:cubicBezTo>
                    <a:pt x="42" y="130"/>
                    <a:pt x="42" y="125"/>
                    <a:pt x="43" y="119"/>
                  </a:cubicBezTo>
                  <a:cubicBezTo>
                    <a:pt x="45" y="77"/>
                    <a:pt x="46" y="77"/>
                    <a:pt x="43" y="55"/>
                  </a:cubicBezTo>
                  <a:cubicBezTo>
                    <a:pt x="41" y="30"/>
                    <a:pt x="31" y="10"/>
                    <a:pt x="16" y="0"/>
                  </a:cubicBezTo>
                  <a:cubicBezTo>
                    <a:pt x="23" y="11"/>
                    <a:pt x="27" y="25"/>
                    <a:pt x="29" y="44"/>
                  </a:cubicBezTo>
                  <a:cubicBezTo>
                    <a:pt x="32" y="66"/>
                    <a:pt x="31" y="68"/>
                    <a:pt x="29" y="111"/>
                  </a:cubicBezTo>
                  <a:cubicBezTo>
                    <a:pt x="29" y="117"/>
                    <a:pt x="26" y="124"/>
                    <a:pt x="20" y="129"/>
                  </a:cubicBezTo>
                  <a:cubicBezTo>
                    <a:pt x="13" y="135"/>
                    <a:pt x="9" y="141"/>
                    <a:pt x="6" y="150"/>
                  </a:cubicBezTo>
                  <a:cubicBezTo>
                    <a:pt x="0" y="163"/>
                    <a:pt x="3" y="183"/>
                    <a:pt x="15" y="193"/>
                  </a:cubicBezTo>
                  <a:cubicBezTo>
                    <a:pt x="35" y="211"/>
                    <a:pt x="36" y="278"/>
                    <a:pt x="36" y="278"/>
                  </a:cubicBezTo>
                  <a:cubicBezTo>
                    <a:pt x="36" y="303"/>
                    <a:pt x="39" y="308"/>
                    <a:pt x="31" y="329"/>
                  </a:cubicBezTo>
                  <a:cubicBezTo>
                    <a:pt x="41" y="320"/>
                    <a:pt x="46" y="303"/>
                    <a:pt x="46" y="284"/>
                  </a:cubicBezTo>
                  <a:cubicBezTo>
                    <a:pt x="46" y="284"/>
                    <a:pt x="44" y="211"/>
                    <a:pt x="44" y="205"/>
                  </a:cubicBezTo>
                  <a:cubicBezTo>
                    <a:pt x="44" y="200"/>
                    <a:pt x="43" y="198"/>
                    <a:pt x="39" y="19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2" name="Freeform 2219">
              <a:extLst>
                <a:ext uri="{FF2B5EF4-FFF2-40B4-BE49-F238E27FC236}">
                  <a16:creationId xmlns:a16="http://schemas.microsoft.com/office/drawing/2014/main" id="{70C2C287-6942-5CAF-9D85-1458DC954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3009"/>
              <a:ext cx="133" cy="708"/>
            </a:xfrm>
            <a:custGeom>
              <a:avLst/>
              <a:gdLst>
                <a:gd name="T0" fmla="*/ 260 w 68"/>
                <a:gd name="T1" fmla="*/ 2584 h 340"/>
                <a:gd name="T2" fmla="*/ 203 w 68"/>
                <a:gd name="T3" fmla="*/ 877 h 340"/>
                <a:gd name="T4" fmla="*/ 405 w 68"/>
                <a:gd name="T5" fmla="*/ 44 h 340"/>
                <a:gd name="T6" fmla="*/ 405 w 68"/>
                <a:gd name="T7" fmla="*/ 44 h 340"/>
                <a:gd name="T8" fmla="*/ 260 w 68"/>
                <a:gd name="T9" fmla="*/ 44 h 340"/>
                <a:gd name="T10" fmla="*/ 61 w 68"/>
                <a:gd name="T11" fmla="*/ 877 h 340"/>
                <a:gd name="T12" fmla="*/ 211 w 68"/>
                <a:gd name="T13" fmla="*/ 2511 h 340"/>
                <a:gd name="T14" fmla="*/ 448 w 68"/>
                <a:gd name="T15" fmla="*/ 3069 h 340"/>
                <a:gd name="T16" fmla="*/ 509 w 68"/>
                <a:gd name="T17" fmla="*/ 3061 h 340"/>
                <a:gd name="T18" fmla="*/ 260 w 68"/>
                <a:gd name="T19" fmla="*/ 2584 h 3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340">
                  <a:moveTo>
                    <a:pt x="35" y="286"/>
                  </a:moveTo>
                  <a:cubicBezTo>
                    <a:pt x="33" y="263"/>
                    <a:pt x="33" y="133"/>
                    <a:pt x="27" y="97"/>
                  </a:cubicBezTo>
                  <a:cubicBezTo>
                    <a:pt x="19" y="54"/>
                    <a:pt x="14" y="0"/>
                    <a:pt x="54" y="5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49" y="3"/>
                    <a:pt x="42" y="3"/>
                    <a:pt x="35" y="5"/>
                  </a:cubicBezTo>
                  <a:cubicBezTo>
                    <a:pt x="1" y="13"/>
                    <a:pt x="0" y="54"/>
                    <a:pt x="8" y="97"/>
                  </a:cubicBezTo>
                  <a:cubicBezTo>
                    <a:pt x="14" y="133"/>
                    <a:pt x="26" y="256"/>
                    <a:pt x="28" y="278"/>
                  </a:cubicBezTo>
                  <a:cubicBezTo>
                    <a:pt x="33" y="327"/>
                    <a:pt x="36" y="340"/>
                    <a:pt x="60" y="340"/>
                  </a:cubicBezTo>
                  <a:cubicBezTo>
                    <a:pt x="63" y="340"/>
                    <a:pt x="65" y="340"/>
                    <a:pt x="68" y="339"/>
                  </a:cubicBezTo>
                  <a:cubicBezTo>
                    <a:pt x="54" y="336"/>
                    <a:pt x="39" y="326"/>
                    <a:pt x="35" y="28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3" name="Freeform 2220">
              <a:extLst>
                <a:ext uri="{FF2B5EF4-FFF2-40B4-BE49-F238E27FC236}">
                  <a16:creationId xmlns:a16="http://schemas.microsoft.com/office/drawing/2014/main" id="{21249CFF-F860-5594-A112-24EA56EE6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3020"/>
              <a:ext cx="68" cy="568"/>
            </a:xfrm>
            <a:custGeom>
              <a:avLst/>
              <a:gdLst>
                <a:gd name="T0" fmla="*/ 204 w 35"/>
                <a:gd name="T1" fmla="*/ 2459 h 273"/>
                <a:gd name="T2" fmla="*/ 60 w 35"/>
                <a:gd name="T3" fmla="*/ 826 h 273"/>
                <a:gd name="T4" fmla="*/ 256 w 35"/>
                <a:gd name="T5" fmla="*/ 0 h 273"/>
                <a:gd name="T6" fmla="*/ 72 w 35"/>
                <a:gd name="T7" fmla="*/ 485 h 273"/>
                <a:gd name="T8" fmla="*/ 204 w 35"/>
                <a:gd name="T9" fmla="*/ 2459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3">
                  <a:moveTo>
                    <a:pt x="28" y="273"/>
                  </a:moveTo>
                  <a:cubicBezTo>
                    <a:pt x="26" y="251"/>
                    <a:pt x="14" y="128"/>
                    <a:pt x="8" y="92"/>
                  </a:cubicBezTo>
                  <a:cubicBezTo>
                    <a:pt x="0" y="49"/>
                    <a:pt x="1" y="8"/>
                    <a:pt x="35" y="0"/>
                  </a:cubicBezTo>
                  <a:cubicBezTo>
                    <a:pt x="23" y="6"/>
                    <a:pt x="10" y="22"/>
                    <a:pt x="10" y="54"/>
                  </a:cubicBezTo>
                  <a:cubicBezTo>
                    <a:pt x="10" y="87"/>
                    <a:pt x="28" y="212"/>
                    <a:pt x="28" y="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4" name="Freeform 2221">
              <a:extLst>
                <a:ext uri="{FF2B5EF4-FFF2-40B4-BE49-F238E27FC236}">
                  <a16:creationId xmlns:a16="http://schemas.microsoft.com/office/drawing/2014/main" id="{5CEC3E9D-176B-2C1E-7CC5-63145B758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993"/>
              <a:ext cx="194" cy="734"/>
            </a:xfrm>
            <a:custGeom>
              <a:avLst/>
              <a:gdLst>
                <a:gd name="T0" fmla="*/ 127 w 99"/>
                <a:gd name="T1" fmla="*/ 1851 h 353"/>
                <a:gd name="T2" fmla="*/ 196 w 99"/>
                <a:gd name="T3" fmla="*/ 1526 h 353"/>
                <a:gd name="T4" fmla="*/ 61 w 99"/>
                <a:gd name="T5" fmla="*/ 1366 h 353"/>
                <a:gd name="T6" fmla="*/ 16 w 99"/>
                <a:gd name="T7" fmla="*/ 1250 h 353"/>
                <a:gd name="T8" fmla="*/ 16 w 99"/>
                <a:gd name="T9" fmla="*/ 640 h 353"/>
                <a:gd name="T10" fmla="*/ 437 w 99"/>
                <a:gd name="T11" fmla="*/ 83 h 353"/>
                <a:gd name="T12" fmla="*/ 676 w 99"/>
                <a:gd name="T13" fmla="*/ 909 h 353"/>
                <a:gd name="T14" fmla="*/ 519 w 99"/>
                <a:gd name="T15" fmla="*/ 2624 h 353"/>
                <a:gd name="T16" fmla="*/ 272 w 99"/>
                <a:gd name="T17" fmla="*/ 3173 h 353"/>
                <a:gd name="T18" fmla="*/ 0 w 99"/>
                <a:gd name="T19" fmla="*/ 2697 h 353"/>
                <a:gd name="T20" fmla="*/ 0 w 99"/>
                <a:gd name="T21" fmla="*/ 1988 h 353"/>
                <a:gd name="T22" fmla="*/ 39 w 99"/>
                <a:gd name="T23" fmla="*/ 1907 h 353"/>
                <a:gd name="T24" fmla="*/ 12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17" y="206"/>
                  </a:moveTo>
                  <a:cubicBezTo>
                    <a:pt x="27" y="198"/>
                    <a:pt x="32" y="183"/>
                    <a:pt x="26" y="170"/>
                  </a:cubicBezTo>
                  <a:cubicBezTo>
                    <a:pt x="23" y="161"/>
                    <a:pt x="16" y="155"/>
                    <a:pt x="8" y="152"/>
                  </a:cubicBezTo>
                  <a:cubicBezTo>
                    <a:pt x="2" y="150"/>
                    <a:pt x="2" y="145"/>
                    <a:pt x="2" y="139"/>
                  </a:cubicBezTo>
                  <a:cubicBezTo>
                    <a:pt x="0" y="97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7"/>
                    <a:pt x="99" y="56"/>
                    <a:pt x="90" y="101"/>
                  </a:cubicBezTo>
                  <a:cubicBezTo>
                    <a:pt x="84" y="138"/>
                    <a:pt x="72" y="268"/>
                    <a:pt x="69" y="292"/>
                  </a:cubicBezTo>
                  <a:cubicBezTo>
                    <a:pt x="64" y="343"/>
                    <a:pt x="61" y="353"/>
                    <a:pt x="36" y="353"/>
                  </a:cubicBezTo>
                  <a:cubicBezTo>
                    <a:pt x="12" y="353"/>
                    <a:pt x="0" y="330"/>
                    <a:pt x="0" y="300"/>
                  </a:cubicBezTo>
                  <a:cubicBezTo>
                    <a:pt x="0" y="300"/>
                    <a:pt x="0" y="227"/>
                    <a:pt x="0" y="221"/>
                  </a:cubicBezTo>
                  <a:cubicBezTo>
                    <a:pt x="0" y="216"/>
                    <a:pt x="2" y="214"/>
                    <a:pt x="5" y="212"/>
                  </a:cubicBezTo>
                  <a:cubicBezTo>
                    <a:pt x="6" y="212"/>
                    <a:pt x="12" y="210"/>
                    <a:pt x="17" y="206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5" name="Freeform 2222">
              <a:extLst>
                <a:ext uri="{FF2B5EF4-FFF2-40B4-BE49-F238E27FC236}">
                  <a16:creationId xmlns:a16="http://schemas.microsoft.com/office/drawing/2014/main" id="{AD0798FD-A55E-6900-15D9-DC40E2F73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11"/>
              <a:ext cx="149" cy="712"/>
            </a:xfrm>
            <a:custGeom>
              <a:avLst/>
              <a:gdLst>
                <a:gd name="T0" fmla="*/ 323 w 76"/>
                <a:gd name="T1" fmla="*/ 2869 h 342"/>
                <a:gd name="T2" fmla="*/ 308 w 76"/>
                <a:gd name="T3" fmla="*/ 2817 h 342"/>
                <a:gd name="T4" fmla="*/ 308 w 76"/>
                <a:gd name="T5" fmla="*/ 2817 h 342"/>
                <a:gd name="T6" fmla="*/ 292 w 76"/>
                <a:gd name="T7" fmla="*/ 2696 h 342"/>
                <a:gd name="T8" fmla="*/ 292 w 76"/>
                <a:gd name="T9" fmla="*/ 2688 h 342"/>
                <a:gd name="T10" fmla="*/ 292 w 76"/>
                <a:gd name="T11" fmla="*/ 2627 h 342"/>
                <a:gd name="T12" fmla="*/ 292 w 76"/>
                <a:gd name="T13" fmla="*/ 2146 h 342"/>
                <a:gd name="T14" fmla="*/ 292 w 76"/>
                <a:gd name="T15" fmla="*/ 1911 h 342"/>
                <a:gd name="T16" fmla="*/ 331 w 76"/>
                <a:gd name="T17" fmla="*/ 1834 h 342"/>
                <a:gd name="T18" fmla="*/ 423 w 76"/>
                <a:gd name="T19" fmla="*/ 1778 h 342"/>
                <a:gd name="T20" fmla="*/ 488 w 76"/>
                <a:gd name="T21" fmla="*/ 1451 h 342"/>
                <a:gd name="T22" fmla="*/ 353 w 76"/>
                <a:gd name="T23" fmla="*/ 1291 h 342"/>
                <a:gd name="T24" fmla="*/ 308 w 76"/>
                <a:gd name="T25" fmla="*/ 1174 h 342"/>
                <a:gd name="T26" fmla="*/ 308 w 76"/>
                <a:gd name="T27" fmla="*/ 560 h 342"/>
                <a:gd name="T28" fmla="*/ 572 w 76"/>
                <a:gd name="T29" fmla="*/ 0 h 342"/>
                <a:gd name="T30" fmla="*/ 300 w 76"/>
                <a:gd name="T31" fmla="*/ 100 h 342"/>
                <a:gd name="T32" fmla="*/ 280 w 76"/>
                <a:gd name="T33" fmla="*/ 100 h 342"/>
                <a:gd name="T34" fmla="*/ 0 w 76"/>
                <a:gd name="T35" fmla="*/ 0 h 342"/>
                <a:gd name="T36" fmla="*/ 265 w 76"/>
                <a:gd name="T37" fmla="*/ 560 h 342"/>
                <a:gd name="T38" fmla="*/ 273 w 76"/>
                <a:gd name="T39" fmla="*/ 1174 h 342"/>
                <a:gd name="T40" fmla="*/ 227 w 76"/>
                <a:gd name="T41" fmla="*/ 1291 h 342"/>
                <a:gd name="T42" fmla="*/ 84 w 76"/>
                <a:gd name="T43" fmla="*/ 1451 h 342"/>
                <a:gd name="T44" fmla="*/ 157 w 76"/>
                <a:gd name="T45" fmla="*/ 1778 h 342"/>
                <a:gd name="T46" fmla="*/ 243 w 76"/>
                <a:gd name="T47" fmla="*/ 1834 h 342"/>
                <a:gd name="T48" fmla="*/ 280 w 76"/>
                <a:gd name="T49" fmla="*/ 1911 h 342"/>
                <a:gd name="T50" fmla="*/ 280 w 76"/>
                <a:gd name="T51" fmla="*/ 2146 h 342"/>
                <a:gd name="T52" fmla="*/ 288 w 76"/>
                <a:gd name="T53" fmla="*/ 2627 h 342"/>
                <a:gd name="T54" fmla="*/ 280 w 76"/>
                <a:gd name="T55" fmla="*/ 2688 h 342"/>
                <a:gd name="T56" fmla="*/ 280 w 76"/>
                <a:gd name="T57" fmla="*/ 2696 h 342"/>
                <a:gd name="T58" fmla="*/ 273 w 76"/>
                <a:gd name="T59" fmla="*/ 2761 h 342"/>
                <a:gd name="T60" fmla="*/ 273 w 76"/>
                <a:gd name="T61" fmla="*/ 2769 h 342"/>
                <a:gd name="T62" fmla="*/ 249 w 76"/>
                <a:gd name="T63" fmla="*/ 2877 h 342"/>
                <a:gd name="T64" fmla="*/ 84 w 76"/>
                <a:gd name="T65" fmla="*/ 3085 h 342"/>
                <a:gd name="T66" fmla="*/ 84 w 76"/>
                <a:gd name="T67" fmla="*/ 3085 h 342"/>
                <a:gd name="T68" fmla="*/ 84 w 76"/>
                <a:gd name="T69" fmla="*/ 3085 h 342"/>
                <a:gd name="T70" fmla="*/ 84 w 76"/>
                <a:gd name="T71" fmla="*/ 3085 h 342"/>
                <a:gd name="T72" fmla="*/ 84 w 76"/>
                <a:gd name="T73" fmla="*/ 3085 h 342"/>
                <a:gd name="T74" fmla="*/ 257 w 76"/>
                <a:gd name="T75" fmla="*/ 3052 h 342"/>
                <a:gd name="T76" fmla="*/ 280 w 76"/>
                <a:gd name="T77" fmla="*/ 3052 h 342"/>
                <a:gd name="T78" fmla="*/ 288 w 76"/>
                <a:gd name="T79" fmla="*/ 3052 h 342"/>
                <a:gd name="T80" fmla="*/ 300 w 76"/>
                <a:gd name="T81" fmla="*/ 3052 h 342"/>
                <a:gd name="T82" fmla="*/ 323 w 76"/>
                <a:gd name="T83" fmla="*/ 3052 h 342"/>
                <a:gd name="T84" fmla="*/ 488 w 76"/>
                <a:gd name="T85" fmla="*/ 3085 h 342"/>
                <a:gd name="T86" fmla="*/ 488 w 76"/>
                <a:gd name="T87" fmla="*/ 3085 h 342"/>
                <a:gd name="T88" fmla="*/ 488 w 76"/>
                <a:gd name="T89" fmla="*/ 3085 h 342"/>
                <a:gd name="T90" fmla="*/ 496 w 76"/>
                <a:gd name="T91" fmla="*/ 3085 h 342"/>
                <a:gd name="T92" fmla="*/ 496 w 76"/>
                <a:gd name="T93" fmla="*/ 3085 h 342"/>
                <a:gd name="T94" fmla="*/ 323 w 76"/>
                <a:gd name="T95" fmla="*/ 2869 h 34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6" h="342">
                  <a:moveTo>
                    <a:pt x="43" y="318"/>
                  </a:moveTo>
                  <a:cubicBezTo>
                    <a:pt x="42" y="316"/>
                    <a:pt x="42" y="314"/>
                    <a:pt x="41" y="312"/>
                  </a:cubicBezTo>
                  <a:cubicBezTo>
                    <a:pt x="41" y="312"/>
                    <a:pt x="41" y="312"/>
                    <a:pt x="41" y="312"/>
                  </a:cubicBezTo>
                  <a:cubicBezTo>
                    <a:pt x="40" y="308"/>
                    <a:pt x="40" y="303"/>
                    <a:pt x="39" y="299"/>
                  </a:cubicBezTo>
                  <a:cubicBezTo>
                    <a:pt x="39" y="298"/>
                    <a:pt x="39" y="298"/>
                    <a:pt x="39" y="298"/>
                  </a:cubicBezTo>
                  <a:cubicBezTo>
                    <a:pt x="39" y="295"/>
                    <a:pt x="39" y="293"/>
                    <a:pt x="39" y="291"/>
                  </a:cubicBezTo>
                  <a:cubicBezTo>
                    <a:pt x="39" y="291"/>
                    <a:pt x="39" y="268"/>
                    <a:pt x="39" y="238"/>
                  </a:cubicBezTo>
                  <a:cubicBezTo>
                    <a:pt x="39" y="212"/>
                    <a:pt x="39" y="212"/>
                    <a:pt x="39" y="212"/>
                  </a:cubicBezTo>
                  <a:cubicBezTo>
                    <a:pt x="39" y="207"/>
                    <a:pt x="41" y="205"/>
                    <a:pt x="44" y="203"/>
                  </a:cubicBezTo>
                  <a:cubicBezTo>
                    <a:pt x="45" y="203"/>
                    <a:pt x="51" y="201"/>
                    <a:pt x="56" y="197"/>
                  </a:cubicBezTo>
                  <a:cubicBezTo>
                    <a:pt x="66" y="189"/>
                    <a:pt x="71" y="174"/>
                    <a:pt x="65" y="161"/>
                  </a:cubicBezTo>
                  <a:cubicBezTo>
                    <a:pt x="62" y="152"/>
                    <a:pt x="55" y="146"/>
                    <a:pt x="47" y="143"/>
                  </a:cubicBezTo>
                  <a:cubicBezTo>
                    <a:pt x="41" y="141"/>
                    <a:pt x="41" y="136"/>
                    <a:pt x="41" y="130"/>
                  </a:cubicBezTo>
                  <a:cubicBezTo>
                    <a:pt x="39" y="88"/>
                    <a:pt x="39" y="84"/>
                    <a:pt x="41" y="62"/>
                  </a:cubicBezTo>
                  <a:cubicBezTo>
                    <a:pt x="45" y="33"/>
                    <a:pt x="55" y="6"/>
                    <a:pt x="76" y="0"/>
                  </a:cubicBezTo>
                  <a:cubicBezTo>
                    <a:pt x="62" y="2"/>
                    <a:pt x="50" y="4"/>
                    <a:pt x="40" y="11"/>
                  </a:cubicBezTo>
                  <a:cubicBezTo>
                    <a:pt x="39" y="12"/>
                    <a:pt x="38" y="11"/>
                    <a:pt x="37" y="11"/>
                  </a:cubicBezTo>
                  <a:cubicBezTo>
                    <a:pt x="27" y="4"/>
                    <a:pt x="15" y="2"/>
                    <a:pt x="0" y="0"/>
                  </a:cubicBezTo>
                  <a:cubicBezTo>
                    <a:pt x="22" y="6"/>
                    <a:pt x="32" y="33"/>
                    <a:pt x="35" y="62"/>
                  </a:cubicBezTo>
                  <a:cubicBezTo>
                    <a:pt x="38" y="84"/>
                    <a:pt x="38" y="88"/>
                    <a:pt x="36" y="130"/>
                  </a:cubicBezTo>
                  <a:cubicBezTo>
                    <a:pt x="35" y="136"/>
                    <a:pt x="35" y="141"/>
                    <a:pt x="30" y="143"/>
                  </a:cubicBezTo>
                  <a:cubicBezTo>
                    <a:pt x="22" y="146"/>
                    <a:pt x="15" y="152"/>
                    <a:pt x="11" y="161"/>
                  </a:cubicBezTo>
                  <a:cubicBezTo>
                    <a:pt x="6" y="174"/>
                    <a:pt x="10" y="189"/>
                    <a:pt x="21" y="197"/>
                  </a:cubicBezTo>
                  <a:cubicBezTo>
                    <a:pt x="26" y="201"/>
                    <a:pt x="32" y="203"/>
                    <a:pt x="32" y="203"/>
                  </a:cubicBezTo>
                  <a:cubicBezTo>
                    <a:pt x="36" y="205"/>
                    <a:pt x="37" y="207"/>
                    <a:pt x="37" y="212"/>
                  </a:cubicBezTo>
                  <a:cubicBezTo>
                    <a:pt x="37" y="238"/>
                    <a:pt x="37" y="238"/>
                    <a:pt x="37" y="238"/>
                  </a:cubicBezTo>
                  <a:cubicBezTo>
                    <a:pt x="37" y="268"/>
                    <a:pt x="38" y="291"/>
                    <a:pt x="38" y="291"/>
                  </a:cubicBezTo>
                  <a:cubicBezTo>
                    <a:pt x="38" y="293"/>
                    <a:pt x="37" y="296"/>
                    <a:pt x="37" y="298"/>
                  </a:cubicBezTo>
                  <a:cubicBezTo>
                    <a:pt x="37" y="298"/>
                    <a:pt x="37" y="299"/>
                    <a:pt x="37" y="299"/>
                  </a:cubicBezTo>
                  <a:cubicBezTo>
                    <a:pt x="37" y="301"/>
                    <a:pt x="37" y="304"/>
                    <a:pt x="36" y="306"/>
                  </a:cubicBezTo>
                  <a:cubicBezTo>
                    <a:pt x="36" y="306"/>
                    <a:pt x="36" y="306"/>
                    <a:pt x="36" y="307"/>
                  </a:cubicBezTo>
                  <a:cubicBezTo>
                    <a:pt x="36" y="311"/>
                    <a:pt x="34" y="315"/>
                    <a:pt x="33" y="319"/>
                  </a:cubicBezTo>
                  <a:cubicBezTo>
                    <a:pt x="29" y="331"/>
                    <a:pt x="22" y="339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8" y="341"/>
                    <a:pt x="26" y="339"/>
                    <a:pt x="34" y="338"/>
                  </a:cubicBezTo>
                  <a:cubicBezTo>
                    <a:pt x="35" y="338"/>
                    <a:pt x="36" y="338"/>
                    <a:pt x="37" y="338"/>
                  </a:cubicBezTo>
                  <a:cubicBezTo>
                    <a:pt x="37" y="338"/>
                    <a:pt x="38" y="338"/>
                    <a:pt x="38" y="338"/>
                  </a:cubicBezTo>
                  <a:cubicBezTo>
                    <a:pt x="39" y="338"/>
                    <a:pt x="39" y="338"/>
                    <a:pt x="40" y="338"/>
                  </a:cubicBezTo>
                  <a:cubicBezTo>
                    <a:pt x="41" y="338"/>
                    <a:pt x="42" y="338"/>
                    <a:pt x="43" y="338"/>
                  </a:cubicBezTo>
                  <a:cubicBezTo>
                    <a:pt x="51" y="339"/>
                    <a:pt x="59" y="341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55" y="339"/>
                    <a:pt x="47" y="330"/>
                    <a:pt x="43" y="31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6" name="Freeform 2223">
              <a:extLst>
                <a:ext uri="{FF2B5EF4-FFF2-40B4-BE49-F238E27FC236}">
                  <a16:creationId xmlns:a16="http://schemas.microsoft.com/office/drawing/2014/main" id="{C5DB2E41-8AAA-73D6-DA1D-C803AC788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3284"/>
              <a:ext cx="69" cy="343"/>
            </a:xfrm>
            <a:custGeom>
              <a:avLst/>
              <a:gdLst>
                <a:gd name="T0" fmla="*/ 260 w 35"/>
                <a:gd name="T1" fmla="*/ 1482 h 165"/>
                <a:gd name="T2" fmla="*/ 268 w 35"/>
                <a:gd name="T3" fmla="*/ 748 h 165"/>
                <a:gd name="T4" fmla="*/ 213 w 35"/>
                <a:gd name="T5" fmla="*/ 649 h 165"/>
                <a:gd name="T6" fmla="*/ 39 w 35"/>
                <a:gd name="T7" fmla="*/ 349 h 165"/>
                <a:gd name="T8" fmla="*/ 124 w 35"/>
                <a:gd name="T9" fmla="*/ 143 h 165"/>
                <a:gd name="T10" fmla="*/ 237 w 35"/>
                <a:gd name="T11" fmla="*/ 0 h 165"/>
                <a:gd name="T12" fmla="*/ 85 w 35"/>
                <a:gd name="T13" fmla="*/ 133 h 165"/>
                <a:gd name="T14" fmla="*/ 0 w 35"/>
                <a:gd name="T15" fmla="*/ 360 h 165"/>
                <a:gd name="T16" fmla="*/ 136 w 35"/>
                <a:gd name="T17" fmla="*/ 649 h 165"/>
                <a:gd name="T18" fmla="*/ 252 w 35"/>
                <a:gd name="T19" fmla="*/ 800 h 165"/>
                <a:gd name="T20" fmla="*/ 260 w 35"/>
                <a:gd name="T21" fmla="*/ 1482 h 1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5" h="165">
                  <a:moveTo>
                    <a:pt x="34" y="165"/>
                  </a:moveTo>
                  <a:cubicBezTo>
                    <a:pt x="34" y="165"/>
                    <a:pt x="35" y="89"/>
                    <a:pt x="35" y="83"/>
                  </a:cubicBezTo>
                  <a:cubicBezTo>
                    <a:pt x="35" y="77"/>
                    <a:pt x="33" y="74"/>
                    <a:pt x="28" y="72"/>
                  </a:cubicBezTo>
                  <a:cubicBezTo>
                    <a:pt x="15" y="69"/>
                    <a:pt x="5" y="53"/>
                    <a:pt x="5" y="39"/>
                  </a:cubicBezTo>
                  <a:cubicBezTo>
                    <a:pt x="5" y="30"/>
                    <a:pt x="9" y="21"/>
                    <a:pt x="16" y="16"/>
                  </a:cubicBezTo>
                  <a:cubicBezTo>
                    <a:pt x="20" y="12"/>
                    <a:pt x="33" y="6"/>
                    <a:pt x="31" y="0"/>
                  </a:cubicBezTo>
                  <a:cubicBezTo>
                    <a:pt x="31" y="3"/>
                    <a:pt x="17" y="8"/>
                    <a:pt x="11" y="15"/>
                  </a:cubicBezTo>
                  <a:cubicBezTo>
                    <a:pt x="4" y="22"/>
                    <a:pt x="0" y="29"/>
                    <a:pt x="0" y="40"/>
                  </a:cubicBezTo>
                  <a:cubicBezTo>
                    <a:pt x="0" y="51"/>
                    <a:pt x="8" y="67"/>
                    <a:pt x="18" y="72"/>
                  </a:cubicBezTo>
                  <a:cubicBezTo>
                    <a:pt x="29" y="77"/>
                    <a:pt x="32" y="81"/>
                    <a:pt x="33" y="89"/>
                  </a:cubicBezTo>
                  <a:cubicBezTo>
                    <a:pt x="34" y="97"/>
                    <a:pt x="34" y="165"/>
                    <a:pt x="34" y="165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7" name="Freeform 2224">
              <a:extLst>
                <a:ext uri="{FF2B5EF4-FFF2-40B4-BE49-F238E27FC236}">
                  <a16:creationId xmlns:a16="http://schemas.microsoft.com/office/drawing/2014/main" id="{AF07EFEF-82BA-94FE-9BF1-EB1E7611B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3026"/>
              <a:ext cx="88" cy="684"/>
            </a:xfrm>
            <a:custGeom>
              <a:avLst/>
              <a:gdLst>
                <a:gd name="T0" fmla="*/ 45 w 45"/>
                <a:gd name="T1" fmla="*/ 1759 h 329"/>
                <a:gd name="T2" fmla="*/ 133 w 45"/>
                <a:gd name="T3" fmla="*/ 1707 h 329"/>
                <a:gd name="T4" fmla="*/ 203 w 45"/>
                <a:gd name="T5" fmla="*/ 1349 h 329"/>
                <a:gd name="T6" fmla="*/ 68 w 45"/>
                <a:gd name="T7" fmla="*/ 1185 h 329"/>
                <a:gd name="T8" fmla="*/ 23 w 45"/>
                <a:gd name="T9" fmla="*/ 1069 h 329"/>
                <a:gd name="T10" fmla="*/ 16 w 45"/>
                <a:gd name="T11" fmla="*/ 493 h 329"/>
                <a:gd name="T12" fmla="*/ 225 w 45"/>
                <a:gd name="T13" fmla="*/ 0 h 329"/>
                <a:gd name="T14" fmla="*/ 127 w 45"/>
                <a:gd name="T15" fmla="*/ 393 h 329"/>
                <a:gd name="T16" fmla="*/ 127 w 45"/>
                <a:gd name="T17" fmla="*/ 998 h 329"/>
                <a:gd name="T18" fmla="*/ 196 w 45"/>
                <a:gd name="T19" fmla="*/ 1158 h 329"/>
                <a:gd name="T20" fmla="*/ 299 w 45"/>
                <a:gd name="T21" fmla="*/ 1349 h 329"/>
                <a:gd name="T22" fmla="*/ 225 w 45"/>
                <a:gd name="T23" fmla="*/ 1734 h 329"/>
                <a:gd name="T24" fmla="*/ 68 w 45"/>
                <a:gd name="T25" fmla="*/ 2499 h 329"/>
                <a:gd name="T26" fmla="*/ 111 w 45"/>
                <a:gd name="T27" fmla="*/ 2956 h 329"/>
                <a:gd name="T28" fmla="*/ 0 w 45"/>
                <a:gd name="T29" fmla="*/ 2551 h 329"/>
                <a:gd name="T30" fmla="*/ 8 w 45"/>
                <a:gd name="T31" fmla="*/ 1842 h 329"/>
                <a:gd name="T32" fmla="*/ 45 w 45"/>
                <a:gd name="T33" fmla="*/ 1759 h 3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" h="329">
                  <a:moveTo>
                    <a:pt x="6" y="196"/>
                  </a:moveTo>
                  <a:cubicBezTo>
                    <a:pt x="7" y="196"/>
                    <a:pt x="13" y="194"/>
                    <a:pt x="18" y="190"/>
                  </a:cubicBezTo>
                  <a:cubicBezTo>
                    <a:pt x="29" y="182"/>
                    <a:pt x="33" y="163"/>
                    <a:pt x="27" y="150"/>
                  </a:cubicBezTo>
                  <a:cubicBezTo>
                    <a:pt x="24" y="142"/>
                    <a:pt x="17" y="135"/>
                    <a:pt x="9" y="132"/>
                  </a:cubicBezTo>
                  <a:cubicBezTo>
                    <a:pt x="4" y="130"/>
                    <a:pt x="3" y="125"/>
                    <a:pt x="3" y="119"/>
                  </a:cubicBezTo>
                  <a:cubicBezTo>
                    <a:pt x="1" y="77"/>
                    <a:pt x="0" y="77"/>
                    <a:pt x="2" y="55"/>
                  </a:cubicBezTo>
                  <a:cubicBezTo>
                    <a:pt x="5" y="30"/>
                    <a:pt x="14" y="10"/>
                    <a:pt x="30" y="0"/>
                  </a:cubicBezTo>
                  <a:cubicBezTo>
                    <a:pt x="23" y="11"/>
                    <a:pt x="19" y="25"/>
                    <a:pt x="17" y="44"/>
                  </a:cubicBezTo>
                  <a:cubicBezTo>
                    <a:pt x="14" y="66"/>
                    <a:pt x="15" y="68"/>
                    <a:pt x="17" y="111"/>
                  </a:cubicBezTo>
                  <a:cubicBezTo>
                    <a:pt x="17" y="117"/>
                    <a:pt x="20" y="124"/>
                    <a:pt x="26" y="129"/>
                  </a:cubicBezTo>
                  <a:cubicBezTo>
                    <a:pt x="33" y="135"/>
                    <a:pt x="37" y="141"/>
                    <a:pt x="40" y="150"/>
                  </a:cubicBezTo>
                  <a:cubicBezTo>
                    <a:pt x="45" y="163"/>
                    <a:pt x="42" y="183"/>
                    <a:pt x="30" y="193"/>
                  </a:cubicBezTo>
                  <a:cubicBezTo>
                    <a:pt x="11" y="211"/>
                    <a:pt x="9" y="278"/>
                    <a:pt x="9" y="278"/>
                  </a:cubicBezTo>
                  <a:cubicBezTo>
                    <a:pt x="9" y="303"/>
                    <a:pt x="7" y="308"/>
                    <a:pt x="15" y="329"/>
                  </a:cubicBezTo>
                  <a:cubicBezTo>
                    <a:pt x="5" y="320"/>
                    <a:pt x="0" y="303"/>
                    <a:pt x="0" y="284"/>
                  </a:cubicBezTo>
                  <a:cubicBezTo>
                    <a:pt x="0" y="284"/>
                    <a:pt x="1" y="211"/>
                    <a:pt x="1" y="205"/>
                  </a:cubicBezTo>
                  <a:cubicBezTo>
                    <a:pt x="1" y="200"/>
                    <a:pt x="3" y="198"/>
                    <a:pt x="6" y="19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8" name="Freeform 2225">
              <a:extLst>
                <a:ext uri="{FF2B5EF4-FFF2-40B4-BE49-F238E27FC236}">
                  <a16:creationId xmlns:a16="http://schemas.microsoft.com/office/drawing/2014/main" id="{E843CCEB-F4A2-1B04-45AE-567B4DD92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3009"/>
              <a:ext cx="133" cy="708"/>
            </a:xfrm>
            <a:custGeom>
              <a:avLst/>
              <a:gdLst>
                <a:gd name="T0" fmla="*/ 241 w 68"/>
                <a:gd name="T1" fmla="*/ 2584 h 340"/>
                <a:gd name="T2" fmla="*/ 305 w 68"/>
                <a:gd name="T3" fmla="*/ 877 h 340"/>
                <a:gd name="T4" fmla="*/ 104 w 68"/>
                <a:gd name="T5" fmla="*/ 44 h 340"/>
                <a:gd name="T6" fmla="*/ 96 w 68"/>
                <a:gd name="T7" fmla="*/ 44 h 340"/>
                <a:gd name="T8" fmla="*/ 248 w 68"/>
                <a:gd name="T9" fmla="*/ 44 h 340"/>
                <a:gd name="T10" fmla="*/ 448 w 68"/>
                <a:gd name="T11" fmla="*/ 877 h 340"/>
                <a:gd name="T12" fmla="*/ 299 w 68"/>
                <a:gd name="T13" fmla="*/ 2511 h 340"/>
                <a:gd name="T14" fmla="*/ 61 w 68"/>
                <a:gd name="T15" fmla="*/ 3069 h 340"/>
                <a:gd name="T16" fmla="*/ 0 w 68"/>
                <a:gd name="T17" fmla="*/ 3061 h 340"/>
                <a:gd name="T18" fmla="*/ 241 w 68"/>
                <a:gd name="T19" fmla="*/ 2584 h 3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340">
                  <a:moveTo>
                    <a:pt x="32" y="286"/>
                  </a:moveTo>
                  <a:cubicBezTo>
                    <a:pt x="35" y="263"/>
                    <a:pt x="35" y="133"/>
                    <a:pt x="41" y="97"/>
                  </a:cubicBezTo>
                  <a:cubicBezTo>
                    <a:pt x="49" y="54"/>
                    <a:pt x="54" y="0"/>
                    <a:pt x="14" y="5"/>
                  </a:cubicBezTo>
                  <a:cubicBezTo>
                    <a:pt x="14" y="5"/>
                    <a:pt x="14" y="5"/>
                    <a:pt x="13" y="5"/>
                  </a:cubicBezTo>
                  <a:cubicBezTo>
                    <a:pt x="19" y="3"/>
                    <a:pt x="26" y="3"/>
                    <a:pt x="33" y="5"/>
                  </a:cubicBezTo>
                  <a:cubicBezTo>
                    <a:pt x="67" y="13"/>
                    <a:pt x="68" y="54"/>
                    <a:pt x="60" y="97"/>
                  </a:cubicBezTo>
                  <a:cubicBezTo>
                    <a:pt x="54" y="133"/>
                    <a:pt x="42" y="256"/>
                    <a:pt x="40" y="278"/>
                  </a:cubicBezTo>
                  <a:cubicBezTo>
                    <a:pt x="35" y="327"/>
                    <a:pt x="32" y="340"/>
                    <a:pt x="8" y="340"/>
                  </a:cubicBezTo>
                  <a:cubicBezTo>
                    <a:pt x="5" y="340"/>
                    <a:pt x="2" y="340"/>
                    <a:pt x="0" y="339"/>
                  </a:cubicBezTo>
                  <a:cubicBezTo>
                    <a:pt x="14" y="336"/>
                    <a:pt x="29" y="326"/>
                    <a:pt x="32" y="28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9" name="Freeform 2226">
              <a:extLst>
                <a:ext uri="{FF2B5EF4-FFF2-40B4-BE49-F238E27FC236}">
                  <a16:creationId xmlns:a16="http://schemas.microsoft.com/office/drawing/2014/main" id="{983D001F-FF6D-B3DE-E1A5-95AD10623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3020"/>
              <a:ext cx="68" cy="568"/>
            </a:xfrm>
            <a:custGeom>
              <a:avLst/>
              <a:gdLst>
                <a:gd name="T0" fmla="*/ 52 w 35"/>
                <a:gd name="T1" fmla="*/ 2459 h 273"/>
                <a:gd name="T2" fmla="*/ 196 w 35"/>
                <a:gd name="T3" fmla="*/ 826 h 273"/>
                <a:gd name="T4" fmla="*/ 0 w 35"/>
                <a:gd name="T5" fmla="*/ 0 h 273"/>
                <a:gd name="T6" fmla="*/ 177 w 35"/>
                <a:gd name="T7" fmla="*/ 485 h 273"/>
                <a:gd name="T8" fmla="*/ 52 w 35"/>
                <a:gd name="T9" fmla="*/ 2459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3">
                  <a:moveTo>
                    <a:pt x="7" y="273"/>
                  </a:moveTo>
                  <a:cubicBezTo>
                    <a:pt x="9" y="251"/>
                    <a:pt x="21" y="128"/>
                    <a:pt x="27" y="92"/>
                  </a:cubicBezTo>
                  <a:cubicBezTo>
                    <a:pt x="35" y="49"/>
                    <a:pt x="34" y="8"/>
                    <a:pt x="0" y="0"/>
                  </a:cubicBezTo>
                  <a:cubicBezTo>
                    <a:pt x="12" y="6"/>
                    <a:pt x="24" y="22"/>
                    <a:pt x="24" y="54"/>
                  </a:cubicBezTo>
                  <a:cubicBezTo>
                    <a:pt x="24" y="87"/>
                    <a:pt x="7" y="212"/>
                    <a:pt x="7" y="273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0" name="Freeform 2227">
              <a:extLst>
                <a:ext uri="{FF2B5EF4-FFF2-40B4-BE49-F238E27FC236}">
                  <a16:creationId xmlns:a16="http://schemas.microsoft.com/office/drawing/2014/main" id="{14E7DFC9-9BDF-E2EC-DEDC-F2598F5E0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3032"/>
              <a:ext cx="127" cy="691"/>
            </a:xfrm>
            <a:custGeom>
              <a:avLst/>
              <a:gdLst>
                <a:gd name="T0" fmla="*/ 233 w 65"/>
                <a:gd name="T1" fmla="*/ 2851 h 332"/>
                <a:gd name="T2" fmla="*/ 297 w 65"/>
                <a:gd name="T3" fmla="*/ 2841 h 332"/>
                <a:gd name="T4" fmla="*/ 297 w 65"/>
                <a:gd name="T5" fmla="*/ 2833 h 332"/>
                <a:gd name="T6" fmla="*/ 275 w 65"/>
                <a:gd name="T7" fmla="*/ 2776 h 332"/>
                <a:gd name="T8" fmla="*/ 260 w 65"/>
                <a:gd name="T9" fmla="*/ 2724 h 332"/>
                <a:gd name="T10" fmla="*/ 260 w 65"/>
                <a:gd name="T11" fmla="*/ 2724 h 332"/>
                <a:gd name="T12" fmla="*/ 244 w 65"/>
                <a:gd name="T13" fmla="*/ 2608 h 332"/>
                <a:gd name="T14" fmla="*/ 244 w 65"/>
                <a:gd name="T15" fmla="*/ 2595 h 332"/>
                <a:gd name="T16" fmla="*/ 244 w 65"/>
                <a:gd name="T17" fmla="*/ 2535 h 332"/>
                <a:gd name="T18" fmla="*/ 244 w 65"/>
                <a:gd name="T19" fmla="*/ 2058 h 332"/>
                <a:gd name="T20" fmla="*/ 244 w 65"/>
                <a:gd name="T21" fmla="*/ 1819 h 332"/>
                <a:gd name="T22" fmla="*/ 283 w 65"/>
                <a:gd name="T23" fmla="*/ 1742 h 332"/>
                <a:gd name="T24" fmla="*/ 373 w 65"/>
                <a:gd name="T25" fmla="*/ 1686 h 332"/>
                <a:gd name="T26" fmla="*/ 440 w 65"/>
                <a:gd name="T27" fmla="*/ 1361 h 332"/>
                <a:gd name="T28" fmla="*/ 305 w 65"/>
                <a:gd name="T29" fmla="*/ 1201 h 332"/>
                <a:gd name="T30" fmla="*/ 260 w 65"/>
                <a:gd name="T31" fmla="*/ 1082 h 332"/>
                <a:gd name="T32" fmla="*/ 260 w 65"/>
                <a:gd name="T33" fmla="*/ 468 h 332"/>
                <a:gd name="T34" fmla="*/ 233 w 65"/>
                <a:gd name="T35" fmla="*/ 252 h 332"/>
                <a:gd name="T36" fmla="*/ 76 w 65"/>
                <a:gd name="T37" fmla="*/ 0 h 332"/>
                <a:gd name="T38" fmla="*/ 217 w 65"/>
                <a:gd name="T39" fmla="*/ 468 h 332"/>
                <a:gd name="T40" fmla="*/ 225 w 65"/>
                <a:gd name="T41" fmla="*/ 1082 h 332"/>
                <a:gd name="T42" fmla="*/ 180 w 65"/>
                <a:gd name="T43" fmla="*/ 1201 h 332"/>
                <a:gd name="T44" fmla="*/ 39 w 65"/>
                <a:gd name="T45" fmla="*/ 1361 h 332"/>
                <a:gd name="T46" fmla="*/ 111 w 65"/>
                <a:gd name="T47" fmla="*/ 1686 h 332"/>
                <a:gd name="T48" fmla="*/ 195 w 65"/>
                <a:gd name="T49" fmla="*/ 1742 h 332"/>
                <a:gd name="T50" fmla="*/ 233 w 65"/>
                <a:gd name="T51" fmla="*/ 1819 h 332"/>
                <a:gd name="T52" fmla="*/ 233 w 65"/>
                <a:gd name="T53" fmla="*/ 2058 h 332"/>
                <a:gd name="T54" fmla="*/ 240 w 65"/>
                <a:gd name="T55" fmla="*/ 2535 h 332"/>
                <a:gd name="T56" fmla="*/ 233 w 65"/>
                <a:gd name="T57" fmla="*/ 2595 h 332"/>
                <a:gd name="T58" fmla="*/ 233 w 65"/>
                <a:gd name="T59" fmla="*/ 2608 h 332"/>
                <a:gd name="T60" fmla="*/ 225 w 65"/>
                <a:gd name="T61" fmla="*/ 2668 h 332"/>
                <a:gd name="T62" fmla="*/ 225 w 65"/>
                <a:gd name="T63" fmla="*/ 2677 h 332"/>
                <a:gd name="T64" fmla="*/ 203 w 65"/>
                <a:gd name="T65" fmla="*/ 2785 h 332"/>
                <a:gd name="T66" fmla="*/ 39 w 65"/>
                <a:gd name="T67" fmla="*/ 2993 h 332"/>
                <a:gd name="T68" fmla="*/ 39 w 65"/>
                <a:gd name="T69" fmla="*/ 2993 h 332"/>
                <a:gd name="T70" fmla="*/ 39 w 65"/>
                <a:gd name="T71" fmla="*/ 2993 h 332"/>
                <a:gd name="T72" fmla="*/ 39 w 65"/>
                <a:gd name="T73" fmla="*/ 2993 h 332"/>
                <a:gd name="T74" fmla="*/ 39 w 65"/>
                <a:gd name="T75" fmla="*/ 2993 h 332"/>
                <a:gd name="T76" fmla="*/ 119 w 65"/>
                <a:gd name="T77" fmla="*/ 2976 h 332"/>
                <a:gd name="T78" fmla="*/ 233 w 65"/>
                <a:gd name="T79" fmla="*/ 2851 h 3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65" h="332">
                  <a:moveTo>
                    <a:pt x="31" y="316"/>
                  </a:moveTo>
                  <a:cubicBezTo>
                    <a:pt x="35" y="311"/>
                    <a:pt x="40" y="315"/>
                    <a:pt x="40" y="315"/>
                  </a:cubicBezTo>
                  <a:cubicBezTo>
                    <a:pt x="40" y="315"/>
                    <a:pt x="40" y="315"/>
                    <a:pt x="40" y="314"/>
                  </a:cubicBezTo>
                  <a:cubicBezTo>
                    <a:pt x="39" y="312"/>
                    <a:pt x="38" y="310"/>
                    <a:pt x="37" y="308"/>
                  </a:cubicBezTo>
                  <a:cubicBezTo>
                    <a:pt x="36" y="306"/>
                    <a:pt x="36" y="304"/>
                    <a:pt x="35" y="302"/>
                  </a:cubicBezTo>
                  <a:cubicBezTo>
                    <a:pt x="35" y="302"/>
                    <a:pt x="35" y="302"/>
                    <a:pt x="35" y="302"/>
                  </a:cubicBezTo>
                  <a:cubicBezTo>
                    <a:pt x="34" y="298"/>
                    <a:pt x="34" y="293"/>
                    <a:pt x="33" y="289"/>
                  </a:cubicBezTo>
                  <a:cubicBezTo>
                    <a:pt x="33" y="288"/>
                    <a:pt x="33" y="288"/>
                    <a:pt x="33" y="288"/>
                  </a:cubicBezTo>
                  <a:cubicBezTo>
                    <a:pt x="33" y="285"/>
                    <a:pt x="33" y="283"/>
                    <a:pt x="33" y="281"/>
                  </a:cubicBezTo>
                  <a:cubicBezTo>
                    <a:pt x="33" y="281"/>
                    <a:pt x="33" y="258"/>
                    <a:pt x="33" y="228"/>
                  </a:cubicBezTo>
                  <a:cubicBezTo>
                    <a:pt x="33" y="202"/>
                    <a:pt x="33" y="202"/>
                    <a:pt x="33" y="202"/>
                  </a:cubicBezTo>
                  <a:cubicBezTo>
                    <a:pt x="33" y="197"/>
                    <a:pt x="35" y="195"/>
                    <a:pt x="38" y="193"/>
                  </a:cubicBezTo>
                  <a:cubicBezTo>
                    <a:pt x="39" y="193"/>
                    <a:pt x="45" y="191"/>
                    <a:pt x="50" y="187"/>
                  </a:cubicBezTo>
                  <a:cubicBezTo>
                    <a:pt x="60" y="179"/>
                    <a:pt x="65" y="164"/>
                    <a:pt x="59" y="151"/>
                  </a:cubicBezTo>
                  <a:cubicBezTo>
                    <a:pt x="56" y="142"/>
                    <a:pt x="49" y="136"/>
                    <a:pt x="41" y="133"/>
                  </a:cubicBezTo>
                  <a:cubicBezTo>
                    <a:pt x="35" y="131"/>
                    <a:pt x="35" y="126"/>
                    <a:pt x="35" y="120"/>
                  </a:cubicBezTo>
                  <a:cubicBezTo>
                    <a:pt x="33" y="78"/>
                    <a:pt x="33" y="74"/>
                    <a:pt x="35" y="52"/>
                  </a:cubicBezTo>
                  <a:cubicBezTo>
                    <a:pt x="34" y="45"/>
                    <a:pt x="33" y="36"/>
                    <a:pt x="31" y="28"/>
                  </a:cubicBezTo>
                  <a:cubicBezTo>
                    <a:pt x="27" y="15"/>
                    <a:pt x="18" y="6"/>
                    <a:pt x="10" y="0"/>
                  </a:cubicBezTo>
                  <a:cubicBezTo>
                    <a:pt x="21" y="12"/>
                    <a:pt x="27" y="31"/>
                    <a:pt x="29" y="52"/>
                  </a:cubicBezTo>
                  <a:cubicBezTo>
                    <a:pt x="32" y="74"/>
                    <a:pt x="32" y="78"/>
                    <a:pt x="30" y="120"/>
                  </a:cubicBezTo>
                  <a:cubicBezTo>
                    <a:pt x="29" y="126"/>
                    <a:pt x="29" y="131"/>
                    <a:pt x="24" y="133"/>
                  </a:cubicBezTo>
                  <a:cubicBezTo>
                    <a:pt x="16" y="136"/>
                    <a:pt x="9" y="142"/>
                    <a:pt x="5" y="151"/>
                  </a:cubicBezTo>
                  <a:cubicBezTo>
                    <a:pt x="0" y="164"/>
                    <a:pt x="4" y="179"/>
                    <a:pt x="15" y="187"/>
                  </a:cubicBezTo>
                  <a:cubicBezTo>
                    <a:pt x="20" y="191"/>
                    <a:pt x="26" y="193"/>
                    <a:pt x="26" y="193"/>
                  </a:cubicBezTo>
                  <a:cubicBezTo>
                    <a:pt x="30" y="195"/>
                    <a:pt x="31" y="197"/>
                    <a:pt x="31" y="202"/>
                  </a:cubicBezTo>
                  <a:cubicBezTo>
                    <a:pt x="31" y="228"/>
                    <a:pt x="31" y="228"/>
                    <a:pt x="31" y="228"/>
                  </a:cubicBezTo>
                  <a:cubicBezTo>
                    <a:pt x="31" y="258"/>
                    <a:pt x="32" y="281"/>
                    <a:pt x="32" y="281"/>
                  </a:cubicBezTo>
                  <a:cubicBezTo>
                    <a:pt x="32" y="283"/>
                    <a:pt x="31" y="286"/>
                    <a:pt x="31" y="288"/>
                  </a:cubicBezTo>
                  <a:cubicBezTo>
                    <a:pt x="31" y="288"/>
                    <a:pt x="31" y="289"/>
                    <a:pt x="31" y="289"/>
                  </a:cubicBezTo>
                  <a:cubicBezTo>
                    <a:pt x="31" y="291"/>
                    <a:pt x="31" y="294"/>
                    <a:pt x="30" y="296"/>
                  </a:cubicBezTo>
                  <a:cubicBezTo>
                    <a:pt x="30" y="296"/>
                    <a:pt x="30" y="296"/>
                    <a:pt x="30" y="297"/>
                  </a:cubicBezTo>
                  <a:cubicBezTo>
                    <a:pt x="30" y="301"/>
                    <a:pt x="28" y="305"/>
                    <a:pt x="27" y="309"/>
                  </a:cubicBezTo>
                  <a:cubicBezTo>
                    <a:pt x="23" y="321"/>
                    <a:pt x="16" y="329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8" y="332"/>
                    <a:pt x="12" y="331"/>
                    <a:pt x="16" y="330"/>
                  </a:cubicBezTo>
                  <a:cubicBezTo>
                    <a:pt x="23" y="324"/>
                    <a:pt x="30" y="318"/>
                    <a:pt x="31" y="31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1" name="Freeform 2228">
              <a:extLst>
                <a:ext uri="{FF2B5EF4-FFF2-40B4-BE49-F238E27FC236}">
                  <a16:creationId xmlns:a16="http://schemas.microsoft.com/office/drawing/2014/main" id="{0CA8521F-F24B-8944-4B5D-4EF529F60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3026"/>
              <a:ext cx="26" cy="73"/>
            </a:xfrm>
            <a:custGeom>
              <a:avLst/>
              <a:gdLst>
                <a:gd name="T0" fmla="*/ 104 w 13"/>
                <a:gd name="T1" fmla="*/ 0 h 35"/>
                <a:gd name="T2" fmla="*/ 8 w 13"/>
                <a:gd name="T3" fmla="*/ 100 h 35"/>
                <a:gd name="T4" fmla="*/ 0 w 13"/>
                <a:gd name="T5" fmla="*/ 317 h 35"/>
                <a:gd name="T6" fmla="*/ 104 w 13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35">
                  <a:moveTo>
                    <a:pt x="13" y="0"/>
                  </a:moveTo>
                  <a:cubicBezTo>
                    <a:pt x="6" y="2"/>
                    <a:pt x="1" y="5"/>
                    <a:pt x="1" y="11"/>
                  </a:cubicBezTo>
                  <a:cubicBezTo>
                    <a:pt x="0" y="17"/>
                    <a:pt x="0" y="31"/>
                    <a:pt x="0" y="35"/>
                  </a:cubicBezTo>
                  <a:cubicBezTo>
                    <a:pt x="1" y="30"/>
                    <a:pt x="1" y="4"/>
                    <a:pt x="13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2" name="Freeform 2229">
              <a:extLst>
                <a:ext uri="{FF2B5EF4-FFF2-40B4-BE49-F238E27FC236}">
                  <a16:creationId xmlns:a16="http://schemas.microsoft.com/office/drawing/2014/main" id="{0E2370B1-E3E1-8DD4-B0DF-C5B03494E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3076"/>
              <a:ext cx="75" cy="551"/>
            </a:xfrm>
            <a:custGeom>
              <a:avLst/>
              <a:gdLst>
                <a:gd name="T0" fmla="*/ 207 w 38"/>
                <a:gd name="T1" fmla="*/ 1033 h 265"/>
                <a:gd name="T2" fmla="*/ 93 w 38"/>
                <a:gd name="T3" fmla="*/ 942 h 265"/>
                <a:gd name="T4" fmla="*/ 71 w 38"/>
                <a:gd name="T5" fmla="*/ 873 h 265"/>
                <a:gd name="T6" fmla="*/ 101 w 38"/>
                <a:gd name="T7" fmla="*/ 0 h 265"/>
                <a:gd name="T8" fmla="*/ 24 w 38"/>
                <a:gd name="T9" fmla="*/ 657 h 265"/>
                <a:gd name="T10" fmla="*/ 47 w 38"/>
                <a:gd name="T11" fmla="*/ 917 h 265"/>
                <a:gd name="T12" fmla="*/ 47 w 38"/>
                <a:gd name="T13" fmla="*/ 917 h 265"/>
                <a:gd name="T14" fmla="*/ 168 w 38"/>
                <a:gd name="T15" fmla="*/ 1042 h 265"/>
                <a:gd name="T16" fmla="*/ 253 w 38"/>
                <a:gd name="T17" fmla="*/ 1250 h 265"/>
                <a:gd name="T18" fmla="*/ 77 w 38"/>
                <a:gd name="T19" fmla="*/ 1547 h 265"/>
                <a:gd name="T20" fmla="*/ 24 w 38"/>
                <a:gd name="T21" fmla="*/ 1647 h 265"/>
                <a:gd name="T22" fmla="*/ 32 w 38"/>
                <a:gd name="T23" fmla="*/ 2383 h 265"/>
                <a:gd name="T24" fmla="*/ 39 w 38"/>
                <a:gd name="T25" fmla="*/ 1699 h 265"/>
                <a:gd name="T26" fmla="*/ 148 w 38"/>
                <a:gd name="T27" fmla="*/ 1547 h 265"/>
                <a:gd name="T28" fmla="*/ 292 w 38"/>
                <a:gd name="T29" fmla="*/ 1258 h 265"/>
                <a:gd name="T30" fmla="*/ 207 w 38"/>
                <a:gd name="T31" fmla="*/ 1033 h 26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265">
                  <a:moveTo>
                    <a:pt x="27" y="115"/>
                  </a:moveTo>
                  <a:cubicBezTo>
                    <a:pt x="23" y="111"/>
                    <a:pt x="17" y="108"/>
                    <a:pt x="12" y="105"/>
                  </a:cubicBezTo>
                  <a:cubicBezTo>
                    <a:pt x="11" y="104"/>
                    <a:pt x="10" y="102"/>
                    <a:pt x="9" y="97"/>
                  </a:cubicBezTo>
                  <a:cubicBezTo>
                    <a:pt x="9" y="88"/>
                    <a:pt x="0" y="35"/>
                    <a:pt x="13" y="0"/>
                  </a:cubicBezTo>
                  <a:cubicBezTo>
                    <a:pt x="11" y="6"/>
                    <a:pt x="2" y="29"/>
                    <a:pt x="3" y="73"/>
                  </a:cubicBezTo>
                  <a:cubicBezTo>
                    <a:pt x="4" y="87"/>
                    <a:pt x="6" y="102"/>
                    <a:pt x="6" y="102"/>
                  </a:cubicBezTo>
                  <a:cubicBezTo>
                    <a:pt x="6" y="102"/>
                    <a:pt x="6" y="102"/>
                    <a:pt x="6" y="102"/>
                  </a:cubicBezTo>
                  <a:cubicBezTo>
                    <a:pt x="8" y="107"/>
                    <a:pt x="18" y="112"/>
                    <a:pt x="22" y="116"/>
                  </a:cubicBezTo>
                  <a:cubicBezTo>
                    <a:pt x="29" y="121"/>
                    <a:pt x="33" y="130"/>
                    <a:pt x="33" y="139"/>
                  </a:cubicBezTo>
                  <a:cubicBezTo>
                    <a:pt x="33" y="153"/>
                    <a:pt x="23" y="169"/>
                    <a:pt x="10" y="172"/>
                  </a:cubicBezTo>
                  <a:cubicBezTo>
                    <a:pt x="5" y="174"/>
                    <a:pt x="3" y="177"/>
                    <a:pt x="3" y="183"/>
                  </a:cubicBezTo>
                  <a:cubicBezTo>
                    <a:pt x="3" y="189"/>
                    <a:pt x="4" y="265"/>
                    <a:pt x="4" y="265"/>
                  </a:cubicBezTo>
                  <a:cubicBezTo>
                    <a:pt x="4" y="265"/>
                    <a:pt x="4" y="197"/>
                    <a:pt x="5" y="189"/>
                  </a:cubicBezTo>
                  <a:cubicBezTo>
                    <a:pt x="6" y="181"/>
                    <a:pt x="9" y="177"/>
                    <a:pt x="19" y="172"/>
                  </a:cubicBezTo>
                  <a:cubicBezTo>
                    <a:pt x="30" y="167"/>
                    <a:pt x="38" y="151"/>
                    <a:pt x="38" y="140"/>
                  </a:cubicBezTo>
                  <a:cubicBezTo>
                    <a:pt x="38" y="129"/>
                    <a:pt x="34" y="122"/>
                    <a:pt x="27" y="1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3" name="Freeform 2230">
              <a:extLst>
                <a:ext uri="{FF2B5EF4-FFF2-40B4-BE49-F238E27FC236}">
                  <a16:creationId xmlns:a16="http://schemas.microsoft.com/office/drawing/2014/main" id="{C373374F-D4AD-2590-9BE8-CED6F797D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2993"/>
              <a:ext cx="194" cy="734"/>
            </a:xfrm>
            <a:custGeom>
              <a:avLst/>
              <a:gdLst>
                <a:gd name="T0" fmla="*/ 617 w 99"/>
                <a:gd name="T1" fmla="*/ 1851 h 353"/>
                <a:gd name="T2" fmla="*/ 541 w 99"/>
                <a:gd name="T3" fmla="*/ 1526 h 353"/>
                <a:gd name="T4" fmla="*/ 684 w 99"/>
                <a:gd name="T5" fmla="*/ 1366 h 353"/>
                <a:gd name="T6" fmla="*/ 729 w 99"/>
                <a:gd name="T7" fmla="*/ 1250 h 353"/>
                <a:gd name="T8" fmla="*/ 721 w 99"/>
                <a:gd name="T9" fmla="*/ 640 h 353"/>
                <a:gd name="T10" fmla="*/ 300 w 99"/>
                <a:gd name="T11" fmla="*/ 83 h 353"/>
                <a:gd name="T12" fmla="*/ 61 w 99"/>
                <a:gd name="T13" fmla="*/ 909 h 353"/>
                <a:gd name="T14" fmla="*/ 219 w 99"/>
                <a:gd name="T15" fmla="*/ 2624 h 353"/>
                <a:gd name="T16" fmla="*/ 464 w 99"/>
                <a:gd name="T17" fmla="*/ 3173 h 353"/>
                <a:gd name="T18" fmla="*/ 745 w 99"/>
                <a:gd name="T19" fmla="*/ 2697 h 353"/>
                <a:gd name="T20" fmla="*/ 737 w 99"/>
                <a:gd name="T21" fmla="*/ 1988 h 353"/>
                <a:gd name="T22" fmla="*/ 700 w 99"/>
                <a:gd name="T23" fmla="*/ 1907 h 353"/>
                <a:gd name="T24" fmla="*/ 61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82" y="206"/>
                  </a:moveTo>
                  <a:cubicBezTo>
                    <a:pt x="71" y="198"/>
                    <a:pt x="67" y="183"/>
                    <a:pt x="72" y="170"/>
                  </a:cubicBezTo>
                  <a:cubicBezTo>
                    <a:pt x="76" y="161"/>
                    <a:pt x="83" y="155"/>
                    <a:pt x="91" y="152"/>
                  </a:cubicBezTo>
                  <a:cubicBezTo>
                    <a:pt x="96" y="150"/>
                    <a:pt x="96" y="145"/>
                    <a:pt x="97" y="139"/>
                  </a:cubicBezTo>
                  <a:cubicBezTo>
                    <a:pt x="99" y="97"/>
                    <a:pt x="99" y="93"/>
                    <a:pt x="96" y="71"/>
                  </a:cubicBezTo>
                  <a:cubicBezTo>
                    <a:pt x="92" y="33"/>
                    <a:pt x="76" y="0"/>
                    <a:pt x="40" y="9"/>
                  </a:cubicBezTo>
                  <a:cubicBezTo>
                    <a:pt x="5" y="17"/>
                    <a:pt x="0" y="56"/>
                    <a:pt x="8" y="101"/>
                  </a:cubicBezTo>
                  <a:cubicBezTo>
                    <a:pt x="14" y="138"/>
                    <a:pt x="27" y="268"/>
                    <a:pt x="29" y="292"/>
                  </a:cubicBezTo>
                  <a:cubicBezTo>
                    <a:pt x="34" y="343"/>
                    <a:pt x="37" y="353"/>
                    <a:pt x="62" y="353"/>
                  </a:cubicBezTo>
                  <a:cubicBezTo>
                    <a:pt x="87" y="353"/>
                    <a:pt x="99" y="330"/>
                    <a:pt x="99" y="300"/>
                  </a:cubicBezTo>
                  <a:cubicBezTo>
                    <a:pt x="99" y="300"/>
                    <a:pt x="98" y="227"/>
                    <a:pt x="98" y="221"/>
                  </a:cubicBezTo>
                  <a:cubicBezTo>
                    <a:pt x="98" y="216"/>
                    <a:pt x="97" y="214"/>
                    <a:pt x="93" y="212"/>
                  </a:cubicBezTo>
                  <a:cubicBezTo>
                    <a:pt x="93" y="212"/>
                    <a:pt x="87" y="210"/>
                    <a:pt x="82" y="20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4" name="Freeform 2231">
              <a:extLst>
                <a:ext uri="{FF2B5EF4-FFF2-40B4-BE49-F238E27FC236}">
                  <a16:creationId xmlns:a16="http://schemas.microsoft.com/office/drawing/2014/main" id="{D873F4C9-5E89-D05A-C897-95D900FDD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993"/>
              <a:ext cx="194" cy="734"/>
            </a:xfrm>
            <a:custGeom>
              <a:avLst/>
              <a:gdLst>
                <a:gd name="T0" fmla="*/ 127 w 99"/>
                <a:gd name="T1" fmla="*/ 1851 h 353"/>
                <a:gd name="T2" fmla="*/ 196 w 99"/>
                <a:gd name="T3" fmla="*/ 1526 h 353"/>
                <a:gd name="T4" fmla="*/ 61 w 99"/>
                <a:gd name="T5" fmla="*/ 1366 h 353"/>
                <a:gd name="T6" fmla="*/ 16 w 99"/>
                <a:gd name="T7" fmla="*/ 1250 h 353"/>
                <a:gd name="T8" fmla="*/ 16 w 99"/>
                <a:gd name="T9" fmla="*/ 640 h 353"/>
                <a:gd name="T10" fmla="*/ 437 w 99"/>
                <a:gd name="T11" fmla="*/ 83 h 353"/>
                <a:gd name="T12" fmla="*/ 676 w 99"/>
                <a:gd name="T13" fmla="*/ 909 h 353"/>
                <a:gd name="T14" fmla="*/ 519 w 99"/>
                <a:gd name="T15" fmla="*/ 2624 h 353"/>
                <a:gd name="T16" fmla="*/ 272 w 99"/>
                <a:gd name="T17" fmla="*/ 3173 h 353"/>
                <a:gd name="T18" fmla="*/ 0 w 99"/>
                <a:gd name="T19" fmla="*/ 2697 h 353"/>
                <a:gd name="T20" fmla="*/ 0 w 99"/>
                <a:gd name="T21" fmla="*/ 1988 h 353"/>
                <a:gd name="T22" fmla="*/ 39 w 99"/>
                <a:gd name="T23" fmla="*/ 1907 h 353"/>
                <a:gd name="T24" fmla="*/ 12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17" y="206"/>
                  </a:moveTo>
                  <a:cubicBezTo>
                    <a:pt x="27" y="198"/>
                    <a:pt x="32" y="183"/>
                    <a:pt x="26" y="170"/>
                  </a:cubicBezTo>
                  <a:cubicBezTo>
                    <a:pt x="23" y="161"/>
                    <a:pt x="16" y="155"/>
                    <a:pt x="8" y="152"/>
                  </a:cubicBezTo>
                  <a:cubicBezTo>
                    <a:pt x="2" y="150"/>
                    <a:pt x="2" y="145"/>
                    <a:pt x="2" y="139"/>
                  </a:cubicBezTo>
                  <a:cubicBezTo>
                    <a:pt x="0" y="97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7"/>
                    <a:pt x="99" y="56"/>
                    <a:pt x="90" y="101"/>
                  </a:cubicBezTo>
                  <a:cubicBezTo>
                    <a:pt x="84" y="138"/>
                    <a:pt x="72" y="268"/>
                    <a:pt x="69" y="292"/>
                  </a:cubicBezTo>
                  <a:cubicBezTo>
                    <a:pt x="64" y="343"/>
                    <a:pt x="61" y="353"/>
                    <a:pt x="36" y="353"/>
                  </a:cubicBezTo>
                  <a:cubicBezTo>
                    <a:pt x="12" y="353"/>
                    <a:pt x="0" y="330"/>
                    <a:pt x="0" y="300"/>
                  </a:cubicBezTo>
                  <a:cubicBezTo>
                    <a:pt x="0" y="300"/>
                    <a:pt x="0" y="227"/>
                    <a:pt x="0" y="221"/>
                  </a:cubicBezTo>
                  <a:cubicBezTo>
                    <a:pt x="0" y="216"/>
                    <a:pt x="2" y="214"/>
                    <a:pt x="5" y="212"/>
                  </a:cubicBezTo>
                  <a:cubicBezTo>
                    <a:pt x="6" y="212"/>
                    <a:pt x="12" y="210"/>
                    <a:pt x="17" y="20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5" name="Freeform 2232">
              <a:extLst>
                <a:ext uri="{FF2B5EF4-FFF2-40B4-BE49-F238E27FC236}">
                  <a16:creationId xmlns:a16="http://schemas.microsoft.com/office/drawing/2014/main" id="{0CEC809C-8724-1B91-6961-17B0A5F5E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11"/>
              <a:ext cx="149" cy="712"/>
            </a:xfrm>
            <a:custGeom>
              <a:avLst/>
              <a:gdLst>
                <a:gd name="T0" fmla="*/ 323 w 76"/>
                <a:gd name="T1" fmla="*/ 2869 h 342"/>
                <a:gd name="T2" fmla="*/ 308 w 76"/>
                <a:gd name="T3" fmla="*/ 2817 h 342"/>
                <a:gd name="T4" fmla="*/ 308 w 76"/>
                <a:gd name="T5" fmla="*/ 2817 h 342"/>
                <a:gd name="T6" fmla="*/ 292 w 76"/>
                <a:gd name="T7" fmla="*/ 2696 h 342"/>
                <a:gd name="T8" fmla="*/ 292 w 76"/>
                <a:gd name="T9" fmla="*/ 2688 h 342"/>
                <a:gd name="T10" fmla="*/ 292 w 76"/>
                <a:gd name="T11" fmla="*/ 2627 h 342"/>
                <a:gd name="T12" fmla="*/ 292 w 76"/>
                <a:gd name="T13" fmla="*/ 2146 h 342"/>
                <a:gd name="T14" fmla="*/ 292 w 76"/>
                <a:gd name="T15" fmla="*/ 1911 h 342"/>
                <a:gd name="T16" fmla="*/ 331 w 76"/>
                <a:gd name="T17" fmla="*/ 1834 h 342"/>
                <a:gd name="T18" fmla="*/ 423 w 76"/>
                <a:gd name="T19" fmla="*/ 1778 h 342"/>
                <a:gd name="T20" fmla="*/ 488 w 76"/>
                <a:gd name="T21" fmla="*/ 1451 h 342"/>
                <a:gd name="T22" fmla="*/ 353 w 76"/>
                <a:gd name="T23" fmla="*/ 1291 h 342"/>
                <a:gd name="T24" fmla="*/ 308 w 76"/>
                <a:gd name="T25" fmla="*/ 1174 h 342"/>
                <a:gd name="T26" fmla="*/ 308 w 76"/>
                <a:gd name="T27" fmla="*/ 560 h 342"/>
                <a:gd name="T28" fmla="*/ 572 w 76"/>
                <a:gd name="T29" fmla="*/ 0 h 342"/>
                <a:gd name="T30" fmla="*/ 300 w 76"/>
                <a:gd name="T31" fmla="*/ 100 h 342"/>
                <a:gd name="T32" fmla="*/ 280 w 76"/>
                <a:gd name="T33" fmla="*/ 100 h 342"/>
                <a:gd name="T34" fmla="*/ 0 w 76"/>
                <a:gd name="T35" fmla="*/ 0 h 342"/>
                <a:gd name="T36" fmla="*/ 265 w 76"/>
                <a:gd name="T37" fmla="*/ 560 h 342"/>
                <a:gd name="T38" fmla="*/ 273 w 76"/>
                <a:gd name="T39" fmla="*/ 1174 h 342"/>
                <a:gd name="T40" fmla="*/ 227 w 76"/>
                <a:gd name="T41" fmla="*/ 1291 h 342"/>
                <a:gd name="T42" fmla="*/ 84 w 76"/>
                <a:gd name="T43" fmla="*/ 1451 h 342"/>
                <a:gd name="T44" fmla="*/ 157 w 76"/>
                <a:gd name="T45" fmla="*/ 1778 h 342"/>
                <a:gd name="T46" fmla="*/ 243 w 76"/>
                <a:gd name="T47" fmla="*/ 1834 h 342"/>
                <a:gd name="T48" fmla="*/ 280 w 76"/>
                <a:gd name="T49" fmla="*/ 1911 h 342"/>
                <a:gd name="T50" fmla="*/ 280 w 76"/>
                <a:gd name="T51" fmla="*/ 2146 h 342"/>
                <a:gd name="T52" fmla="*/ 288 w 76"/>
                <a:gd name="T53" fmla="*/ 2627 h 342"/>
                <a:gd name="T54" fmla="*/ 280 w 76"/>
                <a:gd name="T55" fmla="*/ 2688 h 342"/>
                <a:gd name="T56" fmla="*/ 280 w 76"/>
                <a:gd name="T57" fmla="*/ 2696 h 342"/>
                <a:gd name="T58" fmla="*/ 273 w 76"/>
                <a:gd name="T59" fmla="*/ 2761 h 342"/>
                <a:gd name="T60" fmla="*/ 273 w 76"/>
                <a:gd name="T61" fmla="*/ 2769 h 342"/>
                <a:gd name="T62" fmla="*/ 249 w 76"/>
                <a:gd name="T63" fmla="*/ 2877 h 342"/>
                <a:gd name="T64" fmla="*/ 84 w 76"/>
                <a:gd name="T65" fmla="*/ 3085 h 342"/>
                <a:gd name="T66" fmla="*/ 84 w 76"/>
                <a:gd name="T67" fmla="*/ 3085 h 342"/>
                <a:gd name="T68" fmla="*/ 84 w 76"/>
                <a:gd name="T69" fmla="*/ 3085 h 342"/>
                <a:gd name="T70" fmla="*/ 84 w 76"/>
                <a:gd name="T71" fmla="*/ 3085 h 342"/>
                <a:gd name="T72" fmla="*/ 84 w 76"/>
                <a:gd name="T73" fmla="*/ 3085 h 342"/>
                <a:gd name="T74" fmla="*/ 257 w 76"/>
                <a:gd name="T75" fmla="*/ 3052 h 342"/>
                <a:gd name="T76" fmla="*/ 280 w 76"/>
                <a:gd name="T77" fmla="*/ 3052 h 342"/>
                <a:gd name="T78" fmla="*/ 288 w 76"/>
                <a:gd name="T79" fmla="*/ 3052 h 342"/>
                <a:gd name="T80" fmla="*/ 300 w 76"/>
                <a:gd name="T81" fmla="*/ 3052 h 342"/>
                <a:gd name="T82" fmla="*/ 323 w 76"/>
                <a:gd name="T83" fmla="*/ 3052 h 342"/>
                <a:gd name="T84" fmla="*/ 488 w 76"/>
                <a:gd name="T85" fmla="*/ 3085 h 342"/>
                <a:gd name="T86" fmla="*/ 488 w 76"/>
                <a:gd name="T87" fmla="*/ 3085 h 342"/>
                <a:gd name="T88" fmla="*/ 488 w 76"/>
                <a:gd name="T89" fmla="*/ 3085 h 342"/>
                <a:gd name="T90" fmla="*/ 496 w 76"/>
                <a:gd name="T91" fmla="*/ 3085 h 342"/>
                <a:gd name="T92" fmla="*/ 496 w 76"/>
                <a:gd name="T93" fmla="*/ 3085 h 342"/>
                <a:gd name="T94" fmla="*/ 323 w 76"/>
                <a:gd name="T95" fmla="*/ 2869 h 34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6" h="342">
                  <a:moveTo>
                    <a:pt x="43" y="318"/>
                  </a:moveTo>
                  <a:cubicBezTo>
                    <a:pt x="42" y="316"/>
                    <a:pt x="42" y="314"/>
                    <a:pt x="41" y="312"/>
                  </a:cubicBezTo>
                  <a:cubicBezTo>
                    <a:pt x="41" y="312"/>
                    <a:pt x="41" y="312"/>
                    <a:pt x="41" y="312"/>
                  </a:cubicBezTo>
                  <a:cubicBezTo>
                    <a:pt x="40" y="308"/>
                    <a:pt x="40" y="303"/>
                    <a:pt x="39" y="299"/>
                  </a:cubicBezTo>
                  <a:cubicBezTo>
                    <a:pt x="39" y="298"/>
                    <a:pt x="39" y="298"/>
                    <a:pt x="39" y="298"/>
                  </a:cubicBezTo>
                  <a:cubicBezTo>
                    <a:pt x="39" y="295"/>
                    <a:pt x="39" y="293"/>
                    <a:pt x="39" y="291"/>
                  </a:cubicBezTo>
                  <a:cubicBezTo>
                    <a:pt x="39" y="291"/>
                    <a:pt x="39" y="268"/>
                    <a:pt x="39" y="238"/>
                  </a:cubicBezTo>
                  <a:cubicBezTo>
                    <a:pt x="39" y="212"/>
                    <a:pt x="39" y="212"/>
                    <a:pt x="39" y="212"/>
                  </a:cubicBezTo>
                  <a:cubicBezTo>
                    <a:pt x="39" y="207"/>
                    <a:pt x="41" y="205"/>
                    <a:pt x="44" y="203"/>
                  </a:cubicBezTo>
                  <a:cubicBezTo>
                    <a:pt x="45" y="203"/>
                    <a:pt x="51" y="201"/>
                    <a:pt x="56" y="197"/>
                  </a:cubicBezTo>
                  <a:cubicBezTo>
                    <a:pt x="66" y="189"/>
                    <a:pt x="71" y="174"/>
                    <a:pt x="65" y="161"/>
                  </a:cubicBezTo>
                  <a:cubicBezTo>
                    <a:pt x="62" y="152"/>
                    <a:pt x="55" y="146"/>
                    <a:pt x="47" y="143"/>
                  </a:cubicBezTo>
                  <a:cubicBezTo>
                    <a:pt x="41" y="141"/>
                    <a:pt x="41" y="136"/>
                    <a:pt x="41" y="130"/>
                  </a:cubicBezTo>
                  <a:cubicBezTo>
                    <a:pt x="39" y="88"/>
                    <a:pt x="39" y="84"/>
                    <a:pt x="41" y="62"/>
                  </a:cubicBezTo>
                  <a:cubicBezTo>
                    <a:pt x="45" y="33"/>
                    <a:pt x="55" y="6"/>
                    <a:pt x="76" y="0"/>
                  </a:cubicBezTo>
                  <a:cubicBezTo>
                    <a:pt x="62" y="2"/>
                    <a:pt x="50" y="4"/>
                    <a:pt x="40" y="11"/>
                  </a:cubicBezTo>
                  <a:cubicBezTo>
                    <a:pt x="39" y="12"/>
                    <a:pt x="38" y="11"/>
                    <a:pt x="37" y="11"/>
                  </a:cubicBezTo>
                  <a:cubicBezTo>
                    <a:pt x="27" y="4"/>
                    <a:pt x="15" y="2"/>
                    <a:pt x="0" y="0"/>
                  </a:cubicBezTo>
                  <a:cubicBezTo>
                    <a:pt x="22" y="6"/>
                    <a:pt x="32" y="33"/>
                    <a:pt x="35" y="62"/>
                  </a:cubicBezTo>
                  <a:cubicBezTo>
                    <a:pt x="38" y="84"/>
                    <a:pt x="38" y="88"/>
                    <a:pt x="36" y="130"/>
                  </a:cubicBezTo>
                  <a:cubicBezTo>
                    <a:pt x="35" y="136"/>
                    <a:pt x="35" y="141"/>
                    <a:pt x="30" y="143"/>
                  </a:cubicBezTo>
                  <a:cubicBezTo>
                    <a:pt x="22" y="146"/>
                    <a:pt x="15" y="152"/>
                    <a:pt x="11" y="161"/>
                  </a:cubicBezTo>
                  <a:cubicBezTo>
                    <a:pt x="6" y="174"/>
                    <a:pt x="10" y="189"/>
                    <a:pt x="21" y="197"/>
                  </a:cubicBezTo>
                  <a:cubicBezTo>
                    <a:pt x="26" y="201"/>
                    <a:pt x="32" y="203"/>
                    <a:pt x="32" y="203"/>
                  </a:cubicBezTo>
                  <a:cubicBezTo>
                    <a:pt x="36" y="205"/>
                    <a:pt x="37" y="207"/>
                    <a:pt x="37" y="212"/>
                  </a:cubicBezTo>
                  <a:cubicBezTo>
                    <a:pt x="37" y="238"/>
                    <a:pt x="37" y="238"/>
                    <a:pt x="37" y="238"/>
                  </a:cubicBezTo>
                  <a:cubicBezTo>
                    <a:pt x="37" y="268"/>
                    <a:pt x="38" y="291"/>
                    <a:pt x="38" y="291"/>
                  </a:cubicBezTo>
                  <a:cubicBezTo>
                    <a:pt x="38" y="293"/>
                    <a:pt x="37" y="296"/>
                    <a:pt x="37" y="298"/>
                  </a:cubicBezTo>
                  <a:cubicBezTo>
                    <a:pt x="37" y="298"/>
                    <a:pt x="37" y="299"/>
                    <a:pt x="37" y="299"/>
                  </a:cubicBezTo>
                  <a:cubicBezTo>
                    <a:pt x="37" y="301"/>
                    <a:pt x="37" y="304"/>
                    <a:pt x="36" y="306"/>
                  </a:cubicBezTo>
                  <a:cubicBezTo>
                    <a:pt x="36" y="306"/>
                    <a:pt x="36" y="306"/>
                    <a:pt x="36" y="307"/>
                  </a:cubicBezTo>
                  <a:cubicBezTo>
                    <a:pt x="36" y="311"/>
                    <a:pt x="34" y="315"/>
                    <a:pt x="33" y="319"/>
                  </a:cubicBezTo>
                  <a:cubicBezTo>
                    <a:pt x="29" y="331"/>
                    <a:pt x="22" y="339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8" y="341"/>
                    <a:pt x="26" y="339"/>
                    <a:pt x="34" y="338"/>
                  </a:cubicBezTo>
                  <a:cubicBezTo>
                    <a:pt x="35" y="338"/>
                    <a:pt x="36" y="338"/>
                    <a:pt x="37" y="338"/>
                  </a:cubicBezTo>
                  <a:cubicBezTo>
                    <a:pt x="37" y="338"/>
                    <a:pt x="38" y="338"/>
                    <a:pt x="38" y="338"/>
                  </a:cubicBezTo>
                  <a:cubicBezTo>
                    <a:pt x="39" y="338"/>
                    <a:pt x="39" y="338"/>
                    <a:pt x="40" y="338"/>
                  </a:cubicBezTo>
                  <a:cubicBezTo>
                    <a:pt x="41" y="338"/>
                    <a:pt x="42" y="338"/>
                    <a:pt x="43" y="338"/>
                  </a:cubicBezTo>
                  <a:cubicBezTo>
                    <a:pt x="51" y="339"/>
                    <a:pt x="59" y="341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55" y="339"/>
                    <a:pt x="47" y="330"/>
                    <a:pt x="43" y="31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6" name="Freeform 2233">
              <a:extLst>
                <a:ext uri="{FF2B5EF4-FFF2-40B4-BE49-F238E27FC236}">
                  <a16:creationId xmlns:a16="http://schemas.microsoft.com/office/drawing/2014/main" id="{EA742BEC-89EB-3FB7-BEB1-6491048AC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3036"/>
              <a:ext cx="3" cy="158"/>
            </a:xfrm>
            <a:custGeom>
              <a:avLst/>
              <a:gdLst>
                <a:gd name="T0" fmla="*/ 0 w 2"/>
                <a:gd name="T1" fmla="*/ 0 h 76"/>
                <a:gd name="T2" fmla="*/ 5 w 2"/>
                <a:gd name="T3" fmla="*/ 682 h 7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76">
                  <a:moveTo>
                    <a:pt x="0" y="0"/>
                  </a:moveTo>
                  <a:cubicBezTo>
                    <a:pt x="2" y="4"/>
                    <a:pt x="1" y="34"/>
                    <a:pt x="1" y="76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17" name="Group 2456">
            <a:extLst>
              <a:ext uri="{FF2B5EF4-FFF2-40B4-BE49-F238E27FC236}">
                <a16:creationId xmlns:a16="http://schemas.microsoft.com/office/drawing/2014/main" id="{47357ADC-96FA-1A67-FB06-A6B5EC9D387D}"/>
              </a:ext>
            </a:extLst>
          </p:cNvPr>
          <p:cNvGrpSpPr>
            <a:grpSpLocks/>
          </p:cNvGrpSpPr>
          <p:nvPr/>
        </p:nvGrpSpPr>
        <p:grpSpPr bwMode="auto">
          <a:xfrm>
            <a:off x="2771342" y="569918"/>
            <a:ext cx="83791" cy="88900"/>
            <a:chOff x="1239" y="2813"/>
            <a:chExt cx="271" cy="289"/>
          </a:xfrm>
        </p:grpSpPr>
        <p:sp>
          <p:nvSpPr>
            <p:cNvPr id="1618" name="Oval 2457">
              <a:extLst>
                <a:ext uri="{FF2B5EF4-FFF2-40B4-BE49-F238E27FC236}">
                  <a16:creationId xmlns:a16="http://schemas.microsoft.com/office/drawing/2014/main" id="{F51D366E-7BFA-F376-4B22-F831E3453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19" name="Freeform 2458">
              <a:extLst>
                <a:ext uri="{FF2B5EF4-FFF2-40B4-BE49-F238E27FC236}">
                  <a16:creationId xmlns:a16="http://schemas.microsoft.com/office/drawing/2014/main" id="{30775AC9-F4B9-C59C-B491-FB440DFDF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0" name="Freeform 2459">
              <a:extLst>
                <a:ext uri="{FF2B5EF4-FFF2-40B4-BE49-F238E27FC236}">
                  <a16:creationId xmlns:a16="http://schemas.microsoft.com/office/drawing/2014/main" id="{D2D9363F-12F2-A3AC-E588-D25672A30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1" name="Freeform 2460">
              <a:extLst>
                <a:ext uri="{FF2B5EF4-FFF2-40B4-BE49-F238E27FC236}">
                  <a16:creationId xmlns:a16="http://schemas.microsoft.com/office/drawing/2014/main" id="{F64DD7D9-733F-A594-710A-BD951F7D3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2" name="Oval 2461">
              <a:extLst>
                <a:ext uri="{FF2B5EF4-FFF2-40B4-BE49-F238E27FC236}">
                  <a16:creationId xmlns:a16="http://schemas.microsoft.com/office/drawing/2014/main" id="{D9A73763-D7C1-D434-F95F-6F8DD76D9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23" name="Oval 2462">
              <a:extLst>
                <a:ext uri="{FF2B5EF4-FFF2-40B4-BE49-F238E27FC236}">
                  <a16:creationId xmlns:a16="http://schemas.microsoft.com/office/drawing/2014/main" id="{A0D56B7A-B74D-F7D9-EA26-38958118C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24" name="Oval 2463">
              <a:extLst>
                <a:ext uri="{FF2B5EF4-FFF2-40B4-BE49-F238E27FC236}">
                  <a16:creationId xmlns:a16="http://schemas.microsoft.com/office/drawing/2014/main" id="{DDD81BB0-7F5A-EC34-B429-A5C2DC44F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25" name="Oval 2464">
              <a:extLst>
                <a:ext uri="{FF2B5EF4-FFF2-40B4-BE49-F238E27FC236}">
                  <a16:creationId xmlns:a16="http://schemas.microsoft.com/office/drawing/2014/main" id="{4E72927C-028A-FA45-C176-9FC351E8E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26" name="Group 2456">
            <a:extLst>
              <a:ext uri="{FF2B5EF4-FFF2-40B4-BE49-F238E27FC236}">
                <a16:creationId xmlns:a16="http://schemas.microsoft.com/office/drawing/2014/main" id="{B15510C9-1F5A-E8AC-3FB9-767CB86FFE4D}"/>
              </a:ext>
            </a:extLst>
          </p:cNvPr>
          <p:cNvGrpSpPr>
            <a:grpSpLocks/>
          </p:cNvGrpSpPr>
          <p:nvPr/>
        </p:nvGrpSpPr>
        <p:grpSpPr bwMode="auto">
          <a:xfrm>
            <a:off x="2426253" y="161290"/>
            <a:ext cx="83791" cy="88900"/>
            <a:chOff x="1239" y="2813"/>
            <a:chExt cx="271" cy="289"/>
          </a:xfrm>
        </p:grpSpPr>
        <p:sp>
          <p:nvSpPr>
            <p:cNvPr id="1627" name="Oval 2457">
              <a:extLst>
                <a:ext uri="{FF2B5EF4-FFF2-40B4-BE49-F238E27FC236}">
                  <a16:creationId xmlns:a16="http://schemas.microsoft.com/office/drawing/2014/main" id="{CA17155E-251A-267A-1999-A88F67ABD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28" name="Freeform 2458">
              <a:extLst>
                <a:ext uri="{FF2B5EF4-FFF2-40B4-BE49-F238E27FC236}">
                  <a16:creationId xmlns:a16="http://schemas.microsoft.com/office/drawing/2014/main" id="{5870B26A-1119-5452-B89B-FBC98937B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9" name="Freeform 2459">
              <a:extLst>
                <a:ext uri="{FF2B5EF4-FFF2-40B4-BE49-F238E27FC236}">
                  <a16:creationId xmlns:a16="http://schemas.microsoft.com/office/drawing/2014/main" id="{6ABAE1CC-70F8-CA01-6890-68879096C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0" name="Freeform 2460">
              <a:extLst>
                <a:ext uri="{FF2B5EF4-FFF2-40B4-BE49-F238E27FC236}">
                  <a16:creationId xmlns:a16="http://schemas.microsoft.com/office/drawing/2014/main" id="{9AB5DA9E-7362-7451-67B2-C9E75DB8D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1" name="Oval 2461">
              <a:extLst>
                <a:ext uri="{FF2B5EF4-FFF2-40B4-BE49-F238E27FC236}">
                  <a16:creationId xmlns:a16="http://schemas.microsoft.com/office/drawing/2014/main" id="{B95B7F98-541F-FF67-E04A-AF11194F5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2" name="Oval 2462">
              <a:extLst>
                <a:ext uri="{FF2B5EF4-FFF2-40B4-BE49-F238E27FC236}">
                  <a16:creationId xmlns:a16="http://schemas.microsoft.com/office/drawing/2014/main" id="{44FF5696-239B-2636-646D-5E4A02646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3" name="Oval 2463">
              <a:extLst>
                <a:ext uri="{FF2B5EF4-FFF2-40B4-BE49-F238E27FC236}">
                  <a16:creationId xmlns:a16="http://schemas.microsoft.com/office/drawing/2014/main" id="{9B4104F7-BAEC-8F93-FC18-596561CBC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4" name="Oval 2464">
              <a:extLst>
                <a:ext uri="{FF2B5EF4-FFF2-40B4-BE49-F238E27FC236}">
                  <a16:creationId xmlns:a16="http://schemas.microsoft.com/office/drawing/2014/main" id="{676CE34A-95F4-3E56-D01F-6A5D13ED4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35" name="Group 2456">
            <a:extLst>
              <a:ext uri="{FF2B5EF4-FFF2-40B4-BE49-F238E27FC236}">
                <a16:creationId xmlns:a16="http://schemas.microsoft.com/office/drawing/2014/main" id="{5141785A-4403-9704-2BFE-76AC0A4A15A4}"/>
              </a:ext>
            </a:extLst>
          </p:cNvPr>
          <p:cNvGrpSpPr>
            <a:grpSpLocks/>
          </p:cNvGrpSpPr>
          <p:nvPr/>
        </p:nvGrpSpPr>
        <p:grpSpPr bwMode="auto">
          <a:xfrm>
            <a:off x="2287866" y="58415"/>
            <a:ext cx="83791" cy="88900"/>
            <a:chOff x="1239" y="2813"/>
            <a:chExt cx="271" cy="289"/>
          </a:xfrm>
        </p:grpSpPr>
        <p:sp>
          <p:nvSpPr>
            <p:cNvPr id="1636" name="Oval 2457">
              <a:extLst>
                <a:ext uri="{FF2B5EF4-FFF2-40B4-BE49-F238E27FC236}">
                  <a16:creationId xmlns:a16="http://schemas.microsoft.com/office/drawing/2014/main" id="{9E125C57-E0C7-6E2C-E6F2-69ECFC9A3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7" name="Freeform 2458">
              <a:extLst>
                <a:ext uri="{FF2B5EF4-FFF2-40B4-BE49-F238E27FC236}">
                  <a16:creationId xmlns:a16="http://schemas.microsoft.com/office/drawing/2014/main" id="{ABBCE00C-DC01-5041-0979-E9F5D8FEA9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8" name="Freeform 2459">
              <a:extLst>
                <a:ext uri="{FF2B5EF4-FFF2-40B4-BE49-F238E27FC236}">
                  <a16:creationId xmlns:a16="http://schemas.microsoft.com/office/drawing/2014/main" id="{58C7ACAA-09A8-4009-B5D9-685307F54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" name="Freeform 2460">
              <a:extLst>
                <a:ext uri="{FF2B5EF4-FFF2-40B4-BE49-F238E27FC236}">
                  <a16:creationId xmlns:a16="http://schemas.microsoft.com/office/drawing/2014/main" id="{E3D174A1-457F-9821-574F-6DDD2009F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" name="Oval 2461">
              <a:extLst>
                <a:ext uri="{FF2B5EF4-FFF2-40B4-BE49-F238E27FC236}">
                  <a16:creationId xmlns:a16="http://schemas.microsoft.com/office/drawing/2014/main" id="{84BE9086-B29A-9918-CBD8-221408512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1" name="Oval 2462">
              <a:extLst>
                <a:ext uri="{FF2B5EF4-FFF2-40B4-BE49-F238E27FC236}">
                  <a16:creationId xmlns:a16="http://schemas.microsoft.com/office/drawing/2014/main" id="{82359CE4-3B3E-AC95-5754-833A39C67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2" name="Oval 2463">
              <a:extLst>
                <a:ext uri="{FF2B5EF4-FFF2-40B4-BE49-F238E27FC236}">
                  <a16:creationId xmlns:a16="http://schemas.microsoft.com/office/drawing/2014/main" id="{5908B1AE-F4DC-4922-D19E-E167C6BE6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3" name="Oval 2464">
              <a:extLst>
                <a:ext uri="{FF2B5EF4-FFF2-40B4-BE49-F238E27FC236}">
                  <a16:creationId xmlns:a16="http://schemas.microsoft.com/office/drawing/2014/main" id="{317F07A4-294A-728C-6727-34592D7E4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644" name="Group 2456">
            <a:extLst>
              <a:ext uri="{FF2B5EF4-FFF2-40B4-BE49-F238E27FC236}">
                <a16:creationId xmlns:a16="http://schemas.microsoft.com/office/drawing/2014/main" id="{FC87ECEA-C95F-D094-DB39-0CAF7C5E5F4D}"/>
              </a:ext>
            </a:extLst>
          </p:cNvPr>
          <p:cNvGrpSpPr>
            <a:grpSpLocks/>
          </p:cNvGrpSpPr>
          <p:nvPr/>
        </p:nvGrpSpPr>
        <p:grpSpPr bwMode="auto">
          <a:xfrm>
            <a:off x="2512087" y="37394"/>
            <a:ext cx="83791" cy="88900"/>
            <a:chOff x="1239" y="2813"/>
            <a:chExt cx="271" cy="289"/>
          </a:xfrm>
        </p:grpSpPr>
        <p:sp>
          <p:nvSpPr>
            <p:cNvPr id="1645" name="Oval 2457">
              <a:extLst>
                <a:ext uri="{FF2B5EF4-FFF2-40B4-BE49-F238E27FC236}">
                  <a16:creationId xmlns:a16="http://schemas.microsoft.com/office/drawing/2014/main" id="{45E072A5-1311-EFC6-9ED0-4402D6A5C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6" name="Freeform 2458">
              <a:extLst>
                <a:ext uri="{FF2B5EF4-FFF2-40B4-BE49-F238E27FC236}">
                  <a16:creationId xmlns:a16="http://schemas.microsoft.com/office/drawing/2014/main" id="{F88268ED-FDE1-6342-AE4B-9FD204FB7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" name="Freeform 2459">
              <a:extLst>
                <a:ext uri="{FF2B5EF4-FFF2-40B4-BE49-F238E27FC236}">
                  <a16:creationId xmlns:a16="http://schemas.microsoft.com/office/drawing/2014/main" id="{508DAE63-5120-EE73-27FE-B3C4A4B1E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" name="Freeform 2460">
              <a:extLst>
                <a:ext uri="{FF2B5EF4-FFF2-40B4-BE49-F238E27FC236}">
                  <a16:creationId xmlns:a16="http://schemas.microsoft.com/office/drawing/2014/main" id="{9FBEF7C1-3CC9-DCDB-1E2B-F7B87A26D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" name="Oval 2461">
              <a:extLst>
                <a:ext uri="{FF2B5EF4-FFF2-40B4-BE49-F238E27FC236}">
                  <a16:creationId xmlns:a16="http://schemas.microsoft.com/office/drawing/2014/main" id="{D1E1AF96-32D4-BB8F-AD7A-3CD04D1FC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0" name="Oval 2462">
              <a:extLst>
                <a:ext uri="{FF2B5EF4-FFF2-40B4-BE49-F238E27FC236}">
                  <a16:creationId xmlns:a16="http://schemas.microsoft.com/office/drawing/2014/main" id="{02720354-C9A9-36AF-4312-51D14E219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1" name="Oval 2463">
              <a:extLst>
                <a:ext uri="{FF2B5EF4-FFF2-40B4-BE49-F238E27FC236}">
                  <a16:creationId xmlns:a16="http://schemas.microsoft.com/office/drawing/2014/main" id="{FDC39497-EC2B-18E7-564E-6B5B066FB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2" name="Oval 2464">
              <a:extLst>
                <a:ext uri="{FF2B5EF4-FFF2-40B4-BE49-F238E27FC236}">
                  <a16:creationId xmlns:a16="http://schemas.microsoft.com/office/drawing/2014/main" id="{BB3CEF5B-8646-E0E1-35DF-A73D7DCCA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sp>
        <p:nvSpPr>
          <p:cNvPr id="1653" name="CuadroTexto 1652">
            <a:extLst>
              <a:ext uri="{FF2B5EF4-FFF2-40B4-BE49-F238E27FC236}">
                <a16:creationId xmlns:a16="http://schemas.microsoft.com/office/drawing/2014/main" id="{7065336D-1EF3-5696-BE16-B2FCEF5D8D7E}"/>
              </a:ext>
            </a:extLst>
          </p:cNvPr>
          <p:cNvSpPr txBox="1"/>
          <p:nvPr/>
        </p:nvSpPr>
        <p:spPr>
          <a:xfrm>
            <a:off x="-28852" y="27065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Exterior</a:t>
            </a:r>
          </a:p>
        </p:txBody>
      </p:sp>
      <p:sp>
        <p:nvSpPr>
          <p:cNvPr id="1654" name="CuadroTexto 1653">
            <a:extLst>
              <a:ext uri="{FF2B5EF4-FFF2-40B4-BE49-F238E27FC236}">
                <a16:creationId xmlns:a16="http://schemas.microsoft.com/office/drawing/2014/main" id="{1C83251A-BDE4-1887-6D31-ED7AF1063ED6}"/>
              </a:ext>
            </a:extLst>
          </p:cNvPr>
          <p:cNvSpPr txBox="1"/>
          <p:nvPr/>
        </p:nvSpPr>
        <p:spPr>
          <a:xfrm>
            <a:off x="2873182" y="1045167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sp>
        <p:nvSpPr>
          <p:cNvPr id="1655" name="CuadroTexto 1654">
            <a:extLst>
              <a:ext uri="{FF2B5EF4-FFF2-40B4-BE49-F238E27FC236}">
                <a16:creationId xmlns:a16="http://schemas.microsoft.com/office/drawing/2014/main" id="{4CB3B682-BB3E-3602-CD98-5ABBCACC4192}"/>
              </a:ext>
            </a:extLst>
          </p:cNvPr>
          <p:cNvSpPr txBox="1"/>
          <p:nvPr/>
        </p:nvSpPr>
        <p:spPr>
          <a:xfrm>
            <a:off x="1577634" y="1250432"/>
            <a:ext cx="1295547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ADP + 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1657" name="Conector: curvado 1656">
            <a:extLst>
              <a:ext uri="{FF2B5EF4-FFF2-40B4-BE49-F238E27FC236}">
                <a16:creationId xmlns:a16="http://schemas.microsoft.com/office/drawing/2014/main" id="{8D0FD24A-A623-4DDE-2C86-3D3D4DB2865E}"/>
              </a:ext>
            </a:extLst>
          </p:cNvPr>
          <p:cNvCxnSpPr>
            <a:cxnSpLocks/>
            <a:stCxn id="1655" idx="3"/>
            <a:endCxn id="1707" idx="3"/>
          </p:cNvCxnSpPr>
          <p:nvPr/>
        </p:nvCxnSpPr>
        <p:spPr>
          <a:xfrm flipH="1">
            <a:off x="2869145" y="1381237"/>
            <a:ext cx="4036" cy="290054"/>
          </a:xfrm>
          <a:prstGeom prst="curvedConnector3">
            <a:avLst>
              <a:gd name="adj1" fmla="val -855991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8" name="Conector recto de flecha 1657">
            <a:extLst>
              <a:ext uri="{FF2B5EF4-FFF2-40B4-BE49-F238E27FC236}">
                <a16:creationId xmlns:a16="http://schemas.microsoft.com/office/drawing/2014/main" id="{9DCE0B0C-41E2-EC83-D735-AA584EDDFC30}"/>
              </a:ext>
            </a:extLst>
          </p:cNvPr>
          <p:cNvCxnSpPr>
            <a:cxnSpLocks/>
            <a:stCxn id="1654" idx="2"/>
            <a:endCxn id="1659" idx="0"/>
          </p:cNvCxnSpPr>
          <p:nvPr/>
        </p:nvCxnSpPr>
        <p:spPr>
          <a:xfrm flipH="1">
            <a:off x="3220363" y="1306777"/>
            <a:ext cx="4037" cy="4668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9" name="CuadroTexto 1658">
            <a:extLst>
              <a:ext uri="{FF2B5EF4-FFF2-40B4-BE49-F238E27FC236}">
                <a16:creationId xmlns:a16="http://schemas.microsoft.com/office/drawing/2014/main" id="{A11F016C-53E1-7E4A-D11D-41764D221D85}"/>
              </a:ext>
            </a:extLst>
          </p:cNvPr>
          <p:cNvSpPr txBox="1"/>
          <p:nvPr/>
        </p:nvSpPr>
        <p:spPr>
          <a:xfrm>
            <a:off x="2764148" y="1773652"/>
            <a:ext cx="9124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Piruvato</a:t>
            </a:r>
          </a:p>
        </p:txBody>
      </p:sp>
      <p:sp>
        <p:nvSpPr>
          <p:cNvPr id="1660" name="CuadroTexto 1659">
            <a:extLst>
              <a:ext uri="{FF2B5EF4-FFF2-40B4-BE49-F238E27FC236}">
                <a16:creationId xmlns:a16="http://schemas.microsoft.com/office/drawing/2014/main" id="{736BA3B6-BC2F-AD12-4E86-BD8FD1AA821F}"/>
              </a:ext>
            </a:extLst>
          </p:cNvPr>
          <p:cNvSpPr txBox="1"/>
          <p:nvPr/>
        </p:nvSpPr>
        <p:spPr>
          <a:xfrm>
            <a:off x="-34266" y="822432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grpSp>
        <p:nvGrpSpPr>
          <p:cNvPr id="1661" name="Group 2122">
            <a:extLst>
              <a:ext uri="{FF2B5EF4-FFF2-40B4-BE49-F238E27FC236}">
                <a16:creationId xmlns:a16="http://schemas.microsoft.com/office/drawing/2014/main" id="{09A71EA6-858A-80FE-922A-19BF0896A8BA}"/>
              </a:ext>
            </a:extLst>
          </p:cNvPr>
          <p:cNvGrpSpPr>
            <a:grpSpLocks/>
          </p:cNvGrpSpPr>
          <p:nvPr/>
        </p:nvGrpSpPr>
        <p:grpSpPr bwMode="auto">
          <a:xfrm>
            <a:off x="2203839" y="372733"/>
            <a:ext cx="406226" cy="476265"/>
            <a:chOff x="1931" y="2992"/>
            <a:chExt cx="614" cy="738"/>
          </a:xfrm>
        </p:grpSpPr>
        <p:sp>
          <p:nvSpPr>
            <p:cNvPr id="1662" name="Freeform 2123">
              <a:extLst>
                <a:ext uri="{FF2B5EF4-FFF2-40B4-BE49-F238E27FC236}">
                  <a16:creationId xmlns:a16="http://schemas.microsoft.com/office/drawing/2014/main" id="{CBB79A22-7742-BBEE-6EAC-9BF6BFB8B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3" name="Freeform 2124">
              <a:extLst>
                <a:ext uri="{FF2B5EF4-FFF2-40B4-BE49-F238E27FC236}">
                  <a16:creationId xmlns:a16="http://schemas.microsoft.com/office/drawing/2014/main" id="{AFCA240B-F37A-6F54-7950-DC9967A94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" name="Freeform 2125">
              <a:extLst>
                <a:ext uri="{FF2B5EF4-FFF2-40B4-BE49-F238E27FC236}">
                  <a16:creationId xmlns:a16="http://schemas.microsoft.com/office/drawing/2014/main" id="{BB0F1E14-D6CC-A16D-4C98-28CECD285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" name="Freeform 2126">
              <a:extLst>
                <a:ext uri="{FF2B5EF4-FFF2-40B4-BE49-F238E27FC236}">
                  <a16:creationId xmlns:a16="http://schemas.microsoft.com/office/drawing/2014/main" id="{C363E977-7AEF-4878-3056-B3401049A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" name="Freeform 2127">
              <a:extLst>
                <a:ext uri="{FF2B5EF4-FFF2-40B4-BE49-F238E27FC236}">
                  <a16:creationId xmlns:a16="http://schemas.microsoft.com/office/drawing/2014/main" id="{33D4D307-B231-D334-F555-6A171F41A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7" name="Freeform 2128">
              <a:extLst>
                <a:ext uri="{FF2B5EF4-FFF2-40B4-BE49-F238E27FC236}">
                  <a16:creationId xmlns:a16="http://schemas.microsoft.com/office/drawing/2014/main" id="{0E5360B9-834D-AB36-10A7-B5DB694F1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25"/>
              <a:ext cx="213" cy="699"/>
            </a:xfrm>
            <a:custGeom>
              <a:avLst/>
              <a:gdLst>
                <a:gd name="T0" fmla="*/ 784 w 109"/>
                <a:gd name="T1" fmla="*/ 3000 h 336"/>
                <a:gd name="T2" fmla="*/ 717 w 109"/>
                <a:gd name="T3" fmla="*/ 2467 h 336"/>
                <a:gd name="T4" fmla="*/ 389 w 109"/>
                <a:gd name="T5" fmla="*/ 917 h 336"/>
                <a:gd name="T6" fmla="*/ 381 w 109"/>
                <a:gd name="T7" fmla="*/ 17 h 336"/>
                <a:gd name="T8" fmla="*/ 217 w 109"/>
                <a:gd name="T9" fmla="*/ 73 h 336"/>
                <a:gd name="T10" fmla="*/ 260 w 109"/>
                <a:gd name="T11" fmla="*/ 926 h 336"/>
                <a:gd name="T12" fmla="*/ 657 w 109"/>
                <a:gd name="T13" fmla="*/ 2501 h 336"/>
                <a:gd name="T14" fmla="*/ 784 w 109"/>
                <a:gd name="T15" fmla="*/ 3000 h 336"/>
                <a:gd name="T16" fmla="*/ 784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105" y="333"/>
                  </a:moveTo>
                  <a:cubicBezTo>
                    <a:pt x="94" y="326"/>
                    <a:pt x="99" y="306"/>
                    <a:pt x="96" y="274"/>
                  </a:cubicBezTo>
                  <a:cubicBezTo>
                    <a:pt x="91" y="222"/>
                    <a:pt x="77" y="140"/>
                    <a:pt x="52" y="102"/>
                  </a:cubicBezTo>
                  <a:cubicBezTo>
                    <a:pt x="27" y="64"/>
                    <a:pt x="13" y="10"/>
                    <a:pt x="51" y="2"/>
                  </a:cubicBezTo>
                  <a:cubicBezTo>
                    <a:pt x="46" y="0"/>
                    <a:pt x="35" y="3"/>
                    <a:pt x="29" y="8"/>
                  </a:cubicBezTo>
                  <a:cubicBezTo>
                    <a:pt x="0" y="29"/>
                    <a:pt x="10" y="65"/>
                    <a:pt x="35" y="103"/>
                  </a:cubicBezTo>
                  <a:cubicBezTo>
                    <a:pt x="60" y="141"/>
                    <a:pt x="83" y="226"/>
                    <a:pt x="88" y="278"/>
                  </a:cubicBezTo>
                  <a:cubicBezTo>
                    <a:pt x="92" y="318"/>
                    <a:pt x="93" y="330"/>
                    <a:pt x="105" y="333"/>
                  </a:cubicBezTo>
                  <a:cubicBezTo>
                    <a:pt x="108" y="334"/>
                    <a:pt x="109" y="336"/>
                    <a:pt x="105" y="333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8" name="Freeform 2129">
              <a:extLst>
                <a:ext uri="{FF2B5EF4-FFF2-40B4-BE49-F238E27FC236}">
                  <a16:creationId xmlns:a16="http://schemas.microsoft.com/office/drawing/2014/main" id="{F7BDEBC5-860F-7CDD-4607-AF85E72916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3031"/>
              <a:ext cx="168" cy="686"/>
            </a:xfrm>
            <a:custGeom>
              <a:avLst/>
              <a:gdLst>
                <a:gd name="T0" fmla="*/ 580 w 86"/>
                <a:gd name="T1" fmla="*/ 1715 h 330"/>
                <a:gd name="T2" fmla="*/ 416 w 86"/>
                <a:gd name="T3" fmla="*/ 1418 h 330"/>
                <a:gd name="T4" fmla="*/ 492 w 86"/>
                <a:gd name="T5" fmla="*/ 1206 h 330"/>
                <a:gd name="T6" fmla="*/ 531 w 86"/>
                <a:gd name="T7" fmla="*/ 1089 h 330"/>
                <a:gd name="T8" fmla="*/ 289 w 86"/>
                <a:gd name="T9" fmla="*/ 333 h 330"/>
                <a:gd name="T10" fmla="*/ 0 w 86"/>
                <a:gd name="T11" fmla="*/ 0 h 330"/>
                <a:gd name="T12" fmla="*/ 203 w 86"/>
                <a:gd name="T13" fmla="*/ 268 h 330"/>
                <a:gd name="T14" fmla="*/ 381 w 86"/>
                <a:gd name="T15" fmla="*/ 890 h 330"/>
                <a:gd name="T16" fmla="*/ 408 w 86"/>
                <a:gd name="T17" fmla="*/ 1193 h 330"/>
                <a:gd name="T18" fmla="*/ 352 w 86"/>
                <a:gd name="T19" fmla="*/ 1418 h 330"/>
                <a:gd name="T20" fmla="*/ 477 w 86"/>
                <a:gd name="T21" fmla="*/ 1771 h 330"/>
                <a:gd name="T22" fmla="*/ 565 w 86"/>
                <a:gd name="T23" fmla="*/ 2039 h 330"/>
                <a:gd name="T24" fmla="*/ 596 w 86"/>
                <a:gd name="T25" fmla="*/ 2532 h 330"/>
                <a:gd name="T26" fmla="*/ 477 w 86"/>
                <a:gd name="T27" fmla="*/ 2964 h 330"/>
                <a:gd name="T28" fmla="*/ 641 w 86"/>
                <a:gd name="T29" fmla="*/ 2540 h 330"/>
                <a:gd name="T30" fmla="*/ 633 w 86"/>
                <a:gd name="T31" fmla="*/ 1806 h 330"/>
                <a:gd name="T32" fmla="*/ 580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78" y="191"/>
                  </a:moveTo>
                  <a:cubicBezTo>
                    <a:pt x="65" y="187"/>
                    <a:pt x="56" y="172"/>
                    <a:pt x="56" y="158"/>
                  </a:cubicBezTo>
                  <a:cubicBezTo>
                    <a:pt x="56" y="148"/>
                    <a:pt x="60" y="140"/>
                    <a:pt x="66" y="134"/>
                  </a:cubicBezTo>
                  <a:cubicBezTo>
                    <a:pt x="70" y="130"/>
                    <a:pt x="72" y="127"/>
                    <a:pt x="71" y="121"/>
                  </a:cubicBezTo>
                  <a:cubicBezTo>
                    <a:pt x="58" y="81"/>
                    <a:pt x="49" y="56"/>
                    <a:pt x="39" y="37"/>
                  </a:cubicBezTo>
                  <a:cubicBezTo>
                    <a:pt x="29" y="19"/>
                    <a:pt x="15" y="6"/>
                    <a:pt x="0" y="0"/>
                  </a:cubicBezTo>
                  <a:cubicBezTo>
                    <a:pt x="9" y="6"/>
                    <a:pt x="17" y="11"/>
                    <a:pt x="27" y="30"/>
                  </a:cubicBezTo>
                  <a:cubicBezTo>
                    <a:pt x="36" y="47"/>
                    <a:pt x="40" y="63"/>
                    <a:pt x="51" y="99"/>
                  </a:cubicBezTo>
                  <a:cubicBezTo>
                    <a:pt x="55" y="110"/>
                    <a:pt x="61" y="122"/>
                    <a:pt x="55" y="133"/>
                  </a:cubicBezTo>
                  <a:cubicBezTo>
                    <a:pt x="51" y="139"/>
                    <a:pt x="47" y="145"/>
                    <a:pt x="47" y="158"/>
                  </a:cubicBezTo>
                  <a:cubicBezTo>
                    <a:pt x="47" y="180"/>
                    <a:pt x="55" y="191"/>
                    <a:pt x="64" y="197"/>
                  </a:cubicBezTo>
                  <a:cubicBezTo>
                    <a:pt x="73" y="203"/>
                    <a:pt x="75" y="216"/>
                    <a:pt x="76" y="227"/>
                  </a:cubicBezTo>
                  <a:cubicBezTo>
                    <a:pt x="76" y="256"/>
                    <a:pt x="80" y="282"/>
                    <a:pt x="80" y="282"/>
                  </a:cubicBezTo>
                  <a:cubicBezTo>
                    <a:pt x="80" y="302"/>
                    <a:pt x="78" y="320"/>
                    <a:pt x="64" y="330"/>
                  </a:cubicBezTo>
                  <a:cubicBezTo>
                    <a:pt x="79" y="323"/>
                    <a:pt x="86" y="306"/>
                    <a:pt x="86" y="283"/>
                  </a:cubicBezTo>
                  <a:cubicBezTo>
                    <a:pt x="86" y="283"/>
                    <a:pt x="85" y="207"/>
                    <a:pt x="85" y="201"/>
                  </a:cubicBezTo>
                  <a:cubicBezTo>
                    <a:pt x="85" y="195"/>
                    <a:pt x="83" y="193"/>
                    <a:pt x="78" y="191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9" name="Freeform 2130">
              <a:extLst>
                <a:ext uri="{FF2B5EF4-FFF2-40B4-BE49-F238E27FC236}">
                  <a16:creationId xmlns:a16="http://schemas.microsoft.com/office/drawing/2014/main" id="{80E33BC5-FD83-3103-D2C6-B2C75704F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42"/>
              <a:ext cx="137" cy="378"/>
            </a:xfrm>
            <a:custGeom>
              <a:avLst/>
              <a:gdLst>
                <a:gd name="T0" fmla="*/ 525 w 70"/>
                <a:gd name="T1" fmla="*/ 1630 h 182"/>
                <a:gd name="T2" fmla="*/ 264 w 70"/>
                <a:gd name="T3" fmla="*/ 849 h 182"/>
                <a:gd name="T4" fmla="*/ 219 w 70"/>
                <a:gd name="T5" fmla="*/ 0 h 182"/>
                <a:gd name="T6" fmla="*/ 196 w 70"/>
                <a:gd name="T7" fmla="*/ 609 h 182"/>
                <a:gd name="T8" fmla="*/ 525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70" y="182"/>
                  </a:moveTo>
                  <a:cubicBezTo>
                    <a:pt x="61" y="148"/>
                    <a:pt x="48" y="115"/>
                    <a:pt x="35" y="95"/>
                  </a:cubicBezTo>
                  <a:cubicBezTo>
                    <a:pt x="10" y="57"/>
                    <a:pt x="0" y="21"/>
                    <a:pt x="29" y="0"/>
                  </a:cubicBezTo>
                  <a:cubicBezTo>
                    <a:pt x="19" y="8"/>
                    <a:pt x="12" y="40"/>
                    <a:pt x="26" y="68"/>
                  </a:cubicBezTo>
                  <a:cubicBezTo>
                    <a:pt x="39" y="96"/>
                    <a:pt x="56" y="125"/>
                    <a:pt x="70" y="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" name="Freeform 2131">
              <a:extLst>
                <a:ext uri="{FF2B5EF4-FFF2-40B4-BE49-F238E27FC236}">
                  <a16:creationId xmlns:a16="http://schemas.microsoft.com/office/drawing/2014/main" id="{EA7FED48-9A94-8CD1-EB85-6353BD798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5" y="3025"/>
              <a:ext cx="213" cy="699"/>
            </a:xfrm>
            <a:custGeom>
              <a:avLst/>
              <a:gdLst>
                <a:gd name="T0" fmla="*/ 31 w 109"/>
                <a:gd name="T1" fmla="*/ 3000 h 336"/>
                <a:gd name="T2" fmla="*/ 96 w 109"/>
                <a:gd name="T3" fmla="*/ 2467 h 336"/>
                <a:gd name="T4" fmla="*/ 424 w 109"/>
                <a:gd name="T5" fmla="*/ 917 h 336"/>
                <a:gd name="T6" fmla="*/ 432 w 109"/>
                <a:gd name="T7" fmla="*/ 17 h 336"/>
                <a:gd name="T8" fmla="*/ 596 w 109"/>
                <a:gd name="T9" fmla="*/ 73 h 336"/>
                <a:gd name="T10" fmla="*/ 553 w 109"/>
                <a:gd name="T11" fmla="*/ 926 h 336"/>
                <a:gd name="T12" fmla="*/ 156 w 109"/>
                <a:gd name="T13" fmla="*/ 2501 h 336"/>
                <a:gd name="T14" fmla="*/ 31 w 109"/>
                <a:gd name="T15" fmla="*/ 3000 h 336"/>
                <a:gd name="T16" fmla="*/ 31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4" y="333"/>
                  </a:moveTo>
                  <a:cubicBezTo>
                    <a:pt x="15" y="326"/>
                    <a:pt x="10" y="306"/>
                    <a:pt x="13" y="274"/>
                  </a:cubicBezTo>
                  <a:cubicBezTo>
                    <a:pt x="18" y="222"/>
                    <a:pt x="32" y="140"/>
                    <a:pt x="57" y="102"/>
                  </a:cubicBezTo>
                  <a:cubicBezTo>
                    <a:pt x="82" y="64"/>
                    <a:pt x="96" y="10"/>
                    <a:pt x="58" y="2"/>
                  </a:cubicBezTo>
                  <a:cubicBezTo>
                    <a:pt x="63" y="0"/>
                    <a:pt x="74" y="3"/>
                    <a:pt x="80" y="8"/>
                  </a:cubicBezTo>
                  <a:cubicBezTo>
                    <a:pt x="109" y="29"/>
                    <a:pt x="99" y="65"/>
                    <a:pt x="74" y="103"/>
                  </a:cubicBezTo>
                  <a:cubicBezTo>
                    <a:pt x="49" y="141"/>
                    <a:pt x="26" y="226"/>
                    <a:pt x="21" y="278"/>
                  </a:cubicBezTo>
                  <a:cubicBezTo>
                    <a:pt x="17" y="318"/>
                    <a:pt x="16" y="330"/>
                    <a:pt x="4" y="333"/>
                  </a:cubicBezTo>
                  <a:cubicBezTo>
                    <a:pt x="1" y="334"/>
                    <a:pt x="0" y="336"/>
                    <a:pt x="4" y="333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" name="Freeform 2132">
              <a:extLst>
                <a:ext uri="{FF2B5EF4-FFF2-40B4-BE49-F238E27FC236}">
                  <a16:creationId xmlns:a16="http://schemas.microsoft.com/office/drawing/2014/main" id="{7EF5B097-0CE1-194B-6463-E1AD3F4DD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31"/>
              <a:ext cx="168" cy="686"/>
            </a:xfrm>
            <a:custGeom>
              <a:avLst/>
              <a:gdLst>
                <a:gd name="T0" fmla="*/ 61 w 86"/>
                <a:gd name="T1" fmla="*/ 1715 h 330"/>
                <a:gd name="T2" fmla="*/ 225 w 86"/>
                <a:gd name="T3" fmla="*/ 1418 h 330"/>
                <a:gd name="T4" fmla="*/ 148 w 86"/>
                <a:gd name="T5" fmla="*/ 1206 h 330"/>
                <a:gd name="T6" fmla="*/ 111 w 86"/>
                <a:gd name="T7" fmla="*/ 1089 h 330"/>
                <a:gd name="T8" fmla="*/ 352 w 86"/>
                <a:gd name="T9" fmla="*/ 333 h 330"/>
                <a:gd name="T10" fmla="*/ 641 w 86"/>
                <a:gd name="T11" fmla="*/ 0 h 330"/>
                <a:gd name="T12" fmla="*/ 440 w 86"/>
                <a:gd name="T13" fmla="*/ 268 h 330"/>
                <a:gd name="T14" fmla="*/ 260 w 86"/>
                <a:gd name="T15" fmla="*/ 890 h 330"/>
                <a:gd name="T16" fmla="*/ 232 w 86"/>
                <a:gd name="T17" fmla="*/ 1193 h 330"/>
                <a:gd name="T18" fmla="*/ 289 w 86"/>
                <a:gd name="T19" fmla="*/ 1418 h 330"/>
                <a:gd name="T20" fmla="*/ 164 w 86"/>
                <a:gd name="T21" fmla="*/ 1771 h 330"/>
                <a:gd name="T22" fmla="*/ 80 w 86"/>
                <a:gd name="T23" fmla="*/ 2039 h 330"/>
                <a:gd name="T24" fmla="*/ 45 w 86"/>
                <a:gd name="T25" fmla="*/ 2532 h 330"/>
                <a:gd name="T26" fmla="*/ 164 w 86"/>
                <a:gd name="T27" fmla="*/ 2964 h 330"/>
                <a:gd name="T28" fmla="*/ 0 w 86"/>
                <a:gd name="T29" fmla="*/ 2540 h 330"/>
                <a:gd name="T30" fmla="*/ 8 w 86"/>
                <a:gd name="T31" fmla="*/ 1806 h 330"/>
                <a:gd name="T32" fmla="*/ 61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8" y="191"/>
                  </a:moveTo>
                  <a:cubicBezTo>
                    <a:pt x="21" y="187"/>
                    <a:pt x="30" y="172"/>
                    <a:pt x="30" y="158"/>
                  </a:cubicBezTo>
                  <a:cubicBezTo>
                    <a:pt x="30" y="148"/>
                    <a:pt x="26" y="140"/>
                    <a:pt x="20" y="134"/>
                  </a:cubicBezTo>
                  <a:cubicBezTo>
                    <a:pt x="16" y="130"/>
                    <a:pt x="14" y="127"/>
                    <a:pt x="15" y="121"/>
                  </a:cubicBezTo>
                  <a:cubicBezTo>
                    <a:pt x="28" y="81"/>
                    <a:pt x="37" y="56"/>
                    <a:pt x="47" y="37"/>
                  </a:cubicBezTo>
                  <a:cubicBezTo>
                    <a:pt x="57" y="19"/>
                    <a:pt x="71" y="6"/>
                    <a:pt x="86" y="0"/>
                  </a:cubicBezTo>
                  <a:cubicBezTo>
                    <a:pt x="77" y="6"/>
                    <a:pt x="69" y="11"/>
                    <a:pt x="59" y="30"/>
                  </a:cubicBezTo>
                  <a:cubicBezTo>
                    <a:pt x="50" y="47"/>
                    <a:pt x="47" y="63"/>
                    <a:pt x="35" y="99"/>
                  </a:cubicBezTo>
                  <a:cubicBezTo>
                    <a:pt x="31" y="110"/>
                    <a:pt x="25" y="122"/>
                    <a:pt x="31" y="133"/>
                  </a:cubicBezTo>
                  <a:cubicBezTo>
                    <a:pt x="35" y="139"/>
                    <a:pt x="39" y="145"/>
                    <a:pt x="39" y="158"/>
                  </a:cubicBezTo>
                  <a:cubicBezTo>
                    <a:pt x="39" y="180"/>
                    <a:pt x="31" y="191"/>
                    <a:pt x="22" y="197"/>
                  </a:cubicBezTo>
                  <a:cubicBezTo>
                    <a:pt x="13" y="203"/>
                    <a:pt x="11" y="216"/>
                    <a:pt x="11" y="227"/>
                  </a:cubicBezTo>
                  <a:cubicBezTo>
                    <a:pt x="10" y="256"/>
                    <a:pt x="6" y="282"/>
                    <a:pt x="6" y="282"/>
                  </a:cubicBezTo>
                  <a:cubicBezTo>
                    <a:pt x="6" y="302"/>
                    <a:pt x="8" y="320"/>
                    <a:pt x="22" y="330"/>
                  </a:cubicBezTo>
                  <a:cubicBezTo>
                    <a:pt x="7" y="323"/>
                    <a:pt x="0" y="306"/>
                    <a:pt x="0" y="283"/>
                  </a:cubicBezTo>
                  <a:cubicBezTo>
                    <a:pt x="0" y="283"/>
                    <a:pt x="1" y="207"/>
                    <a:pt x="1" y="201"/>
                  </a:cubicBezTo>
                  <a:cubicBezTo>
                    <a:pt x="1" y="195"/>
                    <a:pt x="3" y="193"/>
                    <a:pt x="8" y="191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" name="Freeform 2133">
              <a:extLst>
                <a:ext uri="{FF2B5EF4-FFF2-40B4-BE49-F238E27FC236}">
                  <a16:creationId xmlns:a16="http://schemas.microsoft.com/office/drawing/2014/main" id="{98BAE6BA-8B8A-0C24-1FB9-6F3449E81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3042"/>
              <a:ext cx="137" cy="378"/>
            </a:xfrm>
            <a:custGeom>
              <a:avLst/>
              <a:gdLst>
                <a:gd name="T0" fmla="*/ 0 w 70"/>
                <a:gd name="T1" fmla="*/ 1630 h 182"/>
                <a:gd name="T2" fmla="*/ 264 w 70"/>
                <a:gd name="T3" fmla="*/ 849 h 182"/>
                <a:gd name="T4" fmla="*/ 307 w 70"/>
                <a:gd name="T5" fmla="*/ 0 h 182"/>
                <a:gd name="T6" fmla="*/ 329 w 70"/>
                <a:gd name="T7" fmla="*/ 609 h 182"/>
                <a:gd name="T8" fmla="*/ 0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0" y="182"/>
                  </a:moveTo>
                  <a:cubicBezTo>
                    <a:pt x="9" y="148"/>
                    <a:pt x="22" y="115"/>
                    <a:pt x="35" y="95"/>
                  </a:cubicBezTo>
                  <a:cubicBezTo>
                    <a:pt x="60" y="57"/>
                    <a:pt x="70" y="21"/>
                    <a:pt x="41" y="0"/>
                  </a:cubicBezTo>
                  <a:cubicBezTo>
                    <a:pt x="51" y="8"/>
                    <a:pt x="58" y="40"/>
                    <a:pt x="44" y="68"/>
                  </a:cubicBezTo>
                  <a:cubicBezTo>
                    <a:pt x="31" y="96"/>
                    <a:pt x="14" y="125"/>
                    <a:pt x="0" y="18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3" name="Freeform 2134">
              <a:extLst>
                <a:ext uri="{FF2B5EF4-FFF2-40B4-BE49-F238E27FC236}">
                  <a16:creationId xmlns:a16="http://schemas.microsoft.com/office/drawing/2014/main" id="{9A23BF80-F285-DE5A-9E0C-BC3A9A30F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3283"/>
              <a:ext cx="66" cy="337"/>
            </a:xfrm>
            <a:custGeom>
              <a:avLst/>
              <a:gdLst>
                <a:gd name="T0" fmla="*/ 248 w 34"/>
                <a:gd name="T1" fmla="*/ 1458 h 162"/>
                <a:gd name="T2" fmla="*/ 241 w 34"/>
                <a:gd name="T3" fmla="*/ 718 h 162"/>
                <a:gd name="T4" fmla="*/ 188 w 34"/>
                <a:gd name="T5" fmla="*/ 632 h 162"/>
                <a:gd name="T6" fmla="*/ 31 w 34"/>
                <a:gd name="T7" fmla="*/ 333 h 162"/>
                <a:gd name="T8" fmla="*/ 101 w 34"/>
                <a:gd name="T9" fmla="*/ 116 h 162"/>
                <a:gd name="T10" fmla="*/ 140 w 34"/>
                <a:gd name="T11" fmla="*/ 0 h 162"/>
                <a:gd name="T12" fmla="*/ 80 w 34"/>
                <a:gd name="T13" fmla="*/ 125 h 162"/>
                <a:gd name="T14" fmla="*/ 0 w 34"/>
                <a:gd name="T15" fmla="*/ 341 h 162"/>
                <a:gd name="T16" fmla="*/ 124 w 34"/>
                <a:gd name="T17" fmla="*/ 632 h 162"/>
                <a:gd name="T18" fmla="*/ 225 w 34"/>
                <a:gd name="T19" fmla="*/ 774 h 162"/>
                <a:gd name="T20" fmla="*/ 248 w 34"/>
                <a:gd name="T21" fmla="*/ 1458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162">
                  <a:moveTo>
                    <a:pt x="34" y="162"/>
                  </a:moveTo>
                  <a:cubicBezTo>
                    <a:pt x="34" y="162"/>
                    <a:pt x="33" y="86"/>
                    <a:pt x="33" y="80"/>
                  </a:cubicBezTo>
                  <a:cubicBezTo>
                    <a:pt x="33" y="74"/>
                    <a:pt x="31" y="72"/>
                    <a:pt x="26" y="70"/>
                  </a:cubicBezTo>
                  <a:cubicBezTo>
                    <a:pt x="13" y="66"/>
                    <a:pt x="4" y="51"/>
                    <a:pt x="4" y="37"/>
                  </a:cubicBezTo>
                  <a:cubicBezTo>
                    <a:pt x="4" y="27"/>
                    <a:pt x="8" y="19"/>
                    <a:pt x="14" y="13"/>
                  </a:cubicBezTo>
                  <a:cubicBezTo>
                    <a:pt x="18" y="9"/>
                    <a:pt x="20" y="6"/>
                    <a:pt x="19" y="0"/>
                  </a:cubicBezTo>
                  <a:cubicBezTo>
                    <a:pt x="19" y="3"/>
                    <a:pt x="17" y="7"/>
                    <a:pt x="11" y="14"/>
                  </a:cubicBezTo>
                  <a:cubicBezTo>
                    <a:pt x="4" y="20"/>
                    <a:pt x="0" y="27"/>
                    <a:pt x="0" y="38"/>
                  </a:cubicBezTo>
                  <a:cubicBezTo>
                    <a:pt x="0" y="49"/>
                    <a:pt x="7" y="65"/>
                    <a:pt x="17" y="70"/>
                  </a:cubicBezTo>
                  <a:cubicBezTo>
                    <a:pt x="27" y="75"/>
                    <a:pt x="31" y="78"/>
                    <a:pt x="31" y="86"/>
                  </a:cubicBezTo>
                  <a:cubicBezTo>
                    <a:pt x="32" y="94"/>
                    <a:pt x="34" y="162"/>
                    <a:pt x="34" y="16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4" name="Freeform 2135">
              <a:extLst>
                <a:ext uri="{FF2B5EF4-FFF2-40B4-BE49-F238E27FC236}">
                  <a16:creationId xmlns:a16="http://schemas.microsoft.com/office/drawing/2014/main" id="{53D863F5-42AF-F3AB-BB73-5800383BA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310"/>
              <a:ext cx="72" cy="310"/>
            </a:xfrm>
            <a:custGeom>
              <a:avLst/>
              <a:gdLst>
                <a:gd name="T0" fmla="*/ 0 w 37"/>
                <a:gd name="T1" fmla="*/ 1342 h 149"/>
                <a:gd name="T2" fmla="*/ 8 w 37"/>
                <a:gd name="T3" fmla="*/ 601 h 149"/>
                <a:gd name="T4" fmla="*/ 60 w 37"/>
                <a:gd name="T5" fmla="*/ 516 h 149"/>
                <a:gd name="T6" fmla="*/ 220 w 37"/>
                <a:gd name="T7" fmla="*/ 216 h 149"/>
                <a:gd name="T8" fmla="*/ 148 w 37"/>
                <a:gd name="T9" fmla="*/ 0 h 149"/>
                <a:gd name="T10" fmla="*/ 220 w 37"/>
                <a:gd name="T11" fmla="*/ 416 h 149"/>
                <a:gd name="T12" fmla="*/ 60 w 37"/>
                <a:gd name="T13" fmla="*/ 568 h 149"/>
                <a:gd name="T14" fmla="*/ 23 w 37"/>
                <a:gd name="T15" fmla="*/ 766 h 149"/>
                <a:gd name="T16" fmla="*/ 0 w 37"/>
                <a:gd name="T17" fmla="*/ 1342 h 1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149">
                  <a:moveTo>
                    <a:pt x="0" y="149"/>
                  </a:moveTo>
                  <a:cubicBezTo>
                    <a:pt x="0" y="149"/>
                    <a:pt x="1" y="73"/>
                    <a:pt x="1" y="67"/>
                  </a:cubicBezTo>
                  <a:cubicBezTo>
                    <a:pt x="1" y="61"/>
                    <a:pt x="3" y="59"/>
                    <a:pt x="8" y="57"/>
                  </a:cubicBezTo>
                  <a:cubicBezTo>
                    <a:pt x="21" y="53"/>
                    <a:pt x="30" y="38"/>
                    <a:pt x="30" y="24"/>
                  </a:cubicBezTo>
                  <a:cubicBezTo>
                    <a:pt x="30" y="14"/>
                    <a:pt x="26" y="6"/>
                    <a:pt x="20" y="0"/>
                  </a:cubicBezTo>
                  <a:cubicBezTo>
                    <a:pt x="33" y="12"/>
                    <a:pt x="37" y="33"/>
                    <a:pt x="30" y="46"/>
                  </a:cubicBezTo>
                  <a:cubicBezTo>
                    <a:pt x="22" y="59"/>
                    <a:pt x="13" y="60"/>
                    <a:pt x="8" y="63"/>
                  </a:cubicBezTo>
                  <a:cubicBezTo>
                    <a:pt x="4" y="65"/>
                    <a:pt x="4" y="73"/>
                    <a:pt x="3" y="85"/>
                  </a:cubicBezTo>
                  <a:cubicBezTo>
                    <a:pt x="3" y="97"/>
                    <a:pt x="0" y="149"/>
                    <a:pt x="0" y="1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" name="Freeform 2136">
              <a:extLst>
                <a:ext uri="{FF2B5EF4-FFF2-40B4-BE49-F238E27FC236}">
                  <a16:creationId xmlns:a16="http://schemas.microsoft.com/office/drawing/2014/main" id="{5F1C5210-C751-5678-8840-B292A6EE5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3042"/>
              <a:ext cx="97" cy="174"/>
            </a:xfrm>
            <a:custGeom>
              <a:avLst/>
              <a:gdLst>
                <a:gd name="T0" fmla="*/ 365 w 50"/>
                <a:gd name="T1" fmla="*/ 0 h 84"/>
                <a:gd name="T2" fmla="*/ 0 w 50"/>
                <a:gd name="T3" fmla="*/ 746 h 84"/>
                <a:gd name="T4" fmla="*/ 365 w 5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84">
                  <a:moveTo>
                    <a:pt x="50" y="0"/>
                  </a:moveTo>
                  <a:cubicBezTo>
                    <a:pt x="38" y="7"/>
                    <a:pt x="21" y="24"/>
                    <a:pt x="0" y="84"/>
                  </a:cubicBezTo>
                  <a:cubicBezTo>
                    <a:pt x="10" y="60"/>
                    <a:pt x="33" y="13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" name="Freeform 2137">
              <a:extLst>
                <a:ext uri="{FF2B5EF4-FFF2-40B4-BE49-F238E27FC236}">
                  <a16:creationId xmlns:a16="http://schemas.microsoft.com/office/drawing/2014/main" id="{9D685123-9A6D-2BBC-79C7-0716E6A293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1" y="3034"/>
              <a:ext cx="279" cy="409"/>
            </a:xfrm>
            <a:custGeom>
              <a:avLst/>
              <a:gdLst>
                <a:gd name="T0" fmla="*/ 499 w 143"/>
                <a:gd name="T1" fmla="*/ 866 h 197"/>
                <a:gd name="T2" fmla="*/ 8 w 143"/>
                <a:gd name="T3" fmla="*/ 0 h 197"/>
                <a:gd name="T4" fmla="*/ 0 w 143"/>
                <a:gd name="T5" fmla="*/ 0 h 197"/>
                <a:gd name="T6" fmla="*/ 236 w 143"/>
                <a:gd name="T7" fmla="*/ 324 h 197"/>
                <a:gd name="T8" fmla="*/ 484 w 143"/>
                <a:gd name="T9" fmla="*/ 1073 h 197"/>
                <a:gd name="T10" fmla="*/ 453 w 143"/>
                <a:gd name="T11" fmla="*/ 1190 h 197"/>
                <a:gd name="T12" fmla="*/ 373 w 143"/>
                <a:gd name="T13" fmla="*/ 1406 h 197"/>
                <a:gd name="T14" fmla="*/ 540 w 143"/>
                <a:gd name="T15" fmla="*/ 1673 h 197"/>
                <a:gd name="T16" fmla="*/ 593 w 143"/>
                <a:gd name="T17" fmla="*/ 1763 h 197"/>
                <a:gd name="T18" fmla="*/ 593 w 143"/>
                <a:gd name="T19" fmla="*/ 1109 h 197"/>
                <a:gd name="T20" fmla="*/ 499 w 143"/>
                <a:gd name="T21" fmla="*/ 866 h 197"/>
                <a:gd name="T22" fmla="*/ 960 w 143"/>
                <a:gd name="T23" fmla="*/ 324 h 197"/>
                <a:gd name="T24" fmla="*/ 1061 w 143"/>
                <a:gd name="T25" fmla="*/ 143 h 197"/>
                <a:gd name="T26" fmla="*/ 1048 w 143"/>
                <a:gd name="T27" fmla="*/ 152 h 197"/>
                <a:gd name="T28" fmla="*/ 704 w 143"/>
                <a:gd name="T29" fmla="*/ 905 h 197"/>
                <a:gd name="T30" fmla="*/ 609 w 143"/>
                <a:gd name="T31" fmla="*/ 1121 h 197"/>
                <a:gd name="T32" fmla="*/ 609 w 143"/>
                <a:gd name="T33" fmla="*/ 1215 h 197"/>
                <a:gd name="T34" fmla="*/ 609 w 143"/>
                <a:gd name="T35" fmla="*/ 1763 h 197"/>
                <a:gd name="T36" fmla="*/ 661 w 143"/>
                <a:gd name="T37" fmla="*/ 1673 h 197"/>
                <a:gd name="T38" fmla="*/ 825 w 143"/>
                <a:gd name="T39" fmla="*/ 1406 h 197"/>
                <a:gd name="T40" fmla="*/ 749 w 143"/>
                <a:gd name="T41" fmla="*/ 1190 h 197"/>
                <a:gd name="T42" fmla="*/ 720 w 143"/>
                <a:gd name="T43" fmla="*/ 1146 h 197"/>
                <a:gd name="T44" fmla="*/ 712 w 143"/>
                <a:gd name="T45" fmla="*/ 1146 h 197"/>
                <a:gd name="T46" fmla="*/ 704 w 143"/>
                <a:gd name="T47" fmla="*/ 1146 h 197"/>
                <a:gd name="T48" fmla="*/ 712 w 143"/>
                <a:gd name="T49" fmla="*/ 1138 h 197"/>
                <a:gd name="T50" fmla="*/ 712 w 143"/>
                <a:gd name="T51" fmla="*/ 1073 h 197"/>
                <a:gd name="T52" fmla="*/ 960 w 143"/>
                <a:gd name="T53" fmla="*/ 324 h 19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43" h="197">
                  <a:moveTo>
                    <a:pt x="67" y="97"/>
                  </a:moveTo>
                  <a:cubicBezTo>
                    <a:pt x="61" y="67"/>
                    <a:pt x="30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8"/>
                    <a:pt x="24" y="21"/>
                    <a:pt x="32" y="36"/>
                  </a:cubicBezTo>
                  <a:cubicBezTo>
                    <a:pt x="43" y="55"/>
                    <a:pt x="53" y="80"/>
                    <a:pt x="65" y="120"/>
                  </a:cubicBezTo>
                  <a:cubicBezTo>
                    <a:pt x="67" y="126"/>
                    <a:pt x="65" y="129"/>
                    <a:pt x="61" y="133"/>
                  </a:cubicBezTo>
                  <a:cubicBezTo>
                    <a:pt x="54" y="139"/>
                    <a:pt x="50" y="147"/>
                    <a:pt x="50" y="157"/>
                  </a:cubicBezTo>
                  <a:cubicBezTo>
                    <a:pt x="50" y="171"/>
                    <a:pt x="60" y="183"/>
                    <a:pt x="73" y="187"/>
                  </a:cubicBezTo>
                  <a:cubicBezTo>
                    <a:pt x="78" y="189"/>
                    <a:pt x="80" y="191"/>
                    <a:pt x="80" y="197"/>
                  </a:cubicBezTo>
                  <a:cubicBezTo>
                    <a:pt x="80" y="124"/>
                    <a:pt x="80" y="124"/>
                    <a:pt x="80" y="124"/>
                  </a:cubicBezTo>
                  <a:cubicBezTo>
                    <a:pt x="69" y="117"/>
                    <a:pt x="69" y="107"/>
                    <a:pt x="67" y="97"/>
                  </a:cubicBezTo>
                  <a:close/>
                  <a:moveTo>
                    <a:pt x="129" y="36"/>
                  </a:moveTo>
                  <a:cubicBezTo>
                    <a:pt x="133" y="29"/>
                    <a:pt x="138" y="22"/>
                    <a:pt x="143" y="16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28" y="27"/>
                    <a:pt x="110" y="52"/>
                    <a:pt x="95" y="101"/>
                  </a:cubicBezTo>
                  <a:cubicBezTo>
                    <a:pt x="86" y="128"/>
                    <a:pt x="82" y="125"/>
                    <a:pt x="82" y="125"/>
                  </a:cubicBezTo>
                  <a:cubicBezTo>
                    <a:pt x="82" y="132"/>
                    <a:pt x="82" y="136"/>
                    <a:pt x="82" y="136"/>
                  </a:cubicBezTo>
                  <a:cubicBezTo>
                    <a:pt x="82" y="197"/>
                    <a:pt x="82" y="197"/>
                    <a:pt x="82" y="197"/>
                  </a:cubicBezTo>
                  <a:cubicBezTo>
                    <a:pt x="82" y="191"/>
                    <a:pt x="84" y="189"/>
                    <a:pt x="89" y="187"/>
                  </a:cubicBezTo>
                  <a:cubicBezTo>
                    <a:pt x="102" y="183"/>
                    <a:pt x="111" y="171"/>
                    <a:pt x="111" y="157"/>
                  </a:cubicBezTo>
                  <a:cubicBezTo>
                    <a:pt x="111" y="147"/>
                    <a:pt x="107" y="139"/>
                    <a:pt x="101" y="133"/>
                  </a:cubicBezTo>
                  <a:cubicBezTo>
                    <a:pt x="99" y="132"/>
                    <a:pt x="98" y="130"/>
                    <a:pt x="97" y="128"/>
                  </a:cubicBezTo>
                  <a:cubicBezTo>
                    <a:pt x="97" y="128"/>
                    <a:pt x="96" y="128"/>
                    <a:pt x="96" y="128"/>
                  </a:cubicBezTo>
                  <a:cubicBezTo>
                    <a:pt x="96" y="128"/>
                    <a:pt x="96" y="128"/>
                    <a:pt x="95" y="128"/>
                  </a:cubicBezTo>
                  <a:cubicBezTo>
                    <a:pt x="96" y="127"/>
                    <a:pt x="96" y="127"/>
                    <a:pt x="96" y="127"/>
                  </a:cubicBezTo>
                  <a:cubicBezTo>
                    <a:pt x="95" y="125"/>
                    <a:pt x="95" y="122"/>
                    <a:pt x="96" y="120"/>
                  </a:cubicBezTo>
                  <a:cubicBezTo>
                    <a:pt x="109" y="80"/>
                    <a:pt x="119" y="55"/>
                    <a:pt x="129" y="3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" name="Freeform 2138">
              <a:extLst>
                <a:ext uri="{FF2B5EF4-FFF2-40B4-BE49-F238E27FC236}">
                  <a16:creationId xmlns:a16="http://schemas.microsoft.com/office/drawing/2014/main" id="{9F1B4D50-37A4-44B8-4542-F3C71216C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3042"/>
              <a:ext cx="101" cy="208"/>
            </a:xfrm>
            <a:custGeom>
              <a:avLst/>
              <a:gdLst>
                <a:gd name="T0" fmla="*/ 381 w 52"/>
                <a:gd name="T1" fmla="*/ 0 h 100"/>
                <a:gd name="T2" fmla="*/ 16 w 52"/>
                <a:gd name="T3" fmla="*/ 476 h 100"/>
                <a:gd name="T4" fmla="*/ 8 w 52"/>
                <a:gd name="T5" fmla="*/ 901 h 100"/>
                <a:gd name="T6" fmla="*/ 95 w 52"/>
                <a:gd name="T7" fmla="*/ 376 h 100"/>
                <a:gd name="T8" fmla="*/ 381 w 52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00">
                  <a:moveTo>
                    <a:pt x="52" y="0"/>
                  </a:moveTo>
                  <a:cubicBezTo>
                    <a:pt x="36" y="6"/>
                    <a:pt x="7" y="31"/>
                    <a:pt x="2" y="53"/>
                  </a:cubicBezTo>
                  <a:cubicBezTo>
                    <a:pt x="0" y="60"/>
                    <a:pt x="1" y="77"/>
                    <a:pt x="1" y="100"/>
                  </a:cubicBezTo>
                  <a:cubicBezTo>
                    <a:pt x="2" y="85"/>
                    <a:pt x="2" y="63"/>
                    <a:pt x="13" y="42"/>
                  </a:cubicBezTo>
                  <a:cubicBezTo>
                    <a:pt x="25" y="20"/>
                    <a:pt x="52" y="0"/>
                    <a:pt x="52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" name="Freeform 2139">
              <a:extLst>
                <a:ext uri="{FF2B5EF4-FFF2-40B4-BE49-F238E27FC236}">
                  <a16:creationId xmlns:a16="http://schemas.microsoft.com/office/drawing/2014/main" id="{423163B6-89BB-1084-6C36-82F5BCD82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" name="Freeform 2140">
              <a:extLst>
                <a:ext uri="{FF2B5EF4-FFF2-40B4-BE49-F238E27FC236}">
                  <a16:creationId xmlns:a16="http://schemas.microsoft.com/office/drawing/2014/main" id="{D7838A6B-5FF6-81AF-F02A-C461A62EA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" name="Freeform 2141">
              <a:extLst>
                <a:ext uri="{FF2B5EF4-FFF2-40B4-BE49-F238E27FC236}">
                  <a16:creationId xmlns:a16="http://schemas.microsoft.com/office/drawing/2014/main" id="{312A7AA0-21D4-B145-2591-C5EE39F9A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1" name="Freeform 2142">
              <a:extLst>
                <a:ext uri="{FF2B5EF4-FFF2-40B4-BE49-F238E27FC236}">
                  <a16:creationId xmlns:a16="http://schemas.microsoft.com/office/drawing/2014/main" id="{22172044-62AC-91F9-C0B2-08B49163A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2" name="Freeform 2143">
              <a:extLst>
                <a:ext uri="{FF2B5EF4-FFF2-40B4-BE49-F238E27FC236}">
                  <a16:creationId xmlns:a16="http://schemas.microsoft.com/office/drawing/2014/main" id="{4EE51ABA-B39D-3ADB-CA23-9739CA271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83" name="CuadroTexto 1682">
            <a:extLst>
              <a:ext uri="{FF2B5EF4-FFF2-40B4-BE49-F238E27FC236}">
                <a16:creationId xmlns:a16="http://schemas.microsoft.com/office/drawing/2014/main" id="{E37A603C-6FD0-4362-C2C9-7F38AEC03436}"/>
              </a:ext>
            </a:extLst>
          </p:cNvPr>
          <p:cNvSpPr txBox="1"/>
          <p:nvPr/>
        </p:nvSpPr>
        <p:spPr>
          <a:xfrm>
            <a:off x="3251665" y="1418542"/>
            <a:ext cx="6462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Glucolisis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7" name="CuadroTexto 1706">
            <a:extLst>
              <a:ext uri="{FF2B5EF4-FFF2-40B4-BE49-F238E27FC236}">
                <a16:creationId xmlns:a16="http://schemas.microsoft.com/office/drawing/2014/main" id="{C43FFED7-C877-A72E-D26F-AC6D06215B06}"/>
              </a:ext>
            </a:extLst>
          </p:cNvPr>
          <p:cNvSpPr txBox="1"/>
          <p:nvPr/>
        </p:nvSpPr>
        <p:spPr>
          <a:xfrm>
            <a:off x="1577635" y="1540486"/>
            <a:ext cx="1291510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+ 2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14" name="Conector recto de flecha 1713">
            <a:extLst>
              <a:ext uri="{FF2B5EF4-FFF2-40B4-BE49-F238E27FC236}">
                <a16:creationId xmlns:a16="http://schemas.microsoft.com/office/drawing/2014/main" id="{E0BA47B3-B6CE-6874-5808-FDD4BB0CE01E}"/>
              </a:ext>
            </a:extLst>
          </p:cNvPr>
          <p:cNvCxnSpPr>
            <a:cxnSpLocks/>
          </p:cNvCxnSpPr>
          <p:nvPr/>
        </p:nvCxnSpPr>
        <p:spPr>
          <a:xfrm flipH="1">
            <a:off x="3220359" y="288675"/>
            <a:ext cx="4" cy="7564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15" name="Group 2456">
            <a:extLst>
              <a:ext uri="{FF2B5EF4-FFF2-40B4-BE49-F238E27FC236}">
                <a16:creationId xmlns:a16="http://schemas.microsoft.com/office/drawing/2014/main" id="{43EB4167-48B8-738D-C138-BC02A44B9AAE}"/>
              </a:ext>
            </a:extLst>
          </p:cNvPr>
          <p:cNvGrpSpPr>
            <a:grpSpLocks/>
          </p:cNvGrpSpPr>
          <p:nvPr/>
        </p:nvGrpSpPr>
        <p:grpSpPr bwMode="auto">
          <a:xfrm>
            <a:off x="3060377" y="927090"/>
            <a:ext cx="83791" cy="88900"/>
            <a:chOff x="1239" y="2813"/>
            <a:chExt cx="271" cy="289"/>
          </a:xfrm>
        </p:grpSpPr>
        <p:sp>
          <p:nvSpPr>
            <p:cNvPr id="1716" name="Oval 2457">
              <a:extLst>
                <a:ext uri="{FF2B5EF4-FFF2-40B4-BE49-F238E27FC236}">
                  <a16:creationId xmlns:a16="http://schemas.microsoft.com/office/drawing/2014/main" id="{A16FDB3E-F132-E4BA-1739-7A0CC20C2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17" name="Freeform 2458">
              <a:extLst>
                <a:ext uri="{FF2B5EF4-FFF2-40B4-BE49-F238E27FC236}">
                  <a16:creationId xmlns:a16="http://schemas.microsoft.com/office/drawing/2014/main" id="{9EC93104-E63A-6A7D-0D40-1652E0726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18" name="Freeform 2459">
              <a:extLst>
                <a:ext uri="{FF2B5EF4-FFF2-40B4-BE49-F238E27FC236}">
                  <a16:creationId xmlns:a16="http://schemas.microsoft.com/office/drawing/2014/main" id="{D630F1CC-09CD-8F76-79E8-9BBD1CAFD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19" name="Freeform 2460">
              <a:extLst>
                <a:ext uri="{FF2B5EF4-FFF2-40B4-BE49-F238E27FC236}">
                  <a16:creationId xmlns:a16="http://schemas.microsoft.com/office/drawing/2014/main" id="{73344D60-C352-42B7-B6C1-1FF491695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0" name="Oval 2461">
              <a:extLst>
                <a:ext uri="{FF2B5EF4-FFF2-40B4-BE49-F238E27FC236}">
                  <a16:creationId xmlns:a16="http://schemas.microsoft.com/office/drawing/2014/main" id="{B25D1EE7-86F4-7382-372F-6EF4B99C0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21" name="Oval 2462">
              <a:extLst>
                <a:ext uri="{FF2B5EF4-FFF2-40B4-BE49-F238E27FC236}">
                  <a16:creationId xmlns:a16="http://schemas.microsoft.com/office/drawing/2014/main" id="{B7EE1CA3-4AD8-FE88-1540-62258741B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22" name="Oval 2463">
              <a:extLst>
                <a:ext uri="{FF2B5EF4-FFF2-40B4-BE49-F238E27FC236}">
                  <a16:creationId xmlns:a16="http://schemas.microsoft.com/office/drawing/2014/main" id="{868EF2AE-E633-0E21-D2DF-0C6C1B137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23" name="Oval 2464">
              <a:extLst>
                <a:ext uri="{FF2B5EF4-FFF2-40B4-BE49-F238E27FC236}">
                  <a16:creationId xmlns:a16="http://schemas.microsoft.com/office/drawing/2014/main" id="{DB1BED62-1795-65A9-D794-F708EC2C2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724" name="Group 2456">
            <a:extLst>
              <a:ext uri="{FF2B5EF4-FFF2-40B4-BE49-F238E27FC236}">
                <a16:creationId xmlns:a16="http://schemas.microsoft.com/office/drawing/2014/main" id="{5D21105A-2BF4-81DE-2125-50F92DD086C2}"/>
              </a:ext>
            </a:extLst>
          </p:cNvPr>
          <p:cNvGrpSpPr>
            <a:grpSpLocks/>
          </p:cNvGrpSpPr>
          <p:nvPr/>
        </p:nvGrpSpPr>
        <p:grpSpPr bwMode="auto">
          <a:xfrm>
            <a:off x="3300363" y="927090"/>
            <a:ext cx="83791" cy="88900"/>
            <a:chOff x="1239" y="2813"/>
            <a:chExt cx="271" cy="289"/>
          </a:xfrm>
        </p:grpSpPr>
        <p:sp>
          <p:nvSpPr>
            <p:cNvPr id="1725" name="Oval 2457">
              <a:extLst>
                <a:ext uri="{FF2B5EF4-FFF2-40B4-BE49-F238E27FC236}">
                  <a16:creationId xmlns:a16="http://schemas.microsoft.com/office/drawing/2014/main" id="{B1C5BB96-C62A-9AF5-085A-CC1902568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26" name="Freeform 2458">
              <a:extLst>
                <a:ext uri="{FF2B5EF4-FFF2-40B4-BE49-F238E27FC236}">
                  <a16:creationId xmlns:a16="http://schemas.microsoft.com/office/drawing/2014/main" id="{0C8B10B8-C0BC-3D5A-B869-B628AC739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7" name="Freeform 2459">
              <a:extLst>
                <a:ext uri="{FF2B5EF4-FFF2-40B4-BE49-F238E27FC236}">
                  <a16:creationId xmlns:a16="http://schemas.microsoft.com/office/drawing/2014/main" id="{C44184FA-2EC2-9A3C-B773-2409C632C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8" name="Freeform 2460">
              <a:extLst>
                <a:ext uri="{FF2B5EF4-FFF2-40B4-BE49-F238E27FC236}">
                  <a16:creationId xmlns:a16="http://schemas.microsoft.com/office/drawing/2014/main" id="{F059F845-C0F1-32F6-FA98-3C137D618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9" name="Oval 2461">
              <a:extLst>
                <a:ext uri="{FF2B5EF4-FFF2-40B4-BE49-F238E27FC236}">
                  <a16:creationId xmlns:a16="http://schemas.microsoft.com/office/drawing/2014/main" id="{DCBFB6A2-8A18-BBFD-B345-723554224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30" name="Oval 2462">
              <a:extLst>
                <a:ext uri="{FF2B5EF4-FFF2-40B4-BE49-F238E27FC236}">
                  <a16:creationId xmlns:a16="http://schemas.microsoft.com/office/drawing/2014/main" id="{8369302C-4618-C0E1-8626-AC3EDFEDE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31" name="Oval 2463">
              <a:extLst>
                <a:ext uri="{FF2B5EF4-FFF2-40B4-BE49-F238E27FC236}">
                  <a16:creationId xmlns:a16="http://schemas.microsoft.com/office/drawing/2014/main" id="{0549AFB1-EA80-B568-206C-6684983B7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32" name="Oval 2464">
              <a:extLst>
                <a:ext uri="{FF2B5EF4-FFF2-40B4-BE49-F238E27FC236}">
                  <a16:creationId xmlns:a16="http://schemas.microsoft.com/office/drawing/2014/main" id="{32EC358A-9C74-15B6-D20D-58FADD5F3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733" name="Group 2456">
            <a:extLst>
              <a:ext uri="{FF2B5EF4-FFF2-40B4-BE49-F238E27FC236}">
                <a16:creationId xmlns:a16="http://schemas.microsoft.com/office/drawing/2014/main" id="{FAB3C4FB-C2DA-8829-9D4E-66C574D52E22}"/>
              </a:ext>
            </a:extLst>
          </p:cNvPr>
          <p:cNvGrpSpPr>
            <a:grpSpLocks/>
          </p:cNvGrpSpPr>
          <p:nvPr/>
        </p:nvGrpSpPr>
        <p:grpSpPr bwMode="auto">
          <a:xfrm>
            <a:off x="3178467" y="840735"/>
            <a:ext cx="83791" cy="88900"/>
            <a:chOff x="1239" y="2813"/>
            <a:chExt cx="271" cy="289"/>
          </a:xfrm>
        </p:grpSpPr>
        <p:sp>
          <p:nvSpPr>
            <p:cNvPr id="1734" name="Oval 2457">
              <a:extLst>
                <a:ext uri="{FF2B5EF4-FFF2-40B4-BE49-F238E27FC236}">
                  <a16:creationId xmlns:a16="http://schemas.microsoft.com/office/drawing/2014/main" id="{45BD213A-9BC7-94FC-5F4D-8B0DD829F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35" name="Freeform 2458">
              <a:extLst>
                <a:ext uri="{FF2B5EF4-FFF2-40B4-BE49-F238E27FC236}">
                  <a16:creationId xmlns:a16="http://schemas.microsoft.com/office/drawing/2014/main" id="{F52D4EC7-231D-4032-B8D4-32E16DA84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6" name="Freeform 2459">
              <a:extLst>
                <a:ext uri="{FF2B5EF4-FFF2-40B4-BE49-F238E27FC236}">
                  <a16:creationId xmlns:a16="http://schemas.microsoft.com/office/drawing/2014/main" id="{0A57A904-7F48-EA9A-CFAC-5706F90B0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7" name="Freeform 2460">
              <a:extLst>
                <a:ext uri="{FF2B5EF4-FFF2-40B4-BE49-F238E27FC236}">
                  <a16:creationId xmlns:a16="http://schemas.microsoft.com/office/drawing/2014/main" id="{E32DBEA1-85F9-6ED3-510E-227BF6C60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8" name="Oval 2461">
              <a:extLst>
                <a:ext uri="{FF2B5EF4-FFF2-40B4-BE49-F238E27FC236}">
                  <a16:creationId xmlns:a16="http://schemas.microsoft.com/office/drawing/2014/main" id="{41F19625-1051-7666-0285-56B085C3C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39" name="Oval 2462">
              <a:extLst>
                <a:ext uri="{FF2B5EF4-FFF2-40B4-BE49-F238E27FC236}">
                  <a16:creationId xmlns:a16="http://schemas.microsoft.com/office/drawing/2014/main" id="{53F51035-1E33-57F1-1A79-866D31F73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40" name="Oval 2463">
              <a:extLst>
                <a:ext uri="{FF2B5EF4-FFF2-40B4-BE49-F238E27FC236}">
                  <a16:creationId xmlns:a16="http://schemas.microsoft.com/office/drawing/2014/main" id="{8EA45141-D3BE-3313-ED82-E7F7C0695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41" name="Oval 2464">
              <a:extLst>
                <a:ext uri="{FF2B5EF4-FFF2-40B4-BE49-F238E27FC236}">
                  <a16:creationId xmlns:a16="http://schemas.microsoft.com/office/drawing/2014/main" id="{13669D73-6028-B1E6-F8C8-45A63DC14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sp>
        <p:nvSpPr>
          <p:cNvPr id="1656" name="CuadroTexto 1655">
            <a:extLst>
              <a:ext uri="{FF2B5EF4-FFF2-40B4-BE49-F238E27FC236}">
                <a16:creationId xmlns:a16="http://schemas.microsoft.com/office/drawing/2014/main" id="{3AB962AB-519F-3A98-DBD5-B458B78ECB8F}"/>
              </a:ext>
            </a:extLst>
          </p:cNvPr>
          <p:cNvSpPr txBox="1"/>
          <p:nvPr/>
        </p:nvSpPr>
        <p:spPr>
          <a:xfrm>
            <a:off x="5594598" y="1082472"/>
            <a:ext cx="657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Alanina</a:t>
            </a:r>
          </a:p>
        </p:txBody>
      </p:sp>
      <p:sp>
        <p:nvSpPr>
          <p:cNvPr id="1684" name="CuadroTexto 1683">
            <a:extLst>
              <a:ext uri="{FF2B5EF4-FFF2-40B4-BE49-F238E27FC236}">
                <a16:creationId xmlns:a16="http://schemas.microsoft.com/office/drawing/2014/main" id="{598B6CBC-CC42-7036-54DF-B517C6929692}"/>
              </a:ext>
            </a:extLst>
          </p:cNvPr>
          <p:cNvSpPr txBox="1"/>
          <p:nvPr/>
        </p:nvSpPr>
        <p:spPr>
          <a:xfrm>
            <a:off x="5601657" y="1334562"/>
            <a:ext cx="5934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Serina</a:t>
            </a:r>
          </a:p>
        </p:txBody>
      </p:sp>
      <p:sp>
        <p:nvSpPr>
          <p:cNvPr id="1685" name="CuadroTexto 1684">
            <a:extLst>
              <a:ext uri="{FF2B5EF4-FFF2-40B4-BE49-F238E27FC236}">
                <a16:creationId xmlns:a16="http://schemas.microsoft.com/office/drawing/2014/main" id="{B3B27606-4DA1-FCDD-8D8D-9F7284ED405E}"/>
              </a:ext>
            </a:extLst>
          </p:cNvPr>
          <p:cNvSpPr txBox="1"/>
          <p:nvPr/>
        </p:nvSpPr>
        <p:spPr>
          <a:xfrm>
            <a:off x="5594598" y="1592754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Cisteína</a:t>
            </a:r>
          </a:p>
        </p:txBody>
      </p:sp>
      <p:cxnSp>
        <p:nvCxnSpPr>
          <p:cNvPr id="1687" name="Conector: angular 1686">
            <a:extLst>
              <a:ext uri="{FF2B5EF4-FFF2-40B4-BE49-F238E27FC236}">
                <a16:creationId xmlns:a16="http://schemas.microsoft.com/office/drawing/2014/main" id="{796DADFC-E5CD-5CB4-3BA9-4DD4A145FE9E}"/>
              </a:ext>
            </a:extLst>
          </p:cNvPr>
          <p:cNvCxnSpPr>
            <a:stCxn id="1656" idx="1"/>
            <a:endCxn id="1659" idx="3"/>
          </p:cNvCxnSpPr>
          <p:nvPr/>
        </p:nvCxnSpPr>
        <p:spPr>
          <a:xfrm rot="10800000" flipV="1">
            <a:off x="3676578" y="1213277"/>
            <a:ext cx="1918021" cy="691180"/>
          </a:xfrm>
          <a:prstGeom prst="bentConnector3">
            <a:avLst>
              <a:gd name="adj1" fmla="val 7944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89" name="CuadroTexto 1688">
            <a:extLst>
              <a:ext uri="{FF2B5EF4-FFF2-40B4-BE49-F238E27FC236}">
                <a16:creationId xmlns:a16="http://schemas.microsoft.com/office/drawing/2014/main" id="{71721CCD-7094-96B6-0197-58078FCD98C0}"/>
              </a:ext>
            </a:extLst>
          </p:cNvPr>
          <p:cNvSpPr txBox="1"/>
          <p:nvPr/>
        </p:nvSpPr>
        <p:spPr>
          <a:xfrm>
            <a:off x="4230056" y="1013285"/>
            <a:ext cx="13645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Alanina aminotransferasa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90" name="Conector: angular 1689">
            <a:extLst>
              <a:ext uri="{FF2B5EF4-FFF2-40B4-BE49-F238E27FC236}">
                <a16:creationId xmlns:a16="http://schemas.microsoft.com/office/drawing/2014/main" id="{EE1029A7-B4CC-D21F-99F9-3C254533CEFD}"/>
              </a:ext>
            </a:extLst>
          </p:cNvPr>
          <p:cNvCxnSpPr>
            <a:cxnSpLocks/>
            <a:stCxn id="1684" idx="1"/>
            <a:endCxn id="1659" idx="3"/>
          </p:cNvCxnSpPr>
          <p:nvPr/>
        </p:nvCxnSpPr>
        <p:spPr>
          <a:xfrm rot="10800000" flipV="1">
            <a:off x="3676577" y="1465367"/>
            <a:ext cx="1925080" cy="439090"/>
          </a:xfrm>
          <a:prstGeom prst="bentConnector3">
            <a:avLst>
              <a:gd name="adj1" fmla="val 7933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94" name="CuadroTexto 1693">
            <a:extLst>
              <a:ext uri="{FF2B5EF4-FFF2-40B4-BE49-F238E27FC236}">
                <a16:creationId xmlns:a16="http://schemas.microsoft.com/office/drawing/2014/main" id="{959F9D02-369B-48EC-1545-F4A7DE383BA3}"/>
              </a:ext>
            </a:extLst>
          </p:cNvPr>
          <p:cNvSpPr txBox="1"/>
          <p:nvPr/>
        </p:nvSpPr>
        <p:spPr>
          <a:xfrm>
            <a:off x="4230056" y="1273515"/>
            <a:ext cx="13645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Serina 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deshidratasa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5" name="CuadroTexto 1694">
            <a:extLst>
              <a:ext uri="{FF2B5EF4-FFF2-40B4-BE49-F238E27FC236}">
                <a16:creationId xmlns:a16="http://schemas.microsoft.com/office/drawing/2014/main" id="{91A06002-FA56-4734-7B53-867341E69239}"/>
              </a:ext>
            </a:extLst>
          </p:cNvPr>
          <p:cNvSpPr txBox="1"/>
          <p:nvPr/>
        </p:nvSpPr>
        <p:spPr>
          <a:xfrm>
            <a:off x="4244174" y="1526264"/>
            <a:ext cx="13645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Cisteína 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desulfurasa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96" name="Conector: angular 1695">
            <a:extLst>
              <a:ext uri="{FF2B5EF4-FFF2-40B4-BE49-F238E27FC236}">
                <a16:creationId xmlns:a16="http://schemas.microsoft.com/office/drawing/2014/main" id="{B3AA067E-1B81-23A2-513E-18052ED10541}"/>
              </a:ext>
            </a:extLst>
          </p:cNvPr>
          <p:cNvCxnSpPr>
            <a:cxnSpLocks/>
            <a:stCxn id="1685" idx="1"/>
            <a:endCxn id="1659" idx="3"/>
          </p:cNvCxnSpPr>
          <p:nvPr/>
        </p:nvCxnSpPr>
        <p:spPr>
          <a:xfrm rot="10800000" flipV="1">
            <a:off x="3676578" y="1723559"/>
            <a:ext cx="1918021" cy="180898"/>
          </a:xfrm>
          <a:prstGeom prst="bentConnector3">
            <a:avLst>
              <a:gd name="adj1" fmla="val 79413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00" name="CuadroTexto 1699">
            <a:extLst>
              <a:ext uri="{FF2B5EF4-FFF2-40B4-BE49-F238E27FC236}">
                <a16:creationId xmlns:a16="http://schemas.microsoft.com/office/drawing/2014/main" id="{CDB541F9-929F-598A-A614-C21C39B4CE71}"/>
              </a:ext>
            </a:extLst>
          </p:cNvPr>
          <p:cNvSpPr txBox="1"/>
          <p:nvPr/>
        </p:nvSpPr>
        <p:spPr>
          <a:xfrm>
            <a:off x="6378301" y="1249923"/>
            <a:ext cx="10489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Aminoácidos glucogénicos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8" name="Cerrar corchete 1767">
            <a:extLst>
              <a:ext uri="{FF2B5EF4-FFF2-40B4-BE49-F238E27FC236}">
                <a16:creationId xmlns:a16="http://schemas.microsoft.com/office/drawing/2014/main" id="{26A5246D-4DE0-B8BD-8D6C-3BD3FBE4AF12}"/>
              </a:ext>
            </a:extLst>
          </p:cNvPr>
          <p:cNvSpPr/>
          <p:nvPr/>
        </p:nvSpPr>
        <p:spPr>
          <a:xfrm>
            <a:off x="6272314" y="1090952"/>
            <a:ext cx="122206" cy="754933"/>
          </a:xfrm>
          <a:prstGeom prst="rightBracket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69" name="CuadroTexto 1768">
            <a:extLst>
              <a:ext uri="{FF2B5EF4-FFF2-40B4-BE49-F238E27FC236}">
                <a16:creationId xmlns:a16="http://schemas.microsoft.com/office/drawing/2014/main" id="{20CAF95F-A38A-18FB-0CE8-800B0E74699D}"/>
              </a:ext>
            </a:extLst>
          </p:cNvPr>
          <p:cNvSpPr txBox="1"/>
          <p:nvPr/>
        </p:nvSpPr>
        <p:spPr>
          <a:xfrm>
            <a:off x="2793799" y="3183661"/>
            <a:ext cx="8531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(2C)</a:t>
            </a:r>
          </a:p>
        </p:txBody>
      </p:sp>
      <p:cxnSp>
        <p:nvCxnSpPr>
          <p:cNvPr id="1770" name="Conector recto de flecha 1769">
            <a:extLst>
              <a:ext uri="{FF2B5EF4-FFF2-40B4-BE49-F238E27FC236}">
                <a16:creationId xmlns:a16="http://schemas.microsoft.com/office/drawing/2014/main" id="{8F8C8C74-4838-6E87-C5AA-26E40A566FBA}"/>
              </a:ext>
            </a:extLst>
          </p:cNvPr>
          <p:cNvCxnSpPr>
            <a:cxnSpLocks/>
            <a:stCxn id="1659" idx="2"/>
            <a:endCxn id="1769" idx="0"/>
          </p:cNvCxnSpPr>
          <p:nvPr/>
        </p:nvCxnSpPr>
        <p:spPr>
          <a:xfrm flipH="1">
            <a:off x="3220359" y="2035262"/>
            <a:ext cx="4" cy="11483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9" name="CuadroTexto 1778">
            <a:extLst>
              <a:ext uri="{FF2B5EF4-FFF2-40B4-BE49-F238E27FC236}">
                <a16:creationId xmlns:a16="http://schemas.microsoft.com/office/drawing/2014/main" id="{E7DD93DD-4F92-DA7D-CB5A-C498F2AA3BFB}"/>
              </a:ext>
            </a:extLst>
          </p:cNvPr>
          <p:cNvSpPr txBox="1"/>
          <p:nvPr/>
        </p:nvSpPr>
        <p:spPr>
          <a:xfrm>
            <a:off x="3454615" y="2607223"/>
            <a:ext cx="445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s-ES" sz="11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100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80" name="Conector: curvado 1779">
            <a:extLst>
              <a:ext uri="{FF2B5EF4-FFF2-40B4-BE49-F238E27FC236}">
                <a16:creationId xmlns:a16="http://schemas.microsoft.com/office/drawing/2014/main" id="{6886FBF3-F4B3-2C9F-A91A-A9A9FD437022}"/>
              </a:ext>
            </a:extLst>
          </p:cNvPr>
          <p:cNvCxnSpPr>
            <a:cxnSpLocks/>
            <a:endCxn id="1779" idx="1"/>
          </p:cNvCxnSpPr>
          <p:nvPr/>
        </p:nvCxnSpPr>
        <p:spPr>
          <a:xfrm rot="16200000" flipH="1">
            <a:off x="3170108" y="2453521"/>
            <a:ext cx="335314" cy="23369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6" name="CuadroTexto 1785">
            <a:extLst>
              <a:ext uri="{FF2B5EF4-FFF2-40B4-BE49-F238E27FC236}">
                <a16:creationId xmlns:a16="http://schemas.microsoft.com/office/drawing/2014/main" id="{049272BB-14A2-6167-BE91-C228C901EB98}"/>
              </a:ext>
            </a:extLst>
          </p:cNvPr>
          <p:cNvSpPr txBox="1"/>
          <p:nvPr/>
        </p:nvSpPr>
        <p:spPr>
          <a:xfrm>
            <a:off x="3454615" y="2837156"/>
            <a:ext cx="600476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87" name="Conector: curvado 1786">
            <a:extLst>
              <a:ext uri="{FF2B5EF4-FFF2-40B4-BE49-F238E27FC236}">
                <a16:creationId xmlns:a16="http://schemas.microsoft.com/office/drawing/2014/main" id="{DF177A40-B62A-7B13-CD16-65C6290C8229}"/>
              </a:ext>
            </a:extLst>
          </p:cNvPr>
          <p:cNvCxnSpPr>
            <a:cxnSpLocks/>
            <a:endCxn id="1786" idx="1"/>
          </p:cNvCxnSpPr>
          <p:nvPr/>
        </p:nvCxnSpPr>
        <p:spPr>
          <a:xfrm rot="16200000" flipH="1">
            <a:off x="3165123" y="2678469"/>
            <a:ext cx="344176" cy="23480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93" name="Grupo 1792">
            <a:extLst>
              <a:ext uri="{FF2B5EF4-FFF2-40B4-BE49-F238E27FC236}">
                <a16:creationId xmlns:a16="http://schemas.microsoft.com/office/drawing/2014/main" id="{CE2A70EE-94BC-C527-7A9C-9EC77EC211C3}"/>
              </a:ext>
            </a:extLst>
          </p:cNvPr>
          <p:cNvGrpSpPr/>
          <p:nvPr/>
        </p:nvGrpSpPr>
        <p:grpSpPr>
          <a:xfrm>
            <a:off x="4131872" y="2892635"/>
            <a:ext cx="128136" cy="128136"/>
            <a:chOff x="2606150" y="3355191"/>
            <a:chExt cx="128136" cy="128136"/>
          </a:xfrm>
        </p:grpSpPr>
        <p:sp>
          <p:nvSpPr>
            <p:cNvPr id="1794" name="Elipse 1793">
              <a:extLst>
                <a:ext uri="{FF2B5EF4-FFF2-40B4-BE49-F238E27FC236}">
                  <a16:creationId xmlns:a16="http://schemas.microsoft.com/office/drawing/2014/main" id="{D1A94235-8E49-D298-4B70-822100B7E674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95" name="Triángulo isósceles 1794">
              <a:extLst>
                <a:ext uri="{FF2B5EF4-FFF2-40B4-BE49-F238E27FC236}">
                  <a16:creationId xmlns:a16="http://schemas.microsoft.com/office/drawing/2014/main" id="{1B62CBFF-6C67-6998-3BE5-7FAF5F084B40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796" name="Grupo 1795">
            <a:extLst>
              <a:ext uri="{FF2B5EF4-FFF2-40B4-BE49-F238E27FC236}">
                <a16:creationId xmlns:a16="http://schemas.microsoft.com/office/drawing/2014/main" id="{86EEBC2A-611C-B80C-710F-3ABE266E82DB}"/>
              </a:ext>
            </a:extLst>
          </p:cNvPr>
          <p:cNvGrpSpPr/>
          <p:nvPr/>
        </p:nvGrpSpPr>
        <p:grpSpPr>
          <a:xfrm>
            <a:off x="4131872" y="2639941"/>
            <a:ext cx="128136" cy="128136"/>
            <a:chOff x="908127" y="1162591"/>
            <a:chExt cx="128136" cy="128136"/>
          </a:xfrm>
        </p:grpSpPr>
        <p:sp>
          <p:nvSpPr>
            <p:cNvPr id="1799" name="Elipse 1798">
              <a:extLst>
                <a:ext uri="{FF2B5EF4-FFF2-40B4-BE49-F238E27FC236}">
                  <a16:creationId xmlns:a16="http://schemas.microsoft.com/office/drawing/2014/main" id="{3C73F5F8-F849-FE62-7BA6-F5FB476A46D7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01" name="Cruz 1800">
              <a:extLst>
                <a:ext uri="{FF2B5EF4-FFF2-40B4-BE49-F238E27FC236}">
                  <a16:creationId xmlns:a16="http://schemas.microsoft.com/office/drawing/2014/main" id="{36A9B567-C5E7-77BD-7DB0-DAB4B6BD4F58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802" name="CuadroTexto 1801">
            <a:extLst>
              <a:ext uri="{FF2B5EF4-FFF2-40B4-BE49-F238E27FC236}">
                <a16:creationId xmlns:a16="http://schemas.microsoft.com/office/drawing/2014/main" id="{654BE995-E4B2-C135-01D6-4D1D13305F0D}"/>
              </a:ext>
            </a:extLst>
          </p:cNvPr>
          <p:cNvSpPr txBox="1"/>
          <p:nvPr/>
        </p:nvSpPr>
        <p:spPr>
          <a:xfrm>
            <a:off x="4245694" y="2585067"/>
            <a:ext cx="28162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ATP, acetil-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, NADH, ácidos grasos, 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PyrDH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 quinasa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3" name="CuadroTexto 1802">
            <a:extLst>
              <a:ext uri="{FF2B5EF4-FFF2-40B4-BE49-F238E27FC236}">
                <a16:creationId xmlns:a16="http://schemas.microsoft.com/office/drawing/2014/main" id="{0A633203-1C72-AEF3-BCC6-D22081F48414}"/>
              </a:ext>
            </a:extLst>
          </p:cNvPr>
          <p:cNvSpPr txBox="1"/>
          <p:nvPr/>
        </p:nvSpPr>
        <p:spPr>
          <a:xfrm>
            <a:off x="4245693" y="2837835"/>
            <a:ext cx="28963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Insulina, Piruvato, AMP, 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, NAD</a:t>
            </a:r>
            <a:r>
              <a:rPr lang="es-ES" sz="8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, Ca</a:t>
            </a:r>
            <a:r>
              <a:rPr lang="es-ES" sz="8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PyrDH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 fosfatasa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4" name="CuadroTexto 1803">
            <a:extLst>
              <a:ext uri="{FF2B5EF4-FFF2-40B4-BE49-F238E27FC236}">
                <a16:creationId xmlns:a16="http://schemas.microsoft.com/office/drawing/2014/main" id="{7654F7FB-6FC0-FE38-4F58-AA5FF56708B1}"/>
              </a:ext>
            </a:extLst>
          </p:cNvPr>
          <p:cNvSpPr txBox="1"/>
          <p:nvPr/>
        </p:nvSpPr>
        <p:spPr>
          <a:xfrm>
            <a:off x="6566425" y="2350150"/>
            <a:ext cx="10103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, NADH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09" name="Grupo 1808">
            <a:extLst>
              <a:ext uri="{FF2B5EF4-FFF2-40B4-BE49-F238E27FC236}">
                <a16:creationId xmlns:a16="http://schemas.microsoft.com/office/drawing/2014/main" id="{45870BE0-DEF4-FDB8-678B-CCF9B071CC70}"/>
              </a:ext>
            </a:extLst>
          </p:cNvPr>
          <p:cNvGrpSpPr/>
          <p:nvPr/>
        </p:nvGrpSpPr>
        <p:grpSpPr>
          <a:xfrm>
            <a:off x="6272314" y="2449099"/>
            <a:ext cx="128136" cy="128136"/>
            <a:chOff x="2606150" y="3355191"/>
            <a:chExt cx="128136" cy="128136"/>
          </a:xfrm>
        </p:grpSpPr>
        <p:sp>
          <p:nvSpPr>
            <p:cNvPr id="1810" name="Elipse 1809">
              <a:extLst>
                <a:ext uri="{FF2B5EF4-FFF2-40B4-BE49-F238E27FC236}">
                  <a16:creationId xmlns:a16="http://schemas.microsoft.com/office/drawing/2014/main" id="{2F0C1768-9767-55EF-CB60-514B742D3BBC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11" name="Triángulo isósceles 1810">
              <a:extLst>
                <a:ext uri="{FF2B5EF4-FFF2-40B4-BE49-F238E27FC236}">
                  <a16:creationId xmlns:a16="http://schemas.microsoft.com/office/drawing/2014/main" id="{1FA6BDDF-4B19-8482-72EA-7D2D1CD73CF6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1813" name="Conector recto 1812">
            <a:extLst>
              <a:ext uri="{FF2B5EF4-FFF2-40B4-BE49-F238E27FC236}">
                <a16:creationId xmlns:a16="http://schemas.microsoft.com/office/drawing/2014/main" id="{85A09812-5E44-9A57-0AD9-90941F08C75C}"/>
              </a:ext>
            </a:extLst>
          </p:cNvPr>
          <p:cNvCxnSpPr/>
          <p:nvPr/>
        </p:nvCxnSpPr>
        <p:spPr>
          <a:xfrm>
            <a:off x="-34266" y="2098017"/>
            <a:ext cx="7593941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4" name="Conector recto 1813">
            <a:extLst>
              <a:ext uri="{FF2B5EF4-FFF2-40B4-BE49-F238E27FC236}">
                <a16:creationId xmlns:a16="http://schemas.microsoft.com/office/drawing/2014/main" id="{3E06BD7D-DA3C-1372-0896-3D65597BF31E}"/>
              </a:ext>
            </a:extLst>
          </p:cNvPr>
          <p:cNvCxnSpPr/>
          <p:nvPr/>
        </p:nvCxnSpPr>
        <p:spPr>
          <a:xfrm>
            <a:off x="-17134" y="2304205"/>
            <a:ext cx="7593941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815" name="Group 2122">
            <a:extLst>
              <a:ext uri="{FF2B5EF4-FFF2-40B4-BE49-F238E27FC236}">
                <a16:creationId xmlns:a16="http://schemas.microsoft.com/office/drawing/2014/main" id="{91676991-1EDE-127B-0D1C-D58C11FFE122}"/>
              </a:ext>
            </a:extLst>
          </p:cNvPr>
          <p:cNvGrpSpPr>
            <a:grpSpLocks/>
          </p:cNvGrpSpPr>
          <p:nvPr/>
        </p:nvGrpSpPr>
        <p:grpSpPr bwMode="auto">
          <a:xfrm>
            <a:off x="3045911" y="2035262"/>
            <a:ext cx="347792" cy="302689"/>
            <a:chOff x="1931" y="2992"/>
            <a:chExt cx="614" cy="738"/>
          </a:xfrm>
          <a:solidFill>
            <a:schemeClr val="bg1">
              <a:lumMod val="85000"/>
            </a:schemeClr>
          </a:solidFill>
        </p:grpSpPr>
        <p:sp>
          <p:nvSpPr>
            <p:cNvPr id="1818" name="Freeform 2123">
              <a:extLst>
                <a:ext uri="{FF2B5EF4-FFF2-40B4-BE49-F238E27FC236}">
                  <a16:creationId xmlns:a16="http://schemas.microsoft.com/office/drawing/2014/main" id="{7E55AC18-DFEB-DB7E-12A1-44354D534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9" name="Freeform 2124">
              <a:extLst>
                <a:ext uri="{FF2B5EF4-FFF2-40B4-BE49-F238E27FC236}">
                  <a16:creationId xmlns:a16="http://schemas.microsoft.com/office/drawing/2014/main" id="{CB3EE385-6633-F94B-B3EC-3F4B698CA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0" name="Freeform 2125">
              <a:extLst>
                <a:ext uri="{FF2B5EF4-FFF2-40B4-BE49-F238E27FC236}">
                  <a16:creationId xmlns:a16="http://schemas.microsoft.com/office/drawing/2014/main" id="{3C643B5F-62B3-9CE3-A49F-B02F252C0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1" name="Freeform 2126">
              <a:extLst>
                <a:ext uri="{FF2B5EF4-FFF2-40B4-BE49-F238E27FC236}">
                  <a16:creationId xmlns:a16="http://schemas.microsoft.com/office/drawing/2014/main" id="{48A48D62-A70D-E8E9-1833-C2FFA421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" name="Freeform 2127">
              <a:extLst>
                <a:ext uri="{FF2B5EF4-FFF2-40B4-BE49-F238E27FC236}">
                  <a16:creationId xmlns:a16="http://schemas.microsoft.com/office/drawing/2014/main" id="{1A917F95-D979-B7CB-A915-07AFF4995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4" name="Freeform 2128">
              <a:extLst>
                <a:ext uri="{FF2B5EF4-FFF2-40B4-BE49-F238E27FC236}">
                  <a16:creationId xmlns:a16="http://schemas.microsoft.com/office/drawing/2014/main" id="{93BDDD37-7F97-0FCF-2ABB-D7F2F94BE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25"/>
              <a:ext cx="213" cy="699"/>
            </a:xfrm>
            <a:custGeom>
              <a:avLst/>
              <a:gdLst>
                <a:gd name="T0" fmla="*/ 784 w 109"/>
                <a:gd name="T1" fmla="*/ 3000 h 336"/>
                <a:gd name="T2" fmla="*/ 717 w 109"/>
                <a:gd name="T3" fmla="*/ 2467 h 336"/>
                <a:gd name="T4" fmla="*/ 389 w 109"/>
                <a:gd name="T5" fmla="*/ 917 h 336"/>
                <a:gd name="T6" fmla="*/ 381 w 109"/>
                <a:gd name="T7" fmla="*/ 17 h 336"/>
                <a:gd name="T8" fmla="*/ 217 w 109"/>
                <a:gd name="T9" fmla="*/ 73 h 336"/>
                <a:gd name="T10" fmla="*/ 260 w 109"/>
                <a:gd name="T11" fmla="*/ 926 h 336"/>
                <a:gd name="T12" fmla="*/ 657 w 109"/>
                <a:gd name="T13" fmla="*/ 2501 h 336"/>
                <a:gd name="T14" fmla="*/ 784 w 109"/>
                <a:gd name="T15" fmla="*/ 3000 h 336"/>
                <a:gd name="T16" fmla="*/ 784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105" y="333"/>
                  </a:moveTo>
                  <a:cubicBezTo>
                    <a:pt x="94" y="326"/>
                    <a:pt x="99" y="306"/>
                    <a:pt x="96" y="274"/>
                  </a:cubicBezTo>
                  <a:cubicBezTo>
                    <a:pt x="91" y="222"/>
                    <a:pt x="77" y="140"/>
                    <a:pt x="52" y="102"/>
                  </a:cubicBezTo>
                  <a:cubicBezTo>
                    <a:pt x="27" y="64"/>
                    <a:pt x="13" y="10"/>
                    <a:pt x="51" y="2"/>
                  </a:cubicBezTo>
                  <a:cubicBezTo>
                    <a:pt x="46" y="0"/>
                    <a:pt x="35" y="3"/>
                    <a:pt x="29" y="8"/>
                  </a:cubicBezTo>
                  <a:cubicBezTo>
                    <a:pt x="0" y="29"/>
                    <a:pt x="10" y="65"/>
                    <a:pt x="35" y="103"/>
                  </a:cubicBezTo>
                  <a:cubicBezTo>
                    <a:pt x="60" y="141"/>
                    <a:pt x="83" y="226"/>
                    <a:pt x="88" y="278"/>
                  </a:cubicBezTo>
                  <a:cubicBezTo>
                    <a:pt x="92" y="318"/>
                    <a:pt x="93" y="330"/>
                    <a:pt x="105" y="333"/>
                  </a:cubicBezTo>
                  <a:cubicBezTo>
                    <a:pt x="108" y="334"/>
                    <a:pt x="109" y="336"/>
                    <a:pt x="105" y="3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5" name="Freeform 2129">
              <a:extLst>
                <a:ext uri="{FF2B5EF4-FFF2-40B4-BE49-F238E27FC236}">
                  <a16:creationId xmlns:a16="http://schemas.microsoft.com/office/drawing/2014/main" id="{DA2DD4B6-0B75-2A29-F291-08C817030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3031"/>
              <a:ext cx="168" cy="686"/>
            </a:xfrm>
            <a:custGeom>
              <a:avLst/>
              <a:gdLst>
                <a:gd name="T0" fmla="*/ 580 w 86"/>
                <a:gd name="T1" fmla="*/ 1715 h 330"/>
                <a:gd name="T2" fmla="*/ 416 w 86"/>
                <a:gd name="T3" fmla="*/ 1418 h 330"/>
                <a:gd name="T4" fmla="*/ 492 w 86"/>
                <a:gd name="T5" fmla="*/ 1206 h 330"/>
                <a:gd name="T6" fmla="*/ 531 w 86"/>
                <a:gd name="T7" fmla="*/ 1089 h 330"/>
                <a:gd name="T8" fmla="*/ 289 w 86"/>
                <a:gd name="T9" fmla="*/ 333 h 330"/>
                <a:gd name="T10" fmla="*/ 0 w 86"/>
                <a:gd name="T11" fmla="*/ 0 h 330"/>
                <a:gd name="T12" fmla="*/ 203 w 86"/>
                <a:gd name="T13" fmla="*/ 268 h 330"/>
                <a:gd name="T14" fmla="*/ 381 w 86"/>
                <a:gd name="T15" fmla="*/ 890 h 330"/>
                <a:gd name="T16" fmla="*/ 408 w 86"/>
                <a:gd name="T17" fmla="*/ 1193 h 330"/>
                <a:gd name="T18" fmla="*/ 352 w 86"/>
                <a:gd name="T19" fmla="*/ 1418 h 330"/>
                <a:gd name="T20" fmla="*/ 477 w 86"/>
                <a:gd name="T21" fmla="*/ 1771 h 330"/>
                <a:gd name="T22" fmla="*/ 565 w 86"/>
                <a:gd name="T23" fmla="*/ 2039 h 330"/>
                <a:gd name="T24" fmla="*/ 596 w 86"/>
                <a:gd name="T25" fmla="*/ 2532 h 330"/>
                <a:gd name="T26" fmla="*/ 477 w 86"/>
                <a:gd name="T27" fmla="*/ 2964 h 330"/>
                <a:gd name="T28" fmla="*/ 641 w 86"/>
                <a:gd name="T29" fmla="*/ 2540 h 330"/>
                <a:gd name="T30" fmla="*/ 633 w 86"/>
                <a:gd name="T31" fmla="*/ 1806 h 330"/>
                <a:gd name="T32" fmla="*/ 580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78" y="191"/>
                  </a:moveTo>
                  <a:cubicBezTo>
                    <a:pt x="65" y="187"/>
                    <a:pt x="56" y="172"/>
                    <a:pt x="56" y="158"/>
                  </a:cubicBezTo>
                  <a:cubicBezTo>
                    <a:pt x="56" y="148"/>
                    <a:pt x="60" y="140"/>
                    <a:pt x="66" y="134"/>
                  </a:cubicBezTo>
                  <a:cubicBezTo>
                    <a:pt x="70" y="130"/>
                    <a:pt x="72" y="127"/>
                    <a:pt x="71" y="121"/>
                  </a:cubicBezTo>
                  <a:cubicBezTo>
                    <a:pt x="58" y="81"/>
                    <a:pt x="49" y="56"/>
                    <a:pt x="39" y="37"/>
                  </a:cubicBezTo>
                  <a:cubicBezTo>
                    <a:pt x="29" y="19"/>
                    <a:pt x="15" y="6"/>
                    <a:pt x="0" y="0"/>
                  </a:cubicBezTo>
                  <a:cubicBezTo>
                    <a:pt x="9" y="6"/>
                    <a:pt x="17" y="11"/>
                    <a:pt x="27" y="30"/>
                  </a:cubicBezTo>
                  <a:cubicBezTo>
                    <a:pt x="36" y="47"/>
                    <a:pt x="40" y="63"/>
                    <a:pt x="51" y="99"/>
                  </a:cubicBezTo>
                  <a:cubicBezTo>
                    <a:pt x="55" y="110"/>
                    <a:pt x="61" y="122"/>
                    <a:pt x="55" y="133"/>
                  </a:cubicBezTo>
                  <a:cubicBezTo>
                    <a:pt x="51" y="139"/>
                    <a:pt x="47" y="145"/>
                    <a:pt x="47" y="158"/>
                  </a:cubicBezTo>
                  <a:cubicBezTo>
                    <a:pt x="47" y="180"/>
                    <a:pt x="55" y="191"/>
                    <a:pt x="64" y="197"/>
                  </a:cubicBezTo>
                  <a:cubicBezTo>
                    <a:pt x="73" y="203"/>
                    <a:pt x="75" y="216"/>
                    <a:pt x="76" y="227"/>
                  </a:cubicBezTo>
                  <a:cubicBezTo>
                    <a:pt x="76" y="256"/>
                    <a:pt x="80" y="282"/>
                    <a:pt x="80" y="282"/>
                  </a:cubicBezTo>
                  <a:cubicBezTo>
                    <a:pt x="80" y="302"/>
                    <a:pt x="78" y="320"/>
                    <a:pt x="64" y="330"/>
                  </a:cubicBezTo>
                  <a:cubicBezTo>
                    <a:pt x="79" y="323"/>
                    <a:pt x="86" y="306"/>
                    <a:pt x="86" y="283"/>
                  </a:cubicBezTo>
                  <a:cubicBezTo>
                    <a:pt x="86" y="283"/>
                    <a:pt x="85" y="207"/>
                    <a:pt x="85" y="201"/>
                  </a:cubicBezTo>
                  <a:cubicBezTo>
                    <a:pt x="85" y="195"/>
                    <a:pt x="83" y="193"/>
                    <a:pt x="78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8" name="Freeform 2130">
              <a:extLst>
                <a:ext uri="{FF2B5EF4-FFF2-40B4-BE49-F238E27FC236}">
                  <a16:creationId xmlns:a16="http://schemas.microsoft.com/office/drawing/2014/main" id="{8A23B8A5-1E2C-683B-74B1-E1D4F4CAD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42"/>
              <a:ext cx="137" cy="378"/>
            </a:xfrm>
            <a:custGeom>
              <a:avLst/>
              <a:gdLst>
                <a:gd name="T0" fmla="*/ 525 w 70"/>
                <a:gd name="T1" fmla="*/ 1630 h 182"/>
                <a:gd name="T2" fmla="*/ 264 w 70"/>
                <a:gd name="T3" fmla="*/ 849 h 182"/>
                <a:gd name="T4" fmla="*/ 219 w 70"/>
                <a:gd name="T5" fmla="*/ 0 h 182"/>
                <a:gd name="T6" fmla="*/ 196 w 70"/>
                <a:gd name="T7" fmla="*/ 609 h 182"/>
                <a:gd name="T8" fmla="*/ 525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70" y="182"/>
                  </a:moveTo>
                  <a:cubicBezTo>
                    <a:pt x="61" y="148"/>
                    <a:pt x="48" y="115"/>
                    <a:pt x="35" y="95"/>
                  </a:cubicBezTo>
                  <a:cubicBezTo>
                    <a:pt x="10" y="57"/>
                    <a:pt x="0" y="21"/>
                    <a:pt x="29" y="0"/>
                  </a:cubicBezTo>
                  <a:cubicBezTo>
                    <a:pt x="19" y="8"/>
                    <a:pt x="12" y="40"/>
                    <a:pt x="26" y="68"/>
                  </a:cubicBezTo>
                  <a:cubicBezTo>
                    <a:pt x="39" y="96"/>
                    <a:pt x="56" y="125"/>
                    <a:pt x="70" y="1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9" name="Freeform 2131">
              <a:extLst>
                <a:ext uri="{FF2B5EF4-FFF2-40B4-BE49-F238E27FC236}">
                  <a16:creationId xmlns:a16="http://schemas.microsoft.com/office/drawing/2014/main" id="{D333ADA8-666E-D82D-14FC-42EFC6A51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5" y="3025"/>
              <a:ext cx="213" cy="699"/>
            </a:xfrm>
            <a:custGeom>
              <a:avLst/>
              <a:gdLst>
                <a:gd name="T0" fmla="*/ 31 w 109"/>
                <a:gd name="T1" fmla="*/ 3000 h 336"/>
                <a:gd name="T2" fmla="*/ 96 w 109"/>
                <a:gd name="T3" fmla="*/ 2467 h 336"/>
                <a:gd name="T4" fmla="*/ 424 w 109"/>
                <a:gd name="T5" fmla="*/ 917 h 336"/>
                <a:gd name="T6" fmla="*/ 432 w 109"/>
                <a:gd name="T7" fmla="*/ 17 h 336"/>
                <a:gd name="T8" fmla="*/ 596 w 109"/>
                <a:gd name="T9" fmla="*/ 73 h 336"/>
                <a:gd name="T10" fmla="*/ 553 w 109"/>
                <a:gd name="T11" fmla="*/ 926 h 336"/>
                <a:gd name="T12" fmla="*/ 156 w 109"/>
                <a:gd name="T13" fmla="*/ 2501 h 336"/>
                <a:gd name="T14" fmla="*/ 31 w 109"/>
                <a:gd name="T15" fmla="*/ 3000 h 336"/>
                <a:gd name="T16" fmla="*/ 31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4" y="333"/>
                  </a:moveTo>
                  <a:cubicBezTo>
                    <a:pt x="15" y="326"/>
                    <a:pt x="10" y="306"/>
                    <a:pt x="13" y="274"/>
                  </a:cubicBezTo>
                  <a:cubicBezTo>
                    <a:pt x="18" y="222"/>
                    <a:pt x="32" y="140"/>
                    <a:pt x="57" y="102"/>
                  </a:cubicBezTo>
                  <a:cubicBezTo>
                    <a:pt x="82" y="64"/>
                    <a:pt x="96" y="10"/>
                    <a:pt x="58" y="2"/>
                  </a:cubicBezTo>
                  <a:cubicBezTo>
                    <a:pt x="63" y="0"/>
                    <a:pt x="74" y="3"/>
                    <a:pt x="80" y="8"/>
                  </a:cubicBezTo>
                  <a:cubicBezTo>
                    <a:pt x="109" y="29"/>
                    <a:pt x="99" y="65"/>
                    <a:pt x="74" y="103"/>
                  </a:cubicBezTo>
                  <a:cubicBezTo>
                    <a:pt x="49" y="141"/>
                    <a:pt x="26" y="226"/>
                    <a:pt x="21" y="278"/>
                  </a:cubicBezTo>
                  <a:cubicBezTo>
                    <a:pt x="17" y="318"/>
                    <a:pt x="16" y="330"/>
                    <a:pt x="4" y="333"/>
                  </a:cubicBezTo>
                  <a:cubicBezTo>
                    <a:pt x="1" y="334"/>
                    <a:pt x="0" y="336"/>
                    <a:pt x="4" y="3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32" name="Freeform 2132">
              <a:extLst>
                <a:ext uri="{FF2B5EF4-FFF2-40B4-BE49-F238E27FC236}">
                  <a16:creationId xmlns:a16="http://schemas.microsoft.com/office/drawing/2014/main" id="{F451D985-974A-A22C-BB00-98D2ED434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31"/>
              <a:ext cx="168" cy="686"/>
            </a:xfrm>
            <a:custGeom>
              <a:avLst/>
              <a:gdLst>
                <a:gd name="T0" fmla="*/ 61 w 86"/>
                <a:gd name="T1" fmla="*/ 1715 h 330"/>
                <a:gd name="T2" fmla="*/ 225 w 86"/>
                <a:gd name="T3" fmla="*/ 1418 h 330"/>
                <a:gd name="T4" fmla="*/ 148 w 86"/>
                <a:gd name="T5" fmla="*/ 1206 h 330"/>
                <a:gd name="T6" fmla="*/ 111 w 86"/>
                <a:gd name="T7" fmla="*/ 1089 h 330"/>
                <a:gd name="T8" fmla="*/ 352 w 86"/>
                <a:gd name="T9" fmla="*/ 333 h 330"/>
                <a:gd name="T10" fmla="*/ 641 w 86"/>
                <a:gd name="T11" fmla="*/ 0 h 330"/>
                <a:gd name="T12" fmla="*/ 440 w 86"/>
                <a:gd name="T13" fmla="*/ 268 h 330"/>
                <a:gd name="T14" fmla="*/ 260 w 86"/>
                <a:gd name="T15" fmla="*/ 890 h 330"/>
                <a:gd name="T16" fmla="*/ 232 w 86"/>
                <a:gd name="T17" fmla="*/ 1193 h 330"/>
                <a:gd name="T18" fmla="*/ 289 w 86"/>
                <a:gd name="T19" fmla="*/ 1418 h 330"/>
                <a:gd name="T20" fmla="*/ 164 w 86"/>
                <a:gd name="T21" fmla="*/ 1771 h 330"/>
                <a:gd name="T22" fmla="*/ 80 w 86"/>
                <a:gd name="T23" fmla="*/ 2039 h 330"/>
                <a:gd name="T24" fmla="*/ 45 w 86"/>
                <a:gd name="T25" fmla="*/ 2532 h 330"/>
                <a:gd name="T26" fmla="*/ 164 w 86"/>
                <a:gd name="T27" fmla="*/ 2964 h 330"/>
                <a:gd name="T28" fmla="*/ 0 w 86"/>
                <a:gd name="T29" fmla="*/ 2540 h 330"/>
                <a:gd name="T30" fmla="*/ 8 w 86"/>
                <a:gd name="T31" fmla="*/ 1806 h 330"/>
                <a:gd name="T32" fmla="*/ 61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8" y="191"/>
                  </a:moveTo>
                  <a:cubicBezTo>
                    <a:pt x="21" y="187"/>
                    <a:pt x="30" y="172"/>
                    <a:pt x="30" y="158"/>
                  </a:cubicBezTo>
                  <a:cubicBezTo>
                    <a:pt x="30" y="148"/>
                    <a:pt x="26" y="140"/>
                    <a:pt x="20" y="134"/>
                  </a:cubicBezTo>
                  <a:cubicBezTo>
                    <a:pt x="16" y="130"/>
                    <a:pt x="14" y="127"/>
                    <a:pt x="15" y="121"/>
                  </a:cubicBezTo>
                  <a:cubicBezTo>
                    <a:pt x="28" y="81"/>
                    <a:pt x="37" y="56"/>
                    <a:pt x="47" y="37"/>
                  </a:cubicBezTo>
                  <a:cubicBezTo>
                    <a:pt x="57" y="19"/>
                    <a:pt x="71" y="6"/>
                    <a:pt x="86" y="0"/>
                  </a:cubicBezTo>
                  <a:cubicBezTo>
                    <a:pt x="77" y="6"/>
                    <a:pt x="69" y="11"/>
                    <a:pt x="59" y="30"/>
                  </a:cubicBezTo>
                  <a:cubicBezTo>
                    <a:pt x="50" y="47"/>
                    <a:pt x="47" y="63"/>
                    <a:pt x="35" y="99"/>
                  </a:cubicBezTo>
                  <a:cubicBezTo>
                    <a:pt x="31" y="110"/>
                    <a:pt x="25" y="122"/>
                    <a:pt x="31" y="133"/>
                  </a:cubicBezTo>
                  <a:cubicBezTo>
                    <a:pt x="35" y="139"/>
                    <a:pt x="39" y="145"/>
                    <a:pt x="39" y="158"/>
                  </a:cubicBezTo>
                  <a:cubicBezTo>
                    <a:pt x="39" y="180"/>
                    <a:pt x="31" y="191"/>
                    <a:pt x="22" y="197"/>
                  </a:cubicBezTo>
                  <a:cubicBezTo>
                    <a:pt x="13" y="203"/>
                    <a:pt x="11" y="216"/>
                    <a:pt x="11" y="227"/>
                  </a:cubicBezTo>
                  <a:cubicBezTo>
                    <a:pt x="10" y="256"/>
                    <a:pt x="6" y="282"/>
                    <a:pt x="6" y="282"/>
                  </a:cubicBezTo>
                  <a:cubicBezTo>
                    <a:pt x="6" y="302"/>
                    <a:pt x="8" y="320"/>
                    <a:pt x="22" y="330"/>
                  </a:cubicBezTo>
                  <a:cubicBezTo>
                    <a:pt x="7" y="323"/>
                    <a:pt x="0" y="306"/>
                    <a:pt x="0" y="283"/>
                  </a:cubicBezTo>
                  <a:cubicBezTo>
                    <a:pt x="0" y="283"/>
                    <a:pt x="1" y="207"/>
                    <a:pt x="1" y="201"/>
                  </a:cubicBezTo>
                  <a:cubicBezTo>
                    <a:pt x="1" y="195"/>
                    <a:pt x="3" y="193"/>
                    <a:pt x="8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33" name="Freeform 2133">
              <a:extLst>
                <a:ext uri="{FF2B5EF4-FFF2-40B4-BE49-F238E27FC236}">
                  <a16:creationId xmlns:a16="http://schemas.microsoft.com/office/drawing/2014/main" id="{687FD2A7-067E-651D-5D45-A8CC9A443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3042"/>
              <a:ext cx="137" cy="378"/>
            </a:xfrm>
            <a:custGeom>
              <a:avLst/>
              <a:gdLst>
                <a:gd name="T0" fmla="*/ 0 w 70"/>
                <a:gd name="T1" fmla="*/ 1630 h 182"/>
                <a:gd name="T2" fmla="*/ 264 w 70"/>
                <a:gd name="T3" fmla="*/ 849 h 182"/>
                <a:gd name="T4" fmla="*/ 307 w 70"/>
                <a:gd name="T5" fmla="*/ 0 h 182"/>
                <a:gd name="T6" fmla="*/ 329 w 70"/>
                <a:gd name="T7" fmla="*/ 609 h 182"/>
                <a:gd name="T8" fmla="*/ 0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0" y="182"/>
                  </a:moveTo>
                  <a:cubicBezTo>
                    <a:pt x="9" y="148"/>
                    <a:pt x="22" y="115"/>
                    <a:pt x="35" y="95"/>
                  </a:cubicBezTo>
                  <a:cubicBezTo>
                    <a:pt x="60" y="57"/>
                    <a:pt x="70" y="21"/>
                    <a:pt x="41" y="0"/>
                  </a:cubicBezTo>
                  <a:cubicBezTo>
                    <a:pt x="51" y="8"/>
                    <a:pt x="58" y="40"/>
                    <a:pt x="44" y="68"/>
                  </a:cubicBezTo>
                  <a:cubicBezTo>
                    <a:pt x="31" y="96"/>
                    <a:pt x="14" y="125"/>
                    <a:pt x="0" y="1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34" name="Freeform 2134">
              <a:extLst>
                <a:ext uri="{FF2B5EF4-FFF2-40B4-BE49-F238E27FC236}">
                  <a16:creationId xmlns:a16="http://schemas.microsoft.com/office/drawing/2014/main" id="{1C2C66F1-10B5-C2EB-870C-348148099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3283"/>
              <a:ext cx="66" cy="337"/>
            </a:xfrm>
            <a:custGeom>
              <a:avLst/>
              <a:gdLst>
                <a:gd name="T0" fmla="*/ 248 w 34"/>
                <a:gd name="T1" fmla="*/ 1458 h 162"/>
                <a:gd name="T2" fmla="*/ 241 w 34"/>
                <a:gd name="T3" fmla="*/ 718 h 162"/>
                <a:gd name="T4" fmla="*/ 188 w 34"/>
                <a:gd name="T5" fmla="*/ 632 h 162"/>
                <a:gd name="T6" fmla="*/ 31 w 34"/>
                <a:gd name="T7" fmla="*/ 333 h 162"/>
                <a:gd name="T8" fmla="*/ 101 w 34"/>
                <a:gd name="T9" fmla="*/ 116 h 162"/>
                <a:gd name="T10" fmla="*/ 140 w 34"/>
                <a:gd name="T11" fmla="*/ 0 h 162"/>
                <a:gd name="T12" fmla="*/ 80 w 34"/>
                <a:gd name="T13" fmla="*/ 125 h 162"/>
                <a:gd name="T14" fmla="*/ 0 w 34"/>
                <a:gd name="T15" fmla="*/ 341 h 162"/>
                <a:gd name="T16" fmla="*/ 124 w 34"/>
                <a:gd name="T17" fmla="*/ 632 h 162"/>
                <a:gd name="T18" fmla="*/ 225 w 34"/>
                <a:gd name="T19" fmla="*/ 774 h 162"/>
                <a:gd name="T20" fmla="*/ 248 w 34"/>
                <a:gd name="T21" fmla="*/ 1458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162">
                  <a:moveTo>
                    <a:pt x="34" y="162"/>
                  </a:moveTo>
                  <a:cubicBezTo>
                    <a:pt x="34" y="162"/>
                    <a:pt x="33" y="86"/>
                    <a:pt x="33" y="80"/>
                  </a:cubicBezTo>
                  <a:cubicBezTo>
                    <a:pt x="33" y="74"/>
                    <a:pt x="31" y="72"/>
                    <a:pt x="26" y="70"/>
                  </a:cubicBezTo>
                  <a:cubicBezTo>
                    <a:pt x="13" y="66"/>
                    <a:pt x="4" y="51"/>
                    <a:pt x="4" y="37"/>
                  </a:cubicBezTo>
                  <a:cubicBezTo>
                    <a:pt x="4" y="27"/>
                    <a:pt x="8" y="19"/>
                    <a:pt x="14" y="13"/>
                  </a:cubicBezTo>
                  <a:cubicBezTo>
                    <a:pt x="18" y="9"/>
                    <a:pt x="20" y="6"/>
                    <a:pt x="19" y="0"/>
                  </a:cubicBezTo>
                  <a:cubicBezTo>
                    <a:pt x="19" y="3"/>
                    <a:pt x="17" y="7"/>
                    <a:pt x="11" y="14"/>
                  </a:cubicBezTo>
                  <a:cubicBezTo>
                    <a:pt x="4" y="20"/>
                    <a:pt x="0" y="27"/>
                    <a:pt x="0" y="38"/>
                  </a:cubicBezTo>
                  <a:cubicBezTo>
                    <a:pt x="0" y="49"/>
                    <a:pt x="7" y="65"/>
                    <a:pt x="17" y="70"/>
                  </a:cubicBezTo>
                  <a:cubicBezTo>
                    <a:pt x="27" y="75"/>
                    <a:pt x="31" y="78"/>
                    <a:pt x="31" y="86"/>
                  </a:cubicBezTo>
                  <a:cubicBezTo>
                    <a:pt x="32" y="94"/>
                    <a:pt x="34" y="162"/>
                    <a:pt x="34" y="1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36" name="Freeform 2135">
              <a:extLst>
                <a:ext uri="{FF2B5EF4-FFF2-40B4-BE49-F238E27FC236}">
                  <a16:creationId xmlns:a16="http://schemas.microsoft.com/office/drawing/2014/main" id="{4D02CCAA-5CC1-3BE2-B928-BAD90F852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310"/>
              <a:ext cx="72" cy="310"/>
            </a:xfrm>
            <a:custGeom>
              <a:avLst/>
              <a:gdLst>
                <a:gd name="T0" fmla="*/ 0 w 37"/>
                <a:gd name="T1" fmla="*/ 1342 h 149"/>
                <a:gd name="T2" fmla="*/ 8 w 37"/>
                <a:gd name="T3" fmla="*/ 601 h 149"/>
                <a:gd name="T4" fmla="*/ 60 w 37"/>
                <a:gd name="T5" fmla="*/ 516 h 149"/>
                <a:gd name="T6" fmla="*/ 220 w 37"/>
                <a:gd name="T7" fmla="*/ 216 h 149"/>
                <a:gd name="T8" fmla="*/ 148 w 37"/>
                <a:gd name="T9" fmla="*/ 0 h 149"/>
                <a:gd name="T10" fmla="*/ 220 w 37"/>
                <a:gd name="T11" fmla="*/ 416 h 149"/>
                <a:gd name="T12" fmla="*/ 60 w 37"/>
                <a:gd name="T13" fmla="*/ 568 h 149"/>
                <a:gd name="T14" fmla="*/ 23 w 37"/>
                <a:gd name="T15" fmla="*/ 766 h 149"/>
                <a:gd name="T16" fmla="*/ 0 w 37"/>
                <a:gd name="T17" fmla="*/ 1342 h 1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149">
                  <a:moveTo>
                    <a:pt x="0" y="149"/>
                  </a:moveTo>
                  <a:cubicBezTo>
                    <a:pt x="0" y="149"/>
                    <a:pt x="1" y="73"/>
                    <a:pt x="1" y="67"/>
                  </a:cubicBezTo>
                  <a:cubicBezTo>
                    <a:pt x="1" y="61"/>
                    <a:pt x="3" y="59"/>
                    <a:pt x="8" y="57"/>
                  </a:cubicBezTo>
                  <a:cubicBezTo>
                    <a:pt x="21" y="53"/>
                    <a:pt x="30" y="38"/>
                    <a:pt x="30" y="24"/>
                  </a:cubicBezTo>
                  <a:cubicBezTo>
                    <a:pt x="30" y="14"/>
                    <a:pt x="26" y="6"/>
                    <a:pt x="20" y="0"/>
                  </a:cubicBezTo>
                  <a:cubicBezTo>
                    <a:pt x="33" y="12"/>
                    <a:pt x="37" y="33"/>
                    <a:pt x="30" y="46"/>
                  </a:cubicBezTo>
                  <a:cubicBezTo>
                    <a:pt x="22" y="59"/>
                    <a:pt x="13" y="60"/>
                    <a:pt x="8" y="63"/>
                  </a:cubicBezTo>
                  <a:cubicBezTo>
                    <a:pt x="4" y="65"/>
                    <a:pt x="4" y="73"/>
                    <a:pt x="3" y="85"/>
                  </a:cubicBezTo>
                  <a:cubicBezTo>
                    <a:pt x="3" y="97"/>
                    <a:pt x="0" y="149"/>
                    <a:pt x="0" y="1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37" name="Freeform 2136">
              <a:extLst>
                <a:ext uri="{FF2B5EF4-FFF2-40B4-BE49-F238E27FC236}">
                  <a16:creationId xmlns:a16="http://schemas.microsoft.com/office/drawing/2014/main" id="{81F11FE5-B4EB-0919-1CF4-9C30FB0E2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3042"/>
              <a:ext cx="97" cy="174"/>
            </a:xfrm>
            <a:custGeom>
              <a:avLst/>
              <a:gdLst>
                <a:gd name="T0" fmla="*/ 365 w 50"/>
                <a:gd name="T1" fmla="*/ 0 h 84"/>
                <a:gd name="T2" fmla="*/ 0 w 50"/>
                <a:gd name="T3" fmla="*/ 746 h 84"/>
                <a:gd name="T4" fmla="*/ 365 w 5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84">
                  <a:moveTo>
                    <a:pt x="50" y="0"/>
                  </a:moveTo>
                  <a:cubicBezTo>
                    <a:pt x="38" y="7"/>
                    <a:pt x="21" y="24"/>
                    <a:pt x="0" y="84"/>
                  </a:cubicBezTo>
                  <a:cubicBezTo>
                    <a:pt x="10" y="60"/>
                    <a:pt x="33" y="13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38" name="Freeform 2137">
              <a:extLst>
                <a:ext uri="{FF2B5EF4-FFF2-40B4-BE49-F238E27FC236}">
                  <a16:creationId xmlns:a16="http://schemas.microsoft.com/office/drawing/2014/main" id="{D9BADACB-80FC-596A-6702-975E4218D0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1" y="3034"/>
              <a:ext cx="279" cy="409"/>
            </a:xfrm>
            <a:custGeom>
              <a:avLst/>
              <a:gdLst>
                <a:gd name="T0" fmla="*/ 499 w 143"/>
                <a:gd name="T1" fmla="*/ 866 h 197"/>
                <a:gd name="T2" fmla="*/ 8 w 143"/>
                <a:gd name="T3" fmla="*/ 0 h 197"/>
                <a:gd name="T4" fmla="*/ 0 w 143"/>
                <a:gd name="T5" fmla="*/ 0 h 197"/>
                <a:gd name="T6" fmla="*/ 236 w 143"/>
                <a:gd name="T7" fmla="*/ 324 h 197"/>
                <a:gd name="T8" fmla="*/ 484 w 143"/>
                <a:gd name="T9" fmla="*/ 1073 h 197"/>
                <a:gd name="T10" fmla="*/ 453 w 143"/>
                <a:gd name="T11" fmla="*/ 1190 h 197"/>
                <a:gd name="T12" fmla="*/ 373 w 143"/>
                <a:gd name="T13" fmla="*/ 1406 h 197"/>
                <a:gd name="T14" fmla="*/ 540 w 143"/>
                <a:gd name="T15" fmla="*/ 1673 h 197"/>
                <a:gd name="T16" fmla="*/ 593 w 143"/>
                <a:gd name="T17" fmla="*/ 1763 h 197"/>
                <a:gd name="T18" fmla="*/ 593 w 143"/>
                <a:gd name="T19" fmla="*/ 1109 h 197"/>
                <a:gd name="T20" fmla="*/ 499 w 143"/>
                <a:gd name="T21" fmla="*/ 866 h 197"/>
                <a:gd name="T22" fmla="*/ 960 w 143"/>
                <a:gd name="T23" fmla="*/ 324 h 197"/>
                <a:gd name="T24" fmla="*/ 1061 w 143"/>
                <a:gd name="T25" fmla="*/ 143 h 197"/>
                <a:gd name="T26" fmla="*/ 1048 w 143"/>
                <a:gd name="T27" fmla="*/ 152 h 197"/>
                <a:gd name="T28" fmla="*/ 704 w 143"/>
                <a:gd name="T29" fmla="*/ 905 h 197"/>
                <a:gd name="T30" fmla="*/ 609 w 143"/>
                <a:gd name="T31" fmla="*/ 1121 h 197"/>
                <a:gd name="T32" fmla="*/ 609 w 143"/>
                <a:gd name="T33" fmla="*/ 1215 h 197"/>
                <a:gd name="T34" fmla="*/ 609 w 143"/>
                <a:gd name="T35" fmla="*/ 1763 h 197"/>
                <a:gd name="T36" fmla="*/ 661 w 143"/>
                <a:gd name="T37" fmla="*/ 1673 h 197"/>
                <a:gd name="T38" fmla="*/ 825 w 143"/>
                <a:gd name="T39" fmla="*/ 1406 h 197"/>
                <a:gd name="T40" fmla="*/ 749 w 143"/>
                <a:gd name="T41" fmla="*/ 1190 h 197"/>
                <a:gd name="T42" fmla="*/ 720 w 143"/>
                <a:gd name="T43" fmla="*/ 1146 h 197"/>
                <a:gd name="T44" fmla="*/ 712 w 143"/>
                <a:gd name="T45" fmla="*/ 1146 h 197"/>
                <a:gd name="T46" fmla="*/ 704 w 143"/>
                <a:gd name="T47" fmla="*/ 1146 h 197"/>
                <a:gd name="T48" fmla="*/ 712 w 143"/>
                <a:gd name="T49" fmla="*/ 1138 h 197"/>
                <a:gd name="T50" fmla="*/ 712 w 143"/>
                <a:gd name="T51" fmla="*/ 1073 h 197"/>
                <a:gd name="T52" fmla="*/ 960 w 143"/>
                <a:gd name="T53" fmla="*/ 324 h 19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43" h="197">
                  <a:moveTo>
                    <a:pt x="67" y="97"/>
                  </a:moveTo>
                  <a:cubicBezTo>
                    <a:pt x="61" y="67"/>
                    <a:pt x="30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8"/>
                    <a:pt x="24" y="21"/>
                    <a:pt x="32" y="36"/>
                  </a:cubicBezTo>
                  <a:cubicBezTo>
                    <a:pt x="43" y="55"/>
                    <a:pt x="53" y="80"/>
                    <a:pt x="65" y="120"/>
                  </a:cubicBezTo>
                  <a:cubicBezTo>
                    <a:pt x="67" y="126"/>
                    <a:pt x="65" y="129"/>
                    <a:pt x="61" y="133"/>
                  </a:cubicBezTo>
                  <a:cubicBezTo>
                    <a:pt x="54" y="139"/>
                    <a:pt x="50" y="147"/>
                    <a:pt x="50" y="157"/>
                  </a:cubicBezTo>
                  <a:cubicBezTo>
                    <a:pt x="50" y="171"/>
                    <a:pt x="60" y="183"/>
                    <a:pt x="73" y="187"/>
                  </a:cubicBezTo>
                  <a:cubicBezTo>
                    <a:pt x="78" y="189"/>
                    <a:pt x="80" y="191"/>
                    <a:pt x="80" y="197"/>
                  </a:cubicBezTo>
                  <a:cubicBezTo>
                    <a:pt x="80" y="124"/>
                    <a:pt x="80" y="124"/>
                    <a:pt x="80" y="124"/>
                  </a:cubicBezTo>
                  <a:cubicBezTo>
                    <a:pt x="69" y="117"/>
                    <a:pt x="69" y="107"/>
                    <a:pt x="67" y="97"/>
                  </a:cubicBezTo>
                  <a:close/>
                  <a:moveTo>
                    <a:pt x="129" y="36"/>
                  </a:moveTo>
                  <a:cubicBezTo>
                    <a:pt x="133" y="29"/>
                    <a:pt x="138" y="22"/>
                    <a:pt x="143" y="16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28" y="27"/>
                    <a:pt x="110" y="52"/>
                    <a:pt x="95" y="101"/>
                  </a:cubicBezTo>
                  <a:cubicBezTo>
                    <a:pt x="86" y="128"/>
                    <a:pt x="82" y="125"/>
                    <a:pt x="82" y="125"/>
                  </a:cubicBezTo>
                  <a:cubicBezTo>
                    <a:pt x="82" y="132"/>
                    <a:pt x="82" y="136"/>
                    <a:pt x="82" y="136"/>
                  </a:cubicBezTo>
                  <a:cubicBezTo>
                    <a:pt x="82" y="197"/>
                    <a:pt x="82" y="197"/>
                    <a:pt x="82" y="197"/>
                  </a:cubicBezTo>
                  <a:cubicBezTo>
                    <a:pt x="82" y="191"/>
                    <a:pt x="84" y="189"/>
                    <a:pt x="89" y="187"/>
                  </a:cubicBezTo>
                  <a:cubicBezTo>
                    <a:pt x="102" y="183"/>
                    <a:pt x="111" y="171"/>
                    <a:pt x="111" y="157"/>
                  </a:cubicBezTo>
                  <a:cubicBezTo>
                    <a:pt x="111" y="147"/>
                    <a:pt x="107" y="139"/>
                    <a:pt x="101" y="133"/>
                  </a:cubicBezTo>
                  <a:cubicBezTo>
                    <a:pt x="99" y="132"/>
                    <a:pt x="98" y="130"/>
                    <a:pt x="97" y="128"/>
                  </a:cubicBezTo>
                  <a:cubicBezTo>
                    <a:pt x="97" y="128"/>
                    <a:pt x="96" y="128"/>
                    <a:pt x="96" y="128"/>
                  </a:cubicBezTo>
                  <a:cubicBezTo>
                    <a:pt x="96" y="128"/>
                    <a:pt x="96" y="128"/>
                    <a:pt x="95" y="128"/>
                  </a:cubicBezTo>
                  <a:cubicBezTo>
                    <a:pt x="96" y="127"/>
                    <a:pt x="96" y="127"/>
                    <a:pt x="96" y="127"/>
                  </a:cubicBezTo>
                  <a:cubicBezTo>
                    <a:pt x="95" y="125"/>
                    <a:pt x="95" y="122"/>
                    <a:pt x="96" y="120"/>
                  </a:cubicBezTo>
                  <a:cubicBezTo>
                    <a:pt x="109" y="80"/>
                    <a:pt x="119" y="55"/>
                    <a:pt x="129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39" name="Freeform 2138">
              <a:extLst>
                <a:ext uri="{FF2B5EF4-FFF2-40B4-BE49-F238E27FC236}">
                  <a16:creationId xmlns:a16="http://schemas.microsoft.com/office/drawing/2014/main" id="{1B642643-A80C-0F7D-3BC5-8B2556029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3042"/>
              <a:ext cx="101" cy="208"/>
            </a:xfrm>
            <a:custGeom>
              <a:avLst/>
              <a:gdLst>
                <a:gd name="T0" fmla="*/ 381 w 52"/>
                <a:gd name="T1" fmla="*/ 0 h 100"/>
                <a:gd name="T2" fmla="*/ 16 w 52"/>
                <a:gd name="T3" fmla="*/ 476 h 100"/>
                <a:gd name="T4" fmla="*/ 8 w 52"/>
                <a:gd name="T5" fmla="*/ 901 h 100"/>
                <a:gd name="T6" fmla="*/ 95 w 52"/>
                <a:gd name="T7" fmla="*/ 376 h 100"/>
                <a:gd name="T8" fmla="*/ 381 w 52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00">
                  <a:moveTo>
                    <a:pt x="52" y="0"/>
                  </a:moveTo>
                  <a:cubicBezTo>
                    <a:pt x="36" y="6"/>
                    <a:pt x="7" y="31"/>
                    <a:pt x="2" y="53"/>
                  </a:cubicBezTo>
                  <a:cubicBezTo>
                    <a:pt x="0" y="60"/>
                    <a:pt x="1" y="77"/>
                    <a:pt x="1" y="100"/>
                  </a:cubicBezTo>
                  <a:cubicBezTo>
                    <a:pt x="2" y="85"/>
                    <a:pt x="2" y="63"/>
                    <a:pt x="13" y="42"/>
                  </a:cubicBezTo>
                  <a:cubicBezTo>
                    <a:pt x="25" y="20"/>
                    <a:pt x="52" y="0"/>
                    <a:pt x="5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0" name="Freeform 2139">
              <a:extLst>
                <a:ext uri="{FF2B5EF4-FFF2-40B4-BE49-F238E27FC236}">
                  <a16:creationId xmlns:a16="http://schemas.microsoft.com/office/drawing/2014/main" id="{2F6ABB0A-D3C5-EF9E-165B-AB7542137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grp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1" name="Freeform 2140">
              <a:extLst>
                <a:ext uri="{FF2B5EF4-FFF2-40B4-BE49-F238E27FC236}">
                  <a16:creationId xmlns:a16="http://schemas.microsoft.com/office/drawing/2014/main" id="{B51345F3-759F-C9AF-067E-96B61078B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grp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2" name="Freeform 2141">
              <a:extLst>
                <a:ext uri="{FF2B5EF4-FFF2-40B4-BE49-F238E27FC236}">
                  <a16:creationId xmlns:a16="http://schemas.microsoft.com/office/drawing/2014/main" id="{D1C4C19F-854D-1150-A0CA-BDBB6DB76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grp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" name="Freeform 2142">
              <a:extLst>
                <a:ext uri="{FF2B5EF4-FFF2-40B4-BE49-F238E27FC236}">
                  <a16:creationId xmlns:a16="http://schemas.microsoft.com/office/drawing/2014/main" id="{2E32936A-EA09-B171-28B2-FD7ECC208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grp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" name="Freeform 2143">
              <a:extLst>
                <a:ext uri="{FF2B5EF4-FFF2-40B4-BE49-F238E27FC236}">
                  <a16:creationId xmlns:a16="http://schemas.microsoft.com/office/drawing/2014/main" id="{84969A88-6D69-1D4C-E29E-EDA1A7285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grp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45" name="CuadroTexto 1844">
            <a:extLst>
              <a:ext uri="{FF2B5EF4-FFF2-40B4-BE49-F238E27FC236}">
                <a16:creationId xmlns:a16="http://schemas.microsoft.com/office/drawing/2014/main" id="{8D58403B-BDA2-BC44-9F37-A10015C014EE}"/>
              </a:ext>
            </a:extLst>
          </p:cNvPr>
          <p:cNvSpPr txBox="1"/>
          <p:nvPr/>
        </p:nvSpPr>
        <p:spPr>
          <a:xfrm>
            <a:off x="3280981" y="2073450"/>
            <a:ext cx="4988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MPC</a:t>
            </a:r>
          </a:p>
        </p:txBody>
      </p:sp>
      <p:cxnSp>
        <p:nvCxnSpPr>
          <p:cNvPr id="1847" name="Conector: angular 1846">
            <a:extLst>
              <a:ext uri="{FF2B5EF4-FFF2-40B4-BE49-F238E27FC236}">
                <a16:creationId xmlns:a16="http://schemas.microsoft.com/office/drawing/2014/main" id="{1A810F46-C5F5-B027-25EC-08175756DB67}"/>
              </a:ext>
            </a:extLst>
          </p:cNvPr>
          <p:cNvCxnSpPr>
            <a:cxnSpLocks/>
            <a:stCxn id="1804" idx="1"/>
          </p:cNvCxnSpPr>
          <p:nvPr/>
        </p:nvCxnSpPr>
        <p:spPr>
          <a:xfrm rot="10800000" flipV="1">
            <a:off x="6457857" y="2457872"/>
            <a:ext cx="108569" cy="165912"/>
          </a:xfrm>
          <a:prstGeom prst="bentConnector2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49" name="CuadroTexto 1848">
            <a:extLst>
              <a:ext uri="{FF2B5EF4-FFF2-40B4-BE49-F238E27FC236}">
                <a16:creationId xmlns:a16="http://schemas.microsoft.com/office/drawing/2014/main" id="{2B826FFF-F088-07B7-51B8-34B024F30878}"/>
              </a:ext>
            </a:extLst>
          </p:cNvPr>
          <p:cNvSpPr txBox="1"/>
          <p:nvPr/>
        </p:nvSpPr>
        <p:spPr>
          <a:xfrm>
            <a:off x="6549293" y="3135715"/>
            <a:ext cx="10103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Ca</a:t>
            </a:r>
            <a:r>
              <a:rPr lang="es-ES" sz="8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</a:p>
        </p:txBody>
      </p:sp>
      <p:cxnSp>
        <p:nvCxnSpPr>
          <p:cNvPr id="1850" name="Conector: angular 1849">
            <a:extLst>
              <a:ext uri="{FF2B5EF4-FFF2-40B4-BE49-F238E27FC236}">
                <a16:creationId xmlns:a16="http://schemas.microsoft.com/office/drawing/2014/main" id="{7F331AB7-7809-667D-D83D-05BC307863AC}"/>
              </a:ext>
            </a:extLst>
          </p:cNvPr>
          <p:cNvCxnSpPr>
            <a:cxnSpLocks/>
            <a:stCxn id="1849" idx="1"/>
          </p:cNvCxnSpPr>
          <p:nvPr/>
        </p:nvCxnSpPr>
        <p:spPr>
          <a:xfrm rot="10800000">
            <a:off x="6457857" y="3045759"/>
            <a:ext cx="91437" cy="197678"/>
          </a:xfrm>
          <a:prstGeom prst="bentConnector2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856" name="Grupo 1855">
            <a:extLst>
              <a:ext uri="{FF2B5EF4-FFF2-40B4-BE49-F238E27FC236}">
                <a16:creationId xmlns:a16="http://schemas.microsoft.com/office/drawing/2014/main" id="{5D93F168-9A82-2EA0-2CE8-D617B699C8EA}"/>
              </a:ext>
            </a:extLst>
          </p:cNvPr>
          <p:cNvGrpSpPr/>
          <p:nvPr/>
        </p:nvGrpSpPr>
        <p:grpSpPr>
          <a:xfrm>
            <a:off x="6297034" y="3124263"/>
            <a:ext cx="128136" cy="128136"/>
            <a:chOff x="2606150" y="3355191"/>
            <a:chExt cx="128136" cy="128136"/>
          </a:xfrm>
        </p:grpSpPr>
        <p:sp>
          <p:nvSpPr>
            <p:cNvPr id="1857" name="Elipse 1856">
              <a:extLst>
                <a:ext uri="{FF2B5EF4-FFF2-40B4-BE49-F238E27FC236}">
                  <a16:creationId xmlns:a16="http://schemas.microsoft.com/office/drawing/2014/main" id="{EB221575-0DA1-A723-DA64-FFEB011EDB9D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58" name="Triángulo isósceles 1857">
              <a:extLst>
                <a:ext uri="{FF2B5EF4-FFF2-40B4-BE49-F238E27FC236}">
                  <a16:creationId xmlns:a16="http://schemas.microsoft.com/office/drawing/2014/main" id="{AE909B1E-4D29-35F4-9E0B-9604C550F053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859" name="CuadroTexto 1858">
            <a:extLst>
              <a:ext uri="{FF2B5EF4-FFF2-40B4-BE49-F238E27FC236}">
                <a16:creationId xmlns:a16="http://schemas.microsoft.com/office/drawing/2014/main" id="{5C348790-0286-B687-F158-6BA707A40A5A}"/>
              </a:ext>
            </a:extLst>
          </p:cNvPr>
          <p:cNvSpPr txBox="1"/>
          <p:nvPr/>
        </p:nvSpPr>
        <p:spPr>
          <a:xfrm>
            <a:off x="5754292" y="3533866"/>
            <a:ext cx="182632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-oxidación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Aminoácidos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cetogénicos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Cetólisis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60" name="Conector: angular 1859">
            <a:extLst>
              <a:ext uri="{FF2B5EF4-FFF2-40B4-BE49-F238E27FC236}">
                <a16:creationId xmlns:a16="http://schemas.microsoft.com/office/drawing/2014/main" id="{20E3057C-0E0D-DB42-9FFF-EDD206C00AAB}"/>
              </a:ext>
            </a:extLst>
          </p:cNvPr>
          <p:cNvCxnSpPr>
            <a:cxnSpLocks/>
            <a:stCxn id="1859" idx="0"/>
            <a:endCxn id="1769" idx="3"/>
          </p:cNvCxnSpPr>
          <p:nvPr/>
        </p:nvCxnSpPr>
        <p:spPr>
          <a:xfrm rot="16200000" flipV="1">
            <a:off x="5089807" y="1956217"/>
            <a:ext cx="134761" cy="30205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67" name="CuadroTexto 1866">
            <a:extLst>
              <a:ext uri="{FF2B5EF4-FFF2-40B4-BE49-F238E27FC236}">
                <a16:creationId xmlns:a16="http://schemas.microsoft.com/office/drawing/2014/main" id="{E50105ED-55C4-C68B-1AD1-69065FE2D2B3}"/>
              </a:ext>
            </a:extLst>
          </p:cNvPr>
          <p:cNvSpPr txBox="1"/>
          <p:nvPr/>
        </p:nvSpPr>
        <p:spPr>
          <a:xfrm>
            <a:off x="5847225" y="5663765"/>
            <a:ext cx="755335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Isocitrato</a:t>
            </a:r>
          </a:p>
        </p:txBody>
      </p:sp>
      <p:sp>
        <p:nvSpPr>
          <p:cNvPr id="1868" name="CuadroTexto 1867">
            <a:extLst>
              <a:ext uri="{FF2B5EF4-FFF2-40B4-BE49-F238E27FC236}">
                <a16:creationId xmlns:a16="http://schemas.microsoft.com/office/drawing/2014/main" id="{E475DDEB-A10B-C643-E0A9-A13C4B3B6C7E}"/>
              </a:ext>
            </a:extLst>
          </p:cNvPr>
          <p:cNvSpPr txBox="1"/>
          <p:nvPr/>
        </p:nvSpPr>
        <p:spPr>
          <a:xfrm>
            <a:off x="5489626" y="7133560"/>
            <a:ext cx="1159293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9" name="CuadroTexto 1868">
            <a:extLst>
              <a:ext uri="{FF2B5EF4-FFF2-40B4-BE49-F238E27FC236}">
                <a16:creationId xmlns:a16="http://schemas.microsoft.com/office/drawing/2014/main" id="{A8D4E6C3-EA93-AD37-A874-C456E6012AA8}"/>
              </a:ext>
            </a:extLst>
          </p:cNvPr>
          <p:cNvSpPr txBox="1"/>
          <p:nvPr/>
        </p:nvSpPr>
        <p:spPr>
          <a:xfrm>
            <a:off x="4414433" y="8210940"/>
            <a:ext cx="995786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Succinil-CoA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0" name="CuadroTexto 1869">
            <a:extLst>
              <a:ext uri="{FF2B5EF4-FFF2-40B4-BE49-F238E27FC236}">
                <a16:creationId xmlns:a16="http://schemas.microsoft.com/office/drawing/2014/main" id="{4D41F948-2CB0-0B1D-EFD7-04076EC28F7C}"/>
              </a:ext>
            </a:extLst>
          </p:cNvPr>
          <p:cNvSpPr txBox="1"/>
          <p:nvPr/>
        </p:nvSpPr>
        <p:spPr>
          <a:xfrm>
            <a:off x="2136528" y="8210940"/>
            <a:ext cx="805029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Succinato</a:t>
            </a:r>
          </a:p>
        </p:txBody>
      </p:sp>
      <p:sp>
        <p:nvSpPr>
          <p:cNvPr id="1871" name="CuadroTexto 1870">
            <a:extLst>
              <a:ext uri="{FF2B5EF4-FFF2-40B4-BE49-F238E27FC236}">
                <a16:creationId xmlns:a16="http://schemas.microsoft.com/office/drawing/2014/main" id="{557D3B8E-CDD5-08EC-4B2C-15C53F4101BE}"/>
              </a:ext>
            </a:extLst>
          </p:cNvPr>
          <p:cNvSpPr txBox="1"/>
          <p:nvPr/>
        </p:nvSpPr>
        <p:spPr>
          <a:xfrm>
            <a:off x="987325" y="7133560"/>
            <a:ext cx="787395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Fumarato</a:t>
            </a:r>
          </a:p>
        </p:txBody>
      </p:sp>
      <p:sp>
        <p:nvSpPr>
          <p:cNvPr id="1872" name="CuadroTexto 1871">
            <a:extLst>
              <a:ext uri="{FF2B5EF4-FFF2-40B4-BE49-F238E27FC236}">
                <a16:creationId xmlns:a16="http://schemas.microsoft.com/office/drawing/2014/main" id="{773A0964-CF0B-A607-7C4A-712E5C8A553C}"/>
              </a:ext>
            </a:extLst>
          </p:cNvPr>
          <p:cNvSpPr txBox="1"/>
          <p:nvPr/>
        </p:nvSpPr>
        <p:spPr>
          <a:xfrm>
            <a:off x="920171" y="5663765"/>
            <a:ext cx="607860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Malato</a:t>
            </a:r>
          </a:p>
        </p:txBody>
      </p:sp>
      <p:sp>
        <p:nvSpPr>
          <p:cNvPr id="1865" name="CuadroTexto 1864">
            <a:extLst>
              <a:ext uri="{FF2B5EF4-FFF2-40B4-BE49-F238E27FC236}">
                <a16:creationId xmlns:a16="http://schemas.microsoft.com/office/drawing/2014/main" id="{44ECD3C1-2E12-0222-C74A-B5DDDF59235E}"/>
              </a:ext>
            </a:extLst>
          </p:cNvPr>
          <p:cNvSpPr txBox="1"/>
          <p:nvPr/>
        </p:nvSpPr>
        <p:spPr>
          <a:xfrm>
            <a:off x="1854810" y="4267132"/>
            <a:ext cx="936475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Oxalacetato</a:t>
            </a:r>
          </a:p>
        </p:txBody>
      </p:sp>
      <p:sp>
        <p:nvSpPr>
          <p:cNvPr id="1866" name="CuadroTexto 1865">
            <a:extLst>
              <a:ext uri="{FF2B5EF4-FFF2-40B4-BE49-F238E27FC236}">
                <a16:creationId xmlns:a16="http://schemas.microsoft.com/office/drawing/2014/main" id="{8FDA332F-5288-4FA3-F243-67B961C80CE3}"/>
              </a:ext>
            </a:extLst>
          </p:cNvPr>
          <p:cNvSpPr txBox="1"/>
          <p:nvPr/>
        </p:nvSpPr>
        <p:spPr>
          <a:xfrm>
            <a:off x="4920496" y="4267132"/>
            <a:ext cx="599844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Citrato</a:t>
            </a:r>
          </a:p>
        </p:txBody>
      </p:sp>
      <p:cxnSp>
        <p:nvCxnSpPr>
          <p:cNvPr id="1902" name="Conector recto de flecha 1901">
            <a:extLst>
              <a:ext uri="{FF2B5EF4-FFF2-40B4-BE49-F238E27FC236}">
                <a16:creationId xmlns:a16="http://schemas.microsoft.com/office/drawing/2014/main" id="{4B5D994A-B931-B575-E3F5-59CD4FFAA764}"/>
              </a:ext>
            </a:extLst>
          </p:cNvPr>
          <p:cNvCxnSpPr>
            <a:cxnSpLocks/>
          </p:cNvCxnSpPr>
          <p:nvPr/>
        </p:nvCxnSpPr>
        <p:spPr>
          <a:xfrm>
            <a:off x="4886190" y="4223914"/>
            <a:ext cx="117008" cy="497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9" name="Conector recto de flecha 1908">
            <a:extLst>
              <a:ext uri="{FF2B5EF4-FFF2-40B4-BE49-F238E27FC236}">
                <a16:creationId xmlns:a16="http://schemas.microsoft.com/office/drawing/2014/main" id="{DC6879C7-9D1F-AFE8-BDD5-BE8117DE0965}"/>
              </a:ext>
            </a:extLst>
          </p:cNvPr>
          <p:cNvCxnSpPr>
            <a:cxnSpLocks/>
          </p:cNvCxnSpPr>
          <p:nvPr/>
        </p:nvCxnSpPr>
        <p:spPr>
          <a:xfrm flipH="1" flipV="1">
            <a:off x="5369206" y="4508678"/>
            <a:ext cx="63023" cy="455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3" name="Conector recto de flecha 1912">
            <a:extLst>
              <a:ext uri="{FF2B5EF4-FFF2-40B4-BE49-F238E27FC236}">
                <a16:creationId xmlns:a16="http://schemas.microsoft.com/office/drawing/2014/main" id="{C17EE7AC-A180-E845-2ECC-B06598777BEB}"/>
              </a:ext>
            </a:extLst>
          </p:cNvPr>
          <p:cNvCxnSpPr>
            <a:cxnSpLocks/>
          </p:cNvCxnSpPr>
          <p:nvPr/>
        </p:nvCxnSpPr>
        <p:spPr>
          <a:xfrm>
            <a:off x="6175450" y="5579833"/>
            <a:ext cx="32414" cy="1061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6" name="Conector recto de flecha 1915">
            <a:extLst>
              <a:ext uri="{FF2B5EF4-FFF2-40B4-BE49-F238E27FC236}">
                <a16:creationId xmlns:a16="http://schemas.microsoft.com/office/drawing/2014/main" id="{BB90E51C-BBC9-8B57-98F3-C1A15A7F8CCE}"/>
              </a:ext>
            </a:extLst>
          </p:cNvPr>
          <p:cNvCxnSpPr>
            <a:cxnSpLocks/>
          </p:cNvCxnSpPr>
          <p:nvPr/>
        </p:nvCxnSpPr>
        <p:spPr>
          <a:xfrm flipH="1">
            <a:off x="6103943" y="7066787"/>
            <a:ext cx="41172" cy="884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1" name="Conector recto de flecha 1920">
            <a:extLst>
              <a:ext uri="{FF2B5EF4-FFF2-40B4-BE49-F238E27FC236}">
                <a16:creationId xmlns:a16="http://schemas.microsoft.com/office/drawing/2014/main" id="{0A9403A0-1FA0-A1E9-29E9-2264D43F4857}"/>
              </a:ext>
            </a:extLst>
          </p:cNvPr>
          <p:cNvCxnSpPr>
            <a:cxnSpLocks/>
          </p:cNvCxnSpPr>
          <p:nvPr/>
        </p:nvCxnSpPr>
        <p:spPr>
          <a:xfrm flipH="1">
            <a:off x="5115230" y="8185413"/>
            <a:ext cx="72148" cy="604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4" name="Conector recto de flecha 1923">
            <a:extLst>
              <a:ext uri="{FF2B5EF4-FFF2-40B4-BE49-F238E27FC236}">
                <a16:creationId xmlns:a16="http://schemas.microsoft.com/office/drawing/2014/main" id="{39A9FA8B-9A40-FB33-2072-04B20341C5C7}"/>
              </a:ext>
            </a:extLst>
          </p:cNvPr>
          <p:cNvCxnSpPr>
            <a:cxnSpLocks/>
          </p:cNvCxnSpPr>
          <p:nvPr/>
        </p:nvCxnSpPr>
        <p:spPr>
          <a:xfrm flipH="1" flipV="1">
            <a:off x="2791285" y="8448328"/>
            <a:ext cx="103593" cy="333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8" name="Conector recto de flecha 1927">
            <a:extLst>
              <a:ext uri="{FF2B5EF4-FFF2-40B4-BE49-F238E27FC236}">
                <a16:creationId xmlns:a16="http://schemas.microsoft.com/office/drawing/2014/main" id="{8385A58D-6B1B-10C6-0E4B-A0ED550FBD5F}"/>
              </a:ext>
            </a:extLst>
          </p:cNvPr>
          <p:cNvCxnSpPr>
            <a:cxnSpLocks/>
          </p:cNvCxnSpPr>
          <p:nvPr/>
        </p:nvCxnSpPr>
        <p:spPr>
          <a:xfrm flipV="1">
            <a:off x="4534471" y="8446161"/>
            <a:ext cx="96650" cy="396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1" name="Conector recto de flecha 1930">
            <a:extLst>
              <a:ext uri="{FF2B5EF4-FFF2-40B4-BE49-F238E27FC236}">
                <a16:creationId xmlns:a16="http://schemas.microsoft.com/office/drawing/2014/main" id="{C58763D4-1EA1-CCCB-E73A-255235DF14CF}"/>
              </a:ext>
            </a:extLst>
          </p:cNvPr>
          <p:cNvCxnSpPr>
            <a:cxnSpLocks/>
          </p:cNvCxnSpPr>
          <p:nvPr/>
        </p:nvCxnSpPr>
        <p:spPr>
          <a:xfrm>
            <a:off x="2229891" y="8169701"/>
            <a:ext cx="90292" cy="641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4" name="Conector recto de flecha 1933">
            <a:extLst>
              <a:ext uri="{FF2B5EF4-FFF2-40B4-BE49-F238E27FC236}">
                <a16:creationId xmlns:a16="http://schemas.microsoft.com/office/drawing/2014/main" id="{76F5DE06-6A5E-DBB4-3F58-A92DEE2885AC}"/>
              </a:ext>
            </a:extLst>
          </p:cNvPr>
          <p:cNvCxnSpPr>
            <a:cxnSpLocks/>
          </p:cNvCxnSpPr>
          <p:nvPr/>
        </p:nvCxnSpPr>
        <p:spPr>
          <a:xfrm flipH="1" flipV="1">
            <a:off x="1447529" y="7371914"/>
            <a:ext cx="56247" cy="9356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7" name="Conector recto de flecha 1936">
            <a:extLst>
              <a:ext uri="{FF2B5EF4-FFF2-40B4-BE49-F238E27FC236}">
                <a16:creationId xmlns:a16="http://schemas.microsoft.com/office/drawing/2014/main" id="{C25B878A-2A05-EE47-01BE-70A3C869F03D}"/>
              </a:ext>
            </a:extLst>
          </p:cNvPr>
          <p:cNvCxnSpPr>
            <a:cxnSpLocks/>
          </p:cNvCxnSpPr>
          <p:nvPr/>
        </p:nvCxnSpPr>
        <p:spPr>
          <a:xfrm>
            <a:off x="1297928" y="7063247"/>
            <a:ext cx="41634" cy="9198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1" name="Conector recto de flecha 1940">
            <a:extLst>
              <a:ext uri="{FF2B5EF4-FFF2-40B4-BE49-F238E27FC236}">
                <a16:creationId xmlns:a16="http://schemas.microsoft.com/office/drawing/2014/main" id="{CC1EB8A8-889E-45FD-2372-A5496055DE51}"/>
              </a:ext>
            </a:extLst>
          </p:cNvPr>
          <p:cNvCxnSpPr>
            <a:cxnSpLocks/>
          </p:cNvCxnSpPr>
          <p:nvPr/>
        </p:nvCxnSpPr>
        <p:spPr>
          <a:xfrm flipV="1">
            <a:off x="1168673" y="5888502"/>
            <a:ext cx="20914" cy="1158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3" name="Conector recto de flecha 1942">
            <a:extLst>
              <a:ext uri="{FF2B5EF4-FFF2-40B4-BE49-F238E27FC236}">
                <a16:creationId xmlns:a16="http://schemas.microsoft.com/office/drawing/2014/main" id="{9F8A3AD3-4A6A-0315-8C21-F29522015A00}"/>
              </a:ext>
            </a:extLst>
          </p:cNvPr>
          <p:cNvCxnSpPr>
            <a:cxnSpLocks/>
          </p:cNvCxnSpPr>
          <p:nvPr/>
        </p:nvCxnSpPr>
        <p:spPr>
          <a:xfrm flipH="1">
            <a:off x="1237103" y="5593452"/>
            <a:ext cx="25538" cy="10462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8" name="Conector recto de flecha 1947">
            <a:extLst>
              <a:ext uri="{FF2B5EF4-FFF2-40B4-BE49-F238E27FC236}">
                <a16:creationId xmlns:a16="http://schemas.microsoft.com/office/drawing/2014/main" id="{198C3F17-61B3-EA0F-FDFD-742B5A76515B}"/>
              </a:ext>
            </a:extLst>
          </p:cNvPr>
          <p:cNvCxnSpPr>
            <a:cxnSpLocks/>
            <a:stCxn id="1900" idx="1"/>
          </p:cNvCxnSpPr>
          <p:nvPr/>
        </p:nvCxnSpPr>
        <p:spPr>
          <a:xfrm flipV="1">
            <a:off x="1901708" y="4492143"/>
            <a:ext cx="177363" cy="1593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4" name="Conector: curvado 1953">
            <a:extLst>
              <a:ext uri="{FF2B5EF4-FFF2-40B4-BE49-F238E27FC236}">
                <a16:creationId xmlns:a16="http://schemas.microsoft.com/office/drawing/2014/main" id="{ABDFF758-DC90-F7FB-B119-2495FC5404A4}"/>
              </a:ext>
            </a:extLst>
          </p:cNvPr>
          <p:cNvCxnSpPr>
            <a:cxnSpLocks/>
            <a:stCxn id="1769" idx="2"/>
          </p:cNvCxnSpPr>
          <p:nvPr/>
        </p:nvCxnSpPr>
        <p:spPr>
          <a:xfrm rot="16200000" flipH="1">
            <a:off x="3410108" y="3424799"/>
            <a:ext cx="358923" cy="73842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7" name="CuadroTexto 1956">
            <a:extLst>
              <a:ext uri="{FF2B5EF4-FFF2-40B4-BE49-F238E27FC236}">
                <a16:creationId xmlns:a16="http://schemas.microsoft.com/office/drawing/2014/main" id="{531216C5-C51D-5335-2549-970094D9A7AC}"/>
              </a:ext>
            </a:extLst>
          </p:cNvPr>
          <p:cNvSpPr txBox="1"/>
          <p:nvPr/>
        </p:nvSpPr>
        <p:spPr>
          <a:xfrm>
            <a:off x="3237059" y="4027501"/>
            <a:ext cx="10855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Citrato sintasa</a:t>
            </a:r>
          </a:p>
        </p:txBody>
      </p:sp>
      <p:sp>
        <p:nvSpPr>
          <p:cNvPr id="1958" name="CuadroTexto 1957">
            <a:extLst>
              <a:ext uri="{FF2B5EF4-FFF2-40B4-BE49-F238E27FC236}">
                <a16:creationId xmlns:a16="http://schemas.microsoft.com/office/drawing/2014/main" id="{D28766D2-420A-B86A-4D42-96F69923B53D}"/>
              </a:ext>
            </a:extLst>
          </p:cNvPr>
          <p:cNvSpPr txBox="1"/>
          <p:nvPr/>
        </p:nvSpPr>
        <p:spPr>
          <a:xfrm>
            <a:off x="5087111" y="4991233"/>
            <a:ext cx="8050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Aconitasa</a:t>
            </a:r>
          </a:p>
        </p:txBody>
      </p:sp>
      <p:sp>
        <p:nvSpPr>
          <p:cNvPr id="1959" name="CuadroTexto 1958">
            <a:extLst>
              <a:ext uri="{FF2B5EF4-FFF2-40B4-BE49-F238E27FC236}">
                <a16:creationId xmlns:a16="http://schemas.microsoft.com/office/drawing/2014/main" id="{A5DE0434-3C3C-513C-686B-4A0E16ABC46F}"/>
              </a:ext>
            </a:extLst>
          </p:cNvPr>
          <p:cNvSpPr txBox="1"/>
          <p:nvPr/>
        </p:nvSpPr>
        <p:spPr>
          <a:xfrm>
            <a:off x="4961668" y="6245584"/>
            <a:ext cx="1279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Isocitrato deshidrogenasa</a:t>
            </a:r>
          </a:p>
        </p:txBody>
      </p:sp>
      <p:sp>
        <p:nvSpPr>
          <p:cNvPr id="1960" name="CuadroTexto 1959">
            <a:extLst>
              <a:ext uri="{FF2B5EF4-FFF2-40B4-BE49-F238E27FC236}">
                <a16:creationId xmlns:a16="http://schemas.microsoft.com/office/drawing/2014/main" id="{63C16FF8-A8FE-983F-B318-E4367C4E5134}"/>
              </a:ext>
            </a:extLst>
          </p:cNvPr>
          <p:cNvSpPr txBox="1"/>
          <p:nvPr/>
        </p:nvSpPr>
        <p:spPr>
          <a:xfrm>
            <a:off x="3849234" y="7461943"/>
            <a:ext cx="18045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Complejo 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deshidrogenasa</a:t>
            </a:r>
          </a:p>
        </p:txBody>
      </p:sp>
      <p:sp>
        <p:nvSpPr>
          <p:cNvPr id="1961" name="CuadroTexto 1960">
            <a:extLst>
              <a:ext uri="{FF2B5EF4-FFF2-40B4-BE49-F238E27FC236}">
                <a16:creationId xmlns:a16="http://schemas.microsoft.com/office/drawing/2014/main" id="{2E6318F2-BDDC-CA8F-FED8-2B8F16B97ACE}"/>
              </a:ext>
            </a:extLst>
          </p:cNvPr>
          <p:cNvSpPr txBox="1"/>
          <p:nvPr/>
        </p:nvSpPr>
        <p:spPr>
          <a:xfrm>
            <a:off x="2992731" y="8144592"/>
            <a:ext cx="14538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Succinil-CoA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sintetasa</a:t>
            </a:r>
          </a:p>
        </p:txBody>
      </p:sp>
      <p:sp>
        <p:nvSpPr>
          <p:cNvPr id="1962" name="CuadroTexto 1961">
            <a:extLst>
              <a:ext uri="{FF2B5EF4-FFF2-40B4-BE49-F238E27FC236}">
                <a16:creationId xmlns:a16="http://schemas.microsoft.com/office/drawing/2014/main" id="{A583A614-52A6-9A54-B6FD-552B77EE16E1}"/>
              </a:ext>
            </a:extLst>
          </p:cNvPr>
          <p:cNvSpPr txBox="1"/>
          <p:nvPr/>
        </p:nvSpPr>
        <p:spPr>
          <a:xfrm>
            <a:off x="1636600" y="7376477"/>
            <a:ext cx="14538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Succinato deshidrogenasa</a:t>
            </a:r>
          </a:p>
        </p:txBody>
      </p:sp>
      <p:sp>
        <p:nvSpPr>
          <p:cNvPr id="1963" name="CuadroTexto 1962">
            <a:extLst>
              <a:ext uri="{FF2B5EF4-FFF2-40B4-BE49-F238E27FC236}">
                <a16:creationId xmlns:a16="http://schemas.microsoft.com/office/drawing/2014/main" id="{B049D57D-BE62-B26B-3F32-3E9D87B81EFD}"/>
              </a:ext>
            </a:extLst>
          </p:cNvPr>
          <p:cNvSpPr txBox="1"/>
          <p:nvPr/>
        </p:nvSpPr>
        <p:spPr>
          <a:xfrm>
            <a:off x="1111866" y="6330222"/>
            <a:ext cx="1453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Fumarasa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4" name="CuadroTexto 1963">
            <a:extLst>
              <a:ext uri="{FF2B5EF4-FFF2-40B4-BE49-F238E27FC236}">
                <a16:creationId xmlns:a16="http://schemas.microsoft.com/office/drawing/2014/main" id="{FB55C42F-AF45-C642-11DF-446CB05B2EBA}"/>
              </a:ext>
            </a:extLst>
          </p:cNvPr>
          <p:cNvSpPr txBox="1"/>
          <p:nvPr/>
        </p:nvSpPr>
        <p:spPr>
          <a:xfrm>
            <a:off x="1548132" y="4906593"/>
            <a:ext cx="14538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Malato deshidrogenasa</a:t>
            </a:r>
          </a:p>
        </p:txBody>
      </p:sp>
      <p:sp>
        <p:nvSpPr>
          <p:cNvPr id="1965" name="CuadroTexto 1964">
            <a:extLst>
              <a:ext uri="{FF2B5EF4-FFF2-40B4-BE49-F238E27FC236}">
                <a16:creationId xmlns:a16="http://schemas.microsoft.com/office/drawing/2014/main" id="{3956C595-1506-2D13-CB90-7056876544CE}"/>
              </a:ext>
            </a:extLst>
          </p:cNvPr>
          <p:cNvSpPr txBox="1"/>
          <p:nvPr/>
        </p:nvSpPr>
        <p:spPr>
          <a:xfrm>
            <a:off x="6525786" y="6446538"/>
            <a:ext cx="445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s-ES" sz="11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100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66" name="Conector: curvado 1965">
            <a:extLst>
              <a:ext uri="{FF2B5EF4-FFF2-40B4-BE49-F238E27FC236}">
                <a16:creationId xmlns:a16="http://schemas.microsoft.com/office/drawing/2014/main" id="{C724001D-5EE2-E7D7-6EC4-424AEE45D7D3}"/>
              </a:ext>
            </a:extLst>
          </p:cNvPr>
          <p:cNvCxnSpPr>
            <a:cxnSpLocks/>
            <a:endCxn id="1965" idx="1"/>
          </p:cNvCxnSpPr>
          <p:nvPr/>
        </p:nvCxnSpPr>
        <p:spPr>
          <a:xfrm rot="16200000" flipH="1">
            <a:off x="6200393" y="6251949"/>
            <a:ext cx="422035" cy="22875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7" name="CuadroTexto 1966">
            <a:extLst>
              <a:ext uri="{FF2B5EF4-FFF2-40B4-BE49-F238E27FC236}">
                <a16:creationId xmlns:a16="http://schemas.microsoft.com/office/drawing/2014/main" id="{B1B1CE4B-EC54-ECE3-3595-592F0CF52E00}"/>
              </a:ext>
            </a:extLst>
          </p:cNvPr>
          <p:cNvSpPr txBox="1"/>
          <p:nvPr/>
        </p:nvSpPr>
        <p:spPr>
          <a:xfrm>
            <a:off x="6525786" y="6676471"/>
            <a:ext cx="600476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68" name="Conector: curvado 1967">
            <a:extLst>
              <a:ext uri="{FF2B5EF4-FFF2-40B4-BE49-F238E27FC236}">
                <a16:creationId xmlns:a16="http://schemas.microsoft.com/office/drawing/2014/main" id="{668BDAB5-FFDD-CA29-13C4-DBCEB054C822}"/>
              </a:ext>
            </a:extLst>
          </p:cNvPr>
          <p:cNvCxnSpPr>
            <a:cxnSpLocks/>
            <a:endCxn id="1967" idx="1"/>
          </p:cNvCxnSpPr>
          <p:nvPr/>
        </p:nvCxnSpPr>
        <p:spPr>
          <a:xfrm rot="16200000" flipH="1">
            <a:off x="6273701" y="6555191"/>
            <a:ext cx="263058" cy="24111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9" name="CuadroTexto 1968">
            <a:extLst>
              <a:ext uri="{FF2B5EF4-FFF2-40B4-BE49-F238E27FC236}">
                <a16:creationId xmlns:a16="http://schemas.microsoft.com/office/drawing/2014/main" id="{F093F0CE-56F3-7C03-3AF4-9769C15B9EBA}"/>
              </a:ext>
            </a:extLst>
          </p:cNvPr>
          <p:cNvSpPr txBox="1"/>
          <p:nvPr/>
        </p:nvSpPr>
        <p:spPr>
          <a:xfrm>
            <a:off x="6048443" y="7843140"/>
            <a:ext cx="445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s-ES" sz="11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100" baseline="30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70" name="Conector: curvado 1969">
            <a:extLst>
              <a:ext uri="{FF2B5EF4-FFF2-40B4-BE49-F238E27FC236}">
                <a16:creationId xmlns:a16="http://schemas.microsoft.com/office/drawing/2014/main" id="{0E8550E3-90A1-44A4-79C2-737AD8A9B39B}"/>
              </a:ext>
            </a:extLst>
          </p:cNvPr>
          <p:cNvCxnSpPr>
            <a:cxnSpLocks/>
            <a:endCxn id="1969" idx="1"/>
          </p:cNvCxnSpPr>
          <p:nvPr/>
        </p:nvCxnSpPr>
        <p:spPr>
          <a:xfrm rot="16200000" flipH="1">
            <a:off x="5763936" y="7689438"/>
            <a:ext cx="335314" cy="23370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1" name="CuadroTexto 1970">
            <a:extLst>
              <a:ext uri="{FF2B5EF4-FFF2-40B4-BE49-F238E27FC236}">
                <a16:creationId xmlns:a16="http://schemas.microsoft.com/office/drawing/2014/main" id="{807B6C8D-4038-9F4A-612A-A44E22E344B6}"/>
              </a:ext>
            </a:extLst>
          </p:cNvPr>
          <p:cNvSpPr txBox="1"/>
          <p:nvPr/>
        </p:nvSpPr>
        <p:spPr>
          <a:xfrm>
            <a:off x="5855316" y="8049837"/>
            <a:ext cx="600476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72" name="Conector: curvado 1971">
            <a:extLst>
              <a:ext uri="{FF2B5EF4-FFF2-40B4-BE49-F238E27FC236}">
                <a16:creationId xmlns:a16="http://schemas.microsoft.com/office/drawing/2014/main" id="{AF6A3936-A625-22DC-2CE3-E9B3CB8B5406}"/>
              </a:ext>
            </a:extLst>
          </p:cNvPr>
          <p:cNvCxnSpPr>
            <a:cxnSpLocks/>
            <a:endCxn id="1971" idx="1"/>
          </p:cNvCxnSpPr>
          <p:nvPr/>
        </p:nvCxnSpPr>
        <p:spPr>
          <a:xfrm rot="16200000" flipH="1">
            <a:off x="5571588" y="7896913"/>
            <a:ext cx="328383" cy="23907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5" name="CuadroTexto 1974">
            <a:extLst>
              <a:ext uri="{FF2B5EF4-FFF2-40B4-BE49-F238E27FC236}">
                <a16:creationId xmlns:a16="http://schemas.microsoft.com/office/drawing/2014/main" id="{6785A9E0-3244-5ECB-274D-C39BDF561E50}"/>
              </a:ext>
            </a:extLst>
          </p:cNvPr>
          <p:cNvSpPr txBox="1"/>
          <p:nvPr/>
        </p:nvSpPr>
        <p:spPr>
          <a:xfrm>
            <a:off x="2713990" y="8700668"/>
            <a:ext cx="505817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GTP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77" name="Conector: curvado 1976">
            <a:extLst>
              <a:ext uri="{FF2B5EF4-FFF2-40B4-BE49-F238E27FC236}">
                <a16:creationId xmlns:a16="http://schemas.microsoft.com/office/drawing/2014/main" id="{BC861D81-C497-EB9D-9033-15012B96CC4C}"/>
              </a:ext>
            </a:extLst>
          </p:cNvPr>
          <p:cNvCxnSpPr>
            <a:cxnSpLocks/>
            <a:stCxn id="1900" idx="4"/>
            <a:endCxn id="1975" idx="3"/>
          </p:cNvCxnSpPr>
          <p:nvPr/>
        </p:nvCxnSpPr>
        <p:spPr>
          <a:xfrm rot="5400000">
            <a:off x="3357001" y="8466162"/>
            <a:ext cx="228118" cy="50250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0" name="CuadroTexto 1979">
            <a:extLst>
              <a:ext uri="{FF2B5EF4-FFF2-40B4-BE49-F238E27FC236}">
                <a16:creationId xmlns:a16="http://schemas.microsoft.com/office/drawing/2014/main" id="{97AF71E9-A0AA-2D66-6CFD-3880660F6082}"/>
              </a:ext>
            </a:extLst>
          </p:cNvPr>
          <p:cNvSpPr txBox="1"/>
          <p:nvPr/>
        </p:nvSpPr>
        <p:spPr>
          <a:xfrm>
            <a:off x="872792" y="7655560"/>
            <a:ext cx="633589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FADH</a:t>
            </a:r>
            <a:r>
              <a:rPr lang="es-ES" sz="1100" baseline="-25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81" name="Conector: curvado 1980">
            <a:extLst>
              <a:ext uri="{FF2B5EF4-FFF2-40B4-BE49-F238E27FC236}">
                <a16:creationId xmlns:a16="http://schemas.microsoft.com/office/drawing/2014/main" id="{3B5DA308-947D-B140-4B6E-219C343B2810}"/>
              </a:ext>
            </a:extLst>
          </p:cNvPr>
          <p:cNvCxnSpPr>
            <a:cxnSpLocks/>
            <a:endCxn id="1980" idx="2"/>
          </p:cNvCxnSpPr>
          <p:nvPr/>
        </p:nvCxnSpPr>
        <p:spPr>
          <a:xfrm rot="10800000">
            <a:off x="1189587" y="7917170"/>
            <a:ext cx="851618" cy="12485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6" name="CuadroTexto 1985">
            <a:extLst>
              <a:ext uri="{FF2B5EF4-FFF2-40B4-BE49-F238E27FC236}">
                <a16:creationId xmlns:a16="http://schemas.microsoft.com/office/drawing/2014/main" id="{BE2444EE-0818-DC20-8F32-16C8CC096AAF}"/>
              </a:ext>
            </a:extLst>
          </p:cNvPr>
          <p:cNvSpPr txBox="1"/>
          <p:nvPr/>
        </p:nvSpPr>
        <p:spPr>
          <a:xfrm>
            <a:off x="715703" y="4779981"/>
            <a:ext cx="600476" cy="2616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3">
                  <a:lumMod val="60000"/>
                  <a:lumOff val="40000"/>
                  <a:alpha val="33000"/>
                </a:schemeClr>
              </a:gs>
              <a:gs pos="83000">
                <a:schemeClr val="accent3">
                  <a:lumMod val="60000"/>
                  <a:lumOff val="40000"/>
                  <a:alpha val="48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87" name="Conector: curvado 1986">
            <a:extLst>
              <a:ext uri="{FF2B5EF4-FFF2-40B4-BE49-F238E27FC236}">
                <a16:creationId xmlns:a16="http://schemas.microsoft.com/office/drawing/2014/main" id="{C23C5CE4-6663-F48B-74AE-FF81EAC374BF}"/>
              </a:ext>
            </a:extLst>
          </p:cNvPr>
          <p:cNvCxnSpPr>
            <a:cxnSpLocks/>
            <a:endCxn id="1986" idx="3"/>
          </p:cNvCxnSpPr>
          <p:nvPr/>
        </p:nvCxnSpPr>
        <p:spPr>
          <a:xfrm rot="16200000" flipV="1">
            <a:off x="1189312" y="5037653"/>
            <a:ext cx="354040" cy="10030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93" name="Grupo 1992">
            <a:extLst>
              <a:ext uri="{FF2B5EF4-FFF2-40B4-BE49-F238E27FC236}">
                <a16:creationId xmlns:a16="http://schemas.microsoft.com/office/drawing/2014/main" id="{C37A3078-A67E-1B61-DA61-1E1FB67E57BF}"/>
              </a:ext>
            </a:extLst>
          </p:cNvPr>
          <p:cNvGrpSpPr/>
          <p:nvPr/>
        </p:nvGrpSpPr>
        <p:grpSpPr>
          <a:xfrm>
            <a:off x="4041092" y="3671875"/>
            <a:ext cx="128136" cy="128136"/>
            <a:chOff x="908127" y="1162591"/>
            <a:chExt cx="128136" cy="128136"/>
          </a:xfrm>
        </p:grpSpPr>
        <p:sp>
          <p:nvSpPr>
            <p:cNvPr id="1994" name="Elipse 1993">
              <a:extLst>
                <a:ext uri="{FF2B5EF4-FFF2-40B4-BE49-F238E27FC236}">
                  <a16:creationId xmlns:a16="http://schemas.microsoft.com/office/drawing/2014/main" id="{F8991872-181A-367A-EC70-51018D1B84D2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95" name="Cruz 1994">
              <a:extLst>
                <a:ext uri="{FF2B5EF4-FFF2-40B4-BE49-F238E27FC236}">
                  <a16:creationId xmlns:a16="http://schemas.microsoft.com/office/drawing/2014/main" id="{8B38521F-D96A-5A5B-C32F-0762F5C59BD3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996" name="CuadroTexto 1995">
            <a:extLst>
              <a:ext uri="{FF2B5EF4-FFF2-40B4-BE49-F238E27FC236}">
                <a16:creationId xmlns:a16="http://schemas.microsoft.com/office/drawing/2014/main" id="{E54FE04B-B5AA-D9EA-3406-91BE5F8DF6CD}"/>
              </a:ext>
            </a:extLst>
          </p:cNvPr>
          <p:cNvSpPr txBox="1"/>
          <p:nvPr/>
        </p:nvSpPr>
        <p:spPr>
          <a:xfrm>
            <a:off x="4101863" y="3623307"/>
            <a:ext cx="16994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ATP, NADH, 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succinil-CoA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, citrato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97" name="CuadroTexto 1996">
            <a:extLst>
              <a:ext uri="{FF2B5EF4-FFF2-40B4-BE49-F238E27FC236}">
                <a16:creationId xmlns:a16="http://schemas.microsoft.com/office/drawing/2014/main" id="{62A98479-CFE1-DDD9-C265-1EB232444545}"/>
              </a:ext>
            </a:extLst>
          </p:cNvPr>
          <p:cNvSpPr txBox="1"/>
          <p:nvPr/>
        </p:nvSpPr>
        <p:spPr>
          <a:xfrm>
            <a:off x="4398093" y="2990235"/>
            <a:ext cx="28963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Insulina, Piruvato, AMP, 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, NAD</a:t>
            </a:r>
            <a:r>
              <a:rPr lang="es-ES" sz="8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, Ca</a:t>
            </a:r>
            <a:r>
              <a:rPr lang="es-ES" sz="8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PyrDH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 fosfatasa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98" name="Grupo 1997">
            <a:extLst>
              <a:ext uri="{FF2B5EF4-FFF2-40B4-BE49-F238E27FC236}">
                <a16:creationId xmlns:a16="http://schemas.microsoft.com/office/drawing/2014/main" id="{27AC20D7-7426-C76B-C5DC-5CEA53D394CD}"/>
              </a:ext>
            </a:extLst>
          </p:cNvPr>
          <p:cNvGrpSpPr/>
          <p:nvPr/>
        </p:nvGrpSpPr>
        <p:grpSpPr>
          <a:xfrm>
            <a:off x="4038949" y="3833379"/>
            <a:ext cx="128136" cy="128136"/>
            <a:chOff x="2606150" y="3355191"/>
            <a:chExt cx="128136" cy="128136"/>
          </a:xfrm>
        </p:grpSpPr>
        <p:sp>
          <p:nvSpPr>
            <p:cNvPr id="1999" name="Elipse 1998">
              <a:extLst>
                <a:ext uri="{FF2B5EF4-FFF2-40B4-BE49-F238E27FC236}">
                  <a16:creationId xmlns:a16="http://schemas.microsoft.com/office/drawing/2014/main" id="{1B4948AA-BE96-96AF-E5DB-C7F5B3ECFD92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00" name="Triángulo isósceles 1999">
              <a:extLst>
                <a:ext uri="{FF2B5EF4-FFF2-40B4-BE49-F238E27FC236}">
                  <a16:creationId xmlns:a16="http://schemas.microsoft.com/office/drawing/2014/main" id="{74F8A9B8-435F-A690-FCC3-C2405D5FCB41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001" name="CuadroTexto 2000">
            <a:extLst>
              <a:ext uri="{FF2B5EF4-FFF2-40B4-BE49-F238E27FC236}">
                <a16:creationId xmlns:a16="http://schemas.microsoft.com/office/drawing/2014/main" id="{C673DB0B-B00A-BF4C-7861-3DF1B960ED1B}"/>
              </a:ext>
            </a:extLst>
          </p:cNvPr>
          <p:cNvSpPr txBox="1"/>
          <p:nvPr/>
        </p:nvSpPr>
        <p:spPr>
          <a:xfrm>
            <a:off x="4114352" y="3795335"/>
            <a:ext cx="4294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02" name="Grupo 2001">
            <a:extLst>
              <a:ext uri="{FF2B5EF4-FFF2-40B4-BE49-F238E27FC236}">
                <a16:creationId xmlns:a16="http://schemas.microsoft.com/office/drawing/2014/main" id="{8948F147-DE3C-4362-798B-AC9F75D9D6A1}"/>
              </a:ext>
            </a:extLst>
          </p:cNvPr>
          <p:cNvGrpSpPr/>
          <p:nvPr/>
        </p:nvGrpSpPr>
        <p:grpSpPr>
          <a:xfrm>
            <a:off x="6348044" y="5995161"/>
            <a:ext cx="128136" cy="128136"/>
            <a:chOff x="908127" y="1162591"/>
            <a:chExt cx="128136" cy="128136"/>
          </a:xfrm>
        </p:grpSpPr>
        <p:sp>
          <p:nvSpPr>
            <p:cNvPr id="2003" name="Elipse 2002">
              <a:extLst>
                <a:ext uri="{FF2B5EF4-FFF2-40B4-BE49-F238E27FC236}">
                  <a16:creationId xmlns:a16="http://schemas.microsoft.com/office/drawing/2014/main" id="{F5EFAFDC-E5A6-9910-85A7-160B3AE680CE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04" name="Cruz 2003">
              <a:extLst>
                <a:ext uri="{FF2B5EF4-FFF2-40B4-BE49-F238E27FC236}">
                  <a16:creationId xmlns:a16="http://schemas.microsoft.com/office/drawing/2014/main" id="{43ABA3A3-2BB5-1E76-6BC0-BA40129F529E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005" name="CuadroTexto 2004">
            <a:extLst>
              <a:ext uri="{FF2B5EF4-FFF2-40B4-BE49-F238E27FC236}">
                <a16:creationId xmlns:a16="http://schemas.microsoft.com/office/drawing/2014/main" id="{1BF9A926-9305-D51D-69BC-AFA486B7BBAB}"/>
              </a:ext>
            </a:extLst>
          </p:cNvPr>
          <p:cNvSpPr txBox="1"/>
          <p:nvPr/>
        </p:nvSpPr>
        <p:spPr>
          <a:xfrm>
            <a:off x="6408815" y="5946593"/>
            <a:ext cx="4450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06" name="Grupo 2005">
            <a:extLst>
              <a:ext uri="{FF2B5EF4-FFF2-40B4-BE49-F238E27FC236}">
                <a16:creationId xmlns:a16="http://schemas.microsoft.com/office/drawing/2014/main" id="{CA83D53E-B9D7-CC51-1381-F5F42B9EC3AE}"/>
              </a:ext>
            </a:extLst>
          </p:cNvPr>
          <p:cNvGrpSpPr/>
          <p:nvPr/>
        </p:nvGrpSpPr>
        <p:grpSpPr>
          <a:xfrm>
            <a:off x="6347342" y="6175255"/>
            <a:ext cx="128136" cy="128136"/>
            <a:chOff x="2606150" y="3355191"/>
            <a:chExt cx="128136" cy="128136"/>
          </a:xfrm>
        </p:grpSpPr>
        <p:sp>
          <p:nvSpPr>
            <p:cNvPr id="2007" name="Elipse 2006">
              <a:extLst>
                <a:ext uri="{FF2B5EF4-FFF2-40B4-BE49-F238E27FC236}">
                  <a16:creationId xmlns:a16="http://schemas.microsoft.com/office/drawing/2014/main" id="{D456860E-5FF8-184F-BCF1-D07B19463BCE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08" name="Triángulo isósceles 2007">
              <a:extLst>
                <a:ext uri="{FF2B5EF4-FFF2-40B4-BE49-F238E27FC236}">
                  <a16:creationId xmlns:a16="http://schemas.microsoft.com/office/drawing/2014/main" id="{A951FD12-AE88-6DB3-F995-9B98FEA26B3C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009" name="CuadroTexto 2008">
            <a:extLst>
              <a:ext uri="{FF2B5EF4-FFF2-40B4-BE49-F238E27FC236}">
                <a16:creationId xmlns:a16="http://schemas.microsoft.com/office/drawing/2014/main" id="{8DAE0118-67CA-E9C3-E99A-E6CD736E1C5A}"/>
              </a:ext>
            </a:extLst>
          </p:cNvPr>
          <p:cNvSpPr txBox="1"/>
          <p:nvPr/>
        </p:nvSpPr>
        <p:spPr>
          <a:xfrm>
            <a:off x="6414546" y="6131332"/>
            <a:ext cx="711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ADP, Ca</a:t>
            </a:r>
            <a:r>
              <a:rPr lang="es-ES" sz="8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</a:p>
        </p:txBody>
      </p:sp>
      <p:grpSp>
        <p:nvGrpSpPr>
          <p:cNvPr id="2010" name="Grupo 2009">
            <a:extLst>
              <a:ext uri="{FF2B5EF4-FFF2-40B4-BE49-F238E27FC236}">
                <a16:creationId xmlns:a16="http://schemas.microsoft.com/office/drawing/2014/main" id="{F80C939A-66AE-D71B-CDEA-B5213CD964A5}"/>
              </a:ext>
            </a:extLst>
          </p:cNvPr>
          <p:cNvGrpSpPr/>
          <p:nvPr/>
        </p:nvGrpSpPr>
        <p:grpSpPr>
          <a:xfrm>
            <a:off x="5937031" y="7500616"/>
            <a:ext cx="128136" cy="128136"/>
            <a:chOff x="908127" y="1162591"/>
            <a:chExt cx="128136" cy="128136"/>
          </a:xfrm>
        </p:grpSpPr>
        <p:sp>
          <p:nvSpPr>
            <p:cNvPr id="2011" name="Elipse 2010">
              <a:extLst>
                <a:ext uri="{FF2B5EF4-FFF2-40B4-BE49-F238E27FC236}">
                  <a16:creationId xmlns:a16="http://schemas.microsoft.com/office/drawing/2014/main" id="{88B114A7-EEC4-CA72-2DEF-2848B36CF3FB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12" name="Cruz 2011">
              <a:extLst>
                <a:ext uri="{FF2B5EF4-FFF2-40B4-BE49-F238E27FC236}">
                  <a16:creationId xmlns:a16="http://schemas.microsoft.com/office/drawing/2014/main" id="{27FA94AD-428D-2F27-7F9C-37948283FCD8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013" name="CuadroTexto 2012">
            <a:extLst>
              <a:ext uri="{FF2B5EF4-FFF2-40B4-BE49-F238E27FC236}">
                <a16:creationId xmlns:a16="http://schemas.microsoft.com/office/drawing/2014/main" id="{64107AD0-F8F9-13C5-1107-3B34D3BF9A2C}"/>
              </a:ext>
            </a:extLst>
          </p:cNvPr>
          <p:cNvSpPr txBox="1"/>
          <p:nvPr/>
        </p:nvSpPr>
        <p:spPr>
          <a:xfrm>
            <a:off x="5997802" y="7452048"/>
            <a:ext cx="12108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Succinil-CoA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, NADH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14" name="Grupo 2013">
            <a:extLst>
              <a:ext uri="{FF2B5EF4-FFF2-40B4-BE49-F238E27FC236}">
                <a16:creationId xmlns:a16="http://schemas.microsoft.com/office/drawing/2014/main" id="{CDABA439-15BB-E9BB-2B4F-A269E8F812F6}"/>
              </a:ext>
            </a:extLst>
          </p:cNvPr>
          <p:cNvGrpSpPr/>
          <p:nvPr/>
        </p:nvGrpSpPr>
        <p:grpSpPr>
          <a:xfrm>
            <a:off x="5936329" y="7680710"/>
            <a:ext cx="128136" cy="128136"/>
            <a:chOff x="2606150" y="3355191"/>
            <a:chExt cx="128136" cy="128136"/>
          </a:xfrm>
        </p:grpSpPr>
        <p:sp>
          <p:nvSpPr>
            <p:cNvPr id="2015" name="Elipse 2014">
              <a:extLst>
                <a:ext uri="{FF2B5EF4-FFF2-40B4-BE49-F238E27FC236}">
                  <a16:creationId xmlns:a16="http://schemas.microsoft.com/office/drawing/2014/main" id="{88E80CD4-5D91-A664-4D43-CBE8F767AFA6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16" name="Triángulo isósceles 2015">
              <a:extLst>
                <a:ext uri="{FF2B5EF4-FFF2-40B4-BE49-F238E27FC236}">
                  <a16:creationId xmlns:a16="http://schemas.microsoft.com/office/drawing/2014/main" id="{800DB61A-7BE2-301F-14CC-32186492D222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017" name="CuadroTexto 2016">
            <a:extLst>
              <a:ext uri="{FF2B5EF4-FFF2-40B4-BE49-F238E27FC236}">
                <a16:creationId xmlns:a16="http://schemas.microsoft.com/office/drawing/2014/main" id="{1715FBEC-BB11-7FEA-58F9-5ED5AC3CF9D3}"/>
              </a:ext>
            </a:extLst>
          </p:cNvPr>
          <p:cNvSpPr txBox="1"/>
          <p:nvPr/>
        </p:nvSpPr>
        <p:spPr>
          <a:xfrm>
            <a:off x="6003533" y="7636787"/>
            <a:ext cx="711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Ca</a:t>
            </a:r>
            <a:r>
              <a:rPr lang="es-ES" sz="8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</a:p>
        </p:txBody>
      </p:sp>
      <p:sp>
        <p:nvSpPr>
          <p:cNvPr id="2019" name="CuadroTexto 2018">
            <a:extLst>
              <a:ext uri="{FF2B5EF4-FFF2-40B4-BE49-F238E27FC236}">
                <a16:creationId xmlns:a16="http://schemas.microsoft.com/office/drawing/2014/main" id="{44A0C809-4B2D-A7E0-FD7F-6B5296AE92CE}"/>
              </a:ext>
            </a:extLst>
          </p:cNvPr>
          <p:cNvSpPr txBox="1"/>
          <p:nvPr/>
        </p:nvSpPr>
        <p:spPr>
          <a:xfrm>
            <a:off x="3379426" y="5686028"/>
            <a:ext cx="766557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Glioxilato</a:t>
            </a:r>
          </a:p>
        </p:txBody>
      </p:sp>
      <p:sp>
        <p:nvSpPr>
          <p:cNvPr id="2020" name="CuadroTexto 2019">
            <a:extLst>
              <a:ext uri="{FF2B5EF4-FFF2-40B4-BE49-F238E27FC236}">
                <a16:creationId xmlns:a16="http://schemas.microsoft.com/office/drawing/2014/main" id="{6D4489F5-7F4D-B30C-4D32-7E6B2C84D456}"/>
              </a:ext>
            </a:extLst>
          </p:cNvPr>
          <p:cNvSpPr txBox="1"/>
          <p:nvPr/>
        </p:nvSpPr>
        <p:spPr>
          <a:xfrm>
            <a:off x="2258095" y="5589242"/>
            <a:ext cx="8531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(2C)</a:t>
            </a:r>
          </a:p>
        </p:txBody>
      </p:sp>
      <p:cxnSp>
        <p:nvCxnSpPr>
          <p:cNvPr id="2022" name="Conector: curvado 2021">
            <a:extLst>
              <a:ext uri="{FF2B5EF4-FFF2-40B4-BE49-F238E27FC236}">
                <a16:creationId xmlns:a16="http://schemas.microsoft.com/office/drawing/2014/main" id="{099A7C6B-C7FB-5765-8E6A-5598A8EFA4D4}"/>
              </a:ext>
            </a:extLst>
          </p:cNvPr>
          <p:cNvCxnSpPr>
            <a:stCxn id="1867" idx="2"/>
            <a:endCxn id="2019" idx="2"/>
          </p:cNvCxnSpPr>
          <p:nvPr/>
        </p:nvCxnSpPr>
        <p:spPr>
          <a:xfrm rot="5400000">
            <a:off x="4982668" y="4705412"/>
            <a:ext cx="22263" cy="2462188"/>
          </a:xfrm>
          <a:prstGeom prst="curvedConnector3">
            <a:avLst>
              <a:gd name="adj1" fmla="val 1126816"/>
            </a:avLst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3" name="Conector: curvado 2022">
            <a:extLst>
              <a:ext uri="{FF2B5EF4-FFF2-40B4-BE49-F238E27FC236}">
                <a16:creationId xmlns:a16="http://schemas.microsoft.com/office/drawing/2014/main" id="{E5835120-8CD1-452F-9C79-B95B49BD1B6E}"/>
              </a:ext>
            </a:extLst>
          </p:cNvPr>
          <p:cNvCxnSpPr>
            <a:cxnSpLocks/>
            <a:stCxn id="2019" idx="2"/>
            <a:endCxn id="1872" idx="2"/>
          </p:cNvCxnSpPr>
          <p:nvPr/>
        </p:nvCxnSpPr>
        <p:spPr>
          <a:xfrm rot="5400000" flipH="1">
            <a:off x="2482271" y="4667205"/>
            <a:ext cx="22263" cy="2538604"/>
          </a:xfrm>
          <a:prstGeom prst="curvedConnector3">
            <a:avLst>
              <a:gd name="adj1" fmla="val -1026816"/>
            </a:avLst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6" name="Conector: curvado 2025">
            <a:extLst>
              <a:ext uri="{FF2B5EF4-FFF2-40B4-BE49-F238E27FC236}">
                <a16:creationId xmlns:a16="http://schemas.microsoft.com/office/drawing/2014/main" id="{4B67BC54-23CD-C066-AE18-AC2418D382FC}"/>
              </a:ext>
            </a:extLst>
          </p:cNvPr>
          <p:cNvCxnSpPr>
            <a:cxnSpLocks/>
            <a:stCxn id="2020" idx="2"/>
          </p:cNvCxnSpPr>
          <p:nvPr/>
        </p:nvCxnSpPr>
        <p:spPr>
          <a:xfrm rot="5400000">
            <a:off x="2410965" y="5899625"/>
            <a:ext cx="153186" cy="39419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1" name="CuadroTexto 2030">
            <a:extLst>
              <a:ext uri="{FF2B5EF4-FFF2-40B4-BE49-F238E27FC236}">
                <a16:creationId xmlns:a16="http://schemas.microsoft.com/office/drawing/2014/main" id="{7BD263D9-4FAA-989D-82EC-D0F7A74CA625}"/>
              </a:ext>
            </a:extLst>
          </p:cNvPr>
          <p:cNvSpPr txBox="1"/>
          <p:nvPr/>
        </p:nvSpPr>
        <p:spPr>
          <a:xfrm>
            <a:off x="4655317" y="5760365"/>
            <a:ext cx="8050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Succinato</a:t>
            </a:r>
          </a:p>
        </p:txBody>
      </p:sp>
      <p:cxnSp>
        <p:nvCxnSpPr>
          <p:cNvPr id="2032" name="Conector: curvado 2031">
            <a:extLst>
              <a:ext uri="{FF2B5EF4-FFF2-40B4-BE49-F238E27FC236}">
                <a16:creationId xmlns:a16="http://schemas.microsoft.com/office/drawing/2014/main" id="{8C97F024-AE59-A0D4-9DD8-709F937E13F4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09373" y="6173034"/>
            <a:ext cx="2405651" cy="2037905"/>
          </a:xfrm>
          <a:prstGeom prst="curvedConnector2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5" name="CuadroTexto 2034">
            <a:extLst>
              <a:ext uri="{FF2B5EF4-FFF2-40B4-BE49-F238E27FC236}">
                <a16:creationId xmlns:a16="http://schemas.microsoft.com/office/drawing/2014/main" id="{72A02CF2-4F00-DBDA-78FD-DFE9276AC9AF}"/>
              </a:ext>
            </a:extLst>
          </p:cNvPr>
          <p:cNvSpPr txBox="1"/>
          <p:nvPr/>
        </p:nvSpPr>
        <p:spPr>
          <a:xfrm>
            <a:off x="3052931" y="4862764"/>
            <a:ext cx="1453810" cy="40011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  <a:alpha val="70000"/>
                </a:schemeClr>
              </a:gs>
              <a:gs pos="83000">
                <a:schemeClr val="accent1">
                  <a:lumMod val="45000"/>
                  <a:lumOff val="55000"/>
                  <a:alpha val="7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Ciclo de Krebs</a:t>
            </a:r>
          </a:p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(Mitocondria)</a:t>
            </a:r>
          </a:p>
        </p:txBody>
      </p:sp>
      <p:sp>
        <p:nvSpPr>
          <p:cNvPr id="2036" name="CuadroTexto 2035">
            <a:extLst>
              <a:ext uri="{FF2B5EF4-FFF2-40B4-BE49-F238E27FC236}">
                <a16:creationId xmlns:a16="http://schemas.microsoft.com/office/drawing/2014/main" id="{193FF896-15C5-BEF7-83F1-86C333159966}"/>
              </a:ext>
            </a:extLst>
          </p:cNvPr>
          <p:cNvSpPr txBox="1"/>
          <p:nvPr/>
        </p:nvSpPr>
        <p:spPr>
          <a:xfrm>
            <a:off x="3035799" y="6203517"/>
            <a:ext cx="1453810" cy="4001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5000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Ciclo del glioxilato</a:t>
            </a:r>
          </a:p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900" dirty="0" err="1">
                <a:latin typeface="Arial" panose="020B0604020202020204" pitchFamily="34" charset="0"/>
                <a:cs typeface="Arial" panose="020B0604020202020204" pitchFamily="34" charset="0"/>
              </a:rPr>
              <a:t>Glioxisoma</a:t>
            </a:r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/Citosol)</a:t>
            </a:r>
          </a:p>
        </p:txBody>
      </p:sp>
      <p:sp>
        <p:nvSpPr>
          <p:cNvPr id="2056" name="CuadroTexto 2055">
            <a:extLst>
              <a:ext uri="{FF2B5EF4-FFF2-40B4-BE49-F238E27FC236}">
                <a16:creationId xmlns:a16="http://schemas.microsoft.com/office/drawing/2014/main" id="{3ACD1FC1-5CD6-6FBC-55A8-28807BD1047D}"/>
              </a:ext>
            </a:extLst>
          </p:cNvPr>
          <p:cNvSpPr txBox="1"/>
          <p:nvPr/>
        </p:nvSpPr>
        <p:spPr>
          <a:xfrm>
            <a:off x="330812" y="3833948"/>
            <a:ext cx="83403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Aspartato</a:t>
            </a:r>
          </a:p>
        </p:txBody>
      </p:sp>
      <p:sp>
        <p:nvSpPr>
          <p:cNvPr id="2057" name="CuadroTexto 2056">
            <a:extLst>
              <a:ext uri="{FF2B5EF4-FFF2-40B4-BE49-F238E27FC236}">
                <a16:creationId xmlns:a16="http://schemas.microsoft.com/office/drawing/2014/main" id="{0661C4C8-2F5B-863A-58E9-C5CB6F1E77FF}"/>
              </a:ext>
            </a:extLst>
          </p:cNvPr>
          <p:cNvSpPr txBox="1"/>
          <p:nvPr/>
        </p:nvSpPr>
        <p:spPr>
          <a:xfrm>
            <a:off x="-8122" y="3194219"/>
            <a:ext cx="15118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Otros aminoácidos, purinas, pirimidinas</a:t>
            </a:r>
          </a:p>
        </p:txBody>
      </p:sp>
      <p:cxnSp>
        <p:nvCxnSpPr>
          <p:cNvPr id="2063" name="Conector recto de flecha 2062">
            <a:extLst>
              <a:ext uri="{FF2B5EF4-FFF2-40B4-BE49-F238E27FC236}">
                <a16:creationId xmlns:a16="http://schemas.microsoft.com/office/drawing/2014/main" id="{4D7D7DC6-A739-D46B-D6B4-ADBE0AF3FECA}"/>
              </a:ext>
            </a:extLst>
          </p:cNvPr>
          <p:cNvCxnSpPr>
            <a:cxnSpLocks/>
            <a:stCxn id="2056" idx="0"/>
            <a:endCxn id="2057" idx="2"/>
          </p:cNvCxnSpPr>
          <p:nvPr/>
        </p:nvCxnSpPr>
        <p:spPr>
          <a:xfrm flipV="1">
            <a:off x="747827" y="3625106"/>
            <a:ext cx="0" cy="2088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9" name="Conector: angular 2068">
            <a:extLst>
              <a:ext uri="{FF2B5EF4-FFF2-40B4-BE49-F238E27FC236}">
                <a16:creationId xmlns:a16="http://schemas.microsoft.com/office/drawing/2014/main" id="{E229F78E-7829-8205-DCAC-C6A4FA2DA87D}"/>
              </a:ext>
            </a:extLst>
          </p:cNvPr>
          <p:cNvCxnSpPr>
            <a:cxnSpLocks/>
            <a:stCxn id="1869" idx="2"/>
            <a:endCxn id="2055" idx="3"/>
          </p:cNvCxnSpPr>
          <p:nvPr/>
        </p:nvCxnSpPr>
        <p:spPr>
          <a:xfrm rot="5400000">
            <a:off x="4606274" y="8630380"/>
            <a:ext cx="463882" cy="14822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1" name="CuadroTexto 2070">
            <a:extLst>
              <a:ext uri="{FF2B5EF4-FFF2-40B4-BE49-F238E27FC236}">
                <a16:creationId xmlns:a16="http://schemas.microsoft.com/office/drawing/2014/main" id="{9CF3E287-23FC-8F3D-194E-1E0C269BC231}"/>
              </a:ext>
            </a:extLst>
          </p:cNvPr>
          <p:cNvSpPr txBox="1"/>
          <p:nvPr/>
        </p:nvSpPr>
        <p:spPr>
          <a:xfrm>
            <a:off x="6116412" y="4182802"/>
            <a:ext cx="1137939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Ácidos grasos, esteroles</a:t>
            </a:r>
          </a:p>
        </p:txBody>
      </p:sp>
      <p:cxnSp>
        <p:nvCxnSpPr>
          <p:cNvPr id="2072" name="Conector recto de flecha 2071">
            <a:extLst>
              <a:ext uri="{FF2B5EF4-FFF2-40B4-BE49-F238E27FC236}">
                <a16:creationId xmlns:a16="http://schemas.microsoft.com/office/drawing/2014/main" id="{4FC39094-1D66-B8C7-08CD-6FF2DA77F66F}"/>
              </a:ext>
            </a:extLst>
          </p:cNvPr>
          <p:cNvCxnSpPr>
            <a:cxnSpLocks/>
            <a:stCxn id="1866" idx="3"/>
            <a:endCxn id="2071" idx="1"/>
          </p:cNvCxnSpPr>
          <p:nvPr/>
        </p:nvCxnSpPr>
        <p:spPr>
          <a:xfrm>
            <a:off x="5520340" y="4397937"/>
            <a:ext cx="596072" cy="3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8" name="CuadroTexto 2077">
            <a:extLst>
              <a:ext uri="{FF2B5EF4-FFF2-40B4-BE49-F238E27FC236}">
                <a16:creationId xmlns:a16="http://schemas.microsoft.com/office/drawing/2014/main" id="{6954CDD6-24A0-0833-E26F-9F820B0B393B}"/>
              </a:ext>
            </a:extLst>
          </p:cNvPr>
          <p:cNvSpPr txBox="1"/>
          <p:nvPr/>
        </p:nvSpPr>
        <p:spPr>
          <a:xfrm>
            <a:off x="6648919" y="7770867"/>
            <a:ext cx="9463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Glutamato</a:t>
            </a:r>
          </a:p>
        </p:txBody>
      </p:sp>
      <p:cxnSp>
        <p:nvCxnSpPr>
          <p:cNvPr id="2079" name="Conector: angular 2078">
            <a:extLst>
              <a:ext uri="{FF2B5EF4-FFF2-40B4-BE49-F238E27FC236}">
                <a16:creationId xmlns:a16="http://schemas.microsoft.com/office/drawing/2014/main" id="{75F18790-8448-ACB7-C54C-F3F3713B8CF0}"/>
              </a:ext>
            </a:extLst>
          </p:cNvPr>
          <p:cNvCxnSpPr>
            <a:cxnSpLocks/>
            <a:stCxn id="1868" idx="3"/>
            <a:endCxn id="2078" idx="0"/>
          </p:cNvCxnSpPr>
          <p:nvPr/>
        </p:nvCxnSpPr>
        <p:spPr>
          <a:xfrm>
            <a:off x="6648919" y="7264365"/>
            <a:ext cx="473159" cy="50650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2" name="CuadroTexto 2081">
            <a:extLst>
              <a:ext uri="{FF2B5EF4-FFF2-40B4-BE49-F238E27FC236}">
                <a16:creationId xmlns:a16="http://schemas.microsoft.com/office/drawing/2014/main" id="{41A93B55-B489-E9DD-0775-84AA5EEF83C1}"/>
              </a:ext>
            </a:extLst>
          </p:cNvPr>
          <p:cNvSpPr txBox="1"/>
          <p:nvPr/>
        </p:nvSpPr>
        <p:spPr>
          <a:xfrm>
            <a:off x="6594598" y="8387608"/>
            <a:ext cx="10707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Otros aminoácidos</a:t>
            </a:r>
          </a:p>
        </p:txBody>
      </p:sp>
      <p:sp>
        <p:nvSpPr>
          <p:cNvPr id="2083" name="CuadroTexto 2082">
            <a:extLst>
              <a:ext uri="{FF2B5EF4-FFF2-40B4-BE49-F238E27FC236}">
                <a16:creationId xmlns:a16="http://schemas.microsoft.com/office/drawing/2014/main" id="{2F2402AA-FF24-870D-8F38-314F3C16E5C0}"/>
              </a:ext>
            </a:extLst>
          </p:cNvPr>
          <p:cNvSpPr txBox="1"/>
          <p:nvPr/>
        </p:nvSpPr>
        <p:spPr>
          <a:xfrm>
            <a:off x="5517326" y="8479705"/>
            <a:ext cx="6581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Purinas</a:t>
            </a:r>
          </a:p>
        </p:txBody>
      </p:sp>
      <p:cxnSp>
        <p:nvCxnSpPr>
          <p:cNvPr id="2084" name="Conector recto de flecha 2083">
            <a:extLst>
              <a:ext uri="{FF2B5EF4-FFF2-40B4-BE49-F238E27FC236}">
                <a16:creationId xmlns:a16="http://schemas.microsoft.com/office/drawing/2014/main" id="{F8224417-3F0C-385B-868C-B1E535F8C63B}"/>
              </a:ext>
            </a:extLst>
          </p:cNvPr>
          <p:cNvCxnSpPr>
            <a:cxnSpLocks/>
            <a:stCxn id="2078" idx="2"/>
            <a:endCxn id="2082" idx="0"/>
          </p:cNvCxnSpPr>
          <p:nvPr/>
        </p:nvCxnSpPr>
        <p:spPr>
          <a:xfrm>
            <a:off x="7122078" y="8032477"/>
            <a:ext cx="7913" cy="3551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8" name="Conector recto de flecha 2087">
            <a:extLst>
              <a:ext uri="{FF2B5EF4-FFF2-40B4-BE49-F238E27FC236}">
                <a16:creationId xmlns:a16="http://schemas.microsoft.com/office/drawing/2014/main" id="{0195FD0C-6874-CFB1-5825-2978851E0009}"/>
              </a:ext>
            </a:extLst>
          </p:cNvPr>
          <p:cNvCxnSpPr>
            <a:cxnSpLocks/>
            <a:stCxn id="2082" idx="1"/>
            <a:endCxn id="2083" idx="3"/>
          </p:cNvCxnSpPr>
          <p:nvPr/>
        </p:nvCxnSpPr>
        <p:spPr>
          <a:xfrm flipH="1">
            <a:off x="6175450" y="8603052"/>
            <a:ext cx="419148" cy="74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2" name="Conector: angular 2101">
            <a:extLst>
              <a:ext uri="{FF2B5EF4-FFF2-40B4-BE49-F238E27FC236}">
                <a16:creationId xmlns:a16="http://schemas.microsoft.com/office/drawing/2014/main" id="{D5D7659E-C3B5-C8FF-61AF-6B0F2BF626D3}"/>
              </a:ext>
            </a:extLst>
          </p:cNvPr>
          <p:cNvCxnSpPr>
            <a:cxnSpLocks/>
            <a:stCxn id="1659" idx="1"/>
          </p:cNvCxnSpPr>
          <p:nvPr/>
        </p:nvCxnSpPr>
        <p:spPr>
          <a:xfrm rot="10800000" flipV="1">
            <a:off x="2417938" y="1904457"/>
            <a:ext cx="346210" cy="2349552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7" name="CuadroTexto 1776">
            <a:extLst>
              <a:ext uri="{FF2B5EF4-FFF2-40B4-BE49-F238E27FC236}">
                <a16:creationId xmlns:a16="http://schemas.microsoft.com/office/drawing/2014/main" id="{729FFA35-B2B0-2D2A-E32A-91C4F07B2F74}"/>
              </a:ext>
            </a:extLst>
          </p:cNvPr>
          <p:cNvSpPr txBox="1"/>
          <p:nvPr/>
        </p:nvSpPr>
        <p:spPr>
          <a:xfrm>
            <a:off x="1849133" y="2525633"/>
            <a:ext cx="1346353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Complejo piruvato deshidrogenasa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06" name="CuadroTexto 2105">
            <a:extLst>
              <a:ext uri="{FF2B5EF4-FFF2-40B4-BE49-F238E27FC236}">
                <a16:creationId xmlns:a16="http://schemas.microsoft.com/office/drawing/2014/main" id="{3AFC8D60-5D50-7F12-6369-387071CE5900}"/>
              </a:ext>
            </a:extLst>
          </p:cNvPr>
          <p:cNvSpPr txBox="1"/>
          <p:nvPr/>
        </p:nvSpPr>
        <p:spPr>
          <a:xfrm>
            <a:off x="1058520" y="1819368"/>
            <a:ext cx="12763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Gluconeogénesis</a:t>
            </a:r>
          </a:p>
        </p:txBody>
      </p:sp>
      <p:sp>
        <p:nvSpPr>
          <p:cNvPr id="2107" name="CuadroTexto 2106">
            <a:extLst>
              <a:ext uri="{FF2B5EF4-FFF2-40B4-BE49-F238E27FC236}">
                <a16:creationId xmlns:a16="http://schemas.microsoft.com/office/drawing/2014/main" id="{FD35BDE6-8982-F7E7-E639-BA2B925EE66A}"/>
              </a:ext>
            </a:extLst>
          </p:cNvPr>
          <p:cNvSpPr txBox="1"/>
          <p:nvPr/>
        </p:nvSpPr>
        <p:spPr>
          <a:xfrm>
            <a:off x="2384721" y="3502243"/>
            <a:ext cx="10367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Piruvato carboxilasa</a:t>
            </a:r>
          </a:p>
        </p:txBody>
      </p:sp>
      <p:sp>
        <p:nvSpPr>
          <p:cNvPr id="2108" name="CuadroTexto 2107">
            <a:extLst>
              <a:ext uri="{FF2B5EF4-FFF2-40B4-BE49-F238E27FC236}">
                <a16:creationId xmlns:a16="http://schemas.microsoft.com/office/drawing/2014/main" id="{84E79CA4-59CC-7D96-67B7-FB8642D2F316}"/>
              </a:ext>
            </a:extLst>
          </p:cNvPr>
          <p:cNvSpPr txBox="1"/>
          <p:nvPr/>
        </p:nvSpPr>
        <p:spPr>
          <a:xfrm>
            <a:off x="-31861" y="6435338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Piruvato</a:t>
            </a:r>
          </a:p>
        </p:txBody>
      </p:sp>
      <p:cxnSp>
        <p:nvCxnSpPr>
          <p:cNvPr id="2109" name="Conector: angular 2108">
            <a:extLst>
              <a:ext uri="{FF2B5EF4-FFF2-40B4-BE49-F238E27FC236}">
                <a16:creationId xmlns:a16="http://schemas.microsoft.com/office/drawing/2014/main" id="{5A4913F6-C189-792C-D0AA-674E03742A23}"/>
              </a:ext>
            </a:extLst>
          </p:cNvPr>
          <p:cNvCxnSpPr>
            <a:cxnSpLocks/>
            <a:stCxn id="2108" idx="0"/>
            <a:endCxn id="1872" idx="1"/>
          </p:cNvCxnSpPr>
          <p:nvPr/>
        </p:nvCxnSpPr>
        <p:spPr>
          <a:xfrm rot="5400000" flipH="1" flipV="1">
            <a:off x="299380" y="5814547"/>
            <a:ext cx="640768" cy="600814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3" name="CuadroTexto 2112">
            <a:extLst>
              <a:ext uri="{FF2B5EF4-FFF2-40B4-BE49-F238E27FC236}">
                <a16:creationId xmlns:a16="http://schemas.microsoft.com/office/drawing/2014/main" id="{A526FBC2-128B-0547-7CC3-BE75900D8A81}"/>
              </a:ext>
            </a:extLst>
          </p:cNvPr>
          <p:cNvSpPr txBox="1"/>
          <p:nvPr/>
        </p:nvSpPr>
        <p:spPr>
          <a:xfrm>
            <a:off x="288086" y="5780244"/>
            <a:ext cx="10367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Enzima málica</a:t>
            </a:r>
          </a:p>
        </p:txBody>
      </p:sp>
      <p:cxnSp>
        <p:nvCxnSpPr>
          <p:cNvPr id="2116" name="Conector: angular 2115">
            <a:extLst>
              <a:ext uri="{FF2B5EF4-FFF2-40B4-BE49-F238E27FC236}">
                <a16:creationId xmlns:a16="http://schemas.microsoft.com/office/drawing/2014/main" id="{92DCCC60-6A5F-EEC6-ED05-70792D33F76A}"/>
              </a:ext>
            </a:extLst>
          </p:cNvPr>
          <p:cNvCxnSpPr>
            <a:cxnSpLocks/>
            <a:stCxn id="1865" idx="0"/>
            <a:endCxn id="2056" idx="3"/>
          </p:cNvCxnSpPr>
          <p:nvPr/>
        </p:nvCxnSpPr>
        <p:spPr>
          <a:xfrm rot="16200000" flipV="1">
            <a:off x="1592756" y="3536840"/>
            <a:ext cx="302379" cy="115820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9" name="CuadroTexto 2118">
            <a:extLst>
              <a:ext uri="{FF2B5EF4-FFF2-40B4-BE49-F238E27FC236}">
                <a16:creationId xmlns:a16="http://schemas.microsoft.com/office/drawing/2014/main" id="{176F64D3-FCBE-27C8-5176-34072EADAC82}"/>
              </a:ext>
            </a:extLst>
          </p:cNvPr>
          <p:cNvSpPr txBox="1"/>
          <p:nvPr/>
        </p:nvSpPr>
        <p:spPr>
          <a:xfrm>
            <a:off x="8675" y="4264490"/>
            <a:ext cx="476251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PEP</a:t>
            </a:r>
          </a:p>
        </p:txBody>
      </p:sp>
      <p:cxnSp>
        <p:nvCxnSpPr>
          <p:cNvPr id="2121" name="Conector recto de flecha 2120">
            <a:extLst>
              <a:ext uri="{FF2B5EF4-FFF2-40B4-BE49-F238E27FC236}">
                <a16:creationId xmlns:a16="http://schemas.microsoft.com/office/drawing/2014/main" id="{69B4B120-821D-AC6F-FEB8-0DAD8E9F2C42}"/>
              </a:ext>
            </a:extLst>
          </p:cNvPr>
          <p:cNvCxnSpPr>
            <a:cxnSpLocks/>
            <a:stCxn id="2119" idx="3"/>
            <a:endCxn id="1865" idx="1"/>
          </p:cNvCxnSpPr>
          <p:nvPr/>
        </p:nvCxnSpPr>
        <p:spPr>
          <a:xfrm>
            <a:off x="484926" y="4395295"/>
            <a:ext cx="1369884" cy="2642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6" name="CuadroTexto 2125">
            <a:extLst>
              <a:ext uri="{FF2B5EF4-FFF2-40B4-BE49-F238E27FC236}">
                <a16:creationId xmlns:a16="http://schemas.microsoft.com/office/drawing/2014/main" id="{E3057E88-7495-C148-DF58-2BB6203508DB}"/>
              </a:ext>
            </a:extLst>
          </p:cNvPr>
          <p:cNvSpPr txBox="1"/>
          <p:nvPr/>
        </p:nvSpPr>
        <p:spPr>
          <a:xfrm>
            <a:off x="273520" y="4121170"/>
            <a:ext cx="17677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PEP carboxiquinasa</a:t>
            </a:r>
          </a:p>
        </p:txBody>
      </p:sp>
      <p:sp>
        <p:nvSpPr>
          <p:cNvPr id="2127" name="CuadroTexto 2126">
            <a:extLst>
              <a:ext uri="{FF2B5EF4-FFF2-40B4-BE49-F238E27FC236}">
                <a16:creationId xmlns:a16="http://schemas.microsoft.com/office/drawing/2014/main" id="{CEDE3584-C50C-E8A4-2F7C-3B9818E5ED9C}"/>
              </a:ext>
            </a:extLst>
          </p:cNvPr>
          <p:cNvSpPr txBox="1"/>
          <p:nvPr/>
        </p:nvSpPr>
        <p:spPr>
          <a:xfrm>
            <a:off x="263719" y="4401810"/>
            <a:ext cx="17677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PEP carboxilasa</a:t>
            </a:r>
          </a:p>
        </p:txBody>
      </p:sp>
      <p:sp>
        <p:nvSpPr>
          <p:cNvPr id="1778" name="CuadroTexto 1777">
            <a:extLst>
              <a:ext uri="{FF2B5EF4-FFF2-40B4-BE49-F238E27FC236}">
                <a16:creationId xmlns:a16="http://schemas.microsoft.com/office/drawing/2014/main" id="{C36320E5-AA70-CE86-DBFB-7769D9C868EC}"/>
              </a:ext>
            </a:extLst>
          </p:cNvPr>
          <p:cNvSpPr txBox="1"/>
          <p:nvPr/>
        </p:nvSpPr>
        <p:spPr>
          <a:xfrm>
            <a:off x="-79109" y="2371391"/>
            <a:ext cx="2055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E1: Piruvato deshidrogenasa (TPP)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1" name="CuadroTexto 1790">
            <a:extLst>
              <a:ext uri="{FF2B5EF4-FFF2-40B4-BE49-F238E27FC236}">
                <a16:creationId xmlns:a16="http://schemas.microsoft.com/office/drawing/2014/main" id="{2C5C6609-C5F1-ED7F-C202-CC606A061A6D}"/>
              </a:ext>
            </a:extLst>
          </p:cNvPr>
          <p:cNvSpPr txBox="1"/>
          <p:nvPr/>
        </p:nvSpPr>
        <p:spPr>
          <a:xfrm>
            <a:off x="-79661" y="2568558"/>
            <a:ext cx="20555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E2: 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Dihidrolipoil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transacetilasa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Lipoamida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, Coenzima A)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2" name="CuadroTexto 1791">
            <a:extLst>
              <a:ext uri="{FF2B5EF4-FFF2-40B4-BE49-F238E27FC236}">
                <a16:creationId xmlns:a16="http://schemas.microsoft.com/office/drawing/2014/main" id="{2768ED00-7FD0-B045-1A38-E7742598AFE1}"/>
              </a:ext>
            </a:extLst>
          </p:cNvPr>
          <p:cNvSpPr txBox="1"/>
          <p:nvPr/>
        </p:nvSpPr>
        <p:spPr>
          <a:xfrm>
            <a:off x="-80213" y="2846372"/>
            <a:ext cx="20555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E3: </a:t>
            </a:r>
            <a:r>
              <a:rPr lang="es-ES" sz="800" dirty="0" err="1">
                <a:latin typeface="Arial" panose="020B0604020202020204" pitchFamily="34" charset="0"/>
                <a:cs typeface="Arial" panose="020B0604020202020204" pitchFamily="34" charset="0"/>
              </a:rPr>
              <a:t>Dihidrolipoil</a:t>
            </a:r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 deshidrogenasa (FAD, NAD)</a:t>
            </a:r>
            <a:endParaRPr lang="es-ES" sz="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28" name="CuadroTexto 2127">
            <a:extLst>
              <a:ext uri="{FF2B5EF4-FFF2-40B4-BE49-F238E27FC236}">
                <a16:creationId xmlns:a16="http://schemas.microsoft.com/office/drawing/2014/main" id="{6A3AFF8B-BF2F-8A1A-9518-BE61BBC348D2}"/>
              </a:ext>
            </a:extLst>
          </p:cNvPr>
          <p:cNvSpPr txBox="1"/>
          <p:nvPr/>
        </p:nvSpPr>
        <p:spPr>
          <a:xfrm>
            <a:off x="458154" y="8421796"/>
            <a:ext cx="1453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Cataplerosis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29" name="CuadroTexto 2128">
            <a:extLst>
              <a:ext uri="{FF2B5EF4-FFF2-40B4-BE49-F238E27FC236}">
                <a16:creationId xmlns:a16="http://schemas.microsoft.com/office/drawing/2014/main" id="{B2CE1F63-E4ED-FF7B-E782-AFA5D41FB66D}"/>
              </a:ext>
            </a:extLst>
          </p:cNvPr>
          <p:cNvSpPr txBox="1"/>
          <p:nvPr/>
        </p:nvSpPr>
        <p:spPr>
          <a:xfrm>
            <a:off x="463829" y="8635406"/>
            <a:ext cx="1453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Anaplerosis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31" name="Conector recto 2130">
            <a:extLst>
              <a:ext uri="{FF2B5EF4-FFF2-40B4-BE49-F238E27FC236}">
                <a16:creationId xmlns:a16="http://schemas.microsoft.com/office/drawing/2014/main" id="{DAAD81CF-0602-61DB-FC84-0874E5C04EA8}"/>
              </a:ext>
            </a:extLst>
          </p:cNvPr>
          <p:cNvCxnSpPr>
            <a:cxnSpLocks/>
          </p:cNvCxnSpPr>
          <p:nvPr/>
        </p:nvCxnSpPr>
        <p:spPr>
          <a:xfrm>
            <a:off x="235896" y="8553592"/>
            <a:ext cx="2579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3" name="Conector recto 2132">
            <a:extLst>
              <a:ext uri="{FF2B5EF4-FFF2-40B4-BE49-F238E27FC236}">
                <a16:creationId xmlns:a16="http://schemas.microsoft.com/office/drawing/2014/main" id="{0091ADF5-B2CB-FF54-0471-5A4CE80A7A94}"/>
              </a:ext>
            </a:extLst>
          </p:cNvPr>
          <p:cNvCxnSpPr>
            <a:cxnSpLocks/>
          </p:cNvCxnSpPr>
          <p:nvPr/>
        </p:nvCxnSpPr>
        <p:spPr>
          <a:xfrm>
            <a:off x="238514" y="8774086"/>
            <a:ext cx="257992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9537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215</Words>
  <Application>Microsoft Office PowerPoint</Application>
  <PresentationFormat>Personalizado</PresentationFormat>
  <Paragraphs>85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35</cp:revision>
  <dcterms:created xsi:type="dcterms:W3CDTF">2025-10-09T08:39:27Z</dcterms:created>
  <dcterms:modified xsi:type="dcterms:W3CDTF">2026-01-13T11:25:22Z</dcterms:modified>
</cp:coreProperties>
</file>