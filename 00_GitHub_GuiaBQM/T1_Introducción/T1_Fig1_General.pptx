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191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16/10/2025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385">
            <a:extLst>
              <a:ext uri="{FF2B5EF4-FFF2-40B4-BE49-F238E27FC236}">
                <a16:creationId xmlns:a16="http://schemas.microsoft.com/office/drawing/2014/main" id="{5B1781F0-023E-DF93-99AA-A96C91FB54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467350"/>
            <a:ext cx="1141095" cy="340150"/>
            <a:chOff x="446" y="1196"/>
            <a:chExt cx="1048" cy="312"/>
          </a:xfrm>
        </p:grpSpPr>
        <p:grpSp>
          <p:nvGrpSpPr>
            <p:cNvPr id="4" name="Group 1386">
              <a:extLst>
                <a:ext uri="{FF2B5EF4-FFF2-40B4-BE49-F238E27FC236}">
                  <a16:creationId xmlns:a16="http://schemas.microsoft.com/office/drawing/2014/main" id="{DABC2DCA-3F4E-572B-1385-C5EF112F3F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22" name="Oval 1387">
                <a:extLst>
                  <a:ext uri="{FF2B5EF4-FFF2-40B4-BE49-F238E27FC236}">
                    <a16:creationId xmlns:a16="http://schemas.microsoft.com/office/drawing/2014/main" id="{032DD016-C909-2CB5-D906-08BC15D22C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" name="Oval 1388">
                <a:extLst>
                  <a:ext uri="{FF2B5EF4-FFF2-40B4-BE49-F238E27FC236}">
                    <a16:creationId xmlns:a16="http://schemas.microsoft.com/office/drawing/2014/main" id="{B1664D09-2DF5-BCE9-B5DD-D393B9E828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" name="Freeform 1389">
                <a:extLst>
                  <a:ext uri="{FF2B5EF4-FFF2-40B4-BE49-F238E27FC236}">
                    <a16:creationId xmlns:a16="http://schemas.microsoft.com/office/drawing/2014/main" id="{4E676AFB-48D1-A494-52EA-74EA62B005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390">
                <a:extLst>
                  <a:ext uri="{FF2B5EF4-FFF2-40B4-BE49-F238E27FC236}">
                    <a16:creationId xmlns:a16="http://schemas.microsoft.com/office/drawing/2014/main" id="{938D8A46-8FC0-04A5-D545-AACE70C66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1391">
                <a:extLst>
                  <a:ext uri="{FF2B5EF4-FFF2-40B4-BE49-F238E27FC236}">
                    <a16:creationId xmlns:a16="http://schemas.microsoft.com/office/drawing/2014/main" id="{6B6A1426-A07F-C4F1-5BE3-72CBCA6FF2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Oval 1392">
                <a:extLst>
                  <a:ext uri="{FF2B5EF4-FFF2-40B4-BE49-F238E27FC236}">
                    <a16:creationId xmlns:a16="http://schemas.microsoft.com/office/drawing/2014/main" id="{CEE90393-0EBE-E1B6-9E66-B6F9ECA242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" name="Group 1393">
              <a:extLst>
                <a:ext uri="{FF2B5EF4-FFF2-40B4-BE49-F238E27FC236}">
                  <a16:creationId xmlns:a16="http://schemas.microsoft.com/office/drawing/2014/main" id="{315ACA10-D873-9A10-C132-BCC2BA91F3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16" name="Oval 1394">
                <a:extLst>
                  <a:ext uri="{FF2B5EF4-FFF2-40B4-BE49-F238E27FC236}">
                    <a16:creationId xmlns:a16="http://schemas.microsoft.com/office/drawing/2014/main" id="{932C9066-743C-56F8-13B5-8C6CA2CD93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" name="Oval 1395">
                <a:extLst>
                  <a:ext uri="{FF2B5EF4-FFF2-40B4-BE49-F238E27FC236}">
                    <a16:creationId xmlns:a16="http://schemas.microsoft.com/office/drawing/2014/main" id="{CA328C78-5C02-02DF-825D-EA6AB161E0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" name="Freeform 1396">
                <a:extLst>
                  <a:ext uri="{FF2B5EF4-FFF2-40B4-BE49-F238E27FC236}">
                    <a16:creationId xmlns:a16="http://schemas.microsoft.com/office/drawing/2014/main" id="{BA3102C5-B947-69F5-0B84-FFAF5E5C19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397">
                <a:extLst>
                  <a:ext uri="{FF2B5EF4-FFF2-40B4-BE49-F238E27FC236}">
                    <a16:creationId xmlns:a16="http://schemas.microsoft.com/office/drawing/2014/main" id="{88E2E176-0345-F5FD-7360-40BB79E76B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398">
                <a:extLst>
                  <a:ext uri="{FF2B5EF4-FFF2-40B4-BE49-F238E27FC236}">
                    <a16:creationId xmlns:a16="http://schemas.microsoft.com/office/drawing/2014/main" id="{09376529-55AB-8D4E-65D6-D15C184A0C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Oval 1399">
                <a:extLst>
                  <a:ext uri="{FF2B5EF4-FFF2-40B4-BE49-F238E27FC236}">
                    <a16:creationId xmlns:a16="http://schemas.microsoft.com/office/drawing/2014/main" id="{116306C6-ABC6-D4A7-4EBC-CAF508805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" name="Group 1400">
              <a:extLst>
                <a:ext uri="{FF2B5EF4-FFF2-40B4-BE49-F238E27FC236}">
                  <a16:creationId xmlns:a16="http://schemas.microsoft.com/office/drawing/2014/main" id="{DB3B16C7-671D-9FCA-A4D7-A3CC1A982C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10" name="Oval 1401">
                <a:extLst>
                  <a:ext uri="{FF2B5EF4-FFF2-40B4-BE49-F238E27FC236}">
                    <a16:creationId xmlns:a16="http://schemas.microsoft.com/office/drawing/2014/main" id="{C3979ED1-38A8-D133-22C3-B652523EFB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" name="Oval 1402">
                <a:extLst>
                  <a:ext uri="{FF2B5EF4-FFF2-40B4-BE49-F238E27FC236}">
                    <a16:creationId xmlns:a16="http://schemas.microsoft.com/office/drawing/2014/main" id="{3FB690FE-ACF5-FE1C-D9B2-E6F13AA575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" name="Freeform 1403">
                <a:extLst>
                  <a:ext uri="{FF2B5EF4-FFF2-40B4-BE49-F238E27FC236}">
                    <a16:creationId xmlns:a16="http://schemas.microsoft.com/office/drawing/2014/main" id="{CB850361-DD6A-8990-FBF0-8A5F4B1572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1404">
                <a:extLst>
                  <a:ext uri="{FF2B5EF4-FFF2-40B4-BE49-F238E27FC236}">
                    <a16:creationId xmlns:a16="http://schemas.microsoft.com/office/drawing/2014/main" id="{5D8C94A1-AA45-322B-7F8D-F6196DFBA9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405">
                <a:extLst>
                  <a:ext uri="{FF2B5EF4-FFF2-40B4-BE49-F238E27FC236}">
                    <a16:creationId xmlns:a16="http://schemas.microsoft.com/office/drawing/2014/main" id="{D06C299C-CB25-8114-1BAE-2D93F0A6F4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Oval 1406">
                <a:extLst>
                  <a:ext uri="{FF2B5EF4-FFF2-40B4-BE49-F238E27FC236}">
                    <a16:creationId xmlns:a16="http://schemas.microsoft.com/office/drawing/2014/main" id="{83179177-1863-265F-3761-19D2521FE5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" name="Group 1407">
              <a:extLst>
                <a:ext uri="{FF2B5EF4-FFF2-40B4-BE49-F238E27FC236}">
                  <a16:creationId xmlns:a16="http://schemas.microsoft.com/office/drawing/2014/main" id="{A9DAF4A5-8CC0-17BC-3851-5BF91CF91E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04" name="Oval 1408">
                <a:extLst>
                  <a:ext uri="{FF2B5EF4-FFF2-40B4-BE49-F238E27FC236}">
                    <a16:creationId xmlns:a16="http://schemas.microsoft.com/office/drawing/2014/main" id="{377FB5EC-4215-964C-0A83-326FF27110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" name="Oval 1409">
                <a:extLst>
                  <a:ext uri="{FF2B5EF4-FFF2-40B4-BE49-F238E27FC236}">
                    <a16:creationId xmlns:a16="http://schemas.microsoft.com/office/drawing/2014/main" id="{4D3DE2FE-3690-8507-D498-66FB0FB66F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" name="Freeform 1410">
                <a:extLst>
                  <a:ext uri="{FF2B5EF4-FFF2-40B4-BE49-F238E27FC236}">
                    <a16:creationId xmlns:a16="http://schemas.microsoft.com/office/drawing/2014/main" id="{ECF0EAE6-D285-788E-A74D-220E1A606A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411">
                <a:extLst>
                  <a:ext uri="{FF2B5EF4-FFF2-40B4-BE49-F238E27FC236}">
                    <a16:creationId xmlns:a16="http://schemas.microsoft.com/office/drawing/2014/main" id="{A2EDA5FC-7BEF-4B4D-BAE0-0AD965DF00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412">
                <a:extLst>
                  <a:ext uri="{FF2B5EF4-FFF2-40B4-BE49-F238E27FC236}">
                    <a16:creationId xmlns:a16="http://schemas.microsoft.com/office/drawing/2014/main" id="{60F0D677-5AE5-AB84-E557-7FFD94C3D0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Oval 1413">
                <a:extLst>
                  <a:ext uri="{FF2B5EF4-FFF2-40B4-BE49-F238E27FC236}">
                    <a16:creationId xmlns:a16="http://schemas.microsoft.com/office/drawing/2014/main" id="{734D7418-FACB-111C-0CDE-974DB4A2B2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" name="Group 1414">
              <a:extLst>
                <a:ext uri="{FF2B5EF4-FFF2-40B4-BE49-F238E27FC236}">
                  <a16:creationId xmlns:a16="http://schemas.microsoft.com/office/drawing/2014/main" id="{0A787109-F406-C408-9335-98F27A0D85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98" name="Oval 1415">
                <a:extLst>
                  <a:ext uri="{FF2B5EF4-FFF2-40B4-BE49-F238E27FC236}">
                    <a16:creationId xmlns:a16="http://schemas.microsoft.com/office/drawing/2014/main" id="{839A23DE-8CBC-E168-D15D-56DEA4E485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" name="Oval 1416">
                <a:extLst>
                  <a:ext uri="{FF2B5EF4-FFF2-40B4-BE49-F238E27FC236}">
                    <a16:creationId xmlns:a16="http://schemas.microsoft.com/office/drawing/2014/main" id="{2130512C-55C3-98AF-EDE4-E1C6443948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" name="Freeform 1417">
                <a:extLst>
                  <a:ext uri="{FF2B5EF4-FFF2-40B4-BE49-F238E27FC236}">
                    <a16:creationId xmlns:a16="http://schemas.microsoft.com/office/drawing/2014/main" id="{B3BB39E9-D13A-7976-627F-23C58DB0F7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418">
                <a:extLst>
                  <a:ext uri="{FF2B5EF4-FFF2-40B4-BE49-F238E27FC236}">
                    <a16:creationId xmlns:a16="http://schemas.microsoft.com/office/drawing/2014/main" id="{682798C2-71B6-8374-7D3F-B09C951468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419">
                <a:extLst>
                  <a:ext uri="{FF2B5EF4-FFF2-40B4-BE49-F238E27FC236}">
                    <a16:creationId xmlns:a16="http://schemas.microsoft.com/office/drawing/2014/main" id="{07D0C24A-04A9-09A1-B948-27D40A24A6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Oval 1420">
                <a:extLst>
                  <a:ext uri="{FF2B5EF4-FFF2-40B4-BE49-F238E27FC236}">
                    <a16:creationId xmlns:a16="http://schemas.microsoft.com/office/drawing/2014/main" id="{305007E3-5E82-DBED-078D-B39856D836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" name="Group 1421">
              <a:extLst>
                <a:ext uri="{FF2B5EF4-FFF2-40B4-BE49-F238E27FC236}">
                  <a16:creationId xmlns:a16="http://schemas.microsoft.com/office/drawing/2014/main" id="{EEF6CBF5-6143-8897-769B-199690B036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92" name="Oval 1422">
                <a:extLst>
                  <a:ext uri="{FF2B5EF4-FFF2-40B4-BE49-F238E27FC236}">
                    <a16:creationId xmlns:a16="http://schemas.microsoft.com/office/drawing/2014/main" id="{F428799A-F4FB-7331-D234-6FE7112918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3" name="Oval 1423">
                <a:extLst>
                  <a:ext uri="{FF2B5EF4-FFF2-40B4-BE49-F238E27FC236}">
                    <a16:creationId xmlns:a16="http://schemas.microsoft.com/office/drawing/2014/main" id="{8A80FCCB-2610-1B0F-FF68-80CE747483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" name="Freeform 1424">
                <a:extLst>
                  <a:ext uri="{FF2B5EF4-FFF2-40B4-BE49-F238E27FC236}">
                    <a16:creationId xmlns:a16="http://schemas.microsoft.com/office/drawing/2014/main" id="{9E99C7F6-8AFA-DF33-ABE5-B11AE86A0D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425">
                <a:extLst>
                  <a:ext uri="{FF2B5EF4-FFF2-40B4-BE49-F238E27FC236}">
                    <a16:creationId xmlns:a16="http://schemas.microsoft.com/office/drawing/2014/main" id="{588A5557-956D-7F35-1B00-3EB9691BE0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426">
                <a:extLst>
                  <a:ext uri="{FF2B5EF4-FFF2-40B4-BE49-F238E27FC236}">
                    <a16:creationId xmlns:a16="http://schemas.microsoft.com/office/drawing/2014/main" id="{5D3371F6-7691-6969-AB16-6AAD93CAD2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Oval 1427">
                <a:extLst>
                  <a:ext uri="{FF2B5EF4-FFF2-40B4-BE49-F238E27FC236}">
                    <a16:creationId xmlns:a16="http://schemas.microsoft.com/office/drawing/2014/main" id="{6C22CB1D-48DF-EEBB-FB2F-8C51CFB085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428">
              <a:extLst>
                <a:ext uri="{FF2B5EF4-FFF2-40B4-BE49-F238E27FC236}">
                  <a16:creationId xmlns:a16="http://schemas.microsoft.com/office/drawing/2014/main" id="{8AFBE3DC-E6F7-E5A4-CDA8-8F43E7C2EB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86" name="Oval 1429">
                <a:extLst>
                  <a:ext uri="{FF2B5EF4-FFF2-40B4-BE49-F238E27FC236}">
                    <a16:creationId xmlns:a16="http://schemas.microsoft.com/office/drawing/2014/main" id="{6AE02CA1-1BD3-8C20-B014-4980BB912F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7" name="Oval 1430">
                <a:extLst>
                  <a:ext uri="{FF2B5EF4-FFF2-40B4-BE49-F238E27FC236}">
                    <a16:creationId xmlns:a16="http://schemas.microsoft.com/office/drawing/2014/main" id="{6B472BE9-040E-F037-F1FB-7E6B57E1BB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" name="Freeform 1431">
                <a:extLst>
                  <a:ext uri="{FF2B5EF4-FFF2-40B4-BE49-F238E27FC236}">
                    <a16:creationId xmlns:a16="http://schemas.microsoft.com/office/drawing/2014/main" id="{D5FF63C4-9912-B366-2A03-6BC0727D6C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1432">
                <a:extLst>
                  <a:ext uri="{FF2B5EF4-FFF2-40B4-BE49-F238E27FC236}">
                    <a16:creationId xmlns:a16="http://schemas.microsoft.com/office/drawing/2014/main" id="{BE8D06FE-E98F-B132-983E-0148EB3938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433">
                <a:extLst>
                  <a:ext uri="{FF2B5EF4-FFF2-40B4-BE49-F238E27FC236}">
                    <a16:creationId xmlns:a16="http://schemas.microsoft.com/office/drawing/2014/main" id="{25A31AA4-41F9-498D-8DE9-B0557E7143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Oval 1434">
                <a:extLst>
                  <a:ext uri="{FF2B5EF4-FFF2-40B4-BE49-F238E27FC236}">
                    <a16:creationId xmlns:a16="http://schemas.microsoft.com/office/drawing/2014/main" id="{A89C9BF5-B097-54E2-EFE9-D73E554446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35">
              <a:extLst>
                <a:ext uri="{FF2B5EF4-FFF2-40B4-BE49-F238E27FC236}">
                  <a16:creationId xmlns:a16="http://schemas.microsoft.com/office/drawing/2014/main" id="{1E25A593-C240-3193-BA64-3935D3E3A0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80" name="Oval 1436">
                <a:extLst>
                  <a:ext uri="{FF2B5EF4-FFF2-40B4-BE49-F238E27FC236}">
                    <a16:creationId xmlns:a16="http://schemas.microsoft.com/office/drawing/2014/main" id="{491F1425-2386-B5DA-5544-9CE05E5CAE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1" name="Oval 1437">
                <a:extLst>
                  <a:ext uri="{FF2B5EF4-FFF2-40B4-BE49-F238E27FC236}">
                    <a16:creationId xmlns:a16="http://schemas.microsoft.com/office/drawing/2014/main" id="{1C73149A-D5EA-AEAE-E751-949D5828D7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2" name="Freeform 1438">
                <a:extLst>
                  <a:ext uri="{FF2B5EF4-FFF2-40B4-BE49-F238E27FC236}">
                    <a16:creationId xmlns:a16="http://schemas.microsoft.com/office/drawing/2014/main" id="{59F71A53-1E79-C7B0-6580-0BDD037F82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439">
                <a:extLst>
                  <a:ext uri="{FF2B5EF4-FFF2-40B4-BE49-F238E27FC236}">
                    <a16:creationId xmlns:a16="http://schemas.microsoft.com/office/drawing/2014/main" id="{7F2B7536-1D84-A807-742F-08432948DF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440">
                <a:extLst>
                  <a:ext uri="{FF2B5EF4-FFF2-40B4-BE49-F238E27FC236}">
                    <a16:creationId xmlns:a16="http://schemas.microsoft.com/office/drawing/2014/main" id="{EBEE8761-9699-DB80-6B7B-7EB7510E8C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Oval 1441">
                <a:extLst>
                  <a:ext uri="{FF2B5EF4-FFF2-40B4-BE49-F238E27FC236}">
                    <a16:creationId xmlns:a16="http://schemas.microsoft.com/office/drawing/2014/main" id="{7A33DC11-D60B-25E9-AB05-4E55ED441F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42">
              <a:extLst>
                <a:ext uri="{FF2B5EF4-FFF2-40B4-BE49-F238E27FC236}">
                  <a16:creationId xmlns:a16="http://schemas.microsoft.com/office/drawing/2014/main" id="{A6CFF167-0513-1E0E-6797-7B373BF031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74" name="Oval 1443">
                <a:extLst>
                  <a:ext uri="{FF2B5EF4-FFF2-40B4-BE49-F238E27FC236}">
                    <a16:creationId xmlns:a16="http://schemas.microsoft.com/office/drawing/2014/main" id="{042E40A9-A48B-7AFB-15F5-01E4DBF7A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" name="Oval 1444">
                <a:extLst>
                  <a:ext uri="{FF2B5EF4-FFF2-40B4-BE49-F238E27FC236}">
                    <a16:creationId xmlns:a16="http://schemas.microsoft.com/office/drawing/2014/main" id="{E0BC7A35-FAAD-62D3-B754-B6E89D32F5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6" name="Freeform 1445">
                <a:extLst>
                  <a:ext uri="{FF2B5EF4-FFF2-40B4-BE49-F238E27FC236}">
                    <a16:creationId xmlns:a16="http://schemas.microsoft.com/office/drawing/2014/main" id="{91B6483A-A9F9-F3CA-9294-953311AB08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1446">
                <a:extLst>
                  <a:ext uri="{FF2B5EF4-FFF2-40B4-BE49-F238E27FC236}">
                    <a16:creationId xmlns:a16="http://schemas.microsoft.com/office/drawing/2014/main" id="{818D6E4D-F52E-37A4-934B-F74DEE315D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447">
                <a:extLst>
                  <a:ext uri="{FF2B5EF4-FFF2-40B4-BE49-F238E27FC236}">
                    <a16:creationId xmlns:a16="http://schemas.microsoft.com/office/drawing/2014/main" id="{B57A7F7E-03D5-3A34-7BCE-B40EEBD4AD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Oval 1448">
                <a:extLst>
                  <a:ext uri="{FF2B5EF4-FFF2-40B4-BE49-F238E27FC236}">
                    <a16:creationId xmlns:a16="http://schemas.microsoft.com/office/drawing/2014/main" id="{90DB759E-B480-9377-9446-1A8AF5A6A4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49">
              <a:extLst>
                <a:ext uri="{FF2B5EF4-FFF2-40B4-BE49-F238E27FC236}">
                  <a16:creationId xmlns:a16="http://schemas.microsoft.com/office/drawing/2014/main" id="{89020024-FF1E-A32A-C218-0B706398F9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68" name="Oval 1450">
                <a:extLst>
                  <a:ext uri="{FF2B5EF4-FFF2-40B4-BE49-F238E27FC236}">
                    <a16:creationId xmlns:a16="http://schemas.microsoft.com/office/drawing/2014/main" id="{48886F65-E8D7-19BA-BB11-F0191DC6F0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9" name="Oval 1451">
                <a:extLst>
                  <a:ext uri="{FF2B5EF4-FFF2-40B4-BE49-F238E27FC236}">
                    <a16:creationId xmlns:a16="http://schemas.microsoft.com/office/drawing/2014/main" id="{0266F8A1-292A-B2BF-EA13-5A3F2B93DF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0" name="Freeform 1452">
                <a:extLst>
                  <a:ext uri="{FF2B5EF4-FFF2-40B4-BE49-F238E27FC236}">
                    <a16:creationId xmlns:a16="http://schemas.microsoft.com/office/drawing/2014/main" id="{6EE95288-58B0-6C24-77D3-8933BC31CF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453">
                <a:extLst>
                  <a:ext uri="{FF2B5EF4-FFF2-40B4-BE49-F238E27FC236}">
                    <a16:creationId xmlns:a16="http://schemas.microsoft.com/office/drawing/2014/main" id="{523FFBBC-2811-1FC8-09DB-E28F8D968C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454">
                <a:extLst>
                  <a:ext uri="{FF2B5EF4-FFF2-40B4-BE49-F238E27FC236}">
                    <a16:creationId xmlns:a16="http://schemas.microsoft.com/office/drawing/2014/main" id="{431B8E95-968E-5862-4EB6-2B771ABA4A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Oval 1455">
                <a:extLst>
                  <a:ext uri="{FF2B5EF4-FFF2-40B4-BE49-F238E27FC236}">
                    <a16:creationId xmlns:a16="http://schemas.microsoft.com/office/drawing/2014/main" id="{3D5C4F29-3BE5-80D3-B548-4BB713F2C6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56">
              <a:extLst>
                <a:ext uri="{FF2B5EF4-FFF2-40B4-BE49-F238E27FC236}">
                  <a16:creationId xmlns:a16="http://schemas.microsoft.com/office/drawing/2014/main" id="{9A2AFF8B-C71C-1CA7-C995-2831E12FD2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62" name="Oval 1457">
                <a:extLst>
                  <a:ext uri="{FF2B5EF4-FFF2-40B4-BE49-F238E27FC236}">
                    <a16:creationId xmlns:a16="http://schemas.microsoft.com/office/drawing/2014/main" id="{B86A74E0-545B-87E3-994B-DC1F79FFC8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" name="Oval 1458">
                <a:extLst>
                  <a:ext uri="{FF2B5EF4-FFF2-40B4-BE49-F238E27FC236}">
                    <a16:creationId xmlns:a16="http://schemas.microsoft.com/office/drawing/2014/main" id="{876F5FDC-249F-4B4D-F359-1A2DBAAF3E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4" name="Freeform 1459">
                <a:extLst>
                  <a:ext uri="{FF2B5EF4-FFF2-40B4-BE49-F238E27FC236}">
                    <a16:creationId xmlns:a16="http://schemas.microsoft.com/office/drawing/2014/main" id="{A22BA814-684C-BBAE-DAD1-52C3FBC395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460">
                <a:extLst>
                  <a:ext uri="{FF2B5EF4-FFF2-40B4-BE49-F238E27FC236}">
                    <a16:creationId xmlns:a16="http://schemas.microsoft.com/office/drawing/2014/main" id="{B5C39C65-C4D9-E509-BA0A-A2F0243AE8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461">
                <a:extLst>
                  <a:ext uri="{FF2B5EF4-FFF2-40B4-BE49-F238E27FC236}">
                    <a16:creationId xmlns:a16="http://schemas.microsoft.com/office/drawing/2014/main" id="{DC5BB7E3-18E2-DFB8-7D5E-A36330C9BE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Oval 1462">
                <a:extLst>
                  <a:ext uri="{FF2B5EF4-FFF2-40B4-BE49-F238E27FC236}">
                    <a16:creationId xmlns:a16="http://schemas.microsoft.com/office/drawing/2014/main" id="{E27C59A9-F857-93F3-3596-BA09F4197E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63">
              <a:extLst>
                <a:ext uri="{FF2B5EF4-FFF2-40B4-BE49-F238E27FC236}">
                  <a16:creationId xmlns:a16="http://schemas.microsoft.com/office/drawing/2014/main" id="{C3369F3B-4C41-90E7-AFF4-117EB75780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6" name="Oval 1464">
                <a:extLst>
                  <a:ext uri="{FF2B5EF4-FFF2-40B4-BE49-F238E27FC236}">
                    <a16:creationId xmlns:a16="http://schemas.microsoft.com/office/drawing/2014/main" id="{7DC14F4D-895C-007E-CCB2-13A801CB27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" name="Oval 1465">
                <a:extLst>
                  <a:ext uri="{FF2B5EF4-FFF2-40B4-BE49-F238E27FC236}">
                    <a16:creationId xmlns:a16="http://schemas.microsoft.com/office/drawing/2014/main" id="{6D06BD44-7272-B33B-6BA7-4384DB2535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" name="Freeform 1466">
                <a:extLst>
                  <a:ext uri="{FF2B5EF4-FFF2-40B4-BE49-F238E27FC236}">
                    <a16:creationId xmlns:a16="http://schemas.microsoft.com/office/drawing/2014/main" id="{B62C0C45-ED29-0368-C9C6-08A5B4FB46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1467">
                <a:extLst>
                  <a:ext uri="{FF2B5EF4-FFF2-40B4-BE49-F238E27FC236}">
                    <a16:creationId xmlns:a16="http://schemas.microsoft.com/office/drawing/2014/main" id="{D314E465-4DD7-63BB-4B3A-0D3AFC3B6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1468">
                <a:extLst>
                  <a:ext uri="{FF2B5EF4-FFF2-40B4-BE49-F238E27FC236}">
                    <a16:creationId xmlns:a16="http://schemas.microsoft.com/office/drawing/2014/main" id="{ECED8286-1DE9-52C4-457E-20D25C6337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Oval 1469">
                <a:extLst>
                  <a:ext uri="{FF2B5EF4-FFF2-40B4-BE49-F238E27FC236}">
                    <a16:creationId xmlns:a16="http://schemas.microsoft.com/office/drawing/2014/main" id="{E3C3C871-EC87-4FBA-3FB7-76F26A1A89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70">
              <a:extLst>
                <a:ext uri="{FF2B5EF4-FFF2-40B4-BE49-F238E27FC236}">
                  <a16:creationId xmlns:a16="http://schemas.microsoft.com/office/drawing/2014/main" id="{5860BA8E-C12F-40EC-7A0A-F9A09EC7F0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0" name="Oval 1471">
                <a:extLst>
                  <a:ext uri="{FF2B5EF4-FFF2-40B4-BE49-F238E27FC236}">
                    <a16:creationId xmlns:a16="http://schemas.microsoft.com/office/drawing/2014/main" id="{1886C419-1154-DDA6-07ED-C8E99BB7C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" name="Oval 1472">
                <a:extLst>
                  <a:ext uri="{FF2B5EF4-FFF2-40B4-BE49-F238E27FC236}">
                    <a16:creationId xmlns:a16="http://schemas.microsoft.com/office/drawing/2014/main" id="{03F399D8-7278-BBC6-48D7-93DC59331F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" name="Freeform 1473">
                <a:extLst>
                  <a:ext uri="{FF2B5EF4-FFF2-40B4-BE49-F238E27FC236}">
                    <a16:creationId xmlns:a16="http://schemas.microsoft.com/office/drawing/2014/main" id="{9807FE06-191B-819C-D870-A6B51F2878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474">
                <a:extLst>
                  <a:ext uri="{FF2B5EF4-FFF2-40B4-BE49-F238E27FC236}">
                    <a16:creationId xmlns:a16="http://schemas.microsoft.com/office/drawing/2014/main" id="{6C98F021-96B0-59AC-57DD-ACC47F1E6F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475">
                <a:extLst>
                  <a:ext uri="{FF2B5EF4-FFF2-40B4-BE49-F238E27FC236}">
                    <a16:creationId xmlns:a16="http://schemas.microsoft.com/office/drawing/2014/main" id="{4969BAB0-286F-E002-30CA-2D7E461595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Oval 1476">
                <a:extLst>
                  <a:ext uri="{FF2B5EF4-FFF2-40B4-BE49-F238E27FC236}">
                    <a16:creationId xmlns:a16="http://schemas.microsoft.com/office/drawing/2014/main" id="{B204B9E0-C182-3390-E828-C0B0471C95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77">
              <a:extLst>
                <a:ext uri="{FF2B5EF4-FFF2-40B4-BE49-F238E27FC236}">
                  <a16:creationId xmlns:a16="http://schemas.microsoft.com/office/drawing/2014/main" id="{D06B9618-47D2-B0F2-2C4E-0FA06D152A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4" name="Oval 1478">
                <a:extLst>
                  <a:ext uri="{FF2B5EF4-FFF2-40B4-BE49-F238E27FC236}">
                    <a16:creationId xmlns:a16="http://schemas.microsoft.com/office/drawing/2014/main" id="{908F39F5-3921-9FAF-1D73-F3C20F701C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" name="Oval 1479">
                <a:extLst>
                  <a:ext uri="{FF2B5EF4-FFF2-40B4-BE49-F238E27FC236}">
                    <a16:creationId xmlns:a16="http://schemas.microsoft.com/office/drawing/2014/main" id="{9DD18A2E-017B-D5CA-9773-3BFCDC4051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" name="Freeform 1480">
                <a:extLst>
                  <a:ext uri="{FF2B5EF4-FFF2-40B4-BE49-F238E27FC236}">
                    <a16:creationId xmlns:a16="http://schemas.microsoft.com/office/drawing/2014/main" id="{A1BEE8F7-46EB-8758-CE94-0A61E7E1CE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1481">
                <a:extLst>
                  <a:ext uri="{FF2B5EF4-FFF2-40B4-BE49-F238E27FC236}">
                    <a16:creationId xmlns:a16="http://schemas.microsoft.com/office/drawing/2014/main" id="{B3BEFD75-95C0-9022-62EA-B2BEC80D13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482">
                <a:extLst>
                  <a:ext uri="{FF2B5EF4-FFF2-40B4-BE49-F238E27FC236}">
                    <a16:creationId xmlns:a16="http://schemas.microsoft.com/office/drawing/2014/main" id="{D93CECCE-7655-35E6-6C1B-1C68F27129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Oval 1483">
                <a:extLst>
                  <a:ext uri="{FF2B5EF4-FFF2-40B4-BE49-F238E27FC236}">
                    <a16:creationId xmlns:a16="http://schemas.microsoft.com/office/drawing/2014/main" id="{916ECB38-7F6F-E181-867F-7AB49EE1DF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84">
              <a:extLst>
                <a:ext uri="{FF2B5EF4-FFF2-40B4-BE49-F238E27FC236}">
                  <a16:creationId xmlns:a16="http://schemas.microsoft.com/office/drawing/2014/main" id="{788CBC83-6280-FF6E-F896-76CDE6DB43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38" name="Oval 1485">
                <a:extLst>
                  <a:ext uri="{FF2B5EF4-FFF2-40B4-BE49-F238E27FC236}">
                    <a16:creationId xmlns:a16="http://schemas.microsoft.com/office/drawing/2014/main" id="{90CECF13-AD38-9ED5-DC0F-74A96CB946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" name="Oval 1486">
                <a:extLst>
                  <a:ext uri="{FF2B5EF4-FFF2-40B4-BE49-F238E27FC236}">
                    <a16:creationId xmlns:a16="http://schemas.microsoft.com/office/drawing/2014/main" id="{AAB9E234-3C9B-2D0D-58D4-DC96EF6865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" name="Freeform 1487">
                <a:extLst>
                  <a:ext uri="{FF2B5EF4-FFF2-40B4-BE49-F238E27FC236}">
                    <a16:creationId xmlns:a16="http://schemas.microsoft.com/office/drawing/2014/main" id="{21D94478-AEE8-FC2F-B393-7211EC6E24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488">
                <a:extLst>
                  <a:ext uri="{FF2B5EF4-FFF2-40B4-BE49-F238E27FC236}">
                    <a16:creationId xmlns:a16="http://schemas.microsoft.com/office/drawing/2014/main" id="{D0AEED52-0F59-8A2B-2D40-74A59E65EB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489">
                <a:extLst>
                  <a:ext uri="{FF2B5EF4-FFF2-40B4-BE49-F238E27FC236}">
                    <a16:creationId xmlns:a16="http://schemas.microsoft.com/office/drawing/2014/main" id="{6BAFF6AA-9CDA-DEA3-BB6A-AFC071FE9E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Oval 1490">
                <a:extLst>
                  <a:ext uri="{FF2B5EF4-FFF2-40B4-BE49-F238E27FC236}">
                    <a16:creationId xmlns:a16="http://schemas.microsoft.com/office/drawing/2014/main" id="{F17CB7D8-3398-4E2C-C1AB-56269896DD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91">
              <a:extLst>
                <a:ext uri="{FF2B5EF4-FFF2-40B4-BE49-F238E27FC236}">
                  <a16:creationId xmlns:a16="http://schemas.microsoft.com/office/drawing/2014/main" id="{EC67F0AE-D217-6D8E-3C22-769088FB5E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32" name="Oval 1492">
                <a:extLst>
                  <a:ext uri="{FF2B5EF4-FFF2-40B4-BE49-F238E27FC236}">
                    <a16:creationId xmlns:a16="http://schemas.microsoft.com/office/drawing/2014/main" id="{C2914652-C1CE-869A-3626-264BD51EF1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" name="Oval 1493">
                <a:extLst>
                  <a:ext uri="{FF2B5EF4-FFF2-40B4-BE49-F238E27FC236}">
                    <a16:creationId xmlns:a16="http://schemas.microsoft.com/office/drawing/2014/main" id="{E8DA880A-88B0-6E0E-14CE-92A61C88B2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" name="Freeform 1494">
                <a:extLst>
                  <a:ext uri="{FF2B5EF4-FFF2-40B4-BE49-F238E27FC236}">
                    <a16:creationId xmlns:a16="http://schemas.microsoft.com/office/drawing/2014/main" id="{F33288D0-50CC-814A-4ED5-B2870090BE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1495">
                <a:extLst>
                  <a:ext uri="{FF2B5EF4-FFF2-40B4-BE49-F238E27FC236}">
                    <a16:creationId xmlns:a16="http://schemas.microsoft.com/office/drawing/2014/main" id="{A6D11011-2E1A-D20B-4D2B-5A920CC77C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496">
                <a:extLst>
                  <a:ext uri="{FF2B5EF4-FFF2-40B4-BE49-F238E27FC236}">
                    <a16:creationId xmlns:a16="http://schemas.microsoft.com/office/drawing/2014/main" id="{17A98B7F-2A0C-000C-7FC6-E8389BB62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Oval 1497">
                <a:extLst>
                  <a:ext uri="{FF2B5EF4-FFF2-40B4-BE49-F238E27FC236}">
                    <a16:creationId xmlns:a16="http://schemas.microsoft.com/office/drawing/2014/main" id="{C9EB5C01-DA10-390B-F3D9-3C2835E374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98">
              <a:extLst>
                <a:ext uri="{FF2B5EF4-FFF2-40B4-BE49-F238E27FC236}">
                  <a16:creationId xmlns:a16="http://schemas.microsoft.com/office/drawing/2014/main" id="{0480FBE2-4923-7327-BE17-CF6D569D81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6" name="Oval 1499">
                <a:extLst>
                  <a:ext uri="{FF2B5EF4-FFF2-40B4-BE49-F238E27FC236}">
                    <a16:creationId xmlns:a16="http://schemas.microsoft.com/office/drawing/2014/main" id="{FC674A86-C34E-B276-3E5B-FA76F890B8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" name="Oval 1500">
                <a:extLst>
                  <a:ext uri="{FF2B5EF4-FFF2-40B4-BE49-F238E27FC236}">
                    <a16:creationId xmlns:a16="http://schemas.microsoft.com/office/drawing/2014/main" id="{724EDE52-1FF5-97D5-78D0-9FBD9A36C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" name="Freeform 1501">
                <a:extLst>
                  <a:ext uri="{FF2B5EF4-FFF2-40B4-BE49-F238E27FC236}">
                    <a16:creationId xmlns:a16="http://schemas.microsoft.com/office/drawing/2014/main" id="{393031FB-B616-7173-6A33-4493601FAB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1502">
                <a:extLst>
                  <a:ext uri="{FF2B5EF4-FFF2-40B4-BE49-F238E27FC236}">
                    <a16:creationId xmlns:a16="http://schemas.microsoft.com/office/drawing/2014/main" id="{AB1AAE44-6B9B-2395-6421-ECA8D5A8FD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1503">
                <a:extLst>
                  <a:ext uri="{FF2B5EF4-FFF2-40B4-BE49-F238E27FC236}">
                    <a16:creationId xmlns:a16="http://schemas.microsoft.com/office/drawing/2014/main" id="{27A2CCA2-A093-BB12-358E-3835BCC040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Oval 1504">
                <a:extLst>
                  <a:ext uri="{FF2B5EF4-FFF2-40B4-BE49-F238E27FC236}">
                    <a16:creationId xmlns:a16="http://schemas.microsoft.com/office/drawing/2014/main" id="{41DBDE30-97B8-E20A-DAF4-34930F1EBB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505">
              <a:extLst>
                <a:ext uri="{FF2B5EF4-FFF2-40B4-BE49-F238E27FC236}">
                  <a16:creationId xmlns:a16="http://schemas.microsoft.com/office/drawing/2014/main" id="{FD232832-A985-1234-595E-4A836A6A53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0" name="Oval 1506">
                <a:extLst>
                  <a:ext uri="{FF2B5EF4-FFF2-40B4-BE49-F238E27FC236}">
                    <a16:creationId xmlns:a16="http://schemas.microsoft.com/office/drawing/2014/main" id="{8B1FDB92-9764-ED9F-1494-F90DB6CFF1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" name="Oval 1507">
                <a:extLst>
                  <a:ext uri="{FF2B5EF4-FFF2-40B4-BE49-F238E27FC236}">
                    <a16:creationId xmlns:a16="http://schemas.microsoft.com/office/drawing/2014/main" id="{AE35E299-687D-7E44-70E0-202D87966D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" name="Freeform 1508">
                <a:extLst>
                  <a:ext uri="{FF2B5EF4-FFF2-40B4-BE49-F238E27FC236}">
                    <a16:creationId xmlns:a16="http://schemas.microsoft.com/office/drawing/2014/main" id="{5011B91C-D21A-4B31-B541-0A3722F9E6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1509">
                <a:extLst>
                  <a:ext uri="{FF2B5EF4-FFF2-40B4-BE49-F238E27FC236}">
                    <a16:creationId xmlns:a16="http://schemas.microsoft.com/office/drawing/2014/main" id="{E7F1B894-E255-26F3-94C4-03D811DF2F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1510">
                <a:extLst>
                  <a:ext uri="{FF2B5EF4-FFF2-40B4-BE49-F238E27FC236}">
                    <a16:creationId xmlns:a16="http://schemas.microsoft.com/office/drawing/2014/main" id="{D64EAA85-29F1-F929-BAC7-A29FA86D4C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Oval 1511">
                <a:extLst>
                  <a:ext uri="{FF2B5EF4-FFF2-40B4-BE49-F238E27FC236}">
                    <a16:creationId xmlns:a16="http://schemas.microsoft.com/office/drawing/2014/main" id="{F3C73F66-C5C3-B454-0B9B-C10DA00BDA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512">
              <a:extLst>
                <a:ext uri="{FF2B5EF4-FFF2-40B4-BE49-F238E27FC236}">
                  <a16:creationId xmlns:a16="http://schemas.microsoft.com/office/drawing/2014/main" id="{AD586707-5A6E-C183-DE59-D1FFE62BCA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14" name="Oval 1513">
                <a:extLst>
                  <a:ext uri="{FF2B5EF4-FFF2-40B4-BE49-F238E27FC236}">
                    <a16:creationId xmlns:a16="http://schemas.microsoft.com/office/drawing/2014/main" id="{396D1B70-46D9-6988-7877-B15126E95A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" name="Oval 1514">
                <a:extLst>
                  <a:ext uri="{FF2B5EF4-FFF2-40B4-BE49-F238E27FC236}">
                    <a16:creationId xmlns:a16="http://schemas.microsoft.com/office/drawing/2014/main" id="{BC26BBAE-E942-B86A-7E5A-E77EA01238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" name="Freeform 1515">
                <a:extLst>
                  <a:ext uri="{FF2B5EF4-FFF2-40B4-BE49-F238E27FC236}">
                    <a16:creationId xmlns:a16="http://schemas.microsoft.com/office/drawing/2014/main" id="{0B3CA4E6-F04F-2DBB-1717-E09E44234C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1516">
                <a:extLst>
                  <a:ext uri="{FF2B5EF4-FFF2-40B4-BE49-F238E27FC236}">
                    <a16:creationId xmlns:a16="http://schemas.microsoft.com/office/drawing/2014/main" id="{262A6AED-EA63-8914-B504-A860D41A58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1517">
                <a:extLst>
                  <a:ext uri="{FF2B5EF4-FFF2-40B4-BE49-F238E27FC236}">
                    <a16:creationId xmlns:a16="http://schemas.microsoft.com/office/drawing/2014/main" id="{6DB94C55-0F15-8235-2890-86DD5DE8ED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Oval 1518">
                <a:extLst>
                  <a:ext uri="{FF2B5EF4-FFF2-40B4-BE49-F238E27FC236}">
                    <a16:creationId xmlns:a16="http://schemas.microsoft.com/office/drawing/2014/main" id="{AA0695EB-1735-B58F-1BC8-EDC5423036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519">
              <a:extLst>
                <a:ext uri="{FF2B5EF4-FFF2-40B4-BE49-F238E27FC236}">
                  <a16:creationId xmlns:a16="http://schemas.microsoft.com/office/drawing/2014/main" id="{8CF54E35-7CC6-A5E6-2200-03E296B8CC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8" name="Oval 1520">
                <a:extLst>
                  <a:ext uri="{FF2B5EF4-FFF2-40B4-BE49-F238E27FC236}">
                    <a16:creationId xmlns:a16="http://schemas.microsoft.com/office/drawing/2014/main" id="{B6724895-E5AF-DCA4-F76B-8DA3741EB6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" name="Oval 1521">
                <a:extLst>
                  <a:ext uri="{FF2B5EF4-FFF2-40B4-BE49-F238E27FC236}">
                    <a16:creationId xmlns:a16="http://schemas.microsoft.com/office/drawing/2014/main" id="{44088B3E-CB48-6C4C-96C0-D88A0497C8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" name="Freeform 1522">
                <a:extLst>
                  <a:ext uri="{FF2B5EF4-FFF2-40B4-BE49-F238E27FC236}">
                    <a16:creationId xmlns:a16="http://schemas.microsoft.com/office/drawing/2014/main" id="{B2B18BAD-73DD-20AA-B3B5-CD5753332B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523">
                <a:extLst>
                  <a:ext uri="{FF2B5EF4-FFF2-40B4-BE49-F238E27FC236}">
                    <a16:creationId xmlns:a16="http://schemas.microsoft.com/office/drawing/2014/main" id="{CFA49E87-0C55-B61F-96CC-7EA7318569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524">
                <a:extLst>
                  <a:ext uri="{FF2B5EF4-FFF2-40B4-BE49-F238E27FC236}">
                    <a16:creationId xmlns:a16="http://schemas.microsoft.com/office/drawing/2014/main" id="{08B28E6D-058E-626B-FA1C-5700151AC6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Oval 1525">
                <a:extLst>
                  <a:ext uri="{FF2B5EF4-FFF2-40B4-BE49-F238E27FC236}">
                    <a16:creationId xmlns:a16="http://schemas.microsoft.com/office/drawing/2014/main" id="{A6C40D92-F081-7F58-5AB5-27A0A4B212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526">
              <a:extLst>
                <a:ext uri="{FF2B5EF4-FFF2-40B4-BE49-F238E27FC236}">
                  <a16:creationId xmlns:a16="http://schemas.microsoft.com/office/drawing/2014/main" id="{F2039368-613E-A5EB-9129-AA30A9F25A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2" name="Oval 1527">
                <a:extLst>
                  <a:ext uri="{FF2B5EF4-FFF2-40B4-BE49-F238E27FC236}">
                    <a16:creationId xmlns:a16="http://schemas.microsoft.com/office/drawing/2014/main" id="{F7BAA6D4-6495-C4C4-20D8-24FAD2B73D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" name="Oval 1528">
                <a:extLst>
                  <a:ext uri="{FF2B5EF4-FFF2-40B4-BE49-F238E27FC236}">
                    <a16:creationId xmlns:a16="http://schemas.microsoft.com/office/drawing/2014/main" id="{60A6F4A2-C9A9-1B2A-C0A9-8360857E1B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" name="Freeform 1529">
                <a:extLst>
                  <a:ext uri="{FF2B5EF4-FFF2-40B4-BE49-F238E27FC236}">
                    <a16:creationId xmlns:a16="http://schemas.microsoft.com/office/drawing/2014/main" id="{500EB101-9315-B998-C8D6-7D0B45DEE9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530">
                <a:extLst>
                  <a:ext uri="{FF2B5EF4-FFF2-40B4-BE49-F238E27FC236}">
                    <a16:creationId xmlns:a16="http://schemas.microsoft.com/office/drawing/2014/main" id="{55F45020-53A9-133C-1AC9-0F51EC2F9A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531">
                <a:extLst>
                  <a:ext uri="{FF2B5EF4-FFF2-40B4-BE49-F238E27FC236}">
                    <a16:creationId xmlns:a16="http://schemas.microsoft.com/office/drawing/2014/main" id="{BF8913CD-9196-7850-650C-CA23960197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Oval 1532">
                <a:extLst>
                  <a:ext uri="{FF2B5EF4-FFF2-40B4-BE49-F238E27FC236}">
                    <a16:creationId xmlns:a16="http://schemas.microsoft.com/office/drawing/2014/main" id="{9CEBCC12-5531-13D9-AF97-7CB1821E7E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533">
              <a:extLst>
                <a:ext uri="{FF2B5EF4-FFF2-40B4-BE49-F238E27FC236}">
                  <a16:creationId xmlns:a16="http://schemas.microsoft.com/office/drawing/2014/main" id="{5F2E1FB2-BC26-24AD-89DB-6A048405F5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6" name="Oval 1534">
                <a:extLst>
                  <a:ext uri="{FF2B5EF4-FFF2-40B4-BE49-F238E27FC236}">
                    <a16:creationId xmlns:a16="http://schemas.microsoft.com/office/drawing/2014/main" id="{6C608E60-1554-014E-69B1-A7DF85F077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" name="Oval 1535">
                <a:extLst>
                  <a:ext uri="{FF2B5EF4-FFF2-40B4-BE49-F238E27FC236}">
                    <a16:creationId xmlns:a16="http://schemas.microsoft.com/office/drawing/2014/main" id="{F72D0BD4-31A5-8F73-6C65-D719596610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" name="Freeform 1536">
                <a:extLst>
                  <a:ext uri="{FF2B5EF4-FFF2-40B4-BE49-F238E27FC236}">
                    <a16:creationId xmlns:a16="http://schemas.microsoft.com/office/drawing/2014/main" id="{EE328C94-BF86-9357-B2B8-B818E6651E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1537">
                <a:extLst>
                  <a:ext uri="{FF2B5EF4-FFF2-40B4-BE49-F238E27FC236}">
                    <a16:creationId xmlns:a16="http://schemas.microsoft.com/office/drawing/2014/main" id="{FAC5DE00-E7E8-10E5-EBA3-D520A1EC90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538">
                <a:extLst>
                  <a:ext uri="{FF2B5EF4-FFF2-40B4-BE49-F238E27FC236}">
                    <a16:creationId xmlns:a16="http://schemas.microsoft.com/office/drawing/2014/main" id="{424A608D-8BDD-47B2-AC4C-E63AE9BB70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Oval 1539">
                <a:extLst>
                  <a:ext uri="{FF2B5EF4-FFF2-40B4-BE49-F238E27FC236}">
                    <a16:creationId xmlns:a16="http://schemas.microsoft.com/office/drawing/2014/main" id="{80CDB710-2139-CE0A-9022-63CC3B88F1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40">
              <a:extLst>
                <a:ext uri="{FF2B5EF4-FFF2-40B4-BE49-F238E27FC236}">
                  <a16:creationId xmlns:a16="http://schemas.microsoft.com/office/drawing/2014/main" id="{07BBA373-12D0-AA74-E8F2-453AD7D517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0" name="Oval 1541">
                <a:extLst>
                  <a:ext uri="{FF2B5EF4-FFF2-40B4-BE49-F238E27FC236}">
                    <a16:creationId xmlns:a16="http://schemas.microsoft.com/office/drawing/2014/main" id="{8AE11783-6365-5419-0623-A2356011C7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" name="Oval 1542">
                <a:extLst>
                  <a:ext uri="{FF2B5EF4-FFF2-40B4-BE49-F238E27FC236}">
                    <a16:creationId xmlns:a16="http://schemas.microsoft.com/office/drawing/2014/main" id="{CD065DEF-E4FA-7FB0-D35D-F493969FB4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" name="Freeform 1543">
                <a:extLst>
                  <a:ext uri="{FF2B5EF4-FFF2-40B4-BE49-F238E27FC236}">
                    <a16:creationId xmlns:a16="http://schemas.microsoft.com/office/drawing/2014/main" id="{B4E00744-62D6-2A46-A086-2261DE832B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1544">
                <a:extLst>
                  <a:ext uri="{FF2B5EF4-FFF2-40B4-BE49-F238E27FC236}">
                    <a16:creationId xmlns:a16="http://schemas.microsoft.com/office/drawing/2014/main" id="{6AFDD8AE-D09C-999D-08DC-61FA6CA215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1545">
                <a:extLst>
                  <a:ext uri="{FF2B5EF4-FFF2-40B4-BE49-F238E27FC236}">
                    <a16:creationId xmlns:a16="http://schemas.microsoft.com/office/drawing/2014/main" id="{51DDE56C-3F3B-AFDF-E118-D3F94708C4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Oval 1546">
                <a:extLst>
                  <a:ext uri="{FF2B5EF4-FFF2-40B4-BE49-F238E27FC236}">
                    <a16:creationId xmlns:a16="http://schemas.microsoft.com/office/drawing/2014/main" id="{5816EA3F-AFD2-B37A-049D-EEABE8872F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47">
              <a:extLst>
                <a:ext uri="{FF2B5EF4-FFF2-40B4-BE49-F238E27FC236}">
                  <a16:creationId xmlns:a16="http://schemas.microsoft.com/office/drawing/2014/main" id="{A296CB88-0FA4-52FE-2DA4-C1A854665D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84" name="Oval 1548">
                <a:extLst>
                  <a:ext uri="{FF2B5EF4-FFF2-40B4-BE49-F238E27FC236}">
                    <a16:creationId xmlns:a16="http://schemas.microsoft.com/office/drawing/2014/main" id="{0FE3C452-9153-2884-6520-85E3F5BB37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" name="Oval 1549">
                <a:extLst>
                  <a:ext uri="{FF2B5EF4-FFF2-40B4-BE49-F238E27FC236}">
                    <a16:creationId xmlns:a16="http://schemas.microsoft.com/office/drawing/2014/main" id="{D57A6D6F-F862-EC33-A631-68C007C785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" name="Freeform 1550">
                <a:extLst>
                  <a:ext uri="{FF2B5EF4-FFF2-40B4-BE49-F238E27FC236}">
                    <a16:creationId xmlns:a16="http://schemas.microsoft.com/office/drawing/2014/main" id="{215839A5-0F6D-9D03-FA23-19DEAAC566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551">
                <a:extLst>
                  <a:ext uri="{FF2B5EF4-FFF2-40B4-BE49-F238E27FC236}">
                    <a16:creationId xmlns:a16="http://schemas.microsoft.com/office/drawing/2014/main" id="{A70339E9-4165-DB10-4C87-E8C0276BB6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552">
                <a:extLst>
                  <a:ext uri="{FF2B5EF4-FFF2-40B4-BE49-F238E27FC236}">
                    <a16:creationId xmlns:a16="http://schemas.microsoft.com/office/drawing/2014/main" id="{71C18702-4FC6-06BF-8886-EC04B46009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Oval 1553">
                <a:extLst>
                  <a:ext uri="{FF2B5EF4-FFF2-40B4-BE49-F238E27FC236}">
                    <a16:creationId xmlns:a16="http://schemas.microsoft.com/office/drawing/2014/main" id="{EB3761B0-25BF-DFBD-4AEC-75569F0AEC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54">
              <a:extLst>
                <a:ext uri="{FF2B5EF4-FFF2-40B4-BE49-F238E27FC236}">
                  <a16:creationId xmlns:a16="http://schemas.microsoft.com/office/drawing/2014/main" id="{7D9E2716-0723-5DAB-36F4-C49851D43F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8" name="Oval 1555">
                <a:extLst>
                  <a:ext uri="{FF2B5EF4-FFF2-40B4-BE49-F238E27FC236}">
                    <a16:creationId xmlns:a16="http://schemas.microsoft.com/office/drawing/2014/main" id="{E5D602D1-27F0-AAFA-2785-52FC3588F5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" name="Oval 1556">
                <a:extLst>
                  <a:ext uri="{FF2B5EF4-FFF2-40B4-BE49-F238E27FC236}">
                    <a16:creationId xmlns:a16="http://schemas.microsoft.com/office/drawing/2014/main" id="{810D00A1-6029-BB7B-C275-38461D0A40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" name="Freeform 1557">
                <a:extLst>
                  <a:ext uri="{FF2B5EF4-FFF2-40B4-BE49-F238E27FC236}">
                    <a16:creationId xmlns:a16="http://schemas.microsoft.com/office/drawing/2014/main" id="{9352C337-2F5C-361B-ABC2-5C10FEE651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1558">
                <a:extLst>
                  <a:ext uri="{FF2B5EF4-FFF2-40B4-BE49-F238E27FC236}">
                    <a16:creationId xmlns:a16="http://schemas.microsoft.com/office/drawing/2014/main" id="{D3AE018E-1335-2A77-ECB3-6E35C65B7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1559">
                <a:extLst>
                  <a:ext uri="{FF2B5EF4-FFF2-40B4-BE49-F238E27FC236}">
                    <a16:creationId xmlns:a16="http://schemas.microsoft.com/office/drawing/2014/main" id="{37D67846-D718-813B-8E77-D108FF9EEB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Oval 1560">
                <a:extLst>
                  <a:ext uri="{FF2B5EF4-FFF2-40B4-BE49-F238E27FC236}">
                    <a16:creationId xmlns:a16="http://schemas.microsoft.com/office/drawing/2014/main" id="{F7012448-5FAD-3529-8F46-A30ACAD4E9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61">
              <a:extLst>
                <a:ext uri="{FF2B5EF4-FFF2-40B4-BE49-F238E27FC236}">
                  <a16:creationId xmlns:a16="http://schemas.microsoft.com/office/drawing/2014/main" id="{114B9587-4F82-1C36-D05F-58A5C64F19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2" name="Oval 1562">
                <a:extLst>
                  <a:ext uri="{FF2B5EF4-FFF2-40B4-BE49-F238E27FC236}">
                    <a16:creationId xmlns:a16="http://schemas.microsoft.com/office/drawing/2014/main" id="{900B9F9B-7058-DA8B-3B7B-A56EAF3913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" name="Oval 1563">
                <a:extLst>
                  <a:ext uri="{FF2B5EF4-FFF2-40B4-BE49-F238E27FC236}">
                    <a16:creationId xmlns:a16="http://schemas.microsoft.com/office/drawing/2014/main" id="{3BD26BC8-EDF5-B424-3698-376B5AE4F1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" name="Freeform 1564">
                <a:extLst>
                  <a:ext uri="{FF2B5EF4-FFF2-40B4-BE49-F238E27FC236}">
                    <a16:creationId xmlns:a16="http://schemas.microsoft.com/office/drawing/2014/main" id="{2BE5B97F-8929-3A0A-70F4-F73DB970D9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1565">
                <a:extLst>
                  <a:ext uri="{FF2B5EF4-FFF2-40B4-BE49-F238E27FC236}">
                    <a16:creationId xmlns:a16="http://schemas.microsoft.com/office/drawing/2014/main" id="{F8CE9203-53D2-CE48-13EC-B5907F2828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1566">
                <a:extLst>
                  <a:ext uri="{FF2B5EF4-FFF2-40B4-BE49-F238E27FC236}">
                    <a16:creationId xmlns:a16="http://schemas.microsoft.com/office/drawing/2014/main" id="{C2A965E7-D0EC-2E83-6276-2860862201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Oval 1567">
                <a:extLst>
                  <a:ext uri="{FF2B5EF4-FFF2-40B4-BE49-F238E27FC236}">
                    <a16:creationId xmlns:a16="http://schemas.microsoft.com/office/drawing/2014/main" id="{B2C20311-48DD-C19A-5AA8-DC53871E58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68">
              <a:extLst>
                <a:ext uri="{FF2B5EF4-FFF2-40B4-BE49-F238E27FC236}">
                  <a16:creationId xmlns:a16="http://schemas.microsoft.com/office/drawing/2014/main" id="{22983064-8508-6735-BE9C-E0B03CAEF2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66" name="Oval 1569">
                <a:extLst>
                  <a:ext uri="{FF2B5EF4-FFF2-40B4-BE49-F238E27FC236}">
                    <a16:creationId xmlns:a16="http://schemas.microsoft.com/office/drawing/2014/main" id="{CA00A68E-9A98-391C-D622-C3386D6193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" name="Oval 1570">
                <a:extLst>
                  <a:ext uri="{FF2B5EF4-FFF2-40B4-BE49-F238E27FC236}">
                    <a16:creationId xmlns:a16="http://schemas.microsoft.com/office/drawing/2014/main" id="{1B93F2F1-6F54-5203-8456-BD25FE13ED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" name="Freeform 1571">
                <a:extLst>
                  <a:ext uri="{FF2B5EF4-FFF2-40B4-BE49-F238E27FC236}">
                    <a16:creationId xmlns:a16="http://schemas.microsoft.com/office/drawing/2014/main" id="{3CB205AA-2538-2171-3633-5791C07CE3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572">
                <a:extLst>
                  <a:ext uri="{FF2B5EF4-FFF2-40B4-BE49-F238E27FC236}">
                    <a16:creationId xmlns:a16="http://schemas.microsoft.com/office/drawing/2014/main" id="{A85E8526-6D89-DB87-DEFD-EFAB03A6AA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1573">
                <a:extLst>
                  <a:ext uri="{FF2B5EF4-FFF2-40B4-BE49-F238E27FC236}">
                    <a16:creationId xmlns:a16="http://schemas.microsoft.com/office/drawing/2014/main" id="{BA316F60-8B37-7F46-FCDF-D33D89E528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Oval 1574">
                <a:extLst>
                  <a:ext uri="{FF2B5EF4-FFF2-40B4-BE49-F238E27FC236}">
                    <a16:creationId xmlns:a16="http://schemas.microsoft.com/office/drawing/2014/main" id="{D65535D1-DA07-D31C-A36C-C228F44CBC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75">
              <a:extLst>
                <a:ext uri="{FF2B5EF4-FFF2-40B4-BE49-F238E27FC236}">
                  <a16:creationId xmlns:a16="http://schemas.microsoft.com/office/drawing/2014/main" id="{9658A99D-89FE-4DE4-F9C9-F36AF86AE5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0" name="Oval 1576">
                <a:extLst>
                  <a:ext uri="{FF2B5EF4-FFF2-40B4-BE49-F238E27FC236}">
                    <a16:creationId xmlns:a16="http://schemas.microsoft.com/office/drawing/2014/main" id="{205CC66A-1778-AF0F-8A7B-E03CD566E0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" name="Oval 1577">
                <a:extLst>
                  <a:ext uri="{FF2B5EF4-FFF2-40B4-BE49-F238E27FC236}">
                    <a16:creationId xmlns:a16="http://schemas.microsoft.com/office/drawing/2014/main" id="{72584482-C9CA-E7A1-A44D-4D6FD95077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" name="Freeform 1578">
                <a:extLst>
                  <a:ext uri="{FF2B5EF4-FFF2-40B4-BE49-F238E27FC236}">
                    <a16:creationId xmlns:a16="http://schemas.microsoft.com/office/drawing/2014/main" id="{14470597-B793-7F8F-87F7-9198BCAF2F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579">
                <a:extLst>
                  <a:ext uri="{FF2B5EF4-FFF2-40B4-BE49-F238E27FC236}">
                    <a16:creationId xmlns:a16="http://schemas.microsoft.com/office/drawing/2014/main" id="{EB2BFA37-79AC-231E-C1FE-0D1D8C6783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580">
                <a:extLst>
                  <a:ext uri="{FF2B5EF4-FFF2-40B4-BE49-F238E27FC236}">
                    <a16:creationId xmlns:a16="http://schemas.microsoft.com/office/drawing/2014/main" id="{BEF99CAC-A601-465F-EE91-F09B389BDB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Oval 1581">
                <a:extLst>
                  <a:ext uri="{FF2B5EF4-FFF2-40B4-BE49-F238E27FC236}">
                    <a16:creationId xmlns:a16="http://schemas.microsoft.com/office/drawing/2014/main" id="{EC69C590-06CB-3E0D-7F56-EEE99DDD98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82">
              <a:extLst>
                <a:ext uri="{FF2B5EF4-FFF2-40B4-BE49-F238E27FC236}">
                  <a16:creationId xmlns:a16="http://schemas.microsoft.com/office/drawing/2014/main" id="{2583B825-9BDC-AB29-0C22-DD7818999E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4" name="Oval 1583">
                <a:extLst>
                  <a:ext uri="{FF2B5EF4-FFF2-40B4-BE49-F238E27FC236}">
                    <a16:creationId xmlns:a16="http://schemas.microsoft.com/office/drawing/2014/main" id="{384D4612-725C-45E6-083D-027FFA9ACD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" name="Oval 1584">
                <a:extLst>
                  <a:ext uri="{FF2B5EF4-FFF2-40B4-BE49-F238E27FC236}">
                    <a16:creationId xmlns:a16="http://schemas.microsoft.com/office/drawing/2014/main" id="{EAF029D5-E9E8-E9F7-F5D8-1771CF368D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" name="Freeform 1585">
                <a:extLst>
                  <a:ext uri="{FF2B5EF4-FFF2-40B4-BE49-F238E27FC236}">
                    <a16:creationId xmlns:a16="http://schemas.microsoft.com/office/drawing/2014/main" id="{A5062B19-6E68-1965-8A05-C27BF3B939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586">
                <a:extLst>
                  <a:ext uri="{FF2B5EF4-FFF2-40B4-BE49-F238E27FC236}">
                    <a16:creationId xmlns:a16="http://schemas.microsoft.com/office/drawing/2014/main" id="{2038EDC2-23FD-D396-7027-9BD7EC9CFD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587">
                <a:extLst>
                  <a:ext uri="{FF2B5EF4-FFF2-40B4-BE49-F238E27FC236}">
                    <a16:creationId xmlns:a16="http://schemas.microsoft.com/office/drawing/2014/main" id="{B876429E-4199-DB01-8A47-EDD263CA9E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Oval 1588">
                <a:extLst>
                  <a:ext uri="{FF2B5EF4-FFF2-40B4-BE49-F238E27FC236}">
                    <a16:creationId xmlns:a16="http://schemas.microsoft.com/office/drawing/2014/main" id="{B6B7EAFB-E355-CCB0-A494-7C74DD26A8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89">
              <a:extLst>
                <a:ext uri="{FF2B5EF4-FFF2-40B4-BE49-F238E27FC236}">
                  <a16:creationId xmlns:a16="http://schemas.microsoft.com/office/drawing/2014/main" id="{A7191680-B821-3330-5652-AD35A8430C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8" name="Oval 1590">
                <a:extLst>
                  <a:ext uri="{FF2B5EF4-FFF2-40B4-BE49-F238E27FC236}">
                    <a16:creationId xmlns:a16="http://schemas.microsoft.com/office/drawing/2014/main" id="{781BFDDE-5185-4CDA-2F1A-3987D8B6A1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" name="Oval 1591">
                <a:extLst>
                  <a:ext uri="{FF2B5EF4-FFF2-40B4-BE49-F238E27FC236}">
                    <a16:creationId xmlns:a16="http://schemas.microsoft.com/office/drawing/2014/main" id="{F7CA5344-0C15-8FB1-9511-2D559D0A4A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" name="Freeform 1592">
                <a:extLst>
                  <a:ext uri="{FF2B5EF4-FFF2-40B4-BE49-F238E27FC236}">
                    <a16:creationId xmlns:a16="http://schemas.microsoft.com/office/drawing/2014/main" id="{162F5131-FF40-C040-9F73-A3C101157F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1593">
                <a:extLst>
                  <a:ext uri="{FF2B5EF4-FFF2-40B4-BE49-F238E27FC236}">
                    <a16:creationId xmlns:a16="http://schemas.microsoft.com/office/drawing/2014/main" id="{A122598D-05C0-8AC0-9B54-D800D407EE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1594">
                <a:extLst>
                  <a:ext uri="{FF2B5EF4-FFF2-40B4-BE49-F238E27FC236}">
                    <a16:creationId xmlns:a16="http://schemas.microsoft.com/office/drawing/2014/main" id="{77E03A57-DD2E-53F9-AD21-997A6A51EB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Oval 1595">
                <a:extLst>
                  <a:ext uri="{FF2B5EF4-FFF2-40B4-BE49-F238E27FC236}">
                    <a16:creationId xmlns:a16="http://schemas.microsoft.com/office/drawing/2014/main" id="{E1CAB9CB-7F9D-52FE-C02C-2666DC1AF5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96">
              <a:extLst>
                <a:ext uri="{FF2B5EF4-FFF2-40B4-BE49-F238E27FC236}">
                  <a16:creationId xmlns:a16="http://schemas.microsoft.com/office/drawing/2014/main" id="{B1340E80-B9E9-3B4F-3CFC-BB2894F7679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2" name="Oval 1597">
                <a:extLst>
                  <a:ext uri="{FF2B5EF4-FFF2-40B4-BE49-F238E27FC236}">
                    <a16:creationId xmlns:a16="http://schemas.microsoft.com/office/drawing/2014/main" id="{BB0B7D20-544F-4720-63E9-5C5647D573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" name="Oval 1598">
                <a:extLst>
                  <a:ext uri="{FF2B5EF4-FFF2-40B4-BE49-F238E27FC236}">
                    <a16:creationId xmlns:a16="http://schemas.microsoft.com/office/drawing/2014/main" id="{02B5FF92-5DAA-7B58-2626-8A1DD270CF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" name="Freeform 1599">
                <a:extLst>
                  <a:ext uri="{FF2B5EF4-FFF2-40B4-BE49-F238E27FC236}">
                    <a16:creationId xmlns:a16="http://schemas.microsoft.com/office/drawing/2014/main" id="{BEDE6719-E0CE-E941-0B10-6DFCB91E1A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1600">
                <a:extLst>
                  <a:ext uri="{FF2B5EF4-FFF2-40B4-BE49-F238E27FC236}">
                    <a16:creationId xmlns:a16="http://schemas.microsoft.com/office/drawing/2014/main" id="{556DE0B8-EBE4-455F-355A-52776D9647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1601">
                <a:extLst>
                  <a:ext uri="{FF2B5EF4-FFF2-40B4-BE49-F238E27FC236}">
                    <a16:creationId xmlns:a16="http://schemas.microsoft.com/office/drawing/2014/main" id="{7B92AF0C-7985-E70A-2F21-81CF454B28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Oval 1602">
                <a:extLst>
                  <a:ext uri="{FF2B5EF4-FFF2-40B4-BE49-F238E27FC236}">
                    <a16:creationId xmlns:a16="http://schemas.microsoft.com/office/drawing/2014/main" id="{6EDD3C73-D983-8275-76AD-1CF6AFFD94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603">
              <a:extLst>
                <a:ext uri="{FF2B5EF4-FFF2-40B4-BE49-F238E27FC236}">
                  <a16:creationId xmlns:a16="http://schemas.microsoft.com/office/drawing/2014/main" id="{B0AF47AE-51C2-C614-3A23-92F3BFDDF3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6" name="Oval 1604">
                <a:extLst>
                  <a:ext uri="{FF2B5EF4-FFF2-40B4-BE49-F238E27FC236}">
                    <a16:creationId xmlns:a16="http://schemas.microsoft.com/office/drawing/2014/main" id="{8123B5A4-A571-F330-2076-6C40772704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" name="Oval 1605">
                <a:extLst>
                  <a:ext uri="{FF2B5EF4-FFF2-40B4-BE49-F238E27FC236}">
                    <a16:creationId xmlns:a16="http://schemas.microsoft.com/office/drawing/2014/main" id="{6A9B938B-0E1F-2651-5EFD-B5AC023147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" name="Freeform 1606">
                <a:extLst>
                  <a:ext uri="{FF2B5EF4-FFF2-40B4-BE49-F238E27FC236}">
                    <a16:creationId xmlns:a16="http://schemas.microsoft.com/office/drawing/2014/main" id="{6B46150B-DDE0-0127-8904-C077216A74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607">
                <a:extLst>
                  <a:ext uri="{FF2B5EF4-FFF2-40B4-BE49-F238E27FC236}">
                    <a16:creationId xmlns:a16="http://schemas.microsoft.com/office/drawing/2014/main" id="{F483564A-FC97-2F7E-7CA5-A0461DB649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608">
                <a:extLst>
                  <a:ext uri="{FF2B5EF4-FFF2-40B4-BE49-F238E27FC236}">
                    <a16:creationId xmlns:a16="http://schemas.microsoft.com/office/drawing/2014/main" id="{79941E0F-5F6A-5DC0-419E-8FE228AE97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Oval 1609">
                <a:extLst>
                  <a:ext uri="{FF2B5EF4-FFF2-40B4-BE49-F238E27FC236}">
                    <a16:creationId xmlns:a16="http://schemas.microsoft.com/office/drawing/2014/main" id="{A2DC7E61-DA36-BCDB-E4E7-C4CFE7691B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28" name="Group 1385">
            <a:extLst>
              <a:ext uri="{FF2B5EF4-FFF2-40B4-BE49-F238E27FC236}">
                <a16:creationId xmlns:a16="http://schemas.microsoft.com/office/drawing/2014/main" id="{16257096-79F7-7D0E-3F97-871685BC15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8080" y="462270"/>
            <a:ext cx="1141095" cy="340150"/>
            <a:chOff x="446" y="1196"/>
            <a:chExt cx="1048" cy="312"/>
          </a:xfrm>
        </p:grpSpPr>
        <p:grpSp>
          <p:nvGrpSpPr>
            <p:cNvPr id="229" name="Group 1386">
              <a:extLst>
                <a:ext uri="{FF2B5EF4-FFF2-40B4-BE49-F238E27FC236}">
                  <a16:creationId xmlns:a16="http://schemas.microsoft.com/office/drawing/2014/main" id="{6FC532BD-16CF-EBB2-F52B-5AC42C7D6E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447" name="Oval 1387">
                <a:extLst>
                  <a:ext uri="{FF2B5EF4-FFF2-40B4-BE49-F238E27FC236}">
                    <a16:creationId xmlns:a16="http://schemas.microsoft.com/office/drawing/2014/main" id="{A3A7C97F-CC51-9AC4-3388-31E1397EE9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8" name="Oval 1388">
                <a:extLst>
                  <a:ext uri="{FF2B5EF4-FFF2-40B4-BE49-F238E27FC236}">
                    <a16:creationId xmlns:a16="http://schemas.microsoft.com/office/drawing/2014/main" id="{A96FF59B-9D41-CCB8-DFDB-527F886CB6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9" name="Freeform 1389">
                <a:extLst>
                  <a:ext uri="{FF2B5EF4-FFF2-40B4-BE49-F238E27FC236}">
                    <a16:creationId xmlns:a16="http://schemas.microsoft.com/office/drawing/2014/main" id="{C3438A84-562D-A47A-959E-C5EE9541A4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1390">
                <a:extLst>
                  <a:ext uri="{FF2B5EF4-FFF2-40B4-BE49-F238E27FC236}">
                    <a16:creationId xmlns:a16="http://schemas.microsoft.com/office/drawing/2014/main" id="{B24EB797-FE59-7BDB-2BD8-9568380D99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391">
                <a:extLst>
                  <a:ext uri="{FF2B5EF4-FFF2-40B4-BE49-F238E27FC236}">
                    <a16:creationId xmlns:a16="http://schemas.microsoft.com/office/drawing/2014/main" id="{BB7354E0-BC97-036A-EE1F-8A73001C06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Oval 1392">
                <a:extLst>
                  <a:ext uri="{FF2B5EF4-FFF2-40B4-BE49-F238E27FC236}">
                    <a16:creationId xmlns:a16="http://schemas.microsoft.com/office/drawing/2014/main" id="{C1C65849-2667-6429-44FF-8CC5CCFCEB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0" name="Group 1393">
              <a:extLst>
                <a:ext uri="{FF2B5EF4-FFF2-40B4-BE49-F238E27FC236}">
                  <a16:creationId xmlns:a16="http://schemas.microsoft.com/office/drawing/2014/main" id="{0D62625A-237A-5BB7-F8A7-03ECB6F534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41" name="Oval 1394">
                <a:extLst>
                  <a:ext uri="{FF2B5EF4-FFF2-40B4-BE49-F238E27FC236}">
                    <a16:creationId xmlns:a16="http://schemas.microsoft.com/office/drawing/2014/main" id="{542E85BB-C79C-3CD2-2108-2AECC29F2C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2" name="Oval 1395">
                <a:extLst>
                  <a:ext uri="{FF2B5EF4-FFF2-40B4-BE49-F238E27FC236}">
                    <a16:creationId xmlns:a16="http://schemas.microsoft.com/office/drawing/2014/main" id="{C7D1AC36-CC5A-9BBC-E923-2612960E28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3" name="Freeform 1396">
                <a:extLst>
                  <a:ext uri="{FF2B5EF4-FFF2-40B4-BE49-F238E27FC236}">
                    <a16:creationId xmlns:a16="http://schemas.microsoft.com/office/drawing/2014/main" id="{C0FB8277-44FA-E67C-281C-EEC40ADE51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Freeform 1397">
                <a:extLst>
                  <a:ext uri="{FF2B5EF4-FFF2-40B4-BE49-F238E27FC236}">
                    <a16:creationId xmlns:a16="http://schemas.microsoft.com/office/drawing/2014/main" id="{606FCDA8-BF6C-D83E-5F8B-9807C0BDCC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398">
                <a:extLst>
                  <a:ext uri="{FF2B5EF4-FFF2-40B4-BE49-F238E27FC236}">
                    <a16:creationId xmlns:a16="http://schemas.microsoft.com/office/drawing/2014/main" id="{31E2609C-510E-EC7F-8A02-C1BDD75C02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Oval 1399">
                <a:extLst>
                  <a:ext uri="{FF2B5EF4-FFF2-40B4-BE49-F238E27FC236}">
                    <a16:creationId xmlns:a16="http://schemas.microsoft.com/office/drawing/2014/main" id="{DFAF4721-10A1-A6A1-CBBB-01B9DED5CD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1" name="Group 1400">
              <a:extLst>
                <a:ext uri="{FF2B5EF4-FFF2-40B4-BE49-F238E27FC236}">
                  <a16:creationId xmlns:a16="http://schemas.microsoft.com/office/drawing/2014/main" id="{A7F19ED8-CDC6-4675-18C9-4B60482DC1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35" name="Oval 1401">
                <a:extLst>
                  <a:ext uri="{FF2B5EF4-FFF2-40B4-BE49-F238E27FC236}">
                    <a16:creationId xmlns:a16="http://schemas.microsoft.com/office/drawing/2014/main" id="{C703C284-FC34-9286-5C33-D4955BEF32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6" name="Oval 1402">
                <a:extLst>
                  <a:ext uri="{FF2B5EF4-FFF2-40B4-BE49-F238E27FC236}">
                    <a16:creationId xmlns:a16="http://schemas.microsoft.com/office/drawing/2014/main" id="{A8030E1C-A56F-F4B8-C997-32B293622B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7" name="Freeform 1403">
                <a:extLst>
                  <a:ext uri="{FF2B5EF4-FFF2-40B4-BE49-F238E27FC236}">
                    <a16:creationId xmlns:a16="http://schemas.microsoft.com/office/drawing/2014/main" id="{A47922E2-C7B7-2356-EE55-6B8BFE6136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Freeform 1404">
                <a:extLst>
                  <a:ext uri="{FF2B5EF4-FFF2-40B4-BE49-F238E27FC236}">
                    <a16:creationId xmlns:a16="http://schemas.microsoft.com/office/drawing/2014/main" id="{8D8C3027-3A57-5325-C15A-07D1D4CA53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405">
                <a:extLst>
                  <a:ext uri="{FF2B5EF4-FFF2-40B4-BE49-F238E27FC236}">
                    <a16:creationId xmlns:a16="http://schemas.microsoft.com/office/drawing/2014/main" id="{76D93C59-A0D7-0549-20DD-FCC21BA326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Oval 1406">
                <a:extLst>
                  <a:ext uri="{FF2B5EF4-FFF2-40B4-BE49-F238E27FC236}">
                    <a16:creationId xmlns:a16="http://schemas.microsoft.com/office/drawing/2014/main" id="{4F88943C-D1C8-F802-E722-87927A8498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2" name="Group 1407">
              <a:extLst>
                <a:ext uri="{FF2B5EF4-FFF2-40B4-BE49-F238E27FC236}">
                  <a16:creationId xmlns:a16="http://schemas.microsoft.com/office/drawing/2014/main" id="{B72F7D36-F261-A89B-2620-08333CD646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29" name="Oval 1408">
                <a:extLst>
                  <a:ext uri="{FF2B5EF4-FFF2-40B4-BE49-F238E27FC236}">
                    <a16:creationId xmlns:a16="http://schemas.microsoft.com/office/drawing/2014/main" id="{6A1AE33B-DED8-C7E1-3331-042363CA3F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0" name="Oval 1409">
                <a:extLst>
                  <a:ext uri="{FF2B5EF4-FFF2-40B4-BE49-F238E27FC236}">
                    <a16:creationId xmlns:a16="http://schemas.microsoft.com/office/drawing/2014/main" id="{3BB3B564-B4B2-8385-2625-77A4E064FE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" name="Freeform 1410">
                <a:extLst>
                  <a:ext uri="{FF2B5EF4-FFF2-40B4-BE49-F238E27FC236}">
                    <a16:creationId xmlns:a16="http://schemas.microsoft.com/office/drawing/2014/main" id="{7EA2B140-CC3D-D3D3-5F4E-B1F26B41FE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Freeform 1411">
                <a:extLst>
                  <a:ext uri="{FF2B5EF4-FFF2-40B4-BE49-F238E27FC236}">
                    <a16:creationId xmlns:a16="http://schemas.microsoft.com/office/drawing/2014/main" id="{8A7DA146-4BF7-E161-47B8-84B1CD8C8C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412">
                <a:extLst>
                  <a:ext uri="{FF2B5EF4-FFF2-40B4-BE49-F238E27FC236}">
                    <a16:creationId xmlns:a16="http://schemas.microsoft.com/office/drawing/2014/main" id="{99896B4E-0A91-F8A5-B6D1-901B717FE8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Oval 1413">
                <a:extLst>
                  <a:ext uri="{FF2B5EF4-FFF2-40B4-BE49-F238E27FC236}">
                    <a16:creationId xmlns:a16="http://schemas.microsoft.com/office/drawing/2014/main" id="{C7C847D2-535C-8A45-082E-B8F6EC2EC7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3" name="Group 1414">
              <a:extLst>
                <a:ext uri="{FF2B5EF4-FFF2-40B4-BE49-F238E27FC236}">
                  <a16:creationId xmlns:a16="http://schemas.microsoft.com/office/drawing/2014/main" id="{F7C80A0C-7BCF-8DE7-2A6B-8FBF7106BED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423" name="Oval 1415">
                <a:extLst>
                  <a:ext uri="{FF2B5EF4-FFF2-40B4-BE49-F238E27FC236}">
                    <a16:creationId xmlns:a16="http://schemas.microsoft.com/office/drawing/2014/main" id="{C18F8725-AF1E-EC87-09A5-8E2567187F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4" name="Oval 1416">
                <a:extLst>
                  <a:ext uri="{FF2B5EF4-FFF2-40B4-BE49-F238E27FC236}">
                    <a16:creationId xmlns:a16="http://schemas.microsoft.com/office/drawing/2014/main" id="{EC9895D2-A3D5-69B9-EC93-15146FB2C9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5" name="Freeform 1417">
                <a:extLst>
                  <a:ext uri="{FF2B5EF4-FFF2-40B4-BE49-F238E27FC236}">
                    <a16:creationId xmlns:a16="http://schemas.microsoft.com/office/drawing/2014/main" id="{CDADD286-E539-B167-A4B0-28FED6DAF9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Freeform 1418">
                <a:extLst>
                  <a:ext uri="{FF2B5EF4-FFF2-40B4-BE49-F238E27FC236}">
                    <a16:creationId xmlns:a16="http://schemas.microsoft.com/office/drawing/2014/main" id="{36B8EB73-02B4-6C9E-5224-6D0998FD30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419">
                <a:extLst>
                  <a:ext uri="{FF2B5EF4-FFF2-40B4-BE49-F238E27FC236}">
                    <a16:creationId xmlns:a16="http://schemas.microsoft.com/office/drawing/2014/main" id="{4FB5A012-49CF-78B9-F574-EE9F675574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Oval 1420">
                <a:extLst>
                  <a:ext uri="{FF2B5EF4-FFF2-40B4-BE49-F238E27FC236}">
                    <a16:creationId xmlns:a16="http://schemas.microsoft.com/office/drawing/2014/main" id="{4A4E0C7A-1E76-1504-FE35-31D6E69106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4" name="Group 1421">
              <a:extLst>
                <a:ext uri="{FF2B5EF4-FFF2-40B4-BE49-F238E27FC236}">
                  <a16:creationId xmlns:a16="http://schemas.microsoft.com/office/drawing/2014/main" id="{F041CE5C-E30E-7E03-9F29-D5A92D2E84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417" name="Oval 1422">
                <a:extLst>
                  <a:ext uri="{FF2B5EF4-FFF2-40B4-BE49-F238E27FC236}">
                    <a16:creationId xmlns:a16="http://schemas.microsoft.com/office/drawing/2014/main" id="{2C693047-7409-6F8B-4601-190D36283B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8" name="Oval 1423">
                <a:extLst>
                  <a:ext uri="{FF2B5EF4-FFF2-40B4-BE49-F238E27FC236}">
                    <a16:creationId xmlns:a16="http://schemas.microsoft.com/office/drawing/2014/main" id="{5EDE3204-D2D0-E48B-EA67-0B04C2DA37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9" name="Freeform 1424">
                <a:extLst>
                  <a:ext uri="{FF2B5EF4-FFF2-40B4-BE49-F238E27FC236}">
                    <a16:creationId xmlns:a16="http://schemas.microsoft.com/office/drawing/2014/main" id="{B3115C0B-7A58-E227-9A87-6DC9FC684E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1425">
                <a:extLst>
                  <a:ext uri="{FF2B5EF4-FFF2-40B4-BE49-F238E27FC236}">
                    <a16:creationId xmlns:a16="http://schemas.microsoft.com/office/drawing/2014/main" id="{56F9F35A-1C1A-290F-78F7-76C8DB37B1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426">
                <a:extLst>
                  <a:ext uri="{FF2B5EF4-FFF2-40B4-BE49-F238E27FC236}">
                    <a16:creationId xmlns:a16="http://schemas.microsoft.com/office/drawing/2014/main" id="{DD0DF687-EA79-565C-4070-9B2F46F71F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Oval 1427">
                <a:extLst>
                  <a:ext uri="{FF2B5EF4-FFF2-40B4-BE49-F238E27FC236}">
                    <a16:creationId xmlns:a16="http://schemas.microsoft.com/office/drawing/2014/main" id="{EA03B587-F57E-84AC-424E-347B0E5DEA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5" name="Group 1428">
              <a:extLst>
                <a:ext uri="{FF2B5EF4-FFF2-40B4-BE49-F238E27FC236}">
                  <a16:creationId xmlns:a16="http://schemas.microsoft.com/office/drawing/2014/main" id="{80AABEDC-71DA-DAA9-8C20-320E6FB1F68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411" name="Oval 1429">
                <a:extLst>
                  <a:ext uri="{FF2B5EF4-FFF2-40B4-BE49-F238E27FC236}">
                    <a16:creationId xmlns:a16="http://schemas.microsoft.com/office/drawing/2014/main" id="{04B4278C-2F16-5E24-00B7-D4C15FE7D4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2" name="Oval 1430">
                <a:extLst>
                  <a:ext uri="{FF2B5EF4-FFF2-40B4-BE49-F238E27FC236}">
                    <a16:creationId xmlns:a16="http://schemas.microsoft.com/office/drawing/2014/main" id="{1015CAB4-179A-861E-D42B-FF5969E0C2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" name="Freeform 1431">
                <a:extLst>
                  <a:ext uri="{FF2B5EF4-FFF2-40B4-BE49-F238E27FC236}">
                    <a16:creationId xmlns:a16="http://schemas.microsoft.com/office/drawing/2014/main" id="{410A113D-F040-B646-FCA8-5CE8C0BEE6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Freeform 1432">
                <a:extLst>
                  <a:ext uri="{FF2B5EF4-FFF2-40B4-BE49-F238E27FC236}">
                    <a16:creationId xmlns:a16="http://schemas.microsoft.com/office/drawing/2014/main" id="{520A3A32-EFF6-B1F0-A8C2-6BBFC2F0EF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1433">
                <a:extLst>
                  <a:ext uri="{FF2B5EF4-FFF2-40B4-BE49-F238E27FC236}">
                    <a16:creationId xmlns:a16="http://schemas.microsoft.com/office/drawing/2014/main" id="{69C12A90-644E-5601-A274-A4774422F4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Oval 1434">
                <a:extLst>
                  <a:ext uri="{FF2B5EF4-FFF2-40B4-BE49-F238E27FC236}">
                    <a16:creationId xmlns:a16="http://schemas.microsoft.com/office/drawing/2014/main" id="{E04D98A3-8066-6C11-1DD7-8A3C8CA36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6" name="Group 1435">
              <a:extLst>
                <a:ext uri="{FF2B5EF4-FFF2-40B4-BE49-F238E27FC236}">
                  <a16:creationId xmlns:a16="http://schemas.microsoft.com/office/drawing/2014/main" id="{CFE52DAB-C1F0-046C-EF7B-3555BDD816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405" name="Oval 1436">
                <a:extLst>
                  <a:ext uri="{FF2B5EF4-FFF2-40B4-BE49-F238E27FC236}">
                    <a16:creationId xmlns:a16="http://schemas.microsoft.com/office/drawing/2014/main" id="{5BA0E213-5206-D6EE-B391-2237FDBCA4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6" name="Oval 1437">
                <a:extLst>
                  <a:ext uri="{FF2B5EF4-FFF2-40B4-BE49-F238E27FC236}">
                    <a16:creationId xmlns:a16="http://schemas.microsoft.com/office/drawing/2014/main" id="{1DA365CF-A694-6AAB-66C4-55D719DDE8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" name="Freeform 1438">
                <a:extLst>
                  <a:ext uri="{FF2B5EF4-FFF2-40B4-BE49-F238E27FC236}">
                    <a16:creationId xmlns:a16="http://schemas.microsoft.com/office/drawing/2014/main" id="{364D426E-3ADF-8396-26B4-F91F24DCC8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Freeform 1439">
                <a:extLst>
                  <a:ext uri="{FF2B5EF4-FFF2-40B4-BE49-F238E27FC236}">
                    <a16:creationId xmlns:a16="http://schemas.microsoft.com/office/drawing/2014/main" id="{0FA2C8FD-D3FF-3F08-FBD4-889B49312A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1440">
                <a:extLst>
                  <a:ext uri="{FF2B5EF4-FFF2-40B4-BE49-F238E27FC236}">
                    <a16:creationId xmlns:a16="http://schemas.microsoft.com/office/drawing/2014/main" id="{6F29F4DB-D0C1-69D8-E4B9-842F11B2A5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Oval 1441">
                <a:extLst>
                  <a:ext uri="{FF2B5EF4-FFF2-40B4-BE49-F238E27FC236}">
                    <a16:creationId xmlns:a16="http://schemas.microsoft.com/office/drawing/2014/main" id="{16B10259-7C4E-738B-5D6C-F065C32056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7" name="Group 1442">
              <a:extLst>
                <a:ext uri="{FF2B5EF4-FFF2-40B4-BE49-F238E27FC236}">
                  <a16:creationId xmlns:a16="http://schemas.microsoft.com/office/drawing/2014/main" id="{C29966B7-66C0-CD81-7B75-4C5CB458D9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399" name="Oval 1443">
                <a:extLst>
                  <a:ext uri="{FF2B5EF4-FFF2-40B4-BE49-F238E27FC236}">
                    <a16:creationId xmlns:a16="http://schemas.microsoft.com/office/drawing/2014/main" id="{D9E80472-91B2-CDCE-3DD5-1E4012D94C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0" name="Oval 1444">
                <a:extLst>
                  <a:ext uri="{FF2B5EF4-FFF2-40B4-BE49-F238E27FC236}">
                    <a16:creationId xmlns:a16="http://schemas.microsoft.com/office/drawing/2014/main" id="{1C1265E1-E019-D21D-E645-2DDB432561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" name="Freeform 1445">
                <a:extLst>
                  <a:ext uri="{FF2B5EF4-FFF2-40B4-BE49-F238E27FC236}">
                    <a16:creationId xmlns:a16="http://schemas.microsoft.com/office/drawing/2014/main" id="{739D45EA-3058-3CE0-F2F6-A9FA994600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Freeform 1446">
                <a:extLst>
                  <a:ext uri="{FF2B5EF4-FFF2-40B4-BE49-F238E27FC236}">
                    <a16:creationId xmlns:a16="http://schemas.microsoft.com/office/drawing/2014/main" id="{C7AB1E15-F69B-2676-1AFB-E1BBD885C6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1447">
                <a:extLst>
                  <a:ext uri="{FF2B5EF4-FFF2-40B4-BE49-F238E27FC236}">
                    <a16:creationId xmlns:a16="http://schemas.microsoft.com/office/drawing/2014/main" id="{B6C9FFC5-3271-3C3B-B925-C45DAA927D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Oval 1448">
                <a:extLst>
                  <a:ext uri="{FF2B5EF4-FFF2-40B4-BE49-F238E27FC236}">
                    <a16:creationId xmlns:a16="http://schemas.microsoft.com/office/drawing/2014/main" id="{AC1371A5-B0F0-0BD1-F108-2E1783DC69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8" name="Group 1449">
              <a:extLst>
                <a:ext uri="{FF2B5EF4-FFF2-40B4-BE49-F238E27FC236}">
                  <a16:creationId xmlns:a16="http://schemas.microsoft.com/office/drawing/2014/main" id="{E465421D-4B05-3928-A13C-2B3041274B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93" name="Oval 1450">
                <a:extLst>
                  <a:ext uri="{FF2B5EF4-FFF2-40B4-BE49-F238E27FC236}">
                    <a16:creationId xmlns:a16="http://schemas.microsoft.com/office/drawing/2014/main" id="{E30D9FB4-351F-104C-7A65-0F231A0135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4" name="Oval 1451">
                <a:extLst>
                  <a:ext uri="{FF2B5EF4-FFF2-40B4-BE49-F238E27FC236}">
                    <a16:creationId xmlns:a16="http://schemas.microsoft.com/office/drawing/2014/main" id="{50F95D07-6642-B2D9-1AAA-184CA8C13A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" name="Freeform 1452">
                <a:extLst>
                  <a:ext uri="{FF2B5EF4-FFF2-40B4-BE49-F238E27FC236}">
                    <a16:creationId xmlns:a16="http://schemas.microsoft.com/office/drawing/2014/main" id="{2EDDFD61-6BC9-18CB-784D-457C9A41A9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Freeform 1453">
                <a:extLst>
                  <a:ext uri="{FF2B5EF4-FFF2-40B4-BE49-F238E27FC236}">
                    <a16:creationId xmlns:a16="http://schemas.microsoft.com/office/drawing/2014/main" id="{5005471D-8DFC-7B77-F92A-A53DCCDBBC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Freeform 1454">
                <a:extLst>
                  <a:ext uri="{FF2B5EF4-FFF2-40B4-BE49-F238E27FC236}">
                    <a16:creationId xmlns:a16="http://schemas.microsoft.com/office/drawing/2014/main" id="{9944A89C-7E6E-F6CD-B1C6-1422FBA873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Oval 1455">
                <a:extLst>
                  <a:ext uri="{FF2B5EF4-FFF2-40B4-BE49-F238E27FC236}">
                    <a16:creationId xmlns:a16="http://schemas.microsoft.com/office/drawing/2014/main" id="{63A9BF1D-064E-C792-10DC-20380114E0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9" name="Group 1456">
              <a:extLst>
                <a:ext uri="{FF2B5EF4-FFF2-40B4-BE49-F238E27FC236}">
                  <a16:creationId xmlns:a16="http://schemas.microsoft.com/office/drawing/2014/main" id="{9F9BEF56-DC8D-B4B8-1136-8DB892AE76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87" name="Oval 1457">
                <a:extLst>
                  <a:ext uri="{FF2B5EF4-FFF2-40B4-BE49-F238E27FC236}">
                    <a16:creationId xmlns:a16="http://schemas.microsoft.com/office/drawing/2014/main" id="{90D7FEB0-F2CB-C6B6-2705-84CFB696CC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8" name="Oval 1458">
                <a:extLst>
                  <a:ext uri="{FF2B5EF4-FFF2-40B4-BE49-F238E27FC236}">
                    <a16:creationId xmlns:a16="http://schemas.microsoft.com/office/drawing/2014/main" id="{C47DB23A-E37E-71DD-064A-0A6A30C2A4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" name="Freeform 1459">
                <a:extLst>
                  <a:ext uri="{FF2B5EF4-FFF2-40B4-BE49-F238E27FC236}">
                    <a16:creationId xmlns:a16="http://schemas.microsoft.com/office/drawing/2014/main" id="{01A63670-BE7F-7339-739B-D2DB688B52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Freeform 1460">
                <a:extLst>
                  <a:ext uri="{FF2B5EF4-FFF2-40B4-BE49-F238E27FC236}">
                    <a16:creationId xmlns:a16="http://schemas.microsoft.com/office/drawing/2014/main" id="{4099F1F2-F958-ADD9-F71D-0E86288A5B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Freeform 1461">
                <a:extLst>
                  <a:ext uri="{FF2B5EF4-FFF2-40B4-BE49-F238E27FC236}">
                    <a16:creationId xmlns:a16="http://schemas.microsoft.com/office/drawing/2014/main" id="{4EA24AA1-777C-E259-4E74-F63BC4FE68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Oval 1462">
                <a:extLst>
                  <a:ext uri="{FF2B5EF4-FFF2-40B4-BE49-F238E27FC236}">
                    <a16:creationId xmlns:a16="http://schemas.microsoft.com/office/drawing/2014/main" id="{742AC08A-0B42-B55D-EA6C-48816AFBDB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0" name="Group 1463">
              <a:extLst>
                <a:ext uri="{FF2B5EF4-FFF2-40B4-BE49-F238E27FC236}">
                  <a16:creationId xmlns:a16="http://schemas.microsoft.com/office/drawing/2014/main" id="{BFC34A33-D9B3-57F6-E2A8-EDB8084520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81" name="Oval 1464">
                <a:extLst>
                  <a:ext uri="{FF2B5EF4-FFF2-40B4-BE49-F238E27FC236}">
                    <a16:creationId xmlns:a16="http://schemas.microsoft.com/office/drawing/2014/main" id="{B83E06AF-5714-FA60-2E70-26220A066B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2" name="Oval 1465">
                <a:extLst>
                  <a:ext uri="{FF2B5EF4-FFF2-40B4-BE49-F238E27FC236}">
                    <a16:creationId xmlns:a16="http://schemas.microsoft.com/office/drawing/2014/main" id="{C3C5971B-E507-EFBA-76AF-2707061518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3" name="Freeform 1466">
                <a:extLst>
                  <a:ext uri="{FF2B5EF4-FFF2-40B4-BE49-F238E27FC236}">
                    <a16:creationId xmlns:a16="http://schemas.microsoft.com/office/drawing/2014/main" id="{DF41B412-CE36-60B9-F0E6-916F85990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Freeform 1467">
                <a:extLst>
                  <a:ext uri="{FF2B5EF4-FFF2-40B4-BE49-F238E27FC236}">
                    <a16:creationId xmlns:a16="http://schemas.microsoft.com/office/drawing/2014/main" id="{282A428D-17DA-664C-A323-25EE8CB8EC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Freeform 1468">
                <a:extLst>
                  <a:ext uri="{FF2B5EF4-FFF2-40B4-BE49-F238E27FC236}">
                    <a16:creationId xmlns:a16="http://schemas.microsoft.com/office/drawing/2014/main" id="{F1F23379-D36B-CF70-305E-AFB5C67C27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Oval 1469">
                <a:extLst>
                  <a:ext uri="{FF2B5EF4-FFF2-40B4-BE49-F238E27FC236}">
                    <a16:creationId xmlns:a16="http://schemas.microsoft.com/office/drawing/2014/main" id="{F4B1D51A-574B-0B49-C175-48695CE021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1" name="Group 1470">
              <a:extLst>
                <a:ext uri="{FF2B5EF4-FFF2-40B4-BE49-F238E27FC236}">
                  <a16:creationId xmlns:a16="http://schemas.microsoft.com/office/drawing/2014/main" id="{B7C049E6-89B7-EE4B-5D1F-0256B67BDE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75" name="Oval 1471">
                <a:extLst>
                  <a:ext uri="{FF2B5EF4-FFF2-40B4-BE49-F238E27FC236}">
                    <a16:creationId xmlns:a16="http://schemas.microsoft.com/office/drawing/2014/main" id="{5C7F5267-9469-B48F-19DA-1B4D7E4830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6" name="Oval 1472">
                <a:extLst>
                  <a:ext uri="{FF2B5EF4-FFF2-40B4-BE49-F238E27FC236}">
                    <a16:creationId xmlns:a16="http://schemas.microsoft.com/office/drawing/2014/main" id="{F6DDE960-52AD-465C-D48A-6FB3708968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7" name="Freeform 1473">
                <a:extLst>
                  <a:ext uri="{FF2B5EF4-FFF2-40B4-BE49-F238E27FC236}">
                    <a16:creationId xmlns:a16="http://schemas.microsoft.com/office/drawing/2014/main" id="{B9C38C43-DEBE-14D8-5438-71F69E6850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Freeform 1474">
                <a:extLst>
                  <a:ext uri="{FF2B5EF4-FFF2-40B4-BE49-F238E27FC236}">
                    <a16:creationId xmlns:a16="http://schemas.microsoft.com/office/drawing/2014/main" id="{234F520E-89B3-7FA3-25EA-7FFBA161A3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1475">
                <a:extLst>
                  <a:ext uri="{FF2B5EF4-FFF2-40B4-BE49-F238E27FC236}">
                    <a16:creationId xmlns:a16="http://schemas.microsoft.com/office/drawing/2014/main" id="{207ED32C-684F-1CD0-842D-5DFA5C42A5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Oval 1476">
                <a:extLst>
                  <a:ext uri="{FF2B5EF4-FFF2-40B4-BE49-F238E27FC236}">
                    <a16:creationId xmlns:a16="http://schemas.microsoft.com/office/drawing/2014/main" id="{82F7BE3E-2A65-2421-1472-F090F57CA7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2" name="Group 1477">
              <a:extLst>
                <a:ext uri="{FF2B5EF4-FFF2-40B4-BE49-F238E27FC236}">
                  <a16:creationId xmlns:a16="http://schemas.microsoft.com/office/drawing/2014/main" id="{7AAFE4B6-B408-A539-6D8A-7D313653F8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69" name="Oval 1478">
                <a:extLst>
                  <a:ext uri="{FF2B5EF4-FFF2-40B4-BE49-F238E27FC236}">
                    <a16:creationId xmlns:a16="http://schemas.microsoft.com/office/drawing/2014/main" id="{584C6A71-728A-1743-D77E-52892CB56D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0" name="Oval 1479">
                <a:extLst>
                  <a:ext uri="{FF2B5EF4-FFF2-40B4-BE49-F238E27FC236}">
                    <a16:creationId xmlns:a16="http://schemas.microsoft.com/office/drawing/2014/main" id="{D8F325E5-D564-EB80-D4F3-529CD30A50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1" name="Freeform 1480">
                <a:extLst>
                  <a:ext uri="{FF2B5EF4-FFF2-40B4-BE49-F238E27FC236}">
                    <a16:creationId xmlns:a16="http://schemas.microsoft.com/office/drawing/2014/main" id="{0DA82888-15BA-CA77-E5D0-EC6126E645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Freeform 1481">
                <a:extLst>
                  <a:ext uri="{FF2B5EF4-FFF2-40B4-BE49-F238E27FC236}">
                    <a16:creationId xmlns:a16="http://schemas.microsoft.com/office/drawing/2014/main" id="{B326DDAB-DAA5-A4AF-6CEA-B59CDDCA9E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1482">
                <a:extLst>
                  <a:ext uri="{FF2B5EF4-FFF2-40B4-BE49-F238E27FC236}">
                    <a16:creationId xmlns:a16="http://schemas.microsoft.com/office/drawing/2014/main" id="{119FADB7-AEAA-A411-6119-F46FF9CE73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Oval 1483">
                <a:extLst>
                  <a:ext uri="{FF2B5EF4-FFF2-40B4-BE49-F238E27FC236}">
                    <a16:creationId xmlns:a16="http://schemas.microsoft.com/office/drawing/2014/main" id="{3F49637D-7BD8-9D84-57FE-8FA0152037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3" name="Group 1484">
              <a:extLst>
                <a:ext uri="{FF2B5EF4-FFF2-40B4-BE49-F238E27FC236}">
                  <a16:creationId xmlns:a16="http://schemas.microsoft.com/office/drawing/2014/main" id="{2C9B9C9A-ECFC-B75D-DA15-16B443D8A7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63" name="Oval 1485">
                <a:extLst>
                  <a:ext uri="{FF2B5EF4-FFF2-40B4-BE49-F238E27FC236}">
                    <a16:creationId xmlns:a16="http://schemas.microsoft.com/office/drawing/2014/main" id="{74EBCFBA-6BA5-61BA-950F-6C410C65AF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4" name="Oval 1486">
                <a:extLst>
                  <a:ext uri="{FF2B5EF4-FFF2-40B4-BE49-F238E27FC236}">
                    <a16:creationId xmlns:a16="http://schemas.microsoft.com/office/drawing/2014/main" id="{27C36684-066B-0925-9E79-ABF9BF35D0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5" name="Freeform 1487">
                <a:extLst>
                  <a:ext uri="{FF2B5EF4-FFF2-40B4-BE49-F238E27FC236}">
                    <a16:creationId xmlns:a16="http://schemas.microsoft.com/office/drawing/2014/main" id="{F39F7FC5-6496-92D3-6871-B11D07C297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Freeform 1488">
                <a:extLst>
                  <a:ext uri="{FF2B5EF4-FFF2-40B4-BE49-F238E27FC236}">
                    <a16:creationId xmlns:a16="http://schemas.microsoft.com/office/drawing/2014/main" id="{B3EB98DB-3299-A3A9-4B69-9B96100CF0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1489">
                <a:extLst>
                  <a:ext uri="{FF2B5EF4-FFF2-40B4-BE49-F238E27FC236}">
                    <a16:creationId xmlns:a16="http://schemas.microsoft.com/office/drawing/2014/main" id="{22C028B6-0A13-6140-406C-9C4D3C5040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Oval 1490">
                <a:extLst>
                  <a:ext uri="{FF2B5EF4-FFF2-40B4-BE49-F238E27FC236}">
                    <a16:creationId xmlns:a16="http://schemas.microsoft.com/office/drawing/2014/main" id="{534DB9A7-93BD-B0DE-E39A-A71F476AF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4" name="Group 1491">
              <a:extLst>
                <a:ext uri="{FF2B5EF4-FFF2-40B4-BE49-F238E27FC236}">
                  <a16:creationId xmlns:a16="http://schemas.microsoft.com/office/drawing/2014/main" id="{291D706B-2CAE-03F7-E24D-7EFDEE552B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57" name="Oval 1492">
                <a:extLst>
                  <a:ext uri="{FF2B5EF4-FFF2-40B4-BE49-F238E27FC236}">
                    <a16:creationId xmlns:a16="http://schemas.microsoft.com/office/drawing/2014/main" id="{9E0B9708-C019-39C6-8A07-D219A17BC9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8" name="Oval 1493">
                <a:extLst>
                  <a:ext uri="{FF2B5EF4-FFF2-40B4-BE49-F238E27FC236}">
                    <a16:creationId xmlns:a16="http://schemas.microsoft.com/office/drawing/2014/main" id="{9F240F5D-B1EE-0244-73B9-8DD319CDDD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9" name="Freeform 1494">
                <a:extLst>
                  <a:ext uri="{FF2B5EF4-FFF2-40B4-BE49-F238E27FC236}">
                    <a16:creationId xmlns:a16="http://schemas.microsoft.com/office/drawing/2014/main" id="{8F714F46-72C6-6CDF-1700-6D0A03D734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Freeform 1495">
                <a:extLst>
                  <a:ext uri="{FF2B5EF4-FFF2-40B4-BE49-F238E27FC236}">
                    <a16:creationId xmlns:a16="http://schemas.microsoft.com/office/drawing/2014/main" id="{07D08D9B-F733-BA95-7995-747205A5F8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1496">
                <a:extLst>
                  <a:ext uri="{FF2B5EF4-FFF2-40B4-BE49-F238E27FC236}">
                    <a16:creationId xmlns:a16="http://schemas.microsoft.com/office/drawing/2014/main" id="{D8E729E3-2401-1941-0EB5-6EF5CDCAB4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Oval 1497">
                <a:extLst>
                  <a:ext uri="{FF2B5EF4-FFF2-40B4-BE49-F238E27FC236}">
                    <a16:creationId xmlns:a16="http://schemas.microsoft.com/office/drawing/2014/main" id="{10EAB019-DD18-C070-DB75-1DE22E1362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5" name="Group 1498">
              <a:extLst>
                <a:ext uri="{FF2B5EF4-FFF2-40B4-BE49-F238E27FC236}">
                  <a16:creationId xmlns:a16="http://schemas.microsoft.com/office/drawing/2014/main" id="{26614154-320E-F3DE-19BE-CEA8990513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51" name="Oval 1499">
                <a:extLst>
                  <a:ext uri="{FF2B5EF4-FFF2-40B4-BE49-F238E27FC236}">
                    <a16:creationId xmlns:a16="http://schemas.microsoft.com/office/drawing/2014/main" id="{D5D52EFF-31D5-A39B-6ADE-DCE1630502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2" name="Oval 1500">
                <a:extLst>
                  <a:ext uri="{FF2B5EF4-FFF2-40B4-BE49-F238E27FC236}">
                    <a16:creationId xmlns:a16="http://schemas.microsoft.com/office/drawing/2014/main" id="{F2EDE0A8-B567-49E2-DF7C-F708A58A30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3" name="Freeform 1501">
                <a:extLst>
                  <a:ext uri="{FF2B5EF4-FFF2-40B4-BE49-F238E27FC236}">
                    <a16:creationId xmlns:a16="http://schemas.microsoft.com/office/drawing/2014/main" id="{6290F797-1DB4-A9B0-19B7-1C58840E32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 1502">
                <a:extLst>
                  <a:ext uri="{FF2B5EF4-FFF2-40B4-BE49-F238E27FC236}">
                    <a16:creationId xmlns:a16="http://schemas.microsoft.com/office/drawing/2014/main" id="{B13E8212-2F34-C0E9-DEC5-C05A360408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 1503">
                <a:extLst>
                  <a:ext uri="{FF2B5EF4-FFF2-40B4-BE49-F238E27FC236}">
                    <a16:creationId xmlns:a16="http://schemas.microsoft.com/office/drawing/2014/main" id="{75E0ADC3-F30C-0356-4124-D4ACDD8BD9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Oval 1504">
                <a:extLst>
                  <a:ext uri="{FF2B5EF4-FFF2-40B4-BE49-F238E27FC236}">
                    <a16:creationId xmlns:a16="http://schemas.microsoft.com/office/drawing/2014/main" id="{2B49433A-1D39-41F7-8FFD-13373DA3D2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6" name="Group 1505">
              <a:extLst>
                <a:ext uri="{FF2B5EF4-FFF2-40B4-BE49-F238E27FC236}">
                  <a16:creationId xmlns:a16="http://schemas.microsoft.com/office/drawing/2014/main" id="{E7C4B648-BC10-5037-A77B-5FBA51EBB5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45" name="Oval 1506">
                <a:extLst>
                  <a:ext uri="{FF2B5EF4-FFF2-40B4-BE49-F238E27FC236}">
                    <a16:creationId xmlns:a16="http://schemas.microsoft.com/office/drawing/2014/main" id="{36925DD9-E3F9-4050-C6DE-902783487D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6" name="Oval 1507">
                <a:extLst>
                  <a:ext uri="{FF2B5EF4-FFF2-40B4-BE49-F238E27FC236}">
                    <a16:creationId xmlns:a16="http://schemas.microsoft.com/office/drawing/2014/main" id="{64A529EC-CAE8-DE31-25C9-DCCF1C2304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7" name="Freeform 1508">
                <a:extLst>
                  <a:ext uri="{FF2B5EF4-FFF2-40B4-BE49-F238E27FC236}">
                    <a16:creationId xmlns:a16="http://schemas.microsoft.com/office/drawing/2014/main" id="{F9B792D4-743B-CC58-FF1A-A25EABD1CB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 1509">
                <a:extLst>
                  <a:ext uri="{FF2B5EF4-FFF2-40B4-BE49-F238E27FC236}">
                    <a16:creationId xmlns:a16="http://schemas.microsoft.com/office/drawing/2014/main" id="{D9718869-E95B-1EF9-4801-0C2308EFBA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 1510">
                <a:extLst>
                  <a:ext uri="{FF2B5EF4-FFF2-40B4-BE49-F238E27FC236}">
                    <a16:creationId xmlns:a16="http://schemas.microsoft.com/office/drawing/2014/main" id="{E812354B-8BA7-BD91-1AFC-06E627F790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Oval 1511">
                <a:extLst>
                  <a:ext uri="{FF2B5EF4-FFF2-40B4-BE49-F238E27FC236}">
                    <a16:creationId xmlns:a16="http://schemas.microsoft.com/office/drawing/2014/main" id="{9163730D-16CC-2C5F-FDFD-BD642A2D59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7" name="Group 1512">
              <a:extLst>
                <a:ext uri="{FF2B5EF4-FFF2-40B4-BE49-F238E27FC236}">
                  <a16:creationId xmlns:a16="http://schemas.microsoft.com/office/drawing/2014/main" id="{BC3937B2-0299-6E3E-36BF-1CBC2D97401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39" name="Oval 1513">
                <a:extLst>
                  <a:ext uri="{FF2B5EF4-FFF2-40B4-BE49-F238E27FC236}">
                    <a16:creationId xmlns:a16="http://schemas.microsoft.com/office/drawing/2014/main" id="{762236D7-8D8D-135F-ABFD-44656C888D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0" name="Oval 1514">
                <a:extLst>
                  <a:ext uri="{FF2B5EF4-FFF2-40B4-BE49-F238E27FC236}">
                    <a16:creationId xmlns:a16="http://schemas.microsoft.com/office/drawing/2014/main" id="{EFB7F190-71B7-660A-E320-AA87507954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1" name="Freeform 1515">
                <a:extLst>
                  <a:ext uri="{FF2B5EF4-FFF2-40B4-BE49-F238E27FC236}">
                    <a16:creationId xmlns:a16="http://schemas.microsoft.com/office/drawing/2014/main" id="{C2DB25F8-5004-AA53-74DC-7635330CDB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 1516">
                <a:extLst>
                  <a:ext uri="{FF2B5EF4-FFF2-40B4-BE49-F238E27FC236}">
                    <a16:creationId xmlns:a16="http://schemas.microsoft.com/office/drawing/2014/main" id="{F85911B9-4707-2298-A89C-287783FBB6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 1517">
                <a:extLst>
                  <a:ext uri="{FF2B5EF4-FFF2-40B4-BE49-F238E27FC236}">
                    <a16:creationId xmlns:a16="http://schemas.microsoft.com/office/drawing/2014/main" id="{B2BE36BD-96BB-820B-F0E7-9FF0237573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Oval 1518">
                <a:extLst>
                  <a:ext uri="{FF2B5EF4-FFF2-40B4-BE49-F238E27FC236}">
                    <a16:creationId xmlns:a16="http://schemas.microsoft.com/office/drawing/2014/main" id="{19B47371-97E4-27F5-1066-45030E13C2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8" name="Group 1519">
              <a:extLst>
                <a:ext uri="{FF2B5EF4-FFF2-40B4-BE49-F238E27FC236}">
                  <a16:creationId xmlns:a16="http://schemas.microsoft.com/office/drawing/2014/main" id="{298579AF-3D56-1EC7-9A20-F317E9DE3C4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33" name="Oval 1520">
                <a:extLst>
                  <a:ext uri="{FF2B5EF4-FFF2-40B4-BE49-F238E27FC236}">
                    <a16:creationId xmlns:a16="http://schemas.microsoft.com/office/drawing/2014/main" id="{0C28CFCC-58A2-2459-7A1D-93F76F924D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4" name="Oval 1521">
                <a:extLst>
                  <a:ext uri="{FF2B5EF4-FFF2-40B4-BE49-F238E27FC236}">
                    <a16:creationId xmlns:a16="http://schemas.microsoft.com/office/drawing/2014/main" id="{DDA9372D-B918-60A4-DA71-171C375E8E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5" name="Freeform 1522">
                <a:extLst>
                  <a:ext uri="{FF2B5EF4-FFF2-40B4-BE49-F238E27FC236}">
                    <a16:creationId xmlns:a16="http://schemas.microsoft.com/office/drawing/2014/main" id="{CB9B7916-7E37-35CD-678F-F4A0FD5A17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 1523">
                <a:extLst>
                  <a:ext uri="{FF2B5EF4-FFF2-40B4-BE49-F238E27FC236}">
                    <a16:creationId xmlns:a16="http://schemas.microsoft.com/office/drawing/2014/main" id="{AFDF4D06-96EC-4BFD-D896-3696BBA65C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 1524">
                <a:extLst>
                  <a:ext uri="{FF2B5EF4-FFF2-40B4-BE49-F238E27FC236}">
                    <a16:creationId xmlns:a16="http://schemas.microsoft.com/office/drawing/2014/main" id="{80E58718-3945-9891-774A-7D325D20A4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Oval 1525">
                <a:extLst>
                  <a:ext uri="{FF2B5EF4-FFF2-40B4-BE49-F238E27FC236}">
                    <a16:creationId xmlns:a16="http://schemas.microsoft.com/office/drawing/2014/main" id="{B8E9E89F-6378-C63D-3CA6-EB776ED433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" name="Group 1526">
              <a:extLst>
                <a:ext uri="{FF2B5EF4-FFF2-40B4-BE49-F238E27FC236}">
                  <a16:creationId xmlns:a16="http://schemas.microsoft.com/office/drawing/2014/main" id="{A253BFAD-1F07-3D9E-B2FC-EA05C350A1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27" name="Oval 1527">
                <a:extLst>
                  <a:ext uri="{FF2B5EF4-FFF2-40B4-BE49-F238E27FC236}">
                    <a16:creationId xmlns:a16="http://schemas.microsoft.com/office/drawing/2014/main" id="{F015FC64-3BFE-BDAC-CE59-C4649B0842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8" name="Oval 1528">
                <a:extLst>
                  <a:ext uri="{FF2B5EF4-FFF2-40B4-BE49-F238E27FC236}">
                    <a16:creationId xmlns:a16="http://schemas.microsoft.com/office/drawing/2014/main" id="{B205DC8F-B635-DDC7-D27D-62010CE0BD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9" name="Freeform 1529">
                <a:extLst>
                  <a:ext uri="{FF2B5EF4-FFF2-40B4-BE49-F238E27FC236}">
                    <a16:creationId xmlns:a16="http://schemas.microsoft.com/office/drawing/2014/main" id="{5E190D66-2F1D-9E09-77B0-3EF7138FEC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1530">
                <a:extLst>
                  <a:ext uri="{FF2B5EF4-FFF2-40B4-BE49-F238E27FC236}">
                    <a16:creationId xmlns:a16="http://schemas.microsoft.com/office/drawing/2014/main" id="{E4FCD2FE-B42F-5FF9-7A35-07EC7540F9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1531">
                <a:extLst>
                  <a:ext uri="{FF2B5EF4-FFF2-40B4-BE49-F238E27FC236}">
                    <a16:creationId xmlns:a16="http://schemas.microsoft.com/office/drawing/2014/main" id="{F5AF644D-C77A-9D2C-3E15-7B1963336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Oval 1532">
                <a:extLst>
                  <a:ext uri="{FF2B5EF4-FFF2-40B4-BE49-F238E27FC236}">
                    <a16:creationId xmlns:a16="http://schemas.microsoft.com/office/drawing/2014/main" id="{29E1B0D4-18E9-37F2-2236-1B2A34DAB5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" name="Group 1533">
              <a:extLst>
                <a:ext uri="{FF2B5EF4-FFF2-40B4-BE49-F238E27FC236}">
                  <a16:creationId xmlns:a16="http://schemas.microsoft.com/office/drawing/2014/main" id="{E23DA85A-671C-1668-8753-9162D34586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21" name="Oval 1534">
                <a:extLst>
                  <a:ext uri="{FF2B5EF4-FFF2-40B4-BE49-F238E27FC236}">
                    <a16:creationId xmlns:a16="http://schemas.microsoft.com/office/drawing/2014/main" id="{C5F0F309-B9D0-28E8-3548-4B7DA9AD01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2" name="Oval 1535">
                <a:extLst>
                  <a:ext uri="{FF2B5EF4-FFF2-40B4-BE49-F238E27FC236}">
                    <a16:creationId xmlns:a16="http://schemas.microsoft.com/office/drawing/2014/main" id="{98963174-0476-1252-421B-C349B41C48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3" name="Freeform 1536">
                <a:extLst>
                  <a:ext uri="{FF2B5EF4-FFF2-40B4-BE49-F238E27FC236}">
                    <a16:creationId xmlns:a16="http://schemas.microsoft.com/office/drawing/2014/main" id="{29C9BBAC-349D-19B7-C497-0E03191C03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1537">
                <a:extLst>
                  <a:ext uri="{FF2B5EF4-FFF2-40B4-BE49-F238E27FC236}">
                    <a16:creationId xmlns:a16="http://schemas.microsoft.com/office/drawing/2014/main" id="{AE9074DA-D0D1-C943-051D-D882658DF6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1538">
                <a:extLst>
                  <a:ext uri="{FF2B5EF4-FFF2-40B4-BE49-F238E27FC236}">
                    <a16:creationId xmlns:a16="http://schemas.microsoft.com/office/drawing/2014/main" id="{98426D2E-579A-1CDB-6E48-436814836C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Oval 1539">
                <a:extLst>
                  <a:ext uri="{FF2B5EF4-FFF2-40B4-BE49-F238E27FC236}">
                    <a16:creationId xmlns:a16="http://schemas.microsoft.com/office/drawing/2014/main" id="{1E4C4BD6-3115-2B12-56AF-3CC07D817F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" name="Group 1540">
              <a:extLst>
                <a:ext uri="{FF2B5EF4-FFF2-40B4-BE49-F238E27FC236}">
                  <a16:creationId xmlns:a16="http://schemas.microsoft.com/office/drawing/2014/main" id="{F875763B-B544-CC48-9985-E1BDB26C3A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15" name="Oval 1541">
                <a:extLst>
                  <a:ext uri="{FF2B5EF4-FFF2-40B4-BE49-F238E27FC236}">
                    <a16:creationId xmlns:a16="http://schemas.microsoft.com/office/drawing/2014/main" id="{E7BDA33E-A565-7236-8E53-8BF0770902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6" name="Oval 1542">
                <a:extLst>
                  <a:ext uri="{FF2B5EF4-FFF2-40B4-BE49-F238E27FC236}">
                    <a16:creationId xmlns:a16="http://schemas.microsoft.com/office/drawing/2014/main" id="{579C8212-92EC-367C-C734-3FB2B02922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7" name="Freeform 1543">
                <a:extLst>
                  <a:ext uri="{FF2B5EF4-FFF2-40B4-BE49-F238E27FC236}">
                    <a16:creationId xmlns:a16="http://schemas.microsoft.com/office/drawing/2014/main" id="{EC034273-7CC1-E526-647A-F21124DDD6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 1544">
                <a:extLst>
                  <a:ext uri="{FF2B5EF4-FFF2-40B4-BE49-F238E27FC236}">
                    <a16:creationId xmlns:a16="http://schemas.microsoft.com/office/drawing/2014/main" id="{85F3441F-5C73-3F6A-C97A-E0C8443501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1545">
                <a:extLst>
                  <a:ext uri="{FF2B5EF4-FFF2-40B4-BE49-F238E27FC236}">
                    <a16:creationId xmlns:a16="http://schemas.microsoft.com/office/drawing/2014/main" id="{4B802DD9-439B-4A54-1FAA-BFDB03F0FD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Oval 1546">
                <a:extLst>
                  <a:ext uri="{FF2B5EF4-FFF2-40B4-BE49-F238E27FC236}">
                    <a16:creationId xmlns:a16="http://schemas.microsoft.com/office/drawing/2014/main" id="{BD050BA9-6071-21FE-DC27-AD83984BA1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" name="Group 1547">
              <a:extLst>
                <a:ext uri="{FF2B5EF4-FFF2-40B4-BE49-F238E27FC236}">
                  <a16:creationId xmlns:a16="http://schemas.microsoft.com/office/drawing/2014/main" id="{20E93009-9838-D1BD-B449-F91F006A30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09" name="Oval 1548">
                <a:extLst>
                  <a:ext uri="{FF2B5EF4-FFF2-40B4-BE49-F238E27FC236}">
                    <a16:creationId xmlns:a16="http://schemas.microsoft.com/office/drawing/2014/main" id="{FB6C0FAF-AC5C-F255-0400-40B8091146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" name="Oval 1549">
                <a:extLst>
                  <a:ext uri="{FF2B5EF4-FFF2-40B4-BE49-F238E27FC236}">
                    <a16:creationId xmlns:a16="http://schemas.microsoft.com/office/drawing/2014/main" id="{2F02401D-1705-6295-4349-1956C9A06C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" name="Freeform 1550">
                <a:extLst>
                  <a:ext uri="{FF2B5EF4-FFF2-40B4-BE49-F238E27FC236}">
                    <a16:creationId xmlns:a16="http://schemas.microsoft.com/office/drawing/2014/main" id="{C2E1085F-46FB-07F7-541C-16F079B429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Freeform 1551">
                <a:extLst>
                  <a:ext uri="{FF2B5EF4-FFF2-40B4-BE49-F238E27FC236}">
                    <a16:creationId xmlns:a16="http://schemas.microsoft.com/office/drawing/2014/main" id="{2A6F56C1-8D25-D4C8-1B29-880B812922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 1552">
                <a:extLst>
                  <a:ext uri="{FF2B5EF4-FFF2-40B4-BE49-F238E27FC236}">
                    <a16:creationId xmlns:a16="http://schemas.microsoft.com/office/drawing/2014/main" id="{4153A595-6B98-1497-903E-EAC4873764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Oval 1553">
                <a:extLst>
                  <a:ext uri="{FF2B5EF4-FFF2-40B4-BE49-F238E27FC236}">
                    <a16:creationId xmlns:a16="http://schemas.microsoft.com/office/drawing/2014/main" id="{3FBBE88F-7E76-C44D-628A-EAF6756C09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3" name="Group 1554">
              <a:extLst>
                <a:ext uri="{FF2B5EF4-FFF2-40B4-BE49-F238E27FC236}">
                  <a16:creationId xmlns:a16="http://schemas.microsoft.com/office/drawing/2014/main" id="{4883C65D-56D9-63FA-43B2-40B145BE67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03" name="Oval 1555">
                <a:extLst>
                  <a:ext uri="{FF2B5EF4-FFF2-40B4-BE49-F238E27FC236}">
                    <a16:creationId xmlns:a16="http://schemas.microsoft.com/office/drawing/2014/main" id="{10DC75C8-D760-5D14-8EFA-A1A919065B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" name="Oval 1556">
                <a:extLst>
                  <a:ext uri="{FF2B5EF4-FFF2-40B4-BE49-F238E27FC236}">
                    <a16:creationId xmlns:a16="http://schemas.microsoft.com/office/drawing/2014/main" id="{A8CBF3BC-7572-CC91-BE9A-17F0B80EAB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" name="Freeform 1557">
                <a:extLst>
                  <a:ext uri="{FF2B5EF4-FFF2-40B4-BE49-F238E27FC236}">
                    <a16:creationId xmlns:a16="http://schemas.microsoft.com/office/drawing/2014/main" id="{A27F3DB5-DDF7-1589-8776-09BFCAD5CC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Freeform 1558">
                <a:extLst>
                  <a:ext uri="{FF2B5EF4-FFF2-40B4-BE49-F238E27FC236}">
                    <a16:creationId xmlns:a16="http://schemas.microsoft.com/office/drawing/2014/main" id="{08A55AAD-E2E1-66A1-F067-43996C4BBB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 1559">
                <a:extLst>
                  <a:ext uri="{FF2B5EF4-FFF2-40B4-BE49-F238E27FC236}">
                    <a16:creationId xmlns:a16="http://schemas.microsoft.com/office/drawing/2014/main" id="{F3421287-1EA9-B102-6D53-56FA608A5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Oval 1560">
                <a:extLst>
                  <a:ext uri="{FF2B5EF4-FFF2-40B4-BE49-F238E27FC236}">
                    <a16:creationId xmlns:a16="http://schemas.microsoft.com/office/drawing/2014/main" id="{F8338E4D-C571-2C60-456D-6AC9B7AE6D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" name="Group 1561">
              <a:extLst>
                <a:ext uri="{FF2B5EF4-FFF2-40B4-BE49-F238E27FC236}">
                  <a16:creationId xmlns:a16="http://schemas.microsoft.com/office/drawing/2014/main" id="{F6FA1ECB-9A88-51A3-2B64-4C0BF6A1B8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97" name="Oval 1562">
                <a:extLst>
                  <a:ext uri="{FF2B5EF4-FFF2-40B4-BE49-F238E27FC236}">
                    <a16:creationId xmlns:a16="http://schemas.microsoft.com/office/drawing/2014/main" id="{F8554CF9-8988-504B-F477-15B3BECF4C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" name="Oval 1563">
                <a:extLst>
                  <a:ext uri="{FF2B5EF4-FFF2-40B4-BE49-F238E27FC236}">
                    <a16:creationId xmlns:a16="http://schemas.microsoft.com/office/drawing/2014/main" id="{682E4BE3-7B1D-252C-3EFC-058960D263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" name="Freeform 1564">
                <a:extLst>
                  <a:ext uri="{FF2B5EF4-FFF2-40B4-BE49-F238E27FC236}">
                    <a16:creationId xmlns:a16="http://schemas.microsoft.com/office/drawing/2014/main" id="{9C7A315E-39D5-5FC3-87DE-23C83FD0F3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 1565">
                <a:extLst>
                  <a:ext uri="{FF2B5EF4-FFF2-40B4-BE49-F238E27FC236}">
                    <a16:creationId xmlns:a16="http://schemas.microsoft.com/office/drawing/2014/main" id="{85908905-16AA-9263-B2AD-B52791D2E6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 1566">
                <a:extLst>
                  <a:ext uri="{FF2B5EF4-FFF2-40B4-BE49-F238E27FC236}">
                    <a16:creationId xmlns:a16="http://schemas.microsoft.com/office/drawing/2014/main" id="{F62FE90B-FB88-9D7D-D3DB-21F38CF28F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Oval 1567">
                <a:extLst>
                  <a:ext uri="{FF2B5EF4-FFF2-40B4-BE49-F238E27FC236}">
                    <a16:creationId xmlns:a16="http://schemas.microsoft.com/office/drawing/2014/main" id="{E8E3D96E-BD61-4177-938D-6D89F4C37B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" name="Group 1568">
              <a:extLst>
                <a:ext uri="{FF2B5EF4-FFF2-40B4-BE49-F238E27FC236}">
                  <a16:creationId xmlns:a16="http://schemas.microsoft.com/office/drawing/2014/main" id="{7B32B841-9239-9B25-A1C4-ACAA9F02D0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91" name="Oval 1569">
                <a:extLst>
                  <a:ext uri="{FF2B5EF4-FFF2-40B4-BE49-F238E27FC236}">
                    <a16:creationId xmlns:a16="http://schemas.microsoft.com/office/drawing/2014/main" id="{2E05FA13-BD76-D725-5F90-306F27D8B0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" name="Oval 1570">
                <a:extLst>
                  <a:ext uri="{FF2B5EF4-FFF2-40B4-BE49-F238E27FC236}">
                    <a16:creationId xmlns:a16="http://schemas.microsoft.com/office/drawing/2014/main" id="{FA3B1AA3-D488-AD43-8249-36F85AD60B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" name="Freeform 1571">
                <a:extLst>
                  <a:ext uri="{FF2B5EF4-FFF2-40B4-BE49-F238E27FC236}">
                    <a16:creationId xmlns:a16="http://schemas.microsoft.com/office/drawing/2014/main" id="{D4C0C55A-4A1D-C25F-59B1-B4933BF31F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Freeform 1572">
                <a:extLst>
                  <a:ext uri="{FF2B5EF4-FFF2-40B4-BE49-F238E27FC236}">
                    <a16:creationId xmlns:a16="http://schemas.microsoft.com/office/drawing/2014/main" id="{14DE2872-A98A-24BE-AE32-EF28DC2012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Freeform 1573">
                <a:extLst>
                  <a:ext uri="{FF2B5EF4-FFF2-40B4-BE49-F238E27FC236}">
                    <a16:creationId xmlns:a16="http://schemas.microsoft.com/office/drawing/2014/main" id="{95CAC415-847C-EA6B-FEB8-F2050899A5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Oval 1574">
                <a:extLst>
                  <a:ext uri="{FF2B5EF4-FFF2-40B4-BE49-F238E27FC236}">
                    <a16:creationId xmlns:a16="http://schemas.microsoft.com/office/drawing/2014/main" id="{333E5889-50E8-5F08-D7C9-C27425F181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" name="Group 1575">
              <a:extLst>
                <a:ext uri="{FF2B5EF4-FFF2-40B4-BE49-F238E27FC236}">
                  <a16:creationId xmlns:a16="http://schemas.microsoft.com/office/drawing/2014/main" id="{356191C3-7711-2148-BCC8-C41E86B7F9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5" name="Oval 1576">
                <a:extLst>
                  <a:ext uri="{FF2B5EF4-FFF2-40B4-BE49-F238E27FC236}">
                    <a16:creationId xmlns:a16="http://schemas.microsoft.com/office/drawing/2014/main" id="{FB2552A6-3AD9-6EE6-D5A8-8F19B5EC57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" name="Oval 1577">
                <a:extLst>
                  <a:ext uri="{FF2B5EF4-FFF2-40B4-BE49-F238E27FC236}">
                    <a16:creationId xmlns:a16="http://schemas.microsoft.com/office/drawing/2014/main" id="{2AFB24B5-9962-66DA-A327-51E469832E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" name="Freeform 1578">
                <a:extLst>
                  <a:ext uri="{FF2B5EF4-FFF2-40B4-BE49-F238E27FC236}">
                    <a16:creationId xmlns:a16="http://schemas.microsoft.com/office/drawing/2014/main" id="{9DF0D08C-B83F-0EDD-88D2-B277747AC9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579">
                <a:extLst>
                  <a:ext uri="{FF2B5EF4-FFF2-40B4-BE49-F238E27FC236}">
                    <a16:creationId xmlns:a16="http://schemas.microsoft.com/office/drawing/2014/main" id="{231260B1-61E5-286A-98B8-E698300528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1580">
                <a:extLst>
                  <a:ext uri="{FF2B5EF4-FFF2-40B4-BE49-F238E27FC236}">
                    <a16:creationId xmlns:a16="http://schemas.microsoft.com/office/drawing/2014/main" id="{8B069E15-3A71-5DE7-1FB3-3076AA7C69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Oval 1581">
                <a:extLst>
                  <a:ext uri="{FF2B5EF4-FFF2-40B4-BE49-F238E27FC236}">
                    <a16:creationId xmlns:a16="http://schemas.microsoft.com/office/drawing/2014/main" id="{BCAF1E5F-AD50-BD26-73E0-650783AC2C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" name="Group 1582">
              <a:extLst>
                <a:ext uri="{FF2B5EF4-FFF2-40B4-BE49-F238E27FC236}">
                  <a16:creationId xmlns:a16="http://schemas.microsoft.com/office/drawing/2014/main" id="{778FD855-398B-F270-FDCA-08FE655807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79" name="Oval 1583">
                <a:extLst>
                  <a:ext uri="{FF2B5EF4-FFF2-40B4-BE49-F238E27FC236}">
                    <a16:creationId xmlns:a16="http://schemas.microsoft.com/office/drawing/2014/main" id="{3BB51769-4DFE-2F9E-A178-A3504D984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" name="Oval 1584">
                <a:extLst>
                  <a:ext uri="{FF2B5EF4-FFF2-40B4-BE49-F238E27FC236}">
                    <a16:creationId xmlns:a16="http://schemas.microsoft.com/office/drawing/2014/main" id="{B95E7CC3-91EB-4B77-A69D-1ED5208628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" name="Freeform 1585">
                <a:extLst>
                  <a:ext uri="{FF2B5EF4-FFF2-40B4-BE49-F238E27FC236}">
                    <a16:creationId xmlns:a16="http://schemas.microsoft.com/office/drawing/2014/main" id="{BBE9636C-C108-A9F2-0410-5421B4FACC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1586">
                <a:extLst>
                  <a:ext uri="{FF2B5EF4-FFF2-40B4-BE49-F238E27FC236}">
                    <a16:creationId xmlns:a16="http://schemas.microsoft.com/office/drawing/2014/main" id="{2E9E2DA7-7079-A69F-8476-8AF0AA05DE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1587">
                <a:extLst>
                  <a:ext uri="{FF2B5EF4-FFF2-40B4-BE49-F238E27FC236}">
                    <a16:creationId xmlns:a16="http://schemas.microsoft.com/office/drawing/2014/main" id="{758C7DB3-7597-E25A-A8D3-0C53C196F5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Oval 1588">
                <a:extLst>
                  <a:ext uri="{FF2B5EF4-FFF2-40B4-BE49-F238E27FC236}">
                    <a16:creationId xmlns:a16="http://schemas.microsoft.com/office/drawing/2014/main" id="{508FFF9F-7271-E094-7009-E23078B4BE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8" name="Group 1589">
              <a:extLst>
                <a:ext uri="{FF2B5EF4-FFF2-40B4-BE49-F238E27FC236}">
                  <a16:creationId xmlns:a16="http://schemas.microsoft.com/office/drawing/2014/main" id="{AF27A5E4-9066-1CE9-1631-E3A96A15BB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73" name="Oval 1590">
                <a:extLst>
                  <a:ext uri="{FF2B5EF4-FFF2-40B4-BE49-F238E27FC236}">
                    <a16:creationId xmlns:a16="http://schemas.microsoft.com/office/drawing/2014/main" id="{1C379ED9-2FA1-07F0-A9AE-87F8BB0ABD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" name="Oval 1591">
                <a:extLst>
                  <a:ext uri="{FF2B5EF4-FFF2-40B4-BE49-F238E27FC236}">
                    <a16:creationId xmlns:a16="http://schemas.microsoft.com/office/drawing/2014/main" id="{E6E41BE3-ED52-A62E-A13B-DD574C1345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" name="Freeform 1592">
                <a:extLst>
                  <a:ext uri="{FF2B5EF4-FFF2-40B4-BE49-F238E27FC236}">
                    <a16:creationId xmlns:a16="http://schemas.microsoft.com/office/drawing/2014/main" id="{5B2D56CE-7087-925C-4E13-7157BFD628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1593">
                <a:extLst>
                  <a:ext uri="{FF2B5EF4-FFF2-40B4-BE49-F238E27FC236}">
                    <a16:creationId xmlns:a16="http://schemas.microsoft.com/office/drawing/2014/main" id="{918DAAE8-CD16-FA54-ECC9-24BD7E9F55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1594">
                <a:extLst>
                  <a:ext uri="{FF2B5EF4-FFF2-40B4-BE49-F238E27FC236}">
                    <a16:creationId xmlns:a16="http://schemas.microsoft.com/office/drawing/2014/main" id="{B2FEEFB1-7E60-24AA-9DC1-147B548577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Oval 1595">
                <a:extLst>
                  <a:ext uri="{FF2B5EF4-FFF2-40B4-BE49-F238E27FC236}">
                    <a16:creationId xmlns:a16="http://schemas.microsoft.com/office/drawing/2014/main" id="{873F6CFA-B8BE-2AC7-1462-9CEB9AAF22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9" name="Group 1596">
              <a:extLst>
                <a:ext uri="{FF2B5EF4-FFF2-40B4-BE49-F238E27FC236}">
                  <a16:creationId xmlns:a16="http://schemas.microsoft.com/office/drawing/2014/main" id="{C7E18A1C-2924-B691-BE12-BE703ED3CD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67" name="Oval 1597">
                <a:extLst>
                  <a:ext uri="{FF2B5EF4-FFF2-40B4-BE49-F238E27FC236}">
                    <a16:creationId xmlns:a16="http://schemas.microsoft.com/office/drawing/2014/main" id="{F4CD8227-F721-0D58-8395-72C76DAC16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" name="Oval 1598">
                <a:extLst>
                  <a:ext uri="{FF2B5EF4-FFF2-40B4-BE49-F238E27FC236}">
                    <a16:creationId xmlns:a16="http://schemas.microsoft.com/office/drawing/2014/main" id="{11D098C1-8B43-5241-02D4-6D17E81A21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" name="Freeform 1599">
                <a:extLst>
                  <a:ext uri="{FF2B5EF4-FFF2-40B4-BE49-F238E27FC236}">
                    <a16:creationId xmlns:a16="http://schemas.microsoft.com/office/drawing/2014/main" id="{3EDD0806-C8AE-CC85-9E19-B496B51D2B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1600">
                <a:extLst>
                  <a:ext uri="{FF2B5EF4-FFF2-40B4-BE49-F238E27FC236}">
                    <a16:creationId xmlns:a16="http://schemas.microsoft.com/office/drawing/2014/main" id="{8C6C1B5B-047C-A082-1414-A6995AB375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1601">
                <a:extLst>
                  <a:ext uri="{FF2B5EF4-FFF2-40B4-BE49-F238E27FC236}">
                    <a16:creationId xmlns:a16="http://schemas.microsoft.com/office/drawing/2014/main" id="{7A2F576C-177E-8E6C-3714-2C651BD212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Oval 1602">
                <a:extLst>
                  <a:ext uri="{FF2B5EF4-FFF2-40B4-BE49-F238E27FC236}">
                    <a16:creationId xmlns:a16="http://schemas.microsoft.com/office/drawing/2014/main" id="{F42B7094-A51E-3F98-9B49-0084E35F6A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0" name="Group 1603">
              <a:extLst>
                <a:ext uri="{FF2B5EF4-FFF2-40B4-BE49-F238E27FC236}">
                  <a16:creationId xmlns:a16="http://schemas.microsoft.com/office/drawing/2014/main" id="{A74600EF-BF05-6A2A-3E78-D211899F1F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61" name="Oval 1604">
                <a:extLst>
                  <a:ext uri="{FF2B5EF4-FFF2-40B4-BE49-F238E27FC236}">
                    <a16:creationId xmlns:a16="http://schemas.microsoft.com/office/drawing/2014/main" id="{4B77D196-1382-B8A1-01E4-C5488385CE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" name="Oval 1605">
                <a:extLst>
                  <a:ext uri="{FF2B5EF4-FFF2-40B4-BE49-F238E27FC236}">
                    <a16:creationId xmlns:a16="http://schemas.microsoft.com/office/drawing/2014/main" id="{54AFC0C4-D55B-3921-80D8-31E425519B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" name="Freeform 1606">
                <a:extLst>
                  <a:ext uri="{FF2B5EF4-FFF2-40B4-BE49-F238E27FC236}">
                    <a16:creationId xmlns:a16="http://schemas.microsoft.com/office/drawing/2014/main" id="{89E784F1-FC55-830B-7A28-690FA021F0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1607">
                <a:extLst>
                  <a:ext uri="{FF2B5EF4-FFF2-40B4-BE49-F238E27FC236}">
                    <a16:creationId xmlns:a16="http://schemas.microsoft.com/office/drawing/2014/main" id="{3A1E1684-10F3-C72F-1856-0776733C9E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1608">
                <a:extLst>
                  <a:ext uri="{FF2B5EF4-FFF2-40B4-BE49-F238E27FC236}">
                    <a16:creationId xmlns:a16="http://schemas.microsoft.com/office/drawing/2014/main" id="{703C4079-A4E6-EF10-F105-1D39592A5E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Oval 1609">
                <a:extLst>
                  <a:ext uri="{FF2B5EF4-FFF2-40B4-BE49-F238E27FC236}">
                    <a16:creationId xmlns:a16="http://schemas.microsoft.com/office/drawing/2014/main" id="{0234BDB3-8581-3F04-BF28-D262A8D4CC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453" name="Group 1385">
            <a:extLst>
              <a:ext uri="{FF2B5EF4-FFF2-40B4-BE49-F238E27FC236}">
                <a16:creationId xmlns:a16="http://schemas.microsoft.com/office/drawing/2014/main" id="{641C451E-03DE-DE1E-0640-2BDBCAA622A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87524" y="452110"/>
            <a:ext cx="1141095" cy="340150"/>
            <a:chOff x="446" y="1196"/>
            <a:chExt cx="1048" cy="312"/>
          </a:xfrm>
        </p:grpSpPr>
        <p:grpSp>
          <p:nvGrpSpPr>
            <p:cNvPr id="454" name="Group 1386">
              <a:extLst>
                <a:ext uri="{FF2B5EF4-FFF2-40B4-BE49-F238E27FC236}">
                  <a16:creationId xmlns:a16="http://schemas.microsoft.com/office/drawing/2014/main" id="{8C689C7B-C68C-0649-9AF3-B75542A17A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672" name="Oval 1387">
                <a:extLst>
                  <a:ext uri="{FF2B5EF4-FFF2-40B4-BE49-F238E27FC236}">
                    <a16:creationId xmlns:a16="http://schemas.microsoft.com/office/drawing/2014/main" id="{6F180BC5-5C7C-FA62-5465-D137D5D66B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3" name="Oval 1388">
                <a:extLst>
                  <a:ext uri="{FF2B5EF4-FFF2-40B4-BE49-F238E27FC236}">
                    <a16:creationId xmlns:a16="http://schemas.microsoft.com/office/drawing/2014/main" id="{49642FC6-450C-F048-185F-515DA0F340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4" name="Freeform 1389">
                <a:extLst>
                  <a:ext uri="{FF2B5EF4-FFF2-40B4-BE49-F238E27FC236}">
                    <a16:creationId xmlns:a16="http://schemas.microsoft.com/office/drawing/2014/main" id="{A028C0CE-C140-9DA2-4CFF-01D05A4759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Freeform 1390">
                <a:extLst>
                  <a:ext uri="{FF2B5EF4-FFF2-40B4-BE49-F238E27FC236}">
                    <a16:creationId xmlns:a16="http://schemas.microsoft.com/office/drawing/2014/main" id="{8C115396-D5BA-BE77-3F51-44C20BD28D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1391">
                <a:extLst>
                  <a:ext uri="{FF2B5EF4-FFF2-40B4-BE49-F238E27FC236}">
                    <a16:creationId xmlns:a16="http://schemas.microsoft.com/office/drawing/2014/main" id="{2825D03A-F7C1-A53F-8730-54FB7B900E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Oval 1392">
                <a:extLst>
                  <a:ext uri="{FF2B5EF4-FFF2-40B4-BE49-F238E27FC236}">
                    <a16:creationId xmlns:a16="http://schemas.microsoft.com/office/drawing/2014/main" id="{AA6C78E6-797E-501A-93E5-98D1BACA1E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5" name="Group 1393">
              <a:extLst>
                <a:ext uri="{FF2B5EF4-FFF2-40B4-BE49-F238E27FC236}">
                  <a16:creationId xmlns:a16="http://schemas.microsoft.com/office/drawing/2014/main" id="{EBB40436-BD35-708D-41B4-3D88C08E14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666" name="Oval 1394">
                <a:extLst>
                  <a:ext uri="{FF2B5EF4-FFF2-40B4-BE49-F238E27FC236}">
                    <a16:creationId xmlns:a16="http://schemas.microsoft.com/office/drawing/2014/main" id="{B6DAF0CA-A6C4-6A63-9BFF-50E711082A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7" name="Oval 1395">
                <a:extLst>
                  <a:ext uri="{FF2B5EF4-FFF2-40B4-BE49-F238E27FC236}">
                    <a16:creationId xmlns:a16="http://schemas.microsoft.com/office/drawing/2014/main" id="{0AFA5C49-14D7-588D-00B8-11B5A902A0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8" name="Freeform 1396">
                <a:extLst>
                  <a:ext uri="{FF2B5EF4-FFF2-40B4-BE49-F238E27FC236}">
                    <a16:creationId xmlns:a16="http://schemas.microsoft.com/office/drawing/2014/main" id="{7326FEA7-C752-22F8-3DDA-D5D6BE9BC9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Freeform 1397">
                <a:extLst>
                  <a:ext uri="{FF2B5EF4-FFF2-40B4-BE49-F238E27FC236}">
                    <a16:creationId xmlns:a16="http://schemas.microsoft.com/office/drawing/2014/main" id="{3596048B-3093-181B-2FEB-474628B5C1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Freeform 1398">
                <a:extLst>
                  <a:ext uri="{FF2B5EF4-FFF2-40B4-BE49-F238E27FC236}">
                    <a16:creationId xmlns:a16="http://schemas.microsoft.com/office/drawing/2014/main" id="{8A766DC8-B5EA-D255-0CF6-AC5FE449A7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Oval 1399">
                <a:extLst>
                  <a:ext uri="{FF2B5EF4-FFF2-40B4-BE49-F238E27FC236}">
                    <a16:creationId xmlns:a16="http://schemas.microsoft.com/office/drawing/2014/main" id="{649A18EA-A80E-2986-88EB-0B572A9D8D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6" name="Group 1400">
              <a:extLst>
                <a:ext uri="{FF2B5EF4-FFF2-40B4-BE49-F238E27FC236}">
                  <a16:creationId xmlns:a16="http://schemas.microsoft.com/office/drawing/2014/main" id="{43F68E51-48B4-E5D2-51E2-CCE35F528C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660" name="Oval 1401">
                <a:extLst>
                  <a:ext uri="{FF2B5EF4-FFF2-40B4-BE49-F238E27FC236}">
                    <a16:creationId xmlns:a16="http://schemas.microsoft.com/office/drawing/2014/main" id="{0539D8DA-40A2-2D3A-CBFD-33D8E961A1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1" name="Oval 1402">
                <a:extLst>
                  <a:ext uri="{FF2B5EF4-FFF2-40B4-BE49-F238E27FC236}">
                    <a16:creationId xmlns:a16="http://schemas.microsoft.com/office/drawing/2014/main" id="{6DE942D5-12CE-FE65-419F-E6809365A3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2" name="Freeform 1403">
                <a:extLst>
                  <a:ext uri="{FF2B5EF4-FFF2-40B4-BE49-F238E27FC236}">
                    <a16:creationId xmlns:a16="http://schemas.microsoft.com/office/drawing/2014/main" id="{DA9A2149-2BCD-1B2A-9B0B-06B12B8490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Freeform 1404">
                <a:extLst>
                  <a:ext uri="{FF2B5EF4-FFF2-40B4-BE49-F238E27FC236}">
                    <a16:creationId xmlns:a16="http://schemas.microsoft.com/office/drawing/2014/main" id="{4E58182E-0948-E4CA-01DD-7DF1DABC9B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Freeform 1405">
                <a:extLst>
                  <a:ext uri="{FF2B5EF4-FFF2-40B4-BE49-F238E27FC236}">
                    <a16:creationId xmlns:a16="http://schemas.microsoft.com/office/drawing/2014/main" id="{989B6D21-BEFD-3582-0959-D5C61F1A00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Oval 1406">
                <a:extLst>
                  <a:ext uri="{FF2B5EF4-FFF2-40B4-BE49-F238E27FC236}">
                    <a16:creationId xmlns:a16="http://schemas.microsoft.com/office/drawing/2014/main" id="{68379680-C0DA-62EE-A5E6-1424C77D7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7" name="Group 1407">
              <a:extLst>
                <a:ext uri="{FF2B5EF4-FFF2-40B4-BE49-F238E27FC236}">
                  <a16:creationId xmlns:a16="http://schemas.microsoft.com/office/drawing/2014/main" id="{C2F4EEFC-1D25-F34D-3BB5-9BA1F8C001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654" name="Oval 1408">
                <a:extLst>
                  <a:ext uri="{FF2B5EF4-FFF2-40B4-BE49-F238E27FC236}">
                    <a16:creationId xmlns:a16="http://schemas.microsoft.com/office/drawing/2014/main" id="{A666A525-F141-91F7-0492-EF969AA3F4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5" name="Oval 1409">
                <a:extLst>
                  <a:ext uri="{FF2B5EF4-FFF2-40B4-BE49-F238E27FC236}">
                    <a16:creationId xmlns:a16="http://schemas.microsoft.com/office/drawing/2014/main" id="{1CE7D0D0-E353-D5B5-4784-A9288971B0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6" name="Freeform 1410">
                <a:extLst>
                  <a:ext uri="{FF2B5EF4-FFF2-40B4-BE49-F238E27FC236}">
                    <a16:creationId xmlns:a16="http://schemas.microsoft.com/office/drawing/2014/main" id="{805F7680-394F-ECB9-9DC9-C009102725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Freeform 1411">
                <a:extLst>
                  <a:ext uri="{FF2B5EF4-FFF2-40B4-BE49-F238E27FC236}">
                    <a16:creationId xmlns:a16="http://schemas.microsoft.com/office/drawing/2014/main" id="{3C902E69-BB42-1B57-02B5-D2A8768EED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Freeform 1412">
                <a:extLst>
                  <a:ext uri="{FF2B5EF4-FFF2-40B4-BE49-F238E27FC236}">
                    <a16:creationId xmlns:a16="http://schemas.microsoft.com/office/drawing/2014/main" id="{8CC844DF-4D20-0771-75A0-C46232F4BB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Oval 1413">
                <a:extLst>
                  <a:ext uri="{FF2B5EF4-FFF2-40B4-BE49-F238E27FC236}">
                    <a16:creationId xmlns:a16="http://schemas.microsoft.com/office/drawing/2014/main" id="{7B46AF5F-A6D0-DCE8-6194-19744BDF47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8" name="Group 1414">
              <a:extLst>
                <a:ext uri="{FF2B5EF4-FFF2-40B4-BE49-F238E27FC236}">
                  <a16:creationId xmlns:a16="http://schemas.microsoft.com/office/drawing/2014/main" id="{9E210F4B-544B-E12C-B54D-32A20F7403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648" name="Oval 1415">
                <a:extLst>
                  <a:ext uri="{FF2B5EF4-FFF2-40B4-BE49-F238E27FC236}">
                    <a16:creationId xmlns:a16="http://schemas.microsoft.com/office/drawing/2014/main" id="{1CDA8D7E-8072-E877-A0CB-F6D8BB31E7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9" name="Oval 1416">
                <a:extLst>
                  <a:ext uri="{FF2B5EF4-FFF2-40B4-BE49-F238E27FC236}">
                    <a16:creationId xmlns:a16="http://schemas.microsoft.com/office/drawing/2014/main" id="{CA279B7D-D4F9-2660-1644-A516A0D542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0" name="Freeform 1417">
                <a:extLst>
                  <a:ext uri="{FF2B5EF4-FFF2-40B4-BE49-F238E27FC236}">
                    <a16:creationId xmlns:a16="http://schemas.microsoft.com/office/drawing/2014/main" id="{B6548876-ADF8-0497-EB19-1792623F8C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Freeform 1418">
                <a:extLst>
                  <a:ext uri="{FF2B5EF4-FFF2-40B4-BE49-F238E27FC236}">
                    <a16:creationId xmlns:a16="http://schemas.microsoft.com/office/drawing/2014/main" id="{E7E97955-DD58-3FB1-444D-E92F1498D2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Freeform 1419">
                <a:extLst>
                  <a:ext uri="{FF2B5EF4-FFF2-40B4-BE49-F238E27FC236}">
                    <a16:creationId xmlns:a16="http://schemas.microsoft.com/office/drawing/2014/main" id="{9F3259E5-17E0-33CC-498E-63D5E66FEB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Oval 1420">
                <a:extLst>
                  <a:ext uri="{FF2B5EF4-FFF2-40B4-BE49-F238E27FC236}">
                    <a16:creationId xmlns:a16="http://schemas.microsoft.com/office/drawing/2014/main" id="{8A5723CE-D8C9-F7E7-BF95-EB2AB08B2D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9" name="Group 1421">
              <a:extLst>
                <a:ext uri="{FF2B5EF4-FFF2-40B4-BE49-F238E27FC236}">
                  <a16:creationId xmlns:a16="http://schemas.microsoft.com/office/drawing/2014/main" id="{24140FF3-0E2D-7741-C46F-1FB6727C7C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642" name="Oval 1422">
                <a:extLst>
                  <a:ext uri="{FF2B5EF4-FFF2-40B4-BE49-F238E27FC236}">
                    <a16:creationId xmlns:a16="http://schemas.microsoft.com/office/drawing/2014/main" id="{1C340485-4247-A7D3-2642-C196C75F84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3" name="Oval 1423">
                <a:extLst>
                  <a:ext uri="{FF2B5EF4-FFF2-40B4-BE49-F238E27FC236}">
                    <a16:creationId xmlns:a16="http://schemas.microsoft.com/office/drawing/2014/main" id="{BDCE66BB-FAAC-C8C9-7D10-A941575D19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4" name="Freeform 1424">
                <a:extLst>
                  <a:ext uri="{FF2B5EF4-FFF2-40B4-BE49-F238E27FC236}">
                    <a16:creationId xmlns:a16="http://schemas.microsoft.com/office/drawing/2014/main" id="{729BEC31-4C64-6F67-9F54-3F5E959504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Freeform 1425">
                <a:extLst>
                  <a:ext uri="{FF2B5EF4-FFF2-40B4-BE49-F238E27FC236}">
                    <a16:creationId xmlns:a16="http://schemas.microsoft.com/office/drawing/2014/main" id="{995E14E7-2661-EDC9-ED5E-549DB346D3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Freeform 1426">
                <a:extLst>
                  <a:ext uri="{FF2B5EF4-FFF2-40B4-BE49-F238E27FC236}">
                    <a16:creationId xmlns:a16="http://schemas.microsoft.com/office/drawing/2014/main" id="{CF04C51F-C632-C9CC-ED87-EE038A90A5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Oval 1427">
                <a:extLst>
                  <a:ext uri="{FF2B5EF4-FFF2-40B4-BE49-F238E27FC236}">
                    <a16:creationId xmlns:a16="http://schemas.microsoft.com/office/drawing/2014/main" id="{A792F5F6-2499-08FE-DFFE-58D4A37E8D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0" name="Group 1428">
              <a:extLst>
                <a:ext uri="{FF2B5EF4-FFF2-40B4-BE49-F238E27FC236}">
                  <a16:creationId xmlns:a16="http://schemas.microsoft.com/office/drawing/2014/main" id="{2DD69724-36BE-1517-1EB5-93AA371865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636" name="Oval 1429">
                <a:extLst>
                  <a:ext uri="{FF2B5EF4-FFF2-40B4-BE49-F238E27FC236}">
                    <a16:creationId xmlns:a16="http://schemas.microsoft.com/office/drawing/2014/main" id="{80A9B1D6-2837-0A7A-C50A-3FFECBD491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7" name="Oval 1430">
                <a:extLst>
                  <a:ext uri="{FF2B5EF4-FFF2-40B4-BE49-F238E27FC236}">
                    <a16:creationId xmlns:a16="http://schemas.microsoft.com/office/drawing/2014/main" id="{302B3CC4-8401-2D4F-EF50-0A4BB96655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8" name="Freeform 1431">
                <a:extLst>
                  <a:ext uri="{FF2B5EF4-FFF2-40B4-BE49-F238E27FC236}">
                    <a16:creationId xmlns:a16="http://schemas.microsoft.com/office/drawing/2014/main" id="{444D8DB2-A699-55A8-F787-A2C4AC3755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Freeform 1432">
                <a:extLst>
                  <a:ext uri="{FF2B5EF4-FFF2-40B4-BE49-F238E27FC236}">
                    <a16:creationId xmlns:a16="http://schemas.microsoft.com/office/drawing/2014/main" id="{0D160669-44DF-CC92-7724-5166DC2190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Freeform 1433">
                <a:extLst>
                  <a:ext uri="{FF2B5EF4-FFF2-40B4-BE49-F238E27FC236}">
                    <a16:creationId xmlns:a16="http://schemas.microsoft.com/office/drawing/2014/main" id="{ADF0CEAE-C75B-8DDA-F6B5-91DF277A73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Oval 1434">
                <a:extLst>
                  <a:ext uri="{FF2B5EF4-FFF2-40B4-BE49-F238E27FC236}">
                    <a16:creationId xmlns:a16="http://schemas.microsoft.com/office/drawing/2014/main" id="{2D4F03B7-BC8A-0102-6E3F-D67BDA8776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1" name="Group 1435">
              <a:extLst>
                <a:ext uri="{FF2B5EF4-FFF2-40B4-BE49-F238E27FC236}">
                  <a16:creationId xmlns:a16="http://schemas.microsoft.com/office/drawing/2014/main" id="{B8FCEAA1-A8B0-9A89-A109-9DA3859278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630" name="Oval 1436">
                <a:extLst>
                  <a:ext uri="{FF2B5EF4-FFF2-40B4-BE49-F238E27FC236}">
                    <a16:creationId xmlns:a16="http://schemas.microsoft.com/office/drawing/2014/main" id="{107FAD9D-2644-6353-1768-746AB11D89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1" name="Oval 1437">
                <a:extLst>
                  <a:ext uri="{FF2B5EF4-FFF2-40B4-BE49-F238E27FC236}">
                    <a16:creationId xmlns:a16="http://schemas.microsoft.com/office/drawing/2014/main" id="{486820B3-B4D5-860E-9A6D-1AE96D0764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2" name="Freeform 1438">
                <a:extLst>
                  <a:ext uri="{FF2B5EF4-FFF2-40B4-BE49-F238E27FC236}">
                    <a16:creationId xmlns:a16="http://schemas.microsoft.com/office/drawing/2014/main" id="{31C1B7D5-5720-A9A5-DFBF-D2417406AC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Freeform 1439">
                <a:extLst>
                  <a:ext uri="{FF2B5EF4-FFF2-40B4-BE49-F238E27FC236}">
                    <a16:creationId xmlns:a16="http://schemas.microsoft.com/office/drawing/2014/main" id="{4B8ABE74-8D6F-03D9-E5CB-1E633CA1E9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Freeform 1440">
                <a:extLst>
                  <a:ext uri="{FF2B5EF4-FFF2-40B4-BE49-F238E27FC236}">
                    <a16:creationId xmlns:a16="http://schemas.microsoft.com/office/drawing/2014/main" id="{7BE75A8B-9F4E-D3A1-DFFF-0CC8139C80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Oval 1441">
                <a:extLst>
                  <a:ext uri="{FF2B5EF4-FFF2-40B4-BE49-F238E27FC236}">
                    <a16:creationId xmlns:a16="http://schemas.microsoft.com/office/drawing/2014/main" id="{665A7051-5E8F-BB9A-1641-94732C888B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2" name="Group 1442">
              <a:extLst>
                <a:ext uri="{FF2B5EF4-FFF2-40B4-BE49-F238E27FC236}">
                  <a16:creationId xmlns:a16="http://schemas.microsoft.com/office/drawing/2014/main" id="{141304F5-0411-0530-942E-FCF2B600DB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624" name="Oval 1443">
                <a:extLst>
                  <a:ext uri="{FF2B5EF4-FFF2-40B4-BE49-F238E27FC236}">
                    <a16:creationId xmlns:a16="http://schemas.microsoft.com/office/drawing/2014/main" id="{AA138E90-58FA-71F6-CD66-329BE3F31F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5" name="Oval 1444">
                <a:extLst>
                  <a:ext uri="{FF2B5EF4-FFF2-40B4-BE49-F238E27FC236}">
                    <a16:creationId xmlns:a16="http://schemas.microsoft.com/office/drawing/2014/main" id="{63D4C401-49AE-1413-EBEE-1E637326C3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6" name="Freeform 1445">
                <a:extLst>
                  <a:ext uri="{FF2B5EF4-FFF2-40B4-BE49-F238E27FC236}">
                    <a16:creationId xmlns:a16="http://schemas.microsoft.com/office/drawing/2014/main" id="{4FA535AB-1A41-211E-2442-C7D8A61CF5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Freeform 1446">
                <a:extLst>
                  <a:ext uri="{FF2B5EF4-FFF2-40B4-BE49-F238E27FC236}">
                    <a16:creationId xmlns:a16="http://schemas.microsoft.com/office/drawing/2014/main" id="{2DF10ECA-2C07-2432-51F6-6F6F187263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Freeform 1447">
                <a:extLst>
                  <a:ext uri="{FF2B5EF4-FFF2-40B4-BE49-F238E27FC236}">
                    <a16:creationId xmlns:a16="http://schemas.microsoft.com/office/drawing/2014/main" id="{2D60D154-C80F-2CD7-11D7-717AC40F7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Oval 1448">
                <a:extLst>
                  <a:ext uri="{FF2B5EF4-FFF2-40B4-BE49-F238E27FC236}">
                    <a16:creationId xmlns:a16="http://schemas.microsoft.com/office/drawing/2014/main" id="{8F340BE5-EE05-8E28-9CC4-ED739850B6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3" name="Group 1449">
              <a:extLst>
                <a:ext uri="{FF2B5EF4-FFF2-40B4-BE49-F238E27FC236}">
                  <a16:creationId xmlns:a16="http://schemas.microsoft.com/office/drawing/2014/main" id="{12B7E577-E999-CC49-777C-50F2D4EF7E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618" name="Oval 1450">
                <a:extLst>
                  <a:ext uri="{FF2B5EF4-FFF2-40B4-BE49-F238E27FC236}">
                    <a16:creationId xmlns:a16="http://schemas.microsoft.com/office/drawing/2014/main" id="{31C30E92-D6A4-B78F-E76F-54C8E0E453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9" name="Oval 1451">
                <a:extLst>
                  <a:ext uri="{FF2B5EF4-FFF2-40B4-BE49-F238E27FC236}">
                    <a16:creationId xmlns:a16="http://schemas.microsoft.com/office/drawing/2014/main" id="{DA786E26-4E85-6F6A-69B5-5E37E42F7C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0" name="Freeform 1452">
                <a:extLst>
                  <a:ext uri="{FF2B5EF4-FFF2-40B4-BE49-F238E27FC236}">
                    <a16:creationId xmlns:a16="http://schemas.microsoft.com/office/drawing/2014/main" id="{F12C27BB-5D53-F0D1-964F-3C4152B91F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Freeform 1453">
                <a:extLst>
                  <a:ext uri="{FF2B5EF4-FFF2-40B4-BE49-F238E27FC236}">
                    <a16:creationId xmlns:a16="http://schemas.microsoft.com/office/drawing/2014/main" id="{1F665F66-271F-E0C5-FE59-0B7EFCF8E3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Freeform 1454">
                <a:extLst>
                  <a:ext uri="{FF2B5EF4-FFF2-40B4-BE49-F238E27FC236}">
                    <a16:creationId xmlns:a16="http://schemas.microsoft.com/office/drawing/2014/main" id="{1D2362FF-C0C6-0B5C-711A-6A3143E23A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Oval 1455">
                <a:extLst>
                  <a:ext uri="{FF2B5EF4-FFF2-40B4-BE49-F238E27FC236}">
                    <a16:creationId xmlns:a16="http://schemas.microsoft.com/office/drawing/2014/main" id="{78015479-5003-3E18-55C0-4091EED7F8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4" name="Group 1456">
              <a:extLst>
                <a:ext uri="{FF2B5EF4-FFF2-40B4-BE49-F238E27FC236}">
                  <a16:creationId xmlns:a16="http://schemas.microsoft.com/office/drawing/2014/main" id="{9D6CCBB8-9386-BEB8-5746-CF65693CD4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612" name="Oval 1457">
                <a:extLst>
                  <a:ext uri="{FF2B5EF4-FFF2-40B4-BE49-F238E27FC236}">
                    <a16:creationId xmlns:a16="http://schemas.microsoft.com/office/drawing/2014/main" id="{33C0138E-5E1E-9D17-4F42-440622DBF6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3" name="Oval 1458">
                <a:extLst>
                  <a:ext uri="{FF2B5EF4-FFF2-40B4-BE49-F238E27FC236}">
                    <a16:creationId xmlns:a16="http://schemas.microsoft.com/office/drawing/2014/main" id="{2B4D2B2C-2CDF-26AE-B0E9-010C4AB43D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4" name="Freeform 1459">
                <a:extLst>
                  <a:ext uri="{FF2B5EF4-FFF2-40B4-BE49-F238E27FC236}">
                    <a16:creationId xmlns:a16="http://schemas.microsoft.com/office/drawing/2014/main" id="{18F814F7-E8C8-BDEA-933E-904F6EA654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Freeform 1460">
                <a:extLst>
                  <a:ext uri="{FF2B5EF4-FFF2-40B4-BE49-F238E27FC236}">
                    <a16:creationId xmlns:a16="http://schemas.microsoft.com/office/drawing/2014/main" id="{FEB02085-3023-A87A-65D4-35BC905F37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Freeform 1461">
                <a:extLst>
                  <a:ext uri="{FF2B5EF4-FFF2-40B4-BE49-F238E27FC236}">
                    <a16:creationId xmlns:a16="http://schemas.microsoft.com/office/drawing/2014/main" id="{07122C15-B0A0-2A75-CA81-6D8F1FBFC2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Oval 1462">
                <a:extLst>
                  <a:ext uri="{FF2B5EF4-FFF2-40B4-BE49-F238E27FC236}">
                    <a16:creationId xmlns:a16="http://schemas.microsoft.com/office/drawing/2014/main" id="{738FBA42-93C3-E193-C842-934CC7871F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5" name="Group 1463">
              <a:extLst>
                <a:ext uri="{FF2B5EF4-FFF2-40B4-BE49-F238E27FC236}">
                  <a16:creationId xmlns:a16="http://schemas.microsoft.com/office/drawing/2014/main" id="{1D0FCD76-78C7-16FE-80EF-F0EBC087D7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606" name="Oval 1464">
                <a:extLst>
                  <a:ext uri="{FF2B5EF4-FFF2-40B4-BE49-F238E27FC236}">
                    <a16:creationId xmlns:a16="http://schemas.microsoft.com/office/drawing/2014/main" id="{6860EB9E-76FA-27CD-9D05-F12D059203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7" name="Oval 1465">
                <a:extLst>
                  <a:ext uri="{FF2B5EF4-FFF2-40B4-BE49-F238E27FC236}">
                    <a16:creationId xmlns:a16="http://schemas.microsoft.com/office/drawing/2014/main" id="{678F065D-EFEA-B5CC-D7ED-A4E233EF15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8" name="Freeform 1466">
                <a:extLst>
                  <a:ext uri="{FF2B5EF4-FFF2-40B4-BE49-F238E27FC236}">
                    <a16:creationId xmlns:a16="http://schemas.microsoft.com/office/drawing/2014/main" id="{D22C487A-5DF3-E38A-2CF9-D6AD5F8584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Freeform 1467">
                <a:extLst>
                  <a:ext uri="{FF2B5EF4-FFF2-40B4-BE49-F238E27FC236}">
                    <a16:creationId xmlns:a16="http://schemas.microsoft.com/office/drawing/2014/main" id="{5B5F9C20-F1D9-A3DB-F4C2-64115DD105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Freeform 1468">
                <a:extLst>
                  <a:ext uri="{FF2B5EF4-FFF2-40B4-BE49-F238E27FC236}">
                    <a16:creationId xmlns:a16="http://schemas.microsoft.com/office/drawing/2014/main" id="{229B65F5-E0ED-5E24-B424-A6295F384E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Oval 1469">
                <a:extLst>
                  <a:ext uri="{FF2B5EF4-FFF2-40B4-BE49-F238E27FC236}">
                    <a16:creationId xmlns:a16="http://schemas.microsoft.com/office/drawing/2014/main" id="{EBB4F425-7A3B-0B67-24A3-0210E898D6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6" name="Group 1470">
              <a:extLst>
                <a:ext uri="{FF2B5EF4-FFF2-40B4-BE49-F238E27FC236}">
                  <a16:creationId xmlns:a16="http://schemas.microsoft.com/office/drawing/2014/main" id="{C7C629D1-8209-75E0-70AB-94C118B280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600" name="Oval 1471">
                <a:extLst>
                  <a:ext uri="{FF2B5EF4-FFF2-40B4-BE49-F238E27FC236}">
                    <a16:creationId xmlns:a16="http://schemas.microsoft.com/office/drawing/2014/main" id="{5B0CBECD-1CDF-AB63-C4B1-9591AE9B38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1" name="Oval 1472">
                <a:extLst>
                  <a:ext uri="{FF2B5EF4-FFF2-40B4-BE49-F238E27FC236}">
                    <a16:creationId xmlns:a16="http://schemas.microsoft.com/office/drawing/2014/main" id="{32F4597A-0921-FED9-0ED8-562E25C423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2" name="Freeform 1473">
                <a:extLst>
                  <a:ext uri="{FF2B5EF4-FFF2-40B4-BE49-F238E27FC236}">
                    <a16:creationId xmlns:a16="http://schemas.microsoft.com/office/drawing/2014/main" id="{F033CB34-9CC1-EC69-4135-CC40B2D19A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Freeform 1474">
                <a:extLst>
                  <a:ext uri="{FF2B5EF4-FFF2-40B4-BE49-F238E27FC236}">
                    <a16:creationId xmlns:a16="http://schemas.microsoft.com/office/drawing/2014/main" id="{F8CACB1E-7A09-2405-B456-1A6733F2C7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Freeform 1475">
                <a:extLst>
                  <a:ext uri="{FF2B5EF4-FFF2-40B4-BE49-F238E27FC236}">
                    <a16:creationId xmlns:a16="http://schemas.microsoft.com/office/drawing/2014/main" id="{C15DF141-95CC-EC85-07B5-4D1358C9D8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Oval 1476">
                <a:extLst>
                  <a:ext uri="{FF2B5EF4-FFF2-40B4-BE49-F238E27FC236}">
                    <a16:creationId xmlns:a16="http://schemas.microsoft.com/office/drawing/2014/main" id="{DD0A5C70-39D1-E058-3E99-6FE84C4F62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7" name="Group 1477">
              <a:extLst>
                <a:ext uri="{FF2B5EF4-FFF2-40B4-BE49-F238E27FC236}">
                  <a16:creationId xmlns:a16="http://schemas.microsoft.com/office/drawing/2014/main" id="{B5538061-B391-D4E7-8D3B-B59C5661AE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594" name="Oval 1478">
                <a:extLst>
                  <a:ext uri="{FF2B5EF4-FFF2-40B4-BE49-F238E27FC236}">
                    <a16:creationId xmlns:a16="http://schemas.microsoft.com/office/drawing/2014/main" id="{A93D5231-C7F7-4F39-84AB-C14E3BE551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5" name="Oval 1479">
                <a:extLst>
                  <a:ext uri="{FF2B5EF4-FFF2-40B4-BE49-F238E27FC236}">
                    <a16:creationId xmlns:a16="http://schemas.microsoft.com/office/drawing/2014/main" id="{7072C99C-6075-7738-211C-A0ED751BBA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6" name="Freeform 1480">
                <a:extLst>
                  <a:ext uri="{FF2B5EF4-FFF2-40B4-BE49-F238E27FC236}">
                    <a16:creationId xmlns:a16="http://schemas.microsoft.com/office/drawing/2014/main" id="{58CA3ED4-F1F3-6F0C-34DB-F30A9D895A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Freeform 1481">
                <a:extLst>
                  <a:ext uri="{FF2B5EF4-FFF2-40B4-BE49-F238E27FC236}">
                    <a16:creationId xmlns:a16="http://schemas.microsoft.com/office/drawing/2014/main" id="{34AD918A-608A-2F3B-4CBC-AB849F3621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1482">
                <a:extLst>
                  <a:ext uri="{FF2B5EF4-FFF2-40B4-BE49-F238E27FC236}">
                    <a16:creationId xmlns:a16="http://schemas.microsoft.com/office/drawing/2014/main" id="{F68676D9-CA7F-4DFA-7E92-E8BF56844F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Oval 1483">
                <a:extLst>
                  <a:ext uri="{FF2B5EF4-FFF2-40B4-BE49-F238E27FC236}">
                    <a16:creationId xmlns:a16="http://schemas.microsoft.com/office/drawing/2014/main" id="{9737809A-EE40-4D29-2A11-A8BF283AF6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8" name="Group 1484">
              <a:extLst>
                <a:ext uri="{FF2B5EF4-FFF2-40B4-BE49-F238E27FC236}">
                  <a16:creationId xmlns:a16="http://schemas.microsoft.com/office/drawing/2014/main" id="{FEE9723B-7449-3C88-5EB7-084A7AB618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588" name="Oval 1485">
                <a:extLst>
                  <a:ext uri="{FF2B5EF4-FFF2-40B4-BE49-F238E27FC236}">
                    <a16:creationId xmlns:a16="http://schemas.microsoft.com/office/drawing/2014/main" id="{4AA9EFFE-736A-5970-9F5C-915ACE1A7E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9" name="Oval 1486">
                <a:extLst>
                  <a:ext uri="{FF2B5EF4-FFF2-40B4-BE49-F238E27FC236}">
                    <a16:creationId xmlns:a16="http://schemas.microsoft.com/office/drawing/2014/main" id="{AF0F831D-66CA-8548-1F19-09B2ACDCD4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0" name="Freeform 1487">
                <a:extLst>
                  <a:ext uri="{FF2B5EF4-FFF2-40B4-BE49-F238E27FC236}">
                    <a16:creationId xmlns:a16="http://schemas.microsoft.com/office/drawing/2014/main" id="{7973FD78-EDD6-927A-75A4-6F7837818A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Freeform 1488">
                <a:extLst>
                  <a:ext uri="{FF2B5EF4-FFF2-40B4-BE49-F238E27FC236}">
                    <a16:creationId xmlns:a16="http://schemas.microsoft.com/office/drawing/2014/main" id="{06D116BE-365B-6939-06C3-07E872F534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1489">
                <a:extLst>
                  <a:ext uri="{FF2B5EF4-FFF2-40B4-BE49-F238E27FC236}">
                    <a16:creationId xmlns:a16="http://schemas.microsoft.com/office/drawing/2014/main" id="{1E6358C2-1DB2-15FA-8A37-33BB648B9E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Oval 1490">
                <a:extLst>
                  <a:ext uri="{FF2B5EF4-FFF2-40B4-BE49-F238E27FC236}">
                    <a16:creationId xmlns:a16="http://schemas.microsoft.com/office/drawing/2014/main" id="{126C467D-9C60-DF38-C1BD-AB10A21D2D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9" name="Group 1491">
              <a:extLst>
                <a:ext uri="{FF2B5EF4-FFF2-40B4-BE49-F238E27FC236}">
                  <a16:creationId xmlns:a16="http://schemas.microsoft.com/office/drawing/2014/main" id="{71B4D33D-D491-9D3D-E270-D585937913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582" name="Oval 1492">
                <a:extLst>
                  <a:ext uri="{FF2B5EF4-FFF2-40B4-BE49-F238E27FC236}">
                    <a16:creationId xmlns:a16="http://schemas.microsoft.com/office/drawing/2014/main" id="{B77AF27D-0FBA-3E5B-0FB1-88B4C17A79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3" name="Oval 1493">
                <a:extLst>
                  <a:ext uri="{FF2B5EF4-FFF2-40B4-BE49-F238E27FC236}">
                    <a16:creationId xmlns:a16="http://schemas.microsoft.com/office/drawing/2014/main" id="{5535053E-30C8-E632-99BE-A3D6532984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4" name="Freeform 1494">
                <a:extLst>
                  <a:ext uri="{FF2B5EF4-FFF2-40B4-BE49-F238E27FC236}">
                    <a16:creationId xmlns:a16="http://schemas.microsoft.com/office/drawing/2014/main" id="{8F9D78D5-B7E2-9325-4634-DB92E9BD24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Freeform 1495">
                <a:extLst>
                  <a:ext uri="{FF2B5EF4-FFF2-40B4-BE49-F238E27FC236}">
                    <a16:creationId xmlns:a16="http://schemas.microsoft.com/office/drawing/2014/main" id="{BD7BC89C-F62C-8373-C9C0-6B4499D0E0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1496">
                <a:extLst>
                  <a:ext uri="{FF2B5EF4-FFF2-40B4-BE49-F238E27FC236}">
                    <a16:creationId xmlns:a16="http://schemas.microsoft.com/office/drawing/2014/main" id="{D0CA80E7-0062-D235-3956-CF8E307DC9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Oval 1497">
                <a:extLst>
                  <a:ext uri="{FF2B5EF4-FFF2-40B4-BE49-F238E27FC236}">
                    <a16:creationId xmlns:a16="http://schemas.microsoft.com/office/drawing/2014/main" id="{A012DFD2-BD36-162D-C303-A314A5B18B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0" name="Group 1498">
              <a:extLst>
                <a:ext uri="{FF2B5EF4-FFF2-40B4-BE49-F238E27FC236}">
                  <a16:creationId xmlns:a16="http://schemas.microsoft.com/office/drawing/2014/main" id="{85C42448-7F5F-FF31-94A0-65DA31CAA2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576" name="Oval 1499">
                <a:extLst>
                  <a:ext uri="{FF2B5EF4-FFF2-40B4-BE49-F238E27FC236}">
                    <a16:creationId xmlns:a16="http://schemas.microsoft.com/office/drawing/2014/main" id="{596FFAEA-32D3-0D13-773D-01FA13BBE3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7" name="Oval 1500">
                <a:extLst>
                  <a:ext uri="{FF2B5EF4-FFF2-40B4-BE49-F238E27FC236}">
                    <a16:creationId xmlns:a16="http://schemas.microsoft.com/office/drawing/2014/main" id="{9CE9C84C-22AC-C977-B51E-179C5E2362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8" name="Freeform 1501">
                <a:extLst>
                  <a:ext uri="{FF2B5EF4-FFF2-40B4-BE49-F238E27FC236}">
                    <a16:creationId xmlns:a16="http://schemas.microsoft.com/office/drawing/2014/main" id="{3270862D-5A0C-C6EB-A762-24C883DDE0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Freeform 1502">
                <a:extLst>
                  <a:ext uri="{FF2B5EF4-FFF2-40B4-BE49-F238E27FC236}">
                    <a16:creationId xmlns:a16="http://schemas.microsoft.com/office/drawing/2014/main" id="{81C9E0C4-E085-7B96-10A4-746CF76E26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1503">
                <a:extLst>
                  <a:ext uri="{FF2B5EF4-FFF2-40B4-BE49-F238E27FC236}">
                    <a16:creationId xmlns:a16="http://schemas.microsoft.com/office/drawing/2014/main" id="{2A92AB85-CF94-8F82-F7E2-A96B380A3F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Oval 1504">
                <a:extLst>
                  <a:ext uri="{FF2B5EF4-FFF2-40B4-BE49-F238E27FC236}">
                    <a16:creationId xmlns:a16="http://schemas.microsoft.com/office/drawing/2014/main" id="{6B6CA485-0683-F38F-441B-20389EF7CA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1" name="Group 1505">
              <a:extLst>
                <a:ext uri="{FF2B5EF4-FFF2-40B4-BE49-F238E27FC236}">
                  <a16:creationId xmlns:a16="http://schemas.microsoft.com/office/drawing/2014/main" id="{DE3CB2A7-8C69-468E-E5C3-7002391149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570" name="Oval 1506">
                <a:extLst>
                  <a:ext uri="{FF2B5EF4-FFF2-40B4-BE49-F238E27FC236}">
                    <a16:creationId xmlns:a16="http://schemas.microsoft.com/office/drawing/2014/main" id="{62C2C7B5-613A-33D3-3CEA-5D6D5EB6BE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1" name="Oval 1507">
                <a:extLst>
                  <a:ext uri="{FF2B5EF4-FFF2-40B4-BE49-F238E27FC236}">
                    <a16:creationId xmlns:a16="http://schemas.microsoft.com/office/drawing/2014/main" id="{7AD97B6E-1B32-64A0-8811-ADB5637AEF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2" name="Freeform 1508">
                <a:extLst>
                  <a:ext uri="{FF2B5EF4-FFF2-40B4-BE49-F238E27FC236}">
                    <a16:creationId xmlns:a16="http://schemas.microsoft.com/office/drawing/2014/main" id="{E4B62B36-79C4-E15C-F71B-B7A609E129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Freeform 1509">
                <a:extLst>
                  <a:ext uri="{FF2B5EF4-FFF2-40B4-BE49-F238E27FC236}">
                    <a16:creationId xmlns:a16="http://schemas.microsoft.com/office/drawing/2014/main" id="{DDAD4A57-F835-D3D4-15DC-99EC16353C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1510">
                <a:extLst>
                  <a:ext uri="{FF2B5EF4-FFF2-40B4-BE49-F238E27FC236}">
                    <a16:creationId xmlns:a16="http://schemas.microsoft.com/office/drawing/2014/main" id="{300B00D5-3E09-7B77-E506-73DADD4075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Oval 1511">
                <a:extLst>
                  <a:ext uri="{FF2B5EF4-FFF2-40B4-BE49-F238E27FC236}">
                    <a16:creationId xmlns:a16="http://schemas.microsoft.com/office/drawing/2014/main" id="{1F354A6B-6691-A285-57C5-A8CE02F135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2" name="Group 1512">
              <a:extLst>
                <a:ext uri="{FF2B5EF4-FFF2-40B4-BE49-F238E27FC236}">
                  <a16:creationId xmlns:a16="http://schemas.microsoft.com/office/drawing/2014/main" id="{D364AB67-D3F7-783C-06B9-4345B80B70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564" name="Oval 1513">
                <a:extLst>
                  <a:ext uri="{FF2B5EF4-FFF2-40B4-BE49-F238E27FC236}">
                    <a16:creationId xmlns:a16="http://schemas.microsoft.com/office/drawing/2014/main" id="{FD072BE3-D954-11A3-CDB6-9C98DF25B4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5" name="Oval 1514">
                <a:extLst>
                  <a:ext uri="{FF2B5EF4-FFF2-40B4-BE49-F238E27FC236}">
                    <a16:creationId xmlns:a16="http://schemas.microsoft.com/office/drawing/2014/main" id="{5804A7CB-1B18-12CD-6253-0730B639CD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6" name="Freeform 1515">
                <a:extLst>
                  <a:ext uri="{FF2B5EF4-FFF2-40B4-BE49-F238E27FC236}">
                    <a16:creationId xmlns:a16="http://schemas.microsoft.com/office/drawing/2014/main" id="{1D6416A0-3932-90A7-1436-C6A682D3B0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Freeform 1516">
                <a:extLst>
                  <a:ext uri="{FF2B5EF4-FFF2-40B4-BE49-F238E27FC236}">
                    <a16:creationId xmlns:a16="http://schemas.microsoft.com/office/drawing/2014/main" id="{ED87BFB4-902F-0F7C-70BF-62942C4743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Freeform 1517">
                <a:extLst>
                  <a:ext uri="{FF2B5EF4-FFF2-40B4-BE49-F238E27FC236}">
                    <a16:creationId xmlns:a16="http://schemas.microsoft.com/office/drawing/2014/main" id="{48108AAE-85A5-C078-6C4D-CBAAFA4320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Oval 1518">
                <a:extLst>
                  <a:ext uri="{FF2B5EF4-FFF2-40B4-BE49-F238E27FC236}">
                    <a16:creationId xmlns:a16="http://schemas.microsoft.com/office/drawing/2014/main" id="{D80AFA49-6257-0E95-8F49-915738F06D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3" name="Group 1519">
              <a:extLst>
                <a:ext uri="{FF2B5EF4-FFF2-40B4-BE49-F238E27FC236}">
                  <a16:creationId xmlns:a16="http://schemas.microsoft.com/office/drawing/2014/main" id="{FD3E21B9-604C-ADD9-6EE0-6351797813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558" name="Oval 1520">
                <a:extLst>
                  <a:ext uri="{FF2B5EF4-FFF2-40B4-BE49-F238E27FC236}">
                    <a16:creationId xmlns:a16="http://schemas.microsoft.com/office/drawing/2014/main" id="{87263EEB-6E55-929F-F436-704DE57FC6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9" name="Oval 1521">
                <a:extLst>
                  <a:ext uri="{FF2B5EF4-FFF2-40B4-BE49-F238E27FC236}">
                    <a16:creationId xmlns:a16="http://schemas.microsoft.com/office/drawing/2014/main" id="{09F1BD65-6D2F-EB1D-9945-962DDB2448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0" name="Freeform 1522">
                <a:extLst>
                  <a:ext uri="{FF2B5EF4-FFF2-40B4-BE49-F238E27FC236}">
                    <a16:creationId xmlns:a16="http://schemas.microsoft.com/office/drawing/2014/main" id="{160C0B35-AFE1-8790-683F-54BFB1B470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Freeform 1523">
                <a:extLst>
                  <a:ext uri="{FF2B5EF4-FFF2-40B4-BE49-F238E27FC236}">
                    <a16:creationId xmlns:a16="http://schemas.microsoft.com/office/drawing/2014/main" id="{23EEDE4C-DBF6-26E8-C0E8-DB834E920E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Freeform 1524">
                <a:extLst>
                  <a:ext uri="{FF2B5EF4-FFF2-40B4-BE49-F238E27FC236}">
                    <a16:creationId xmlns:a16="http://schemas.microsoft.com/office/drawing/2014/main" id="{C7BA59E7-92FB-FD44-68C9-D56F78DA6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Oval 1525">
                <a:extLst>
                  <a:ext uri="{FF2B5EF4-FFF2-40B4-BE49-F238E27FC236}">
                    <a16:creationId xmlns:a16="http://schemas.microsoft.com/office/drawing/2014/main" id="{894B3642-9EEC-DDB1-308B-33EED1A039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4" name="Group 1526">
              <a:extLst>
                <a:ext uri="{FF2B5EF4-FFF2-40B4-BE49-F238E27FC236}">
                  <a16:creationId xmlns:a16="http://schemas.microsoft.com/office/drawing/2014/main" id="{8F113F09-EC81-70D0-983B-BCF9920775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552" name="Oval 1527">
                <a:extLst>
                  <a:ext uri="{FF2B5EF4-FFF2-40B4-BE49-F238E27FC236}">
                    <a16:creationId xmlns:a16="http://schemas.microsoft.com/office/drawing/2014/main" id="{28FC08C8-DB17-C545-5072-3890922DC9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3" name="Oval 1528">
                <a:extLst>
                  <a:ext uri="{FF2B5EF4-FFF2-40B4-BE49-F238E27FC236}">
                    <a16:creationId xmlns:a16="http://schemas.microsoft.com/office/drawing/2014/main" id="{ADF57340-9A55-0529-82B9-1ED7D40232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4" name="Freeform 1529">
                <a:extLst>
                  <a:ext uri="{FF2B5EF4-FFF2-40B4-BE49-F238E27FC236}">
                    <a16:creationId xmlns:a16="http://schemas.microsoft.com/office/drawing/2014/main" id="{BC55D886-875D-F335-E314-CF8F4532F0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Freeform 1530">
                <a:extLst>
                  <a:ext uri="{FF2B5EF4-FFF2-40B4-BE49-F238E27FC236}">
                    <a16:creationId xmlns:a16="http://schemas.microsoft.com/office/drawing/2014/main" id="{58F5C2D2-0CA4-C901-C0BE-08ECC55FFF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Freeform 1531">
                <a:extLst>
                  <a:ext uri="{FF2B5EF4-FFF2-40B4-BE49-F238E27FC236}">
                    <a16:creationId xmlns:a16="http://schemas.microsoft.com/office/drawing/2014/main" id="{BEBBACBB-9099-CDAC-BB7A-8E0B4844A3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Oval 1532">
                <a:extLst>
                  <a:ext uri="{FF2B5EF4-FFF2-40B4-BE49-F238E27FC236}">
                    <a16:creationId xmlns:a16="http://schemas.microsoft.com/office/drawing/2014/main" id="{A280F6D4-E1DC-AE2E-24FF-0FE9374441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5" name="Group 1533">
              <a:extLst>
                <a:ext uri="{FF2B5EF4-FFF2-40B4-BE49-F238E27FC236}">
                  <a16:creationId xmlns:a16="http://schemas.microsoft.com/office/drawing/2014/main" id="{A666455E-5918-6130-889D-949A6BD355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546" name="Oval 1534">
                <a:extLst>
                  <a:ext uri="{FF2B5EF4-FFF2-40B4-BE49-F238E27FC236}">
                    <a16:creationId xmlns:a16="http://schemas.microsoft.com/office/drawing/2014/main" id="{AD4C1438-D6BB-2614-7C03-C27F5AF493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7" name="Oval 1535">
                <a:extLst>
                  <a:ext uri="{FF2B5EF4-FFF2-40B4-BE49-F238E27FC236}">
                    <a16:creationId xmlns:a16="http://schemas.microsoft.com/office/drawing/2014/main" id="{86F16FCA-B2E2-D0E8-A67D-9B245B2DFC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8" name="Freeform 1536">
                <a:extLst>
                  <a:ext uri="{FF2B5EF4-FFF2-40B4-BE49-F238E27FC236}">
                    <a16:creationId xmlns:a16="http://schemas.microsoft.com/office/drawing/2014/main" id="{E39E4D7D-431F-48A4-16DA-39BB19DF53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Freeform 1537">
                <a:extLst>
                  <a:ext uri="{FF2B5EF4-FFF2-40B4-BE49-F238E27FC236}">
                    <a16:creationId xmlns:a16="http://schemas.microsoft.com/office/drawing/2014/main" id="{9513E174-D469-5F0C-81D2-8BBAB68E02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Freeform 1538">
                <a:extLst>
                  <a:ext uri="{FF2B5EF4-FFF2-40B4-BE49-F238E27FC236}">
                    <a16:creationId xmlns:a16="http://schemas.microsoft.com/office/drawing/2014/main" id="{0483E057-162E-A5C5-7DB8-449B453954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Oval 1539">
                <a:extLst>
                  <a:ext uri="{FF2B5EF4-FFF2-40B4-BE49-F238E27FC236}">
                    <a16:creationId xmlns:a16="http://schemas.microsoft.com/office/drawing/2014/main" id="{86934CF6-95CF-BA81-EC97-89F3393679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6" name="Group 1540">
              <a:extLst>
                <a:ext uri="{FF2B5EF4-FFF2-40B4-BE49-F238E27FC236}">
                  <a16:creationId xmlns:a16="http://schemas.microsoft.com/office/drawing/2014/main" id="{19CB60BA-3CA4-9C17-4049-18C5CD6E3E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540" name="Oval 1541">
                <a:extLst>
                  <a:ext uri="{FF2B5EF4-FFF2-40B4-BE49-F238E27FC236}">
                    <a16:creationId xmlns:a16="http://schemas.microsoft.com/office/drawing/2014/main" id="{C52952B5-8D56-89B0-E2AE-D629CFF827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1" name="Oval 1542">
                <a:extLst>
                  <a:ext uri="{FF2B5EF4-FFF2-40B4-BE49-F238E27FC236}">
                    <a16:creationId xmlns:a16="http://schemas.microsoft.com/office/drawing/2014/main" id="{F5DD3AB9-E228-A68A-0F48-B120DA5D44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2" name="Freeform 1543">
                <a:extLst>
                  <a:ext uri="{FF2B5EF4-FFF2-40B4-BE49-F238E27FC236}">
                    <a16:creationId xmlns:a16="http://schemas.microsoft.com/office/drawing/2014/main" id="{9CA76150-5393-3975-0B92-7CFD3A76BA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Freeform 1544">
                <a:extLst>
                  <a:ext uri="{FF2B5EF4-FFF2-40B4-BE49-F238E27FC236}">
                    <a16:creationId xmlns:a16="http://schemas.microsoft.com/office/drawing/2014/main" id="{7D9A5244-FD91-D827-EC87-491C627486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Freeform 1545">
                <a:extLst>
                  <a:ext uri="{FF2B5EF4-FFF2-40B4-BE49-F238E27FC236}">
                    <a16:creationId xmlns:a16="http://schemas.microsoft.com/office/drawing/2014/main" id="{D68AC25A-D0A2-B6CF-D40B-4A39DD18B3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Oval 1546">
                <a:extLst>
                  <a:ext uri="{FF2B5EF4-FFF2-40B4-BE49-F238E27FC236}">
                    <a16:creationId xmlns:a16="http://schemas.microsoft.com/office/drawing/2014/main" id="{5C3C908B-4F5E-9E6B-9EAD-A03A648892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7" name="Group 1547">
              <a:extLst>
                <a:ext uri="{FF2B5EF4-FFF2-40B4-BE49-F238E27FC236}">
                  <a16:creationId xmlns:a16="http://schemas.microsoft.com/office/drawing/2014/main" id="{C6E6AD35-7209-3582-D0DE-706113B725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534" name="Oval 1548">
                <a:extLst>
                  <a:ext uri="{FF2B5EF4-FFF2-40B4-BE49-F238E27FC236}">
                    <a16:creationId xmlns:a16="http://schemas.microsoft.com/office/drawing/2014/main" id="{B44C53BF-42B2-E263-3A69-E4A93F5AAC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5" name="Oval 1549">
                <a:extLst>
                  <a:ext uri="{FF2B5EF4-FFF2-40B4-BE49-F238E27FC236}">
                    <a16:creationId xmlns:a16="http://schemas.microsoft.com/office/drawing/2014/main" id="{0FB80734-9244-EA0C-119B-0D40DE7AAD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6" name="Freeform 1550">
                <a:extLst>
                  <a:ext uri="{FF2B5EF4-FFF2-40B4-BE49-F238E27FC236}">
                    <a16:creationId xmlns:a16="http://schemas.microsoft.com/office/drawing/2014/main" id="{E63BD498-A661-6057-9CC3-1D63C8E418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Freeform 1551">
                <a:extLst>
                  <a:ext uri="{FF2B5EF4-FFF2-40B4-BE49-F238E27FC236}">
                    <a16:creationId xmlns:a16="http://schemas.microsoft.com/office/drawing/2014/main" id="{1B84E1EB-58DD-00F3-6BA1-2C656780B6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Freeform 1552">
                <a:extLst>
                  <a:ext uri="{FF2B5EF4-FFF2-40B4-BE49-F238E27FC236}">
                    <a16:creationId xmlns:a16="http://schemas.microsoft.com/office/drawing/2014/main" id="{839B913A-6A3D-5E46-E002-379E762728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Oval 1553">
                <a:extLst>
                  <a:ext uri="{FF2B5EF4-FFF2-40B4-BE49-F238E27FC236}">
                    <a16:creationId xmlns:a16="http://schemas.microsoft.com/office/drawing/2014/main" id="{8583EB6D-DE40-8BA0-EC72-0820F9519D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8" name="Group 1554">
              <a:extLst>
                <a:ext uri="{FF2B5EF4-FFF2-40B4-BE49-F238E27FC236}">
                  <a16:creationId xmlns:a16="http://schemas.microsoft.com/office/drawing/2014/main" id="{6AD0A9F2-16D3-40CA-27E7-EA66B22524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528" name="Oval 1555">
                <a:extLst>
                  <a:ext uri="{FF2B5EF4-FFF2-40B4-BE49-F238E27FC236}">
                    <a16:creationId xmlns:a16="http://schemas.microsoft.com/office/drawing/2014/main" id="{21909A6B-35AF-5EE6-3301-F41EAE4002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9" name="Oval 1556">
                <a:extLst>
                  <a:ext uri="{FF2B5EF4-FFF2-40B4-BE49-F238E27FC236}">
                    <a16:creationId xmlns:a16="http://schemas.microsoft.com/office/drawing/2014/main" id="{92562D7E-2206-95BD-C948-54292941B5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0" name="Freeform 1557">
                <a:extLst>
                  <a:ext uri="{FF2B5EF4-FFF2-40B4-BE49-F238E27FC236}">
                    <a16:creationId xmlns:a16="http://schemas.microsoft.com/office/drawing/2014/main" id="{D1E82DF0-DDC2-AAF5-E08E-DC876D4CBE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Freeform 1558">
                <a:extLst>
                  <a:ext uri="{FF2B5EF4-FFF2-40B4-BE49-F238E27FC236}">
                    <a16:creationId xmlns:a16="http://schemas.microsoft.com/office/drawing/2014/main" id="{B986CE0E-E501-1B84-2F0C-DDA0A35510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Freeform 1559">
                <a:extLst>
                  <a:ext uri="{FF2B5EF4-FFF2-40B4-BE49-F238E27FC236}">
                    <a16:creationId xmlns:a16="http://schemas.microsoft.com/office/drawing/2014/main" id="{8CB29F03-44B4-A7B8-0E61-087CD5CEEA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Oval 1560">
                <a:extLst>
                  <a:ext uri="{FF2B5EF4-FFF2-40B4-BE49-F238E27FC236}">
                    <a16:creationId xmlns:a16="http://schemas.microsoft.com/office/drawing/2014/main" id="{10E3B63E-5B02-ACF0-BAA7-DCF7CC383E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9" name="Group 1561">
              <a:extLst>
                <a:ext uri="{FF2B5EF4-FFF2-40B4-BE49-F238E27FC236}">
                  <a16:creationId xmlns:a16="http://schemas.microsoft.com/office/drawing/2014/main" id="{ED4FA85F-EF6E-F0D5-8FF5-7ECF6CA8EB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522" name="Oval 1562">
                <a:extLst>
                  <a:ext uri="{FF2B5EF4-FFF2-40B4-BE49-F238E27FC236}">
                    <a16:creationId xmlns:a16="http://schemas.microsoft.com/office/drawing/2014/main" id="{17B60FCE-CA19-5BEA-30DE-717C2DDB3D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3" name="Oval 1563">
                <a:extLst>
                  <a:ext uri="{FF2B5EF4-FFF2-40B4-BE49-F238E27FC236}">
                    <a16:creationId xmlns:a16="http://schemas.microsoft.com/office/drawing/2014/main" id="{29A03FF0-05C4-7CD3-FB89-467F33FC51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4" name="Freeform 1564">
                <a:extLst>
                  <a:ext uri="{FF2B5EF4-FFF2-40B4-BE49-F238E27FC236}">
                    <a16:creationId xmlns:a16="http://schemas.microsoft.com/office/drawing/2014/main" id="{9C06E9D3-432E-1B43-C3E9-40E50952FB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Freeform 1565">
                <a:extLst>
                  <a:ext uri="{FF2B5EF4-FFF2-40B4-BE49-F238E27FC236}">
                    <a16:creationId xmlns:a16="http://schemas.microsoft.com/office/drawing/2014/main" id="{59E3FAC2-353A-8BB1-EE65-57FD4DFD51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Freeform 1566">
                <a:extLst>
                  <a:ext uri="{FF2B5EF4-FFF2-40B4-BE49-F238E27FC236}">
                    <a16:creationId xmlns:a16="http://schemas.microsoft.com/office/drawing/2014/main" id="{A119CFE7-982E-B6DD-F808-B3527E50D0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Oval 1567">
                <a:extLst>
                  <a:ext uri="{FF2B5EF4-FFF2-40B4-BE49-F238E27FC236}">
                    <a16:creationId xmlns:a16="http://schemas.microsoft.com/office/drawing/2014/main" id="{75431CD2-A229-B4BA-EA60-0288DB8805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0" name="Group 1568">
              <a:extLst>
                <a:ext uri="{FF2B5EF4-FFF2-40B4-BE49-F238E27FC236}">
                  <a16:creationId xmlns:a16="http://schemas.microsoft.com/office/drawing/2014/main" id="{10CCED64-EFD6-9ADC-4AA3-5536B1092B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516" name="Oval 1569">
                <a:extLst>
                  <a:ext uri="{FF2B5EF4-FFF2-40B4-BE49-F238E27FC236}">
                    <a16:creationId xmlns:a16="http://schemas.microsoft.com/office/drawing/2014/main" id="{77734EE9-2C1F-039C-2BC1-65866C54F3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7" name="Oval 1570">
                <a:extLst>
                  <a:ext uri="{FF2B5EF4-FFF2-40B4-BE49-F238E27FC236}">
                    <a16:creationId xmlns:a16="http://schemas.microsoft.com/office/drawing/2014/main" id="{A558CF36-B703-D15A-FFCB-DA335166C3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8" name="Freeform 1571">
                <a:extLst>
                  <a:ext uri="{FF2B5EF4-FFF2-40B4-BE49-F238E27FC236}">
                    <a16:creationId xmlns:a16="http://schemas.microsoft.com/office/drawing/2014/main" id="{8B12BAFB-BC03-9C8F-3FC0-B98B02EBFC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572">
                <a:extLst>
                  <a:ext uri="{FF2B5EF4-FFF2-40B4-BE49-F238E27FC236}">
                    <a16:creationId xmlns:a16="http://schemas.microsoft.com/office/drawing/2014/main" id="{C28781B4-BF70-96B3-89CE-AAA2750C33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Freeform 1573">
                <a:extLst>
                  <a:ext uri="{FF2B5EF4-FFF2-40B4-BE49-F238E27FC236}">
                    <a16:creationId xmlns:a16="http://schemas.microsoft.com/office/drawing/2014/main" id="{9606214A-D619-DB19-130E-6FA282056B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Oval 1574">
                <a:extLst>
                  <a:ext uri="{FF2B5EF4-FFF2-40B4-BE49-F238E27FC236}">
                    <a16:creationId xmlns:a16="http://schemas.microsoft.com/office/drawing/2014/main" id="{44F7A78E-0CBE-CD22-4718-FC4D00F3A6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1" name="Group 1575">
              <a:extLst>
                <a:ext uri="{FF2B5EF4-FFF2-40B4-BE49-F238E27FC236}">
                  <a16:creationId xmlns:a16="http://schemas.microsoft.com/office/drawing/2014/main" id="{EFDF1122-6FF5-2614-8685-E135E90295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510" name="Oval 1576">
                <a:extLst>
                  <a:ext uri="{FF2B5EF4-FFF2-40B4-BE49-F238E27FC236}">
                    <a16:creationId xmlns:a16="http://schemas.microsoft.com/office/drawing/2014/main" id="{B3E2357A-F40B-A32D-FB98-63EA3D6346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1" name="Oval 1577">
                <a:extLst>
                  <a:ext uri="{FF2B5EF4-FFF2-40B4-BE49-F238E27FC236}">
                    <a16:creationId xmlns:a16="http://schemas.microsoft.com/office/drawing/2014/main" id="{DA2EEDFC-785E-B72D-16B6-A904B5E8BB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2" name="Freeform 1578">
                <a:extLst>
                  <a:ext uri="{FF2B5EF4-FFF2-40B4-BE49-F238E27FC236}">
                    <a16:creationId xmlns:a16="http://schemas.microsoft.com/office/drawing/2014/main" id="{83553866-B83B-C147-AF71-F23DA2C3DF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Freeform 1579">
                <a:extLst>
                  <a:ext uri="{FF2B5EF4-FFF2-40B4-BE49-F238E27FC236}">
                    <a16:creationId xmlns:a16="http://schemas.microsoft.com/office/drawing/2014/main" id="{1E72CB67-D8A4-7ADC-E612-C02A3E2824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Freeform 1580">
                <a:extLst>
                  <a:ext uri="{FF2B5EF4-FFF2-40B4-BE49-F238E27FC236}">
                    <a16:creationId xmlns:a16="http://schemas.microsoft.com/office/drawing/2014/main" id="{7FF47418-973D-A0B5-3596-1581F3D6C7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Oval 1581">
                <a:extLst>
                  <a:ext uri="{FF2B5EF4-FFF2-40B4-BE49-F238E27FC236}">
                    <a16:creationId xmlns:a16="http://schemas.microsoft.com/office/drawing/2014/main" id="{5611884D-2798-F8DF-1615-07CA004D5C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2" name="Group 1582">
              <a:extLst>
                <a:ext uri="{FF2B5EF4-FFF2-40B4-BE49-F238E27FC236}">
                  <a16:creationId xmlns:a16="http://schemas.microsoft.com/office/drawing/2014/main" id="{9144C196-9AFE-BB0E-6CEE-FEC2AB22FF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04" name="Oval 1583">
                <a:extLst>
                  <a:ext uri="{FF2B5EF4-FFF2-40B4-BE49-F238E27FC236}">
                    <a16:creationId xmlns:a16="http://schemas.microsoft.com/office/drawing/2014/main" id="{92257499-88BC-3380-61E3-2EA19A1BE2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5" name="Oval 1584">
                <a:extLst>
                  <a:ext uri="{FF2B5EF4-FFF2-40B4-BE49-F238E27FC236}">
                    <a16:creationId xmlns:a16="http://schemas.microsoft.com/office/drawing/2014/main" id="{AD084C4E-69EF-EC64-7FB6-AEEDDE64BF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6" name="Freeform 1585">
                <a:extLst>
                  <a:ext uri="{FF2B5EF4-FFF2-40B4-BE49-F238E27FC236}">
                    <a16:creationId xmlns:a16="http://schemas.microsoft.com/office/drawing/2014/main" id="{1B17A815-9B91-2CB1-D2EB-8866EBB812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Freeform 1586">
                <a:extLst>
                  <a:ext uri="{FF2B5EF4-FFF2-40B4-BE49-F238E27FC236}">
                    <a16:creationId xmlns:a16="http://schemas.microsoft.com/office/drawing/2014/main" id="{1ECAF7F2-67CE-395C-AA8F-054EBFDB18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Freeform 1587">
                <a:extLst>
                  <a:ext uri="{FF2B5EF4-FFF2-40B4-BE49-F238E27FC236}">
                    <a16:creationId xmlns:a16="http://schemas.microsoft.com/office/drawing/2014/main" id="{6E5FFA01-DC2F-6FD2-95B7-DB20BA883B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Oval 1588">
                <a:extLst>
                  <a:ext uri="{FF2B5EF4-FFF2-40B4-BE49-F238E27FC236}">
                    <a16:creationId xmlns:a16="http://schemas.microsoft.com/office/drawing/2014/main" id="{AF7B3761-18D6-A667-0942-F2DD8164EC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3" name="Group 1589">
              <a:extLst>
                <a:ext uri="{FF2B5EF4-FFF2-40B4-BE49-F238E27FC236}">
                  <a16:creationId xmlns:a16="http://schemas.microsoft.com/office/drawing/2014/main" id="{50E0903E-43D0-0CDE-0A9D-C9DB976929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98" name="Oval 1590">
                <a:extLst>
                  <a:ext uri="{FF2B5EF4-FFF2-40B4-BE49-F238E27FC236}">
                    <a16:creationId xmlns:a16="http://schemas.microsoft.com/office/drawing/2014/main" id="{7F7219C8-9834-9B57-F3ED-14358173E2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9" name="Oval 1591">
                <a:extLst>
                  <a:ext uri="{FF2B5EF4-FFF2-40B4-BE49-F238E27FC236}">
                    <a16:creationId xmlns:a16="http://schemas.microsoft.com/office/drawing/2014/main" id="{489C8CE9-6736-16EC-1C6E-7F6783D2B0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0" name="Freeform 1592">
                <a:extLst>
                  <a:ext uri="{FF2B5EF4-FFF2-40B4-BE49-F238E27FC236}">
                    <a16:creationId xmlns:a16="http://schemas.microsoft.com/office/drawing/2014/main" id="{47E27FDD-1367-1A7B-34C1-806681243B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Freeform 1593">
                <a:extLst>
                  <a:ext uri="{FF2B5EF4-FFF2-40B4-BE49-F238E27FC236}">
                    <a16:creationId xmlns:a16="http://schemas.microsoft.com/office/drawing/2014/main" id="{B40731D8-81E8-422B-34A7-D625CB758A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Freeform 1594">
                <a:extLst>
                  <a:ext uri="{FF2B5EF4-FFF2-40B4-BE49-F238E27FC236}">
                    <a16:creationId xmlns:a16="http://schemas.microsoft.com/office/drawing/2014/main" id="{E0520E98-62B0-D092-AEB3-8D78910875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Oval 1595">
                <a:extLst>
                  <a:ext uri="{FF2B5EF4-FFF2-40B4-BE49-F238E27FC236}">
                    <a16:creationId xmlns:a16="http://schemas.microsoft.com/office/drawing/2014/main" id="{5175F539-6166-0B2F-9585-9654318D06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4" name="Group 1596">
              <a:extLst>
                <a:ext uri="{FF2B5EF4-FFF2-40B4-BE49-F238E27FC236}">
                  <a16:creationId xmlns:a16="http://schemas.microsoft.com/office/drawing/2014/main" id="{D2FEAE64-BA46-CC76-246C-C5801B6238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92" name="Oval 1597">
                <a:extLst>
                  <a:ext uri="{FF2B5EF4-FFF2-40B4-BE49-F238E27FC236}">
                    <a16:creationId xmlns:a16="http://schemas.microsoft.com/office/drawing/2014/main" id="{79186A29-DF8D-7A1A-8CF8-574D54496C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3" name="Oval 1598">
                <a:extLst>
                  <a:ext uri="{FF2B5EF4-FFF2-40B4-BE49-F238E27FC236}">
                    <a16:creationId xmlns:a16="http://schemas.microsoft.com/office/drawing/2014/main" id="{CB7103A0-B11D-AC35-F347-0957E583E1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4" name="Freeform 1599">
                <a:extLst>
                  <a:ext uri="{FF2B5EF4-FFF2-40B4-BE49-F238E27FC236}">
                    <a16:creationId xmlns:a16="http://schemas.microsoft.com/office/drawing/2014/main" id="{DC02C2A0-F80D-11D7-E50E-904AFE8931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Freeform 1600">
                <a:extLst>
                  <a:ext uri="{FF2B5EF4-FFF2-40B4-BE49-F238E27FC236}">
                    <a16:creationId xmlns:a16="http://schemas.microsoft.com/office/drawing/2014/main" id="{00FC0871-BEC0-59B1-3DB3-D190CA53AB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Freeform 1601">
                <a:extLst>
                  <a:ext uri="{FF2B5EF4-FFF2-40B4-BE49-F238E27FC236}">
                    <a16:creationId xmlns:a16="http://schemas.microsoft.com/office/drawing/2014/main" id="{F87D2D40-FABB-4835-5183-46D542594E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Oval 1602">
                <a:extLst>
                  <a:ext uri="{FF2B5EF4-FFF2-40B4-BE49-F238E27FC236}">
                    <a16:creationId xmlns:a16="http://schemas.microsoft.com/office/drawing/2014/main" id="{91063A2A-19F5-3421-D810-7740F80BCF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5" name="Group 1603">
              <a:extLst>
                <a:ext uri="{FF2B5EF4-FFF2-40B4-BE49-F238E27FC236}">
                  <a16:creationId xmlns:a16="http://schemas.microsoft.com/office/drawing/2014/main" id="{90292B7A-D36F-197E-B627-4ADA4E67CF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486" name="Oval 1604">
                <a:extLst>
                  <a:ext uri="{FF2B5EF4-FFF2-40B4-BE49-F238E27FC236}">
                    <a16:creationId xmlns:a16="http://schemas.microsoft.com/office/drawing/2014/main" id="{4A931129-44D2-7B61-8313-E24F15A1E6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7" name="Oval 1605">
                <a:extLst>
                  <a:ext uri="{FF2B5EF4-FFF2-40B4-BE49-F238E27FC236}">
                    <a16:creationId xmlns:a16="http://schemas.microsoft.com/office/drawing/2014/main" id="{B4E1785F-B298-A3F8-F2ED-EF06A574DB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8" name="Freeform 1606">
                <a:extLst>
                  <a:ext uri="{FF2B5EF4-FFF2-40B4-BE49-F238E27FC236}">
                    <a16:creationId xmlns:a16="http://schemas.microsoft.com/office/drawing/2014/main" id="{0B2EF5DC-09E9-38E0-1857-F7FD24B9E8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Freeform 1607">
                <a:extLst>
                  <a:ext uri="{FF2B5EF4-FFF2-40B4-BE49-F238E27FC236}">
                    <a16:creationId xmlns:a16="http://schemas.microsoft.com/office/drawing/2014/main" id="{D32EF73F-0F9A-75A9-C096-CC326A0AB9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Freeform 1608">
                <a:extLst>
                  <a:ext uri="{FF2B5EF4-FFF2-40B4-BE49-F238E27FC236}">
                    <a16:creationId xmlns:a16="http://schemas.microsoft.com/office/drawing/2014/main" id="{F355DCED-AD6F-65B9-86A1-F91081ED44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Oval 1609">
                <a:extLst>
                  <a:ext uri="{FF2B5EF4-FFF2-40B4-BE49-F238E27FC236}">
                    <a16:creationId xmlns:a16="http://schemas.microsoft.com/office/drawing/2014/main" id="{E1957CE2-E139-E501-AF85-2E1DB96385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700" name="Group 1385">
            <a:extLst>
              <a:ext uri="{FF2B5EF4-FFF2-40B4-BE49-F238E27FC236}">
                <a16:creationId xmlns:a16="http://schemas.microsoft.com/office/drawing/2014/main" id="{3BCAD9DF-1F61-AA49-9076-4983FD124C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28619" y="445870"/>
            <a:ext cx="1141095" cy="340150"/>
            <a:chOff x="446" y="1196"/>
            <a:chExt cx="1048" cy="312"/>
          </a:xfrm>
        </p:grpSpPr>
        <p:grpSp>
          <p:nvGrpSpPr>
            <p:cNvPr id="701" name="Group 1386">
              <a:extLst>
                <a:ext uri="{FF2B5EF4-FFF2-40B4-BE49-F238E27FC236}">
                  <a16:creationId xmlns:a16="http://schemas.microsoft.com/office/drawing/2014/main" id="{2FAAFDA3-DF90-0F90-96B5-70206962572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919" name="Oval 1387">
                <a:extLst>
                  <a:ext uri="{FF2B5EF4-FFF2-40B4-BE49-F238E27FC236}">
                    <a16:creationId xmlns:a16="http://schemas.microsoft.com/office/drawing/2014/main" id="{409E1B44-E80E-5F6E-3866-4C80A82D48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0" name="Oval 1388">
                <a:extLst>
                  <a:ext uri="{FF2B5EF4-FFF2-40B4-BE49-F238E27FC236}">
                    <a16:creationId xmlns:a16="http://schemas.microsoft.com/office/drawing/2014/main" id="{BFA12406-E0D5-D4B1-E029-5506DBD377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1" name="Freeform 1389">
                <a:extLst>
                  <a:ext uri="{FF2B5EF4-FFF2-40B4-BE49-F238E27FC236}">
                    <a16:creationId xmlns:a16="http://schemas.microsoft.com/office/drawing/2014/main" id="{6BD47C75-2BCA-82F2-86A5-A22E0843DB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Freeform 1390">
                <a:extLst>
                  <a:ext uri="{FF2B5EF4-FFF2-40B4-BE49-F238E27FC236}">
                    <a16:creationId xmlns:a16="http://schemas.microsoft.com/office/drawing/2014/main" id="{585E4CB2-3894-FDC0-CB32-29191CC6F1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" name="Freeform 1391">
                <a:extLst>
                  <a:ext uri="{FF2B5EF4-FFF2-40B4-BE49-F238E27FC236}">
                    <a16:creationId xmlns:a16="http://schemas.microsoft.com/office/drawing/2014/main" id="{DC318697-4B5E-0FE6-CBC8-3ED47E21C1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" name="Oval 1392">
                <a:extLst>
                  <a:ext uri="{FF2B5EF4-FFF2-40B4-BE49-F238E27FC236}">
                    <a16:creationId xmlns:a16="http://schemas.microsoft.com/office/drawing/2014/main" id="{74A2C0E5-91E8-669F-7760-632C963C0B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2" name="Group 1393">
              <a:extLst>
                <a:ext uri="{FF2B5EF4-FFF2-40B4-BE49-F238E27FC236}">
                  <a16:creationId xmlns:a16="http://schemas.microsoft.com/office/drawing/2014/main" id="{3D84CDDF-7FEF-DA26-F814-C221212DF2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913" name="Oval 1394">
                <a:extLst>
                  <a:ext uri="{FF2B5EF4-FFF2-40B4-BE49-F238E27FC236}">
                    <a16:creationId xmlns:a16="http://schemas.microsoft.com/office/drawing/2014/main" id="{1F1B7A53-7E91-77F5-FB1A-7A0D3FF5B8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4" name="Oval 1395">
                <a:extLst>
                  <a:ext uri="{FF2B5EF4-FFF2-40B4-BE49-F238E27FC236}">
                    <a16:creationId xmlns:a16="http://schemas.microsoft.com/office/drawing/2014/main" id="{113FBE07-8BF1-5643-9F36-10ADDF47CB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5" name="Freeform 1396">
                <a:extLst>
                  <a:ext uri="{FF2B5EF4-FFF2-40B4-BE49-F238E27FC236}">
                    <a16:creationId xmlns:a16="http://schemas.microsoft.com/office/drawing/2014/main" id="{4BF984DE-8BAC-983F-0D0C-536CC24B18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" name="Freeform 1397">
                <a:extLst>
                  <a:ext uri="{FF2B5EF4-FFF2-40B4-BE49-F238E27FC236}">
                    <a16:creationId xmlns:a16="http://schemas.microsoft.com/office/drawing/2014/main" id="{DDA15E92-B310-1CB8-61FF-891AC567DD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" name="Freeform 1398">
                <a:extLst>
                  <a:ext uri="{FF2B5EF4-FFF2-40B4-BE49-F238E27FC236}">
                    <a16:creationId xmlns:a16="http://schemas.microsoft.com/office/drawing/2014/main" id="{845B504C-25C1-37A6-ED4D-C1B2178BDD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" name="Oval 1399">
                <a:extLst>
                  <a:ext uri="{FF2B5EF4-FFF2-40B4-BE49-F238E27FC236}">
                    <a16:creationId xmlns:a16="http://schemas.microsoft.com/office/drawing/2014/main" id="{D23A3B12-3D69-AE87-D3E9-FCF17BB677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3" name="Group 1400">
              <a:extLst>
                <a:ext uri="{FF2B5EF4-FFF2-40B4-BE49-F238E27FC236}">
                  <a16:creationId xmlns:a16="http://schemas.microsoft.com/office/drawing/2014/main" id="{B30BC8C3-49A0-4735-F5BA-DA20616177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907" name="Oval 1401">
                <a:extLst>
                  <a:ext uri="{FF2B5EF4-FFF2-40B4-BE49-F238E27FC236}">
                    <a16:creationId xmlns:a16="http://schemas.microsoft.com/office/drawing/2014/main" id="{B8A4C222-2C46-0278-06E7-B179C59CBD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8" name="Oval 1402">
                <a:extLst>
                  <a:ext uri="{FF2B5EF4-FFF2-40B4-BE49-F238E27FC236}">
                    <a16:creationId xmlns:a16="http://schemas.microsoft.com/office/drawing/2014/main" id="{C21D468F-86C4-F118-8115-B218A38291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9" name="Freeform 1403">
                <a:extLst>
                  <a:ext uri="{FF2B5EF4-FFF2-40B4-BE49-F238E27FC236}">
                    <a16:creationId xmlns:a16="http://schemas.microsoft.com/office/drawing/2014/main" id="{948889AA-F0ED-F473-B458-EA845EC2AD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" name="Freeform 1404">
                <a:extLst>
                  <a:ext uri="{FF2B5EF4-FFF2-40B4-BE49-F238E27FC236}">
                    <a16:creationId xmlns:a16="http://schemas.microsoft.com/office/drawing/2014/main" id="{84D965F1-7CA9-2692-AEA7-B4CDF600CC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" name="Freeform 1405">
                <a:extLst>
                  <a:ext uri="{FF2B5EF4-FFF2-40B4-BE49-F238E27FC236}">
                    <a16:creationId xmlns:a16="http://schemas.microsoft.com/office/drawing/2014/main" id="{23400F57-5450-2663-F0F2-8B306816A5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" name="Oval 1406">
                <a:extLst>
                  <a:ext uri="{FF2B5EF4-FFF2-40B4-BE49-F238E27FC236}">
                    <a16:creationId xmlns:a16="http://schemas.microsoft.com/office/drawing/2014/main" id="{4E2F626B-7744-010F-E9E8-17DDC3CC2C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4" name="Group 1407">
              <a:extLst>
                <a:ext uri="{FF2B5EF4-FFF2-40B4-BE49-F238E27FC236}">
                  <a16:creationId xmlns:a16="http://schemas.microsoft.com/office/drawing/2014/main" id="{88DF02B4-4342-CA58-8B46-FF1B0352E5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901" name="Oval 1408">
                <a:extLst>
                  <a:ext uri="{FF2B5EF4-FFF2-40B4-BE49-F238E27FC236}">
                    <a16:creationId xmlns:a16="http://schemas.microsoft.com/office/drawing/2014/main" id="{0A827119-5CCF-B9ED-24AA-84A3C0618E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2" name="Oval 1409">
                <a:extLst>
                  <a:ext uri="{FF2B5EF4-FFF2-40B4-BE49-F238E27FC236}">
                    <a16:creationId xmlns:a16="http://schemas.microsoft.com/office/drawing/2014/main" id="{8076A13D-A7DD-596B-19C9-2309B9C75E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3" name="Freeform 1410">
                <a:extLst>
                  <a:ext uri="{FF2B5EF4-FFF2-40B4-BE49-F238E27FC236}">
                    <a16:creationId xmlns:a16="http://schemas.microsoft.com/office/drawing/2014/main" id="{8782D0A2-7858-097D-85B6-5D549475DF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" name="Freeform 1411">
                <a:extLst>
                  <a:ext uri="{FF2B5EF4-FFF2-40B4-BE49-F238E27FC236}">
                    <a16:creationId xmlns:a16="http://schemas.microsoft.com/office/drawing/2014/main" id="{F283FEFB-73A9-BAF2-28B7-BF21687B2B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" name="Freeform 1412">
                <a:extLst>
                  <a:ext uri="{FF2B5EF4-FFF2-40B4-BE49-F238E27FC236}">
                    <a16:creationId xmlns:a16="http://schemas.microsoft.com/office/drawing/2014/main" id="{444507C6-B6CA-C42B-8891-C6ED2C543C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" name="Oval 1413">
                <a:extLst>
                  <a:ext uri="{FF2B5EF4-FFF2-40B4-BE49-F238E27FC236}">
                    <a16:creationId xmlns:a16="http://schemas.microsoft.com/office/drawing/2014/main" id="{F67DF30F-F3C8-9B71-50E6-EAD5D4E43C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5" name="Group 1414">
              <a:extLst>
                <a:ext uri="{FF2B5EF4-FFF2-40B4-BE49-F238E27FC236}">
                  <a16:creationId xmlns:a16="http://schemas.microsoft.com/office/drawing/2014/main" id="{BB22D246-598C-0E10-F2AE-EAFF054472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895" name="Oval 1415">
                <a:extLst>
                  <a:ext uri="{FF2B5EF4-FFF2-40B4-BE49-F238E27FC236}">
                    <a16:creationId xmlns:a16="http://schemas.microsoft.com/office/drawing/2014/main" id="{45B9A0E3-4EAA-A90B-D8CA-4539EEA56F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6" name="Oval 1416">
                <a:extLst>
                  <a:ext uri="{FF2B5EF4-FFF2-40B4-BE49-F238E27FC236}">
                    <a16:creationId xmlns:a16="http://schemas.microsoft.com/office/drawing/2014/main" id="{BAFF9C72-8AF8-B946-EDFB-3EC5D65568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7" name="Freeform 1417">
                <a:extLst>
                  <a:ext uri="{FF2B5EF4-FFF2-40B4-BE49-F238E27FC236}">
                    <a16:creationId xmlns:a16="http://schemas.microsoft.com/office/drawing/2014/main" id="{520C2F5D-2AA7-5DB1-3106-1AFB6608E1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" name="Freeform 1418">
                <a:extLst>
                  <a:ext uri="{FF2B5EF4-FFF2-40B4-BE49-F238E27FC236}">
                    <a16:creationId xmlns:a16="http://schemas.microsoft.com/office/drawing/2014/main" id="{958C6992-CCEF-23CF-0AEB-36852B746A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" name="Freeform 1419">
                <a:extLst>
                  <a:ext uri="{FF2B5EF4-FFF2-40B4-BE49-F238E27FC236}">
                    <a16:creationId xmlns:a16="http://schemas.microsoft.com/office/drawing/2014/main" id="{7E1E3A22-A86A-99EC-8F28-C8314083D6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" name="Oval 1420">
                <a:extLst>
                  <a:ext uri="{FF2B5EF4-FFF2-40B4-BE49-F238E27FC236}">
                    <a16:creationId xmlns:a16="http://schemas.microsoft.com/office/drawing/2014/main" id="{FED1A7C0-4F2B-7DA2-8DFD-30909A1095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6" name="Group 1421">
              <a:extLst>
                <a:ext uri="{FF2B5EF4-FFF2-40B4-BE49-F238E27FC236}">
                  <a16:creationId xmlns:a16="http://schemas.microsoft.com/office/drawing/2014/main" id="{EC3925DC-6033-7B42-0E35-08825C9AB3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889" name="Oval 1422">
                <a:extLst>
                  <a:ext uri="{FF2B5EF4-FFF2-40B4-BE49-F238E27FC236}">
                    <a16:creationId xmlns:a16="http://schemas.microsoft.com/office/drawing/2014/main" id="{34A3446B-17C1-F9EC-E0CE-E5E7E4562A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0" name="Oval 1423">
                <a:extLst>
                  <a:ext uri="{FF2B5EF4-FFF2-40B4-BE49-F238E27FC236}">
                    <a16:creationId xmlns:a16="http://schemas.microsoft.com/office/drawing/2014/main" id="{E3588543-B955-40FD-86A9-71B99E2AFD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1" name="Freeform 1424">
                <a:extLst>
                  <a:ext uri="{FF2B5EF4-FFF2-40B4-BE49-F238E27FC236}">
                    <a16:creationId xmlns:a16="http://schemas.microsoft.com/office/drawing/2014/main" id="{614A9A25-040F-4A49-4079-FEBD02A642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" name="Freeform 1425">
                <a:extLst>
                  <a:ext uri="{FF2B5EF4-FFF2-40B4-BE49-F238E27FC236}">
                    <a16:creationId xmlns:a16="http://schemas.microsoft.com/office/drawing/2014/main" id="{FE0636B2-EAA0-5AAF-0577-B1E900A336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" name="Freeform 1426">
                <a:extLst>
                  <a:ext uri="{FF2B5EF4-FFF2-40B4-BE49-F238E27FC236}">
                    <a16:creationId xmlns:a16="http://schemas.microsoft.com/office/drawing/2014/main" id="{F3BBC0B1-4D66-6B83-064B-8CAD684F40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" name="Oval 1427">
                <a:extLst>
                  <a:ext uri="{FF2B5EF4-FFF2-40B4-BE49-F238E27FC236}">
                    <a16:creationId xmlns:a16="http://schemas.microsoft.com/office/drawing/2014/main" id="{37CD2929-CF38-70D6-76FC-67B00F0A3E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7" name="Group 1428">
              <a:extLst>
                <a:ext uri="{FF2B5EF4-FFF2-40B4-BE49-F238E27FC236}">
                  <a16:creationId xmlns:a16="http://schemas.microsoft.com/office/drawing/2014/main" id="{69303488-1E4B-D592-D7B7-3BD0A71DB3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883" name="Oval 1429">
                <a:extLst>
                  <a:ext uri="{FF2B5EF4-FFF2-40B4-BE49-F238E27FC236}">
                    <a16:creationId xmlns:a16="http://schemas.microsoft.com/office/drawing/2014/main" id="{ACA0A8CA-8C1F-3F29-E0A6-721E2C298B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4" name="Oval 1430">
                <a:extLst>
                  <a:ext uri="{FF2B5EF4-FFF2-40B4-BE49-F238E27FC236}">
                    <a16:creationId xmlns:a16="http://schemas.microsoft.com/office/drawing/2014/main" id="{5A00E0F5-21F4-071E-D652-4D5C4506E3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5" name="Freeform 1431">
                <a:extLst>
                  <a:ext uri="{FF2B5EF4-FFF2-40B4-BE49-F238E27FC236}">
                    <a16:creationId xmlns:a16="http://schemas.microsoft.com/office/drawing/2014/main" id="{32BEC02C-BADD-BF37-5C54-05E8A8F533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6" name="Freeform 1432">
                <a:extLst>
                  <a:ext uri="{FF2B5EF4-FFF2-40B4-BE49-F238E27FC236}">
                    <a16:creationId xmlns:a16="http://schemas.microsoft.com/office/drawing/2014/main" id="{E23C0BC4-F613-8FDB-5C86-D2EBBBDB3D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" name="Freeform 1433">
                <a:extLst>
                  <a:ext uri="{FF2B5EF4-FFF2-40B4-BE49-F238E27FC236}">
                    <a16:creationId xmlns:a16="http://schemas.microsoft.com/office/drawing/2014/main" id="{EF261BF5-A245-21C3-BFE7-7A41EF2AED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" name="Oval 1434">
                <a:extLst>
                  <a:ext uri="{FF2B5EF4-FFF2-40B4-BE49-F238E27FC236}">
                    <a16:creationId xmlns:a16="http://schemas.microsoft.com/office/drawing/2014/main" id="{86DFDCC7-90F9-4A16-C7A6-33967FA2EC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8" name="Group 1435">
              <a:extLst>
                <a:ext uri="{FF2B5EF4-FFF2-40B4-BE49-F238E27FC236}">
                  <a16:creationId xmlns:a16="http://schemas.microsoft.com/office/drawing/2014/main" id="{46E9D726-72A6-808E-13F2-083E03483D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877" name="Oval 1436">
                <a:extLst>
                  <a:ext uri="{FF2B5EF4-FFF2-40B4-BE49-F238E27FC236}">
                    <a16:creationId xmlns:a16="http://schemas.microsoft.com/office/drawing/2014/main" id="{635F180E-9AA8-3EA1-253A-DF91AA4601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8" name="Oval 1437">
                <a:extLst>
                  <a:ext uri="{FF2B5EF4-FFF2-40B4-BE49-F238E27FC236}">
                    <a16:creationId xmlns:a16="http://schemas.microsoft.com/office/drawing/2014/main" id="{ED8BE324-E69B-1C5F-066D-EF43C3A569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9" name="Freeform 1438">
                <a:extLst>
                  <a:ext uri="{FF2B5EF4-FFF2-40B4-BE49-F238E27FC236}">
                    <a16:creationId xmlns:a16="http://schemas.microsoft.com/office/drawing/2014/main" id="{19BB6603-D8ED-00E0-B231-D168C0BFA8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" name="Freeform 1439">
                <a:extLst>
                  <a:ext uri="{FF2B5EF4-FFF2-40B4-BE49-F238E27FC236}">
                    <a16:creationId xmlns:a16="http://schemas.microsoft.com/office/drawing/2014/main" id="{9FCB8C43-DA4B-A618-2D62-DBFB21DA2F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" name="Freeform 1440">
                <a:extLst>
                  <a:ext uri="{FF2B5EF4-FFF2-40B4-BE49-F238E27FC236}">
                    <a16:creationId xmlns:a16="http://schemas.microsoft.com/office/drawing/2014/main" id="{988A7F05-28BF-56D7-90D0-0CD2B58CB9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" name="Oval 1441">
                <a:extLst>
                  <a:ext uri="{FF2B5EF4-FFF2-40B4-BE49-F238E27FC236}">
                    <a16:creationId xmlns:a16="http://schemas.microsoft.com/office/drawing/2014/main" id="{5A5136C1-4E65-9017-7A43-4361D9F9F7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9" name="Group 1442">
              <a:extLst>
                <a:ext uri="{FF2B5EF4-FFF2-40B4-BE49-F238E27FC236}">
                  <a16:creationId xmlns:a16="http://schemas.microsoft.com/office/drawing/2014/main" id="{4C3723B3-A670-2B13-CCE0-2EB9C7EDD5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871" name="Oval 1443">
                <a:extLst>
                  <a:ext uri="{FF2B5EF4-FFF2-40B4-BE49-F238E27FC236}">
                    <a16:creationId xmlns:a16="http://schemas.microsoft.com/office/drawing/2014/main" id="{904AD1A5-9A8F-976B-B329-D91905EE93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2" name="Oval 1444">
                <a:extLst>
                  <a:ext uri="{FF2B5EF4-FFF2-40B4-BE49-F238E27FC236}">
                    <a16:creationId xmlns:a16="http://schemas.microsoft.com/office/drawing/2014/main" id="{FFBE7222-CFEB-AB81-3454-C78EB13A66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3" name="Freeform 1445">
                <a:extLst>
                  <a:ext uri="{FF2B5EF4-FFF2-40B4-BE49-F238E27FC236}">
                    <a16:creationId xmlns:a16="http://schemas.microsoft.com/office/drawing/2014/main" id="{FDE7E348-3707-A000-05BC-9D6BCDEB51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" name="Freeform 1446">
                <a:extLst>
                  <a:ext uri="{FF2B5EF4-FFF2-40B4-BE49-F238E27FC236}">
                    <a16:creationId xmlns:a16="http://schemas.microsoft.com/office/drawing/2014/main" id="{ED790E70-55EF-FDF1-FE9D-907BB5133E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" name="Freeform 1447">
                <a:extLst>
                  <a:ext uri="{FF2B5EF4-FFF2-40B4-BE49-F238E27FC236}">
                    <a16:creationId xmlns:a16="http://schemas.microsoft.com/office/drawing/2014/main" id="{6AC7AA84-FCC9-6E12-E5E2-A01E349F91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" name="Oval 1448">
                <a:extLst>
                  <a:ext uri="{FF2B5EF4-FFF2-40B4-BE49-F238E27FC236}">
                    <a16:creationId xmlns:a16="http://schemas.microsoft.com/office/drawing/2014/main" id="{104AF9E5-3EA2-9B90-BAFC-0A288D417E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0" name="Group 1449">
              <a:extLst>
                <a:ext uri="{FF2B5EF4-FFF2-40B4-BE49-F238E27FC236}">
                  <a16:creationId xmlns:a16="http://schemas.microsoft.com/office/drawing/2014/main" id="{91DFE615-D1B4-1802-8DAD-6A60D1D2B0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865" name="Oval 1450">
                <a:extLst>
                  <a:ext uri="{FF2B5EF4-FFF2-40B4-BE49-F238E27FC236}">
                    <a16:creationId xmlns:a16="http://schemas.microsoft.com/office/drawing/2014/main" id="{06ACEC44-E595-0D88-83BE-F9F993AFD2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6" name="Oval 1451">
                <a:extLst>
                  <a:ext uri="{FF2B5EF4-FFF2-40B4-BE49-F238E27FC236}">
                    <a16:creationId xmlns:a16="http://schemas.microsoft.com/office/drawing/2014/main" id="{BA762C2E-0389-62AC-7F9B-AE56E26AB3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7" name="Freeform 1452">
                <a:extLst>
                  <a:ext uri="{FF2B5EF4-FFF2-40B4-BE49-F238E27FC236}">
                    <a16:creationId xmlns:a16="http://schemas.microsoft.com/office/drawing/2014/main" id="{896501E6-17AB-FA6A-4FE1-10D2071CC9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" name="Freeform 1453">
                <a:extLst>
                  <a:ext uri="{FF2B5EF4-FFF2-40B4-BE49-F238E27FC236}">
                    <a16:creationId xmlns:a16="http://schemas.microsoft.com/office/drawing/2014/main" id="{4892FB72-FC90-8C43-F43F-2538FE4913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" name="Freeform 1454">
                <a:extLst>
                  <a:ext uri="{FF2B5EF4-FFF2-40B4-BE49-F238E27FC236}">
                    <a16:creationId xmlns:a16="http://schemas.microsoft.com/office/drawing/2014/main" id="{CC1EB06B-7EBB-4196-AB4A-9F66AA92AA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" name="Oval 1455">
                <a:extLst>
                  <a:ext uri="{FF2B5EF4-FFF2-40B4-BE49-F238E27FC236}">
                    <a16:creationId xmlns:a16="http://schemas.microsoft.com/office/drawing/2014/main" id="{3AC2DECB-7055-A26C-1F88-6AE063BB66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1" name="Group 1456">
              <a:extLst>
                <a:ext uri="{FF2B5EF4-FFF2-40B4-BE49-F238E27FC236}">
                  <a16:creationId xmlns:a16="http://schemas.microsoft.com/office/drawing/2014/main" id="{99BD41CB-07AC-C308-6D4A-F2A188BFA7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859" name="Oval 1457">
                <a:extLst>
                  <a:ext uri="{FF2B5EF4-FFF2-40B4-BE49-F238E27FC236}">
                    <a16:creationId xmlns:a16="http://schemas.microsoft.com/office/drawing/2014/main" id="{B689E008-A47C-89A7-BE42-8C6325B429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0" name="Oval 1458">
                <a:extLst>
                  <a:ext uri="{FF2B5EF4-FFF2-40B4-BE49-F238E27FC236}">
                    <a16:creationId xmlns:a16="http://schemas.microsoft.com/office/drawing/2014/main" id="{B1D7C6F4-82E2-0462-EC7B-AAEA3B2023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1" name="Freeform 1459">
                <a:extLst>
                  <a:ext uri="{FF2B5EF4-FFF2-40B4-BE49-F238E27FC236}">
                    <a16:creationId xmlns:a16="http://schemas.microsoft.com/office/drawing/2014/main" id="{F5311877-87BD-A13F-FAFA-93D48EF553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" name="Freeform 1460">
                <a:extLst>
                  <a:ext uri="{FF2B5EF4-FFF2-40B4-BE49-F238E27FC236}">
                    <a16:creationId xmlns:a16="http://schemas.microsoft.com/office/drawing/2014/main" id="{A02157A1-83FD-6992-E8C9-B931C19D62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" name="Freeform 1461">
                <a:extLst>
                  <a:ext uri="{FF2B5EF4-FFF2-40B4-BE49-F238E27FC236}">
                    <a16:creationId xmlns:a16="http://schemas.microsoft.com/office/drawing/2014/main" id="{5E4B4226-0292-D9E7-F01A-25ED964219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" name="Oval 1462">
                <a:extLst>
                  <a:ext uri="{FF2B5EF4-FFF2-40B4-BE49-F238E27FC236}">
                    <a16:creationId xmlns:a16="http://schemas.microsoft.com/office/drawing/2014/main" id="{E7DE48F0-CF52-102C-1916-BD197FC5E9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2" name="Group 1463">
              <a:extLst>
                <a:ext uri="{FF2B5EF4-FFF2-40B4-BE49-F238E27FC236}">
                  <a16:creationId xmlns:a16="http://schemas.microsoft.com/office/drawing/2014/main" id="{EB02E7D1-1FC8-A313-2284-90F34BDC8E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853" name="Oval 1464">
                <a:extLst>
                  <a:ext uri="{FF2B5EF4-FFF2-40B4-BE49-F238E27FC236}">
                    <a16:creationId xmlns:a16="http://schemas.microsoft.com/office/drawing/2014/main" id="{9174F5DC-822A-9AC2-E190-B1B39B4BA3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4" name="Oval 1465">
                <a:extLst>
                  <a:ext uri="{FF2B5EF4-FFF2-40B4-BE49-F238E27FC236}">
                    <a16:creationId xmlns:a16="http://schemas.microsoft.com/office/drawing/2014/main" id="{C2C3B3D3-35F6-F136-2FFA-9B18B10F2A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5" name="Freeform 1466">
                <a:extLst>
                  <a:ext uri="{FF2B5EF4-FFF2-40B4-BE49-F238E27FC236}">
                    <a16:creationId xmlns:a16="http://schemas.microsoft.com/office/drawing/2014/main" id="{AB3934A0-47F0-53D0-AF28-37FFFB4E2B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" name="Freeform 1467">
                <a:extLst>
                  <a:ext uri="{FF2B5EF4-FFF2-40B4-BE49-F238E27FC236}">
                    <a16:creationId xmlns:a16="http://schemas.microsoft.com/office/drawing/2014/main" id="{A45940E3-1C27-AA3E-4222-22F16DD58F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" name="Freeform 1468">
                <a:extLst>
                  <a:ext uri="{FF2B5EF4-FFF2-40B4-BE49-F238E27FC236}">
                    <a16:creationId xmlns:a16="http://schemas.microsoft.com/office/drawing/2014/main" id="{C782F89F-0A58-DE69-EA0F-2A225564BC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" name="Oval 1469">
                <a:extLst>
                  <a:ext uri="{FF2B5EF4-FFF2-40B4-BE49-F238E27FC236}">
                    <a16:creationId xmlns:a16="http://schemas.microsoft.com/office/drawing/2014/main" id="{772D6C3B-9F6D-861A-60B1-6F148F980E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3" name="Group 1470">
              <a:extLst>
                <a:ext uri="{FF2B5EF4-FFF2-40B4-BE49-F238E27FC236}">
                  <a16:creationId xmlns:a16="http://schemas.microsoft.com/office/drawing/2014/main" id="{169EF488-8D78-08FC-F618-6900F5E8F5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847" name="Oval 1471">
                <a:extLst>
                  <a:ext uri="{FF2B5EF4-FFF2-40B4-BE49-F238E27FC236}">
                    <a16:creationId xmlns:a16="http://schemas.microsoft.com/office/drawing/2014/main" id="{C9B8396B-803A-E634-20E4-93682B60DC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8" name="Oval 1472">
                <a:extLst>
                  <a:ext uri="{FF2B5EF4-FFF2-40B4-BE49-F238E27FC236}">
                    <a16:creationId xmlns:a16="http://schemas.microsoft.com/office/drawing/2014/main" id="{3D455C2D-06A9-1AE7-8BB0-A555815549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9" name="Freeform 1473">
                <a:extLst>
                  <a:ext uri="{FF2B5EF4-FFF2-40B4-BE49-F238E27FC236}">
                    <a16:creationId xmlns:a16="http://schemas.microsoft.com/office/drawing/2014/main" id="{46FFA02F-7DA4-ABD2-0E76-27B48BB945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" name="Freeform 1474">
                <a:extLst>
                  <a:ext uri="{FF2B5EF4-FFF2-40B4-BE49-F238E27FC236}">
                    <a16:creationId xmlns:a16="http://schemas.microsoft.com/office/drawing/2014/main" id="{86DB1958-1BBB-F4FC-2AA2-316DBFF51D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" name="Freeform 1475">
                <a:extLst>
                  <a:ext uri="{FF2B5EF4-FFF2-40B4-BE49-F238E27FC236}">
                    <a16:creationId xmlns:a16="http://schemas.microsoft.com/office/drawing/2014/main" id="{F358CEF2-08FA-8267-329B-DD9A437096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" name="Oval 1476">
                <a:extLst>
                  <a:ext uri="{FF2B5EF4-FFF2-40B4-BE49-F238E27FC236}">
                    <a16:creationId xmlns:a16="http://schemas.microsoft.com/office/drawing/2014/main" id="{EDD53F45-55A6-17A0-F37C-61BE628ED1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4" name="Group 1477">
              <a:extLst>
                <a:ext uri="{FF2B5EF4-FFF2-40B4-BE49-F238E27FC236}">
                  <a16:creationId xmlns:a16="http://schemas.microsoft.com/office/drawing/2014/main" id="{CB8CE226-BE44-A23A-1E33-339438ACC4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841" name="Oval 1478">
                <a:extLst>
                  <a:ext uri="{FF2B5EF4-FFF2-40B4-BE49-F238E27FC236}">
                    <a16:creationId xmlns:a16="http://schemas.microsoft.com/office/drawing/2014/main" id="{60A340A5-8A43-FAEE-0FDE-01E130B780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2" name="Oval 1479">
                <a:extLst>
                  <a:ext uri="{FF2B5EF4-FFF2-40B4-BE49-F238E27FC236}">
                    <a16:creationId xmlns:a16="http://schemas.microsoft.com/office/drawing/2014/main" id="{52FF03CE-E328-142F-CA4B-041A2EB909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3" name="Freeform 1480">
                <a:extLst>
                  <a:ext uri="{FF2B5EF4-FFF2-40B4-BE49-F238E27FC236}">
                    <a16:creationId xmlns:a16="http://schemas.microsoft.com/office/drawing/2014/main" id="{3BAF85DD-9B1F-E834-6EC0-9C66FE78CE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" name="Freeform 1481">
                <a:extLst>
                  <a:ext uri="{FF2B5EF4-FFF2-40B4-BE49-F238E27FC236}">
                    <a16:creationId xmlns:a16="http://schemas.microsoft.com/office/drawing/2014/main" id="{CCA2C2D8-1D16-9DA7-B271-007294A5BC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" name="Freeform 1482">
                <a:extLst>
                  <a:ext uri="{FF2B5EF4-FFF2-40B4-BE49-F238E27FC236}">
                    <a16:creationId xmlns:a16="http://schemas.microsoft.com/office/drawing/2014/main" id="{D788CEAB-D67E-A928-71D5-24F9BDF095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" name="Oval 1483">
                <a:extLst>
                  <a:ext uri="{FF2B5EF4-FFF2-40B4-BE49-F238E27FC236}">
                    <a16:creationId xmlns:a16="http://schemas.microsoft.com/office/drawing/2014/main" id="{B5C432D9-9ED7-F6A7-D18F-27E058113A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5" name="Group 1484">
              <a:extLst>
                <a:ext uri="{FF2B5EF4-FFF2-40B4-BE49-F238E27FC236}">
                  <a16:creationId xmlns:a16="http://schemas.microsoft.com/office/drawing/2014/main" id="{0105187F-E61D-9A54-46A2-B6410DCEF66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835" name="Oval 1485">
                <a:extLst>
                  <a:ext uri="{FF2B5EF4-FFF2-40B4-BE49-F238E27FC236}">
                    <a16:creationId xmlns:a16="http://schemas.microsoft.com/office/drawing/2014/main" id="{82438AB9-ADDA-943A-E8B5-408DABAF42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6" name="Oval 1486">
                <a:extLst>
                  <a:ext uri="{FF2B5EF4-FFF2-40B4-BE49-F238E27FC236}">
                    <a16:creationId xmlns:a16="http://schemas.microsoft.com/office/drawing/2014/main" id="{CEEFBA90-7C54-4F37-38CA-B6A89679D9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7" name="Freeform 1487">
                <a:extLst>
                  <a:ext uri="{FF2B5EF4-FFF2-40B4-BE49-F238E27FC236}">
                    <a16:creationId xmlns:a16="http://schemas.microsoft.com/office/drawing/2014/main" id="{23624CDA-C0CB-D861-3023-4F52C5F9DD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" name="Freeform 1488">
                <a:extLst>
                  <a:ext uri="{FF2B5EF4-FFF2-40B4-BE49-F238E27FC236}">
                    <a16:creationId xmlns:a16="http://schemas.microsoft.com/office/drawing/2014/main" id="{A7BB4849-F6E8-B086-374C-28B8FE07A6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" name="Freeform 1489">
                <a:extLst>
                  <a:ext uri="{FF2B5EF4-FFF2-40B4-BE49-F238E27FC236}">
                    <a16:creationId xmlns:a16="http://schemas.microsoft.com/office/drawing/2014/main" id="{408D8093-802F-A332-07B6-8B617D33A5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" name="Oval 1490">
                <a:extLst>
                  <a:ext uri="{FF2B5EF4-FFF2-40B4-BE49-F238E27FC236}">
                    <a16:creationId xmlns:a16="http://schemas.microsoft.com/office/drawing/2014/main" id="{87238793-2119-6623-5D88-88D494C4A0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6" name="Group 1491">
              <a:extLst>
                <a:ext uri="{FF2B5EF4-FFF2-40B4-BE49-F238E27FC236}">
                  <a16:creationId xmlns:a16="http://schemas.microsoft.com/office/drawing/2014/main" id="{4D6DCA87-ECD9-E989-4483-D3ABF18C5B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829" name="Oval 1492">
                <a:extLst>
                  <a:ext uri="{FF2B5EF4-FFF2-40B4-BE49-F238E27FC236}">
                    <a16:creationId xmlns:a16="http://schemas.microsoft.com/office/drawing/2014/main" id="{916F59BF-B054-7E04-9889-9A3407E24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0" name="Oval 1493">
                <a:extLst>
                  <a:ext uri="{FF2B5EF4-FFF2-40B4-BE49-F238E27FC236}">
                    <a16:creationId xmlns:a16="http://schemas.microsoft.com/office/drawing/2014/main" id="{F9041D53-96EB-79FA-A4FC-BA49086516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1" name="Freeform 1494">
                <a:extLst>
                  <a:ext uri="{FF2B5EF4-FFF2-40B4-BE49-F238E27FC236}">
                    <a16:creationId xmlns:a16="http://schemas.microsoft.com/office/drawing/2014/main" id="{7FD5BEE8-9B60-C782-9ABD-73D4CDFD1F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" name="Freeform 1495">
                <a:extLst>
                  <a:ext uri="{FF2B5EF4-FFF2-40B4-BE49-F238E27FC236}">
                    <a16:creationId xmlns:a16="http://schemas.microsoft.com/office/drawing/2014/main" id="{33FB2193-71AE-CE63-C784-63AC18DE14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Freeform 1496">
                <a:extLst>
                  <a:ext uri="{FF2B5EF4-FFF2-40B4-BE49-F238E27FC236}">
                    <a16:creationId xmlns:a16="http://schemas.microsoft.com/office/drawing/2014/main" id="{BE7F5805-5FC2-54BE-07AA-53608D3298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" name="Oval 1497">
                <a:extLst>
                  <a:ext uri="{FF2B5EF4-FFF2-40B4-BE49-F238E27FC236}">
                    <a16:creationId xmlns:a16="http://schemas.microsoft.com/office/drawing/2014/main" id="{FB0C9C0B-8A54-6815-F64C-2F631546C9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7" name="Group 1498">
              <a:extLst>
                <a:ext uri="{FF2B5EF4-FFF2-40B4-BE49-F238E27FC236}">
                  <a16:creationId xmlns:a16="http://schemas.microsoft.com/office/drawing/2014/main" id="{BC4F32AC-750E-63AF-DF62-99155718B2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823" name="Oval 1499">
                <a:extLst>
                  <a:ext uri="{FF2B5EF4-FFF2-40B4-BE49-F238E27FC236}">
                    <a16:creationId xmlns:a16="http://schemas.microsoft.com/office/drawing/2014/main" id="{88A02994-CEE1-45E3-5570-5C76207D6E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4" name="Oval 1500">
                <a:extLst>
                  <a:ext uri="{FF2B5EF4-FFF2-40B4-BE49-F238E27FC236}">
                    <a16:creationId xmlns:a16="http://schemas.microsoft.com/office/drawing/2014/main" id="{8FBF3F3D-9C61-7B76-43C5-7CEA070A76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5" name="Freeform 1501">
                <a:extLst>
                  <a:ext uri="{FF2B5EF4-FFF2-40B4-BE49-F238E27FC236}">
                    <a16:creationId xmlns:a16="http://schemas.microsoft.com/office/drawing/2014/main" id="{6395E05B-5B1D-2CDE-02A9-E1EF7E5068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" name="Freeform 1502">
                <a:extLst>
                  <a:ext uri="{FF2B5EF4-FFF2-40B4-BE49-F238E27FC236}">
                    <a16:creationId xmlns:a16="http://schemas.microsoft.com/office/drawing/2014/main" id="{AFD27CC0-9403-EE0A-476D-557ED03401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" name="Freeform 1503">
                <a:extLst>
                  <a:ext uri="{FF2B5EF4-FFF2-40B4-BE49-F238E27FC236}">
                    <a16:creationId xmlns:a16="http://schemas.microsoft.com/office/drawing/2014/main" id="{2D77BF3B-D881-5386-4523-5A86960870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" name="Oval 1504">
                <a:extLst>
                  <a:ext uri="{FF2B5EF4-FFF2-40B4-BE49-F238E27FC236}">
                    <a16:creationId xmlns:a16="http://schemas.microsoft.com/office/drawing/2014/main" id="{3DA844B2-F7A2-6040-1854-EAF9D910CD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8" name="Group 1505">
              <a:extLst>
                <a:ext uri="{FF2B5EF4-FFF2-40B4-BE49-F238E27FC236}">
                  <a16:creationId xmlns:a16="http://schemas.microsoft.com/office/drawing/2014/main" id="{C5BDEC28-529E-8D92-BE3B-0240A528103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817" name="Oval 1506">
                <a:extLst>
                  <a:ext uri="{FF2B5EF4-FFF2-40B4-BE49-F238E27FC236}">
                    <a16:creationId xmlns:a16="http://schemas.microsoft.com/office/drawing/2014/main" id="{8AA6C1B2-F869-EB4B-88AD-49C49BE9F3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8" name="Oval 1507">
                <a:extLst>
                  <a:ext uri="{FF2B5EF4-FFF2-40B4-BE49-F238E27FC236}">
                    <a16:creationId xmlns:a16="http://schemas.microsoft.com/office/drawing/2014/main" id="{09D8A1C8-80FD-56CB-FA07-AE6CACC7ED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9" name="Freeform 1508">
                <a:extLst>
                  <a:ext uri="{FF2B5EF4-FFF2-40B4-BE49-F238E27FC236}">
                    <a16:creationId xmlns:a16="http://schemas.microsoft.com/office/drawing/2014/main" id="{F7C8AC0E-4F83-6497-4835-DF83328572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" name="Freeform 1509">
                <a:extLst>
                  <a:ext uri="{FF2B5EF4-FFF2-40B4-BE49-F238E27FC236}">
                    <a16:creationId xmlns:a16="http://schemas.microsoft.com/office/drawing/2014/main" id="{F563B51B-0C67-F6A9-8B2F-92BD8AB1DB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" name="Freeform 1510">
                <a:extLst>
                  <a:ext uri="{FF2B5EF4-FFF2-40B4-BE49-F238E27FC236}">
                    <a16:creationId xmlns:a16="http://schemas.microsoft.com/office/drawing/2014/main" id="{B06B9832-AB87-B7B1-4F63-A224574565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" name="Oval 1511">
                <a:extLst>
                  <a:ext uri="{FF2B5EF4-FFF2-40B4-BE49-F238E27FC236}">
                    <a16:creationId xmlns:a16="http://schemas.microsoft.com/office/drawing/2014/main" id="{8D1469D5-1955-C992-9BAA-A4508A1EB3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9" name="Group 1512">
              <a:extLst>
                <a:ext uri="{FF2B5EF4-FFF2-40B4-BE49-F238E27FC236}">
                  <a16:creationId xmlns:a16="http://schemas.microsoft.com/office/drawing/2014/main" id="{948DB8B2-917A-53A8-46BC-F49D47E75D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811" name="Oval 1513">
                <a:extLst>
                  <a:ext uri="{FF2B5EF4-FFF2-40B4-BE49-F238E27FC236}">
                    <a16:creationId xmlns:a16="http://schemas.microsoft.com/office/drawing/2014/main" id="{3EF9FB9B-4E33-249D-1B25-ED241937E9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2" name="Oval 1514">
                <a:extLst>
                  <a:ext uri="{FF2B5EF4-FFF2-40B4-BE49-F238E27FC236}">
                    <a16:creationId xmlns:a16="http://schemas.microsoft.com/office/drawing/2014/main" id="{6B1C62B2-2FDA-8D2B-D627-CB794B29A4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3" name="Freeform 1515">
                <a:extLst>
                  <a:ext uri="{FF2B5EF4-FFF2-40B4-BE49-F238E27FC236}">
                    <a16:creationId xmlns:a16="http://schemas.microsoft.com/office/drawing/2014/main" id="{4B7357B7-B7AD-386A-DB7C-5593C20802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4" name="Freeform 1516">
                <a:extLst>
                  <a:ext uri="{FF2B5EF4-FFF2-40B4-BE49-F238E27FC236}">
                    <a16:creationId xmlns:a16="http://schemas.microsoft.com/office/drawing/2014/main" id="{5E9F137E-0D12-E55A-438C-29FCAB0C7A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5" name="Freeform 1517">
                <a:extLst>
                  <a:ext uri="{FF2B5EF4-FFF2-40B4-BE49-F238E27FC236}">
                    <a16:creationId xmlns:a16="http://schemas.microsoft.com/office/drawing/2014/main" id="{97AB37D4-4944-FE35-4796-FDB15506F6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6" name="Oval 1518">
                <a:extLst>
                  <a:ext uri="{FF2B5EF4-FFF2-40B4-BE49-F238E27FC236}">
                    <a16:creationId xmlns:a16="http://schemas.microsoft.com/office/drawing/2014/main" id="{CC807D8B-86F5-7071-315C-ECED423AC3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0" name="Group 1519">
              <a:extLst>
                <a:ext uri="{FF2B5EF4-FFF2-40B4-BE49-F238E27FC236}">
                  <a16:creationId xmlns:a16="http://schemas.microsoft.com/office/drawing/2014/main" id="{339429D1-5C20-5342-2094-1F20654F28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805" name="Oval 1520">
                <a:extLst>
                  <a:ext uri="{FF2B5EF4-FFF2-40B4-BE49-F238E27FC236}">
                    <a16:creationId xmlns:a16="http://schemas.microsoft.com/office/drawing/2014/main" id="{90E3D5B9-9504-1DCF-2474-038F7D41BC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6" name="Oval 1521">
                <a:extLst>
                  <a:ext uri="{FF2B5EF4-FFF2-40B4-BE49-F238E27FC236}">
                    <a16:creationId xmlns:a16="http://schemas.microsoft.com/office/drawing/2014/main" id="{55C09C1D-9C6A-C4D0-0EF1-DCB4F9DC7C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7" name="Freeform 1522">
                <a:extLst>
                  <a:ext uri="{FF2B5EF4-FFF2-40B4-BE49-F238E27FC236}">
                    <a16:creationId xmlns:a16="http://schemas.microsoft.com/office/drawing/2014/main" id="{A4A0BD53-E38E-D6F4-73CB-25C704C599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Freeform 1523">
                <a:extLst>
                  <a:ext uri="{FF2B5EF4-FFF2-40B4-BE49-F238E27FC236}">
                    <a16:creationId xmlns:a16="http://schemas.microsoft.com/office/drawing/2014/main" id="{0BCB3D25-F198-D433-19ED-9FA96D2B43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" name="Freeform 1524">
                <a:extLst>
                  <a:ext uri="{FF2B5EF4-FFF2-40B4-BE49-F238E27FC236}">
                    <a16:creationId xmlns:a16="http://schemas.microsoft.com/office/drawing/2014/main" id="{4E3774E1-7486-6722-A148-5839912891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" name="Oval 1525">
                <a:extLst>
                  <a:ext uri="{FF2B5EF4-FFF2-40B4-BE49-F238E27FC236}">
                    <a16:creationId xmlns:a16="http://schemas.microsoft.com/office/drawing/2014/main" id="{96623975-A09B-69A7-34DA-677D0C2A73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1" name="Group 1526">
              <a:extLst>
                <a:ext uri="{FF2B5EF4-FFF2-40B4-BE49-F238E27FC236}">
                  <a16:creationId xmlns:a16="http://schemas.microsoft.com/office/drawing/2014/main" id="{FDEAA458-D88F-E040-B4FD-AC13A4F039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799" name="Oval 1527">
                <a:extLst>
                  <a:ext uri="{FF2B5EF4-FFF2-40B4-BE49-F238E27FC236}">
                    <a16:creationId xmlns:a16="http://schemas.microsoft.com/office/drawing/2014/main" id="{6FB7E00E-79F6-68CE-CDCB-D594F9E354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0" name="Oval 1528">
                <a:extLst>
                  <a:ext uri="{FF2B5EF4-FFF2-40B4-BE49-F238E27FC236}">
                    <a16:creationId xmlns:a16="http://schemas.microsoft.com/office/drawing/2014/main" id="{1DC7250F-05E6-87AF-C194-F5F69482FB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1" name="Freeform 1529">
                <a:extLst>
                  <a:ext uri="{FF2B5EF4-FFF2-40B4-BE49-F238E27FC236}">
                    <a16:creationId xmlns:a16="http://schemas.microsoft.com/office/drawing/2014/main" id="{3D4D48C4-6D1A-8E1F-48BC-12AAAE5343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Freeform 1530">
                <a:extLst>
                  <a:ext uri="{FF2B5EF4-FFF2-40B4-BE49-F238E27FC236}">
                    <a16:creationId xmlns:a16="http://schemas.microsoft.com/office/drawing/2014/main" id="{0C4E167C-60BE-551C-72F1-43E859C13F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" name="Freeform 1531">
                <a:extLst>
                  <a:ext uri="{FF2B5EF4-FFF2-40B4-BE49-F238E27FC236}">
                    <a16:creationId xmlns:a16="http://schemas.microsoft.com/office/drawing/2014/main" id="{F26A0AEA-FE6C-725F-8635-94F007411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" name="Oval 1532">
                <a:extLst>
                  <a:ext uri="{FF2B5EF4-FFF2-40B4-BE49-F238E27FC236}">
                    <a16:creationId xmlns:a16="http://schemas.microsoft.com/office/drawing/2014/main" id="{B74C7666-CD15-7FEF-E481-4E9DB5EA57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2" name="Group 1533">
              <a:extLst>
                <a:ext uri="{FF2B5EF4-FFF2-40B4-BE49-F238E27FC236}">
                  <a16:creationId xmlns:a16="http://schemas.microsoft.com/office/drawing/2014/main" id="{500BDF21-96A9-DFC2-A7B9-F20F19E353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793" name="Oval 1534">
                <a:extLst>
                  <a:ext uri="{FF2B5EF4-FFF2-40B4-BE49-F238E27FC236}">
                    <a16:creationId xmlns:a16="http://schemas.microsoft.com/office/drawing/2014/main" id="{2190040E-4694-A8B7-36B4-49936F471E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4" name="Oval 1535">
                <a:extLst>
                  <a:ext uri="{FF2B5EF4-FFF2-40B4-BE49-F238E27FC236}">
                    <a16:creationId xmlns:a16="http://schemas.microsoft.com/office/drawing/2014/main" id="{2311715B-ADC8-9FB6-21C1-BC3411EA18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5" name="Freeform 1536">
                <a:extLst>
                  <a:ext uri="{FF2B5EF4-FFF2-40B4-BE49-F238E27FC236}">
                    <a16:creationId xmlns:a16="http://schemas.microsoft.com/office/drawing/2014/main" id="{51015A4F-C786-981C-C4E5-45F07D2DF7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6" name="Freeform 1537">
                <a:extLst>
                  <a:ext uri="{FF2B5EF4-FFF2-40B4-BE49-F238E27FC236}">
                    <a16:creationId xmlns:a16="http://schemas.microsoft.com/office/drawing/2014/main" id="{97ABA0B4-17AE-D70F-A748-B4440072A7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7" name="Freeform 1538">
                <a:extLst>
                  <a:ext uri="{FF2B5EF4-FFF2-40B4-BE49-F238E27FC236}">
                    <a16:creationId xmlns:a16="http://schemas.microsoft.com/office/drawing/2014/main" id="{1ED7CB41-186A-1B35-17C2-423C7118EE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Oval 1539">
                <a:extLst>
                  <a:ext uri="{FF2B5EF4-FFF2-40B4-BE49-F238E27FC236}">
                    <a16:creationId xmlns:a16="http://schemas.microsoft.com/office/drawing/2014/main" id="{66683B14-D7CC-1D8A-3D2E-C02B75C6C5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3" name="Group 1540">
              <a:extLst>
                <a:ext uri="{FF2B5EF4-FFF2-40B4-BE49-F238E27FC236}">
                  <a16:creationId xmlns:a16="http://schemas.microsoft.com/office/drawing/2014/main" id="{AE96FE4B-173E-27F5-0277-41CAF134A5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787" name="Oval 1541">
                <a:extLst>
                  <a:ext uri="{FF2B5EF4-FFF2-40B4-BE49-F238E27FC236}">
                    <a16:creationId xmlns:a16="http://schemas.microsoft.com/office/drawing/2014/main" id="{CB61B993-E4F0-78F6-D022-2B78A70350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8" name="Oval 1542">
                <a:extLst>
                  <a:ext uri="{FF2B5EF4-FFF2-40B4-BE49-F238E27FC236}">
                    <a16:creationId xmlns:a16="http://schemas.microsoft.com/office/drawing/2014/main" id="{C70E0285-DDA0-71D4-D69D-F804A7C91B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9" name="Freeform 1543">
                <a:extLst>
                  <a:ext uri="{FF2B5EF4-FFF2-40B4-BE49-F238E27FC236}">
                    <a16:creationId xmlns:a16="http://schemas.microsoft.com/office/drawing/2014/main" id="{C3AB0544-64BF-910E-4888-8909C497B2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0" name="Freeform 1544">
                <a:extLst>
                  <a:ext uri="{FF2B5EF4-FFF2-40B4-BE49-F238E27FC236}">
                    <a16:creationId xmlns:a16="http://schemas.microsoft.com/office/drawing/2014/main" id="{46EE73E7-5579-7E07-0731-FD93063628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1" name="Freeform 1545">
                <a:extLst>
                  <a:ext uri="{FF2B5EF4-FFF2-40B4-BE49-F238E27FC236}">
                    <a16:creationId xmlns:a16="http://schemas.microsoft.com/office/drawing/2014/main" id="{E227FDC1-B8B0-B331-0520-9B78DF9D90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2" name="Oval 1546">
                <a:extLst>
                  <a:ext uri="{FF2B5EF4-FFF2-40B4-BE49-F238E27FC236}">
                    <a16:creationId xmlns:a16="http://schemas.microsoft.com/office/drawing/2014/main" id="{098C853F-7A82-D899-2E2A-5A201134B0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4" name="Group 1547">
              <a:extLst>
                <a:ext uri="{FF2B5EF4-FFF2-40B4-BE49-F238E27FC236}">
                  <a16:creationId xmlns:a16="http://schemas.microsoft.com/office/drawing/2014/main" id="{CF71948F-8C1F-A78A-1B1B-1D454D9CEA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781" name="Oval 1548">
                <a:extLst>
                  <a:ext uri="{FF2B5EF4-FFF2-40B4-BE49-F238E27FC236}">
                    <a16:creationId xmlns:a16="http://schemas.microsoft.com/office/drawing/2014/main" id="{B9B44786-8919-EC95-4462-9CC330F6F3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2" name="Oval 1549">
                <a:extLst>
                  <a:ext uri="{FF2B5EF4-FFF2-40B4-BE49-F238E27FC236}">
                    <a16:creationId xmlns:a16="http://schemas.microsoft.com/office/drawing/2014/main" id="{95206C2A-CB01-C895-E0A2-E3E5D4D08A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3" name="Freeform 1550">
                <a:extLst>
                  <a:ext uri="{FF2B5EF4-FFF2-40B4-BE49-F238E27FC236}">
                    <a16:creationId xmlns:a16="http://schemas.microsoft.com/office/drawing/2014/main" id="{DB59989E-1530-A90E-1DF9-E5DFD738E3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4" name="Freeform 1551">
                <a:extLst>
                  <a:ext uri="{FF2B5EF4-FFF2-40B4-BE49-F238E27FC236}">
                    <a16:creationId xmlns:a16="http://schemas.microsoft.com/office/drawing/2014/main" id="{1B0299D8-CF89-98CB-9135-80F52495E7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Freeform 1552">
                <a:extLst>
                  <a:ext uri="{FF2B5EF4-FFF2-40B4-BE49-F238E27FC236}">
                    <a16:creationId xmlns:a16="http://schemas.microsoft.com/office/drawing/2014/main" id="{111C57A9-B67A-D8FF-5B66-CC33A70808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6" name="Oval 1553">
                <a:extLst>
                  <a:ext uri="{FF2B5EF4-FFF2-40B4-BE49-F238E27FC236}">
                    <a16:creationId xmlns:a16="http://schemas.microsoft.com/office/drawing/2014/main" id="{0EA8F94F-259C-9BC0-5FB5-0AB3195C1A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5" name="Group 1554">
              <a:extLst>
                <a:ext uri="{FF2B5EF4-FFF2-40B4-BE49-F238E27FC236}">
                  <a16:creationId xmlns:a16="http://schemas.microsoft.com/office/drawing/2014/main" id="{9C97BAF9-FC1F-F6BA-D41B-1C39295362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75" name="Oval 1555">
                <a:extLst>
                  <a:ext uri="{FF2B5EF4-FFF2-40B4-BE49-F238E27FC236}">
                    <a16:creationId xmlns:a16="http://schemas.microsoft.com/office/drawing/2014/main" id="{65918EF0-B52B-1EE9-E985-C20CA332AE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6" name="Oval 1556">
                <a:extLst>
                  <a:ext uri="{FF2B5EF4-FFF2-40B4-BE49-F238E27FC236}">
                    <a16:creationId xmlns:a16="http://schemas.microsoft.com/office/drawing/2014/main" id="{C64F6C9E-6E62-DD40-91C9-4C58135005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7" name="Freeform 1557">
                <a:extLst>
                  <a:ext uri="{FF2B5EF4-FFF2-40B4-BE49-F238E27FC236}">
                    <a16:creationId xmlns:a16="http://schemas.microsoft.com/office/drawing/2014/main" id="{32475066-5FB8-FC96-AE5C-13237E1208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" name="Freeform 1558">
                <a:extLst>
                  <a:ext uri="{FF2B5EF4-FFF2-40B4-BE49-F238E27FC236}">
                    <a16:creationId xmlns:a16="http://schemas.microsoft.com/office/drawing/2014/main" id="{1054EFF3-313F-7348-B59B-6E062E5BAB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Freeform 1559">
                <a:extLst>
                  <a:ext uri="{FF2B5EF4-FFF2-40B4-BE49-F238E27FC236}">
                    <a16:creationId xmlns:a16="http://schemas.microsoft.com/office/drawing/2014/main" id="{22DE5AB3-7141-AFD3-959E-873A3FAC6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Oval 1560">
                <a:extLst>
                  <a:ext uri="{FF2B5EF4-FFF2-40B4-BE49-F238E27FC236}">
                    <a16:creationId xmlns:a16="http://schemas.microsoft.com/office/drawing/2014/main" id="{897E32B7-4D11-CF45-AC2C-AB92C67494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6" name="Group 1561">
              <a:extLst>
                <a:ext uri="{FF2B5EF4-FFF2-40B4-BE49-F238E27FC236}">
                  <a16:creationId xmlns:a16="http://schemas.microsoft.com/office/drawing/2014/main" id="{308572D1-230B-92AA-4587-B374AF268B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69" name="Oval 1562">
                <a:extLst>
                  <a:ext uri="{FF2B5EF4-FFF2-40B4-BE49-F238E27FC236}">
                    <a16:creationId xmlns:a16="http://schemas.microsoft.com/office/drawing/2014/main" id="{C9A8A508-6453-E1E6-E271-CE4F51FF1D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0" name="Oval 1563">
                <a:extLst>
                  <a:ext uri="{FF2B5EF4-FFF2-40B4-BE49-F238E27FC236}">
                    <a16:creationId xmlns:a16="http://schemas.microsoft.com/office/drawing/2014/main" id="{6DEEFF57-87AB-9E76-BE86-0428E4BC2A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1" name="Freeform 1564">
                <a:extLst>
                  <a:ext uri="{FF2B5EF4-FFF2-40B4-BE49-F238E27FC236}">
                    <a16:creationId xmlns:a16="http://schemas.microsoft.com/office/drawing/2014/main" id="{5FCECF2A-21EC-BE95-3146-F4DD4B1551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2" name="Freeform 1565">
                <a:extLst>
                  <a:ext uri="{FF2B5EF4-FFF2-40B4-BE49-F238E27FC236}">
                    <a16:creationId xmlns:a16="http://schemas.microsoft.com/office/drawing/2014/main" id="{485288A4-C3BA-0D8D-E103-45DA57BD6A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3" name="Freeform 1566">
                <a:extLst>
                  <a:ext uri="{FF2B5EF4-FFF2-40B4-BE49-F238E27FC236}">
                    <a16:creationId xmlns:a16="http://schemas.microsoft.com/office/drawing/2014/main" id="{52183163-828F-E53B-8B48-9D41E4D8B1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Oval 1567">
                <a:extLst>
                  <a:ext uri="{FF2B5EF4-FFF2-40B4-BE49-F238E27FC236}">
                    <a16:creationId xmlns:a16="http://schemas.microsoft.com/office/drawing/2014/main" id="{A8735C03-BF11-D873-E33F-75B3D9C15C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7" name="Group 1568">
              <a:extLst>
                <a:ext uri="{FF2B5EF4-FFF2-40B4-BE49-F238E27FC236}">
                  <a16:creationId xmlns:a16="http://schemas.microsoft.com/office/drawing/2014/main" id="{703F41B5-5662-8ED5-1F9A-F76BEA35DE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63" name="Oval 1569">
                <a:extLst>
                  <a:ext uri="{FF2B5EF4-FFF2-40B4-BE49-F238E27FC236}">
                    <a16:creationId xmlns:a16="http://schemas.microsoft.com/office/drawing/2014/main" id="{7D26CD61-DF59-2E02-05B7-FDBDBD30A1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" name="Oval 1570">
                <a:extLst>
                  <a:ext uri="{FF2B5EF4-FFF2-40B4-BE49-F238E27FC236}">
                    <a16:creationId xmlns:a16="http://schemas.microsoft.com/office/drawing/2014/main" id="{063BFED7-86D4-F888-419A-CF17AC901C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5" name="Freeform 1571">
                <a:extLst>
                  <a:ext uri="{FF2B5EF4-FFF2-40B4-BE49-F238E27FC236}">
                    <a16:creationId xmlns:a16="http://schemas.microsoft.com/office/drawing/2014/main" id="{3A89558B-3444-84A3-9000-41E60126EB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Freeform 1572">
                <a:extLst>
                  <a:ext uri="{FF2B5EF4-FFF2-40B4-BE49-F238E27FC236}">
                    <a16:creationId xmlns:a16="http://schemas.microsoft.com/office/drawing/2014/main" id="{BC93D941-9B6F-F5DE-2B87-76F06B7952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7" name="Freeform 1573">
                <a:extLst>
                  <a:ext uri="{FF2B5EF4-FFF2-40B4-BE49-F238E27FC236}">
                    <a16:creationId xmlns:a16="http://schemas.microsoft.com/office/drawing/2014/main" id="{297C395A-C765-5675-7389-42DCE34FB5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Oval 1574">
                <a:extLst>
                  <a:ext uri="{FF2B5EF4-FFF2-40B4-BE49-F238E27FC236}">
                    <a16:creationId xmlns:a16="http://schemas.microsoft.com/office/drawing/2014/main" id="{91652EAD-7135-CD44-E3A9-EA5079F79A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8" name="Group 1575">
              <a:extLst>
                <a:ext uri="{FF2B5EF4-FFF2-40B4-BE49-F238E27FC236}">
                  <a16:creationId xmlns:a16="http://schemas.microsoft.com/office/drawing/2014/main" id="{9ACCC86B-41A1-6348-DDAB-CB7C6D1F30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757" name="Oval 1576">
                <a:extLst>
                  <a:ext uri="{FF2B5EF4-FFF2-40B4-BE49-F238E27FC236}">
                    <a16:creationId xmlns:a16="http://schemas.microsoft.com/office/drawing/2014/main" id="{05348336-53B8-5309-2904-FFE160A87F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" name="Oval 1577">
                <a:extLst>
                  <a:ext uri="{FF2B5EF4-FFF2-40B4-BE49-F238E27FC236}">
                    <a16:creationId xmlns:a16="http://schemas.microsoft.com/office/drawing/2014/main" id="{7C004CA8-5BFB-BFC2-7AAC-601AA787D5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" name="Freeform 1578">
                <a:extLst>
                  <a:ext uri="{FF2B5EF4-FFF2-40B4-BE49-F238E27FC236}">
                    <a16:creationId xmlns:a16="http://schemas.microsoft.com/office/drawing/2014/main" id="{E9F81444-22B5-7819-CDB3-EFC18D227C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" name="Freeform 1579">
                <a:extLst>
                  <a:ext uri="{FF2B5EF4-FFF2-40B4-BE49-F238E27FC236}">
                    <a16:creationId xmlns:a16="http://schemas.microsoft.com/office/drawing/2014/main" id="{208A60A1-1430-4A9A-3D0A-98D2E1AF57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" name="Freeform 1580">
                <a:extLst>
                  <a:ext uri="{FF2B5EF4-FFF2-40B4-BE49-F238E27FC236}">
                    <a16:creationId xmlns:a16="http://schemas.microsoft.com/office/drawing/2014/main" id="{15AC36B6-91AE-8336-0629-E9DC0F421B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Oval 1581">
                <a:extLst>
                  <a:ext uri="{FF2B5EF4-FFF2-40B4-BE49-F238E27FC236}">
                    <a16:creationId xmlns:a16="http://schemas.microsoft.com/office/drawing/2014/main" id="{2E5B22CD-AD7F-FF8B-9322-99EA593C11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9" name="Group 1582">
              <a:extLst>
                <a:ext uri="{FF2B5EF4-FFF2-40B4-BE49-F238E27FC236}">
                  <a16:creationId xmlns:a16="http://schemas.microsoft.com/office/drawing/2014/main" id="{A50BD111-C9E3-6847-96DA-1619FF6543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751" name="Oval 1583">
                <a:extLst>
                  <a:ext uri="{FF2B5EF4-FFF2-40B4-BE49-F238E27FC236}">
                    <a16:creationId xmlns:a16="http://schemas.microsoft.com/office/drawing/2014/main" id="{2136A205-F558-61EC-1A61-23B05B4C67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2" name="Oval 1584">
                <a:extLst>
                  <a:ext uri="{FF2B5EF4-FFF2-40B4-BE49-F238E27FC236}">
                    <a16:creationId xmlns:a16="http://schemas.microsoft.com/office/drawing/2014/main" id="{4C4407CF-64DC-E376-0FB9-C860F3346F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" name="Freeform 1585">
                <a:extLst>
                  <a:ext uri="{FF2B5EF4-FFF2-40B4-BE49-F238E27FC236}">
                    <a16:creationId xmlns:a16="http://schemas.microsoft.com/office/drawing/2014/main" id="{E9E328C1-3A1A-375A-1E32-D9CF70FEDB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4" name="Freeform 1586">
                <a:extLst>
                  <a:ext uri="{FF2B5EF4-FFF2-40B4-BE49-F238E27FC236}">
                    <a16:creationId xmlns:a16="http://schemas.microsoft.com/office/drawing/2014/main" id="{FE0CC4CF-E9CE-DE00-E626-DE1D4E2BB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5" name="Freeform 1587">
                <a:extLst>
                  <a:ext uri="{FF2B5EF4-FFF2-40B4-BE49-F238E27FC236}">
                    <a16:creationId xmlns:a16="http://schemas.microsoft.com/office/drawing/2014/main" id="{C6C83465-DDE3-7388-2BE9-3747D2DF3A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" name="Oval 1588">
                <a:extLst>
                  <a:ext uri="{FF2B5EF4-FFF2-40B4-BE49-F238E27FC236}">
                    <a16:creationId xmlns:a16="http://schemas.microsoft.com/office/drawing/2014/main" id="{873472FE-DD0C-1FFE-2A70-F0E80D9AED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0" name="Group 1589">
              <a:extLst>
                <a:ext uri="{FF2B5EF4-FFF2-40B4-BE49-F238E27FC236}">
                  <a16:creationId xmlns:a16="http://schemas.microsoft.com/office/drawing/2014/main" id="{CB6CCDB9-5128-D0D3-C1DF-86CDBA88D1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745" name="Oval 1590">
                <a:extLst>
                  <a:ext uri="{FF2B5EF4-FFF2-40B4-BE49-F238E27FC236}">
                    <a16:creationId xmlns:a16="http://schemas.microsoft.com/office/drawing/2014/main" id="{A5C65E18-60E8-CCA8-0862-1CCE57B7DD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6" name="Oval 1591">
                <a:extLst>
                  <a:ext uri="{FF2B5EF4-FFF2-40B4-BE49-F238E27FC236}">
                    <a16:creationId xmlns:a16="http://schemas.microsoft.com/office/drawing/2014/main" id="{FD13C15A-143A-4B8F-8A0C-4C38ADFA2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7" name="Freeform 1592">
                <a:extLst>
                  <a:ext uri="{FF2B5EF4-FFF2-40B4-BE49-F238E27FC236}">
                    <a16:creationId xmlns:a16="http://schemas.microsoft.com/office/drawing/2014/main" id="{9022E11F-C959-98B6-FE77-89481292C4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" name="Freeform 1593">
                <a:extLst>
                  <a:ext uri="{FF2B5EF4-FFF2-40B4-BE49-F238E27FC236}">
                    <a16:creationId xmlns:a16="http://schemas.microsoft.com/office/drawing/2014/main" id="{2B6431BB-DB25-E4FC-5DFA-0CB66F87A9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" name="Freeform 1594">
                <a:extLst>
                  <a:ext uri="{FF2B5EF4-FFF2-40B4-BE49-F238E27FC236}">
                    <a16:creationId xmlns:a16="http://schemas.microsoft.com/office/drawing/2014/main" id="{CAF1C9A4-BB4E-3400-B89D-41902B30A6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" name="Oval 1595">
                <a:extLst>
                  <a:ext uri="{FF2B5EF4-FFF2-40B4-BE49-F238E27FC236}">
                    <a16:creationId xmlns:a16="http://schemas.microsoft.com/office/drawing/2014/main" id="{6304A457-C7B1-FD37-CA5B-C92ED356CF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1" name="Group 1596">
              <a:extLst>
                <a:ext uri="{FF2B5EF4-FFF2-40B4-BE49-F238E27FC236}">
                  <a16:creationId xmlns:a16="http://schemas.microsoft.com/office/drawing/2014/main" id="{7DE997CE-F14C-552A-E71F-733AA24DA6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739" name="Oval 1597">
                <a:extLst>
                  <a:ext uri="{FF2B5EF4-FFF2-40B4-BE49-F238E27FC236}">
                    <a16:creationId xmlns:a16="http://schemas.microsoft.com/office/drawing/2014/main" id="{2A517F55-2EF6-64D5-0841-CEB0AD11C6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0" name="Oval 1598">
                <a:extLst>
                  <a:ext uri="{FF2B5EF4-FFF2-40B4-BE49-F238E27FC236}">
                    <a16:creationId xmlns:a16="http://schemas.microsoft.com/office/drawing/2014/main" id="{F2922D0E-0808-74A7-E93E-2B3F8CC0B9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1" name="Freeform 1599">
                <a:extLst>
                  <a:ext uri="{FF2B5EF4-FFF2-40B4-BE49-F238E27FC236}">
                    <a16:creationId xmlns:a16="http://schemas.microsoft.com/office/drawing/2014/main" id="{EEE8C7C5-99C8-E082-7133-940C9F47B3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2" name="Freeform 1600">
                <a:extLst>
                  <a:ext uri="{FF2B5EF4-FFF2-40B4-BE49-F238E27FC236}">
                    <a16:creationId xmlns:a16="http://schemas.microsoft.com/office/drawing/2014/main" id="{962B8BA8-1A59-2CCD-29B2-E3D1746488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3" name="Freeform 1601">
                <a:extLst>
                  <a:ext uri="{FF2B5EF4-FFF2-40B4-BE49-F238E27FC236}">
                    <a16:creationId xmlns:a16="http://schemas.microsoft.com/office/drawing/2014/main" id="{8A2544C9-9295-64FA-EA02-4DF680261E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" name="Oval 1602">
                <a:extLst>
                  <a:ext uri="{FF2B5EF4-FFF2-40B4-BE49-F238E27FC236}">
                    <a16:creationId xmlns:a16="http://schemas.microsoft.com/office/drawing/2014/main" id="{EBF08D56-F62B-7D50-A314-BEAD8681ED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2" name="Group 1603">
              <a:extLst>
                <a:ext uri="{FF2B5EF4-FFF2-40B4-BE49-F238E27FC236}">
                  <a16:creationId xmlns:a16="http://schemas.microsoft.com/office/drawing/2014/main" id="{B283109C-E483-5541-B394-9190E42CF5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733" name="Oval 1604">
                <a:extLst>
                  <a:ext uri="{FF2B5EF4-FFF2-40B4-BE49-F238E27FC236}">
                    <a16:creationId xmlns:a16="http://schemas.microsoft.com/office/drawing/2014/main" id="{13A9CAF7-FCCC-60E1-976C-4EB1BB202F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4" name="Oval 1605">
                <a:extLst>
                  <a:ext uri="{FF2B5EF4-FFF2-40B4-BE49-F238E27FC236}">
                    <a16:creationId xmlns:a16="http://schemas.microsoft.com/office/drawing/2014/main" id="{1C6583AE-3787-2285-628D-1DF25A560B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5" name="Freeform 1606">
                <a:extLst>
                  <a:ext uri="{FF2B5EF4-FFF2-40B4-BE49-F238E27FC236}">
                    <a16:creationId xmlns:a16="http://schemas.microsoft.com/office/drawing/2014/main" id="{FA61D2BA-9E20-3780-86BC-6618768FA9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" name="Freeform 1607">
                <a:extLst>
                  <a:ext uri="{FF2B5EF4-FFF2-40B4-BE49-F238E27FC236}">
                    <a16:creationId xmlns:a16="http://schemas.microsoft.com/office/drawing/2014/main" id="{FF269CC4-DFEA-C336-69D7-0122514702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" name="Freeform 1608">
                <a:extLst>
                  <a:ext uri="{FF2B5EF4-FFF2-40B4-BE49-F238E27FC236}">
                    <a16:creationId xmlns:a16="http://schemas.microsoft.com/office/drawing/2014/main" id="{92E1559A-47FD-366F-D65F-046743B28E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Oval 1609">
                <a:extLst>
                  <a:ext uri="{FF2B5EF4-FFF2-40B4-BE49-F238E27FC236}">
                    <a16:creationId xmlns:a16="http://schemas.microsoft.com/office/drawing/2014/main" id="{BBFCC674-F165-D767-1175-99DAB160F9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925" name="Group 1385">
            <a:extLst>
              <a:ext uri="{FF2B5EF4-FFF2-40B4-BE49-F238E27FC236}">
                <a16:creationId xmlns:a16="http://schemas.microsoft.com/office/drawing/2014/main" id="{3E63FE91-32C1-C3F5-D3CF-E20A37DDAC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6699" y="444700"/>
            <a:ext cx="1141095" cy="340150"/>
            <a:chOff x="446" y="1196"/>
            <a:chExt cx="1048" cy="312"/>
          </a:xfrm>
        </p:grpSpPr>
        <p:grpSp>
          <p:nvGrpSpPr>
            <p:cNvPr id="926" name="Group 1386">
              <a:extLst>
                <a:ext uri="{FF2B5EF4-FFF2-40B4-BE49-F238E27FC236}">
                  <a16:creationId xmlns:a16="http://schemas.microsoft.com/office/drawing/2014/main" id="{9F4818AF-E58A-526B-2C87-38C10A8778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44" name="Oval 1387">
                <a:extLst>
                  <a:ext uri="{FF2B5EF4-FFF2-40B4-BE49-F238E27FC236}">
                    <a16:creationId xmlns:a16="http://schemas.microsoft.com/office/drawing/2014/main" id="{3D9ADE22-6807-A1C8-6C89-607EDADE9D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5" name="Oval 1388">
                <a:extLst>
                  <a:ext uri="{FF2B5EF4-FFF2-40B4-BE49-F238E27FC236}">
                    <a16:creationId xmlns:a16="http://schemas.microsoft.com/office/drawing/2014/main" id="{28B23541-2B0D-9E71-C0DC-1873E0A80B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6" name="Freeform 1389">
                <a:extLst>
                  <a:ext uri="{FF2B5EF4-FFF2-40B4-BE49-F238E27FC236}">
                    <a16:creationId xmlns:a16="http://schemas.microsoft.com/office/drawing/2014/main" id="{06075ED4-B96C-1BD5-2B4C-83FBB4F87B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" name="Freeform 1390">
                <a:extLst>
                  <a:ext uri="{FF2B5EF4-FFF2-40B4-BE49-F238E27FC236}">
                    <a16:creationId xmlns:a16="http://schemas.microsoft.com/office/drawing/2014/main" id="{3C6ADE64-94A7-ACB8-3A20-3D725CFEE7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" name="Freeform 1391">
                <a:extLst>
                  <a:ext uri="{FF2B5EF4-FFF2-40B4-BE49-F238E27FC236}">
                    <a16:creationId xmlns:a16="http://schemas.microsoft.com/office/drawing/2014/main" id="{8E31746A-F585-BB74-2D7B-EE4F441F7E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" name="Oval 1392">
                <a:extLst>
                  <a:ext uri="{FF2B5EF4-FFF2-40B4-BE49-F238E27FC236}">
                    <a16:creationId xmlns:a16="http://schemas.microsoft.com/office/drawing/2014/main" id="{85999345-01D2-F6C6-0B84-498B253521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7" name="Group 1393">
              <a:extLst>
                <a:ext uri="{FF2B5EF4-FFF2-40B4-BE49-F238E27FC236}">
                  <a16:creationId xmlns:a16="http://schemas.microsoft.com/office/drawing/2014/main" id="{C0B879FB-F910-890D-D296-E7CC86F494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38" name="Oval 1394">
                <a:extLst>
                  <a:ext uri="{FF2B5EF4-FFF2-40B4-BE49-F238E27FC236}">
                    <a16:creationId xmlns:a16="http://schemas.microsoft.com/office/drawing/2014/main" id="{E37D4796-3757-9CCD-AB85-E1DC70F376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9" name="Oval 1395">
                <a:extLst>
                  <a:ext uri="{FF2B5EF4-FFF2-40B4-BE49-F238E27FC236}">
                    <a16:creationId xmlns:a16="http://schemas.microsoft.com/office/drawing/2014/main" id="{39C21AF1-48F3-3572-136C-2ED7C4B570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0" name="Freeform 1396">
                <a:extLst>
                  <a:ext uri="{FF2B5EF4-FFF2-40B4-BE49-F238E27FC236}">
                    <a16:creationId xmlns:a16="http://schemas.microsoft.com/office/drawing/2014/main" id="{7F523CEB-3259-5389-F0AA-6E6D2A291E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" name="Freeform 1397">
                <a:extLst>
                  <a:ext uri="{FF2B5EF4-FFF2-40B4-BE49-F238E27FC236}">
                    <a16:creationId xmlns:a16="http://schemas.microsoft.com/office/drawing/2014/main" id="{59EE87B7-F545-D38E-9647-AFCCD7C777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" name="Freeform 1398">
                <a:extLst>
                  <a:ext uri="{FF2B5EF4-FFF2-40B4-BE49-F238E27FC236}">
                    <a16:creationId xmlns:a16="http://schemas.microsoft.com/office/drawing/2014/main" id="{9C60B084-21BF-627F-37C9-B472212F84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" name="Oval 1399">
                <a:extLst>
                  <a:ext uri="{FF2B5EF4-FFF2-40B4-BE49-F238E27FC236}">
                    <a16:creationId xmlns:a16="http://schemas.microsoft.com/office/drawing/2014/main" id="{015A50AB-D1C5-BBF2-DF3C-1DE0C43538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8" name="Group 1400">
              <a:extLst>
                <a:ext uri="{FF2B5EF4-FFF2-40B4-BE49-F238E27FC236}">
                  <a16:creationId xmlns:a16="http://schemas.microsoft.com/office/drawing/2014/main" id="{77A2DD65-7FCE-62B7-7A88-55D9F2B6B6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32" name="Oval 1401">
                <a:extLst>
                  <a:ext uri="{FF2B5EF4-FFF2-40B4-BE49-F238E27FC236}">
                    <a16:creationId xmlns:a16="http://schemas.microsoft.com/office/drawing/2014/main" id="{A6B02F3D-152A-1E92-8A7E-072BA370CF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3" name="Oval 1402">
                <a:extLst>
                  <a:ext uri="{FF2B5EF4-FFF2-40B4-BE49-F238E27FC236}">
                    <a16:creationId xmlns:a16="http://schemas.microsoft.com/office/drawing/2014/main" id="{F8E7ED36-CD06-465C-1347-7A2C49803A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4" name="Freeform 1403">
                <a:extLst>
                  <a:ext uri="{FF2B5EF4-FFF2-40B4-BE49-F238E27FC236}">
                    <a16:creationId xmlns:a16="http://schemas.microsoft.com/office/drawing/2014/main" id="{7EC8CA28-ACF1-76DA-BE22-4A4376B490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" name="Freeform 1404">
                <a:extLst>
                  <a:ext uri="{FF2B5EF4-FFF2-40B4-BE49-F238E27FC236}">
                    <a16:creationId xmlns:a16="http://schemas.microsoft.com/office/drawing/2014/main" id="{9D5B2231-13DC-7358-8041-2DABC36165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" name="Freeform 1405">
                <a:extLst>
                  <a:ext uri="{FF2B5EF4-FFF2-40B4-BE49-F238E27FC236}">
                    <a16:creationId xmlns:a16="http://schemas.microsoft.com/office/drawing/2014/main" id="{42912C64-0979-0C9F-A585-344894964B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" name="Oval 1406">
                <a:extLst>
                  <a:ext uri="{FF2B5EF4-FFF2-40B4-BE49-F238E27FC236}">
                    <a16:creationId xmlns:a16="http://schemas.microsoft.com/office/drawing/2014/main" id="{0849646B-6393-8A77-C8F3-D0ED1EEACD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9" name="Group 1407">
              <a:extLst>
                <a:ext uri="{FF2B5EF4-FFF2-40B4-BE49-F238E27FC236}">
                  <a16:creationId xmlns:a16="http://schemas.microsoft.com/office/drawing/2014/main" id="{0094BAB7-6A87-E7D7-1F80-3C85137A44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26" name="Oval 1408">
                <a:extLst>
                  <a:ext uri="{FF2B5EF4-FFF2-40B4-BE49-F238E27FC236}">
                    <a16:creationId xmlns:a16="http://schemas.microsoft.com/office/drawing/2014/main" id="{0997C3C7-149D-A1A4-AEC5-592A89679D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7" name="Oval 1409">
                <a:extLst>
                  <a:ext uri="{FF2B5EF4-FFF2-40B4-BE49-F238E27FC236}">
                    <a16:creationId xmlns:a16="http://schemas.microsoft.com/office/drawing/2014/main" id="{DBBC6D1D-6192-CF9C-CCB4-AF774D40FB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8" name="Freeform 1410">
                <a:extLst>
                  <a:ext uri="{FF2B5EF4-FFF2-40B4-BE49-F238E27FC236}">
                    <a16:creationId xmlns:a16="http://schemas.microsoft.com/office/drawing/2014/main" id="{A55316F4-0C19-D711-7ED9-EC4D63F912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9" name="Freeform 1411">
                <a:extLst>
                  <a:ext uri="{FF2B5EF4-FFF2-40B4-BE49-F238E27FC236}">
                    <a16:creationId xmlns:a16="http://schemas.microsoft.com/office/drawing/2014/main" id="{3FE7ABFB-4582-61EA-1553-ADD0C3AFA0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" name="Freeform 1412">
                <a:extLst>
                  <a:ext uri="{FF2B5EF4-FFF2-40B4-BE49-F238E27FC236}">
                    <a16:creationId xmlns:a16="http://schemas.microsoft.com/office/drawing/2014/main" id="{2890AB5F-DD5D-5E4B-D6D7-050BCDEE7B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" name="Oval 1413">
                <a:extLst>
                  <a:ext uri="{FF2B5EF4-FFF2-40B4-BE49-F238E27FC236}">
                    <a16:creationId xmlns:a16="http://schemas.microsoft.com/office/drawing/2014/main" id="{4765AE1C-EDD2-615D-F1FE-093FC78406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0" name="Group 1414">
              <a:extLst>
                <a:ext uri="{FF2B5EF4-FFF2-40B4-BE49-F238E27FC236}">
                  <a16:creationId xmlns:a16="http://schemas.microsoft.com/office/drawing/2014/main" id="{96DEAE7A-71D2-7DCF-286D-1BE4565BC4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120" name="Oval 1415">
                <a:extLst>
                  <a:ext uri="{FF2B5EF4-FFF2-40B4-BE49-F238E27FC236}">
                    <a16:creationId xmlns:a16="http://schemas.microsoft.com/office/drawing/2014/main" id="{0409C3BB-FAD2-33DD-D0BF-9DF7EEC0B5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1" name="Oval 1416">
                <a:extLst>
                  <a:ext uri="{FF2B5EF4-FFF2-40B4-BE49-F238E27FC236}">
                    <a16:creationId xmlns:a16="http://schemas.microsoft.com/office/drawing/2014/main" id="{69EF386D-5998-020C-8F94-83216E9EF4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2" name="Freeform 1417">
                <a:extLst>
                  <a:ext uri="{FF2B5EF4-FFF2-40B4-BE49-F238E27FC236}">
                    <a16:creationId xmlns:a16="http://schemas.microsoft.com/office/drawing/2014/main" id="{301EAA97-D349-CB11-74B6-9B5D940995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3" name="Freeform 1418">
                <a:extLst>
                  <a:ext uri="{FF2B5EF4-FFF2-40B4-BE49-F238E27FC236}">
                    <a16:creationId xmlns:a16="http://schemas.microsoft.com/office/drawing/2014/main" id="{A50625C7-4AA0-2410-E58A-DBFE886165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4" name="Freeform 1419">
                <a:extLst>
                  <a:ext uri="{FF2B5EF4-FFF2-40B4-BE49-F238E27FC236}">
                    <a16:creationId xmlns:a16="http://schemas.microsoft.com/office/drawing/2014/main" id="{E9802F6D-103B-F0D8-FA1E-67CC832A03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5" name="Oval 1420">
                <a:extLst>
                  <a:ext uri="{FF2B5EF4-FFF2-40B4-BE49-F238E27FC236}">
                    <a16:creationId xmlns:a16="http://schemas.microsoft.com/office/drawing/2014/main" id="{B4131867-03B2-DF7B-A058-3E408FB086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1" name="Group 1421">
              <a:extLst>
                <a:ext uri="{FF2B5EF4-FFF2-40B4-BE49-F238E27FC236}">
                  <a16:creationId xmlns:a16="http://schemas.microsoft.com/office/drawing/2014/main" id="{A6E67B8C-4714-C016-738C-2218DF38B5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114" name="Oval 1422">
                <a:extLst>
                  <a:ext uri="{FF2B5EF4-FFF2-40B4-BE49-F238E27FC236}">
                    <a16:creationId xmlns:a16="http://schemas.microsoft.com/office/drawing/2014/main" id="{6640D3FB-4C54-FB8C-B30F-5275D327F7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5" name="Oval 1423">
                <a:extLst>
                  <a:ext uri="{FF2B5EF4-FFF2-40B4-BE49-F238E27FC236}">
                    <a16:creationId xmlns:a16="http://schemas.microsoft.com/office/drawing/2014/main" id="{022DF7B4-6895-4BC6-88EC-132B324BA2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6" name="Freeform 1424">
                <a:extLst>
                  <a:ext uri="{FF2B5EF4-FFF2-40B4-BE49-F238E27FC236}">
                    <a16:creationId xmlns:a16="http://schemas.microsoft.com/office/drawing/2014/main" id="{D94E0438-36D4-C929-76A5-F288E074BF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7" name="Freeform 1425">
                <a:extLst>
                  <a:ext uri="{FF2B5EF4-FFF2-40B4-BE49-F238E27FC236}">
                    <a16:creationId xmlns:a16="http://schemas.microsoft.com/office/drawing/2014/main" id="{C52EEDAE-F454-CB77-B629-439785C252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8" name="Freeform 1426">
                <a:extLst>
                  <a:ext uri="{FF2B5EF4-FFF2-40B4-BE49-F238E27FC236}">
                    <a16:creationId xmlns:a16="http://schemas.microsoft.com/office/drawing/2014/main" id="{890148EB-98D9-0467-CC84-3F44F5BA88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9" name="Oval 1427">
                <a:extLst>
                  <a:ext uri="{FF2B5EF4-FFF2-40B4-BE49-F238E27FC236}">
                    <a16:creationId xmlns:a16="http://schemas.microsoft.com/office/drawing/2014/main" id="{775AB8AB-8A48-2599-1026-FE224B52C3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2" name="Group 1428">
              <a:extLst>
                <a:ext uri="{FF2B5EF4-FFF2-40B4-BE49-F238E27FC236}">
                  <a16:creationId xmlns:a16="http://schemas.microsoft.com/office/drawing/2014/main" id="{BFC49C2D-B690-F63B-D74F-D49D1316FD2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108" name="Oval 1429">
                <a:extLst>
                  <a:ext uri="{FF2B5EF4-FFF2-40B4-BE49-F238E27FC236}">
                    <a16:creationId xmlns:a16="http://schemas.microsoft.com/office/drawing/2014/main" id="{B183295F-5150-0AF5-B80C-30FF7DE482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9" name="Oval 1430">
                <a:extLst>
                  <a:ext uri="{FF2B5EF4-FFF2-40B4-BE49-F238E27FC236}">
                    <a16:creationId xmlns:a16="http://schemas.microsoft.com/office/drawing/2014/main" id="{EC84DA92-41F8-F11B-7EA2-FF12D85785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0" name="Freeform 1431">
                <a:extLst>
                  <a:ext uri="{FF2B5EF4-FFF2-40B4-BE49-F238E27FC236}">
                    <a16:creationId xmlns:a16="http://schemas.microsoft.com/office/drawing/2014/main" id="{097195F4-E900-5E56-9F26-F5A1D8757E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1" name="Freeform 1432">
                <a:extLst>
                  <a:ext uri="{FF2B5EF4-FFF2-40B4-BE49-F238E27FC236}">
                    <a16:creationId xmlns:a16="http://schemas.microsoft.com/office/drawing/2014/main" id="{591B7EB7-6B88-43C4-93AF-8C2FD6B614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2" name="Freeform 1433">
                <a:extLst>
                  <a:ext uri="{FF2B5EF4-FFF2-40B4-BE49-F238E27FC236}">
                    <a16:creationId xmlns:a16="http://schemas.microsoft.com/office/drawing/2014/main" id="{A5635A4A-2670-E815-A86D-003B458D26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3" name="Oval 1434">
                <a:extLst>
                  <a:ext uri="{FF2B5EF4-FFF2-40B4-BE49-F238E27FC236}">
                    <a16:creationId xmlns:a16="http://schemas.microsoft.com/office/drawing/2014/main" id="{21D35374-9196-74FF-9365-BEF2F42AFD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3" name="Group 1435">
              <a:extLst>
                <a:ext uri="{FF2B5EF4-FFF2-40B4-BE49-F238E27FC236}">
                  <a16:creationId xmlns:a16="http://schemas.microsoft.com/office/drawing/2014/main" id="{1E9D5BCB-B372-E112-89BB-DF95CD0C4D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102" name="Oval 1436">
                <a:extLst>
                  <a:ext uri="{FF2B5EF4-FFF2-40B4-BE49-F238E27FC236}">
                    <a16:creationId xmlns:a16="http://schemas.microsoft.com/office/drawing/2014/main" id="{29A6993A-53A2-6349-F664-A1152F4C60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3" name="Oval 1437">
                <a:extLst>
                  <a:ext uri="{FF2B5EF4-FFF2-40B4-BE49-F238E27FC236}">
                    <a16:creationId xmlns:a16="http://schemas.microsoft.com/office/drawing/2014/main" id="{104872C3-5271-5A0D-93C6-3BC8FA52A1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4" name="Freeform 1438">
                <a:extLst>
                  <a:ext uri="{FF2B5EF4-FFF2-40B4-BE49-F238E27FC236}">
                    <a16:creationId xmlns:a16="http://schemas.microsoft.com/office/drawing/2014/main" id="{9B5AE252-694A-8F27-91AA-569C67AEED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5" name="Freeform 1439">
                <a:extLst>
                  <a:ext uri="{FF2B5EF4-FFF2-40B4-BE49-F238E27FC236}">
                    <a16:creationId xmlns:a16="http://schemas.microsoft.com/office/drawing/2014/main" id="{3D2DD04A-0C4B-843E-20DC-4E0957E707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6" name="Freeform 1440">
                <a:extLst>
                  <a:ext uri="{FF2B5EF4-FFF2-40B4-BE49-F238E27FC236}">
                    <a16:creationId xmlns:a16="http://schemas.microsoft.com/office/drawing/2014/main" id="{FC1A9113-BFCB-0795-C753-6159E1ABBE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7" name="Oval 1441">
                <a:extLst>
                  <a:ext uri="{FF2B5EF4-FFF2-40B4-BE49-F238E27FC236}">
                    <a16:creationId xmlns:a16="http://schemas.microsoft.com/office/drawing/2014/main" id="{41CD02C4-EBBA-1282-1F81-D78D0B7C5B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4" name="Group 1442">
              <a:extLst>
                <a:ext uri="{FF2B5EF4-FFF2-40B4-BE49-F238E27FC236}">
                  <a16:creationId xmlns:a16="http://schemas.microsoft.com/office/drawing/2014/main" id="{0467D99D-F673-C7B6-C526-6DD224C45B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096" name="Oval 1443">
                <a:extLst>
                  <a:ext uri="{FF2B5EF4-FFF2-40B4-BE49-F238E27FC236}">
                    <a16:creationId xmlns:a16="http://schemas.microsoft.com/office/drawing/2014/main" id="{E72E907B-A3ED-9845-1EB5-D74021D8F1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7" name="Oval 1444">
                <a:extLst>
                  <a:ext uri="{FF2B5EF4-FFF2-40B4-BE49-F238E27FC236}">
                    <a16:creationId xmlns:a16="http://schemas.microsoft.com/office/drawing/2014/main" id="{008F8442-8464-4F40-3CAB-79C08DEB46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8" name="Freeform 1445">
                <a:extLst>
                  <a:ext uri="{FF2B5EF4-FFF2-40B4-BE49-F238E27FC236}">
                    <a16:creationId xmlns:a16="http://schemas.microsoft.com/office/drawing/2014/main" id="{40717BD3-AB11-7A1E-6ABD-5A1417276A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9" name="Freeform 1446">
                <a:extLst>
                  <a:ext uri="{FF2B5EF4-FFF2-40B4-BE49-F238E27FC236}">
                    <a16:creationId xmlns:a16="http://schemas.microsoft.com/office/drawing/2014/main" id="{0FC939E3-08FD-3AE5-26C9-94ACD0F220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0" name="Freeform 1447">
                <a:extLst>
                  <a:ext uri="{FF2B5EF4-FFF2-40B4-BE49-F238E27FC236}">
                    <a16:creationId xmlns:a16="http://schemas.microsoft.com/office/drawing/2014/main" id="{20A18781-8A00-E73D-A04A-46F5CEA063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1" name="Oval 1448">
                <a:extLst>
                  <a:ext uri="{FF2B5EF4-FFF2-40B4-BE49-F238E27FC236}">
                    <a16:creationId xmlns:a16="http://schemas.microsoft.com/office/drawing/2014/main" id="{F441B8D5-A712-DDA4-B79D-29EFA6EC5E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5" name="Group 1449">
              <a:extLst>
                <a:ext uri="{FF2B5EF4-FFF2-40B4-BE49-F238E27FC236}">
                  <a16:creationId xmlns:a16="http://schemas.microsoft.com/office/drawing/2014/main" id="{B85978F0-CFA1-04CD-A19C-B8B4C92BFA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090" name="Oval 1450">
                <a:extLst>
                  <a:ext uri="{FF2B5EF4-FFF2-40B4-BE49-F238E27FC236}">
                    <a16:creationId xmlns:a16="http://schemas.microsoft.com/office/drawing/2014/main" id="{42F41396-C050-00D3-BC58-1AC71886B9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1" name="Oval 1451">
                <a:extLst>
                  <a:ext uri="{FF2B5EF4-FFF2-40B4-BE49-F238E27FC236}">
                    <a16:creationId xmlns:a16="http://schemas.microsoft.com/office/drawing/2014/main" id="{E5F39F30-314E-0627-84E6-FF3C7835BB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2" name="Freeform 1452">
                <a:extLst>
                  <a:ext uri="{FF2B5EF4-FFF2-40B4-BE49-F238E27FC236}">
                    <a16:creationId xmlns:a16="http://schemas.microsoft.com/office/drawing/2014/main" id="{6E51B3F1-DA9E-BEC9-D3BA-8B57C0FC7D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3" name="Freeform 1453">
                <a:extLst>
                  <a:ext uri="{FF2B5EF4-FFF2-40B4-BE49-F238E27FC236}">
                    <a16:creationId xmlns:a16="http://schemas.microsoft.com/office/drawing/2014/main" id="{99639FD5-66A1-E6B3-C33A-F7776227C4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4" name="Freeform 1454">
                <a:extLst>
                  <a:ext uri="{FF2B5EF4-FFF2-40B4-BE49-F238E27FC236}">
                    <a16:creationId xmlns:a16="http://schemas.microsoft.com/office/drawing/2014/main" id="{B92E5C6B-6D6D-A8FC-B9F7-F9C7BAB1E6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5" name="Oval 1455">
                <a:extLst>
                  <a:ext uri="{FF2B5EF4-FFF2-40B4-BE49-F238E27FC236}">
                    <a16:creationId xmlns:a16="http://schemas.microsoft.com/office/drawing/2014/main" id="{4B86E60D-A689-A1AB-0B85-1B018CA834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6" name="Group 1456">
              <a:extLst>
                <a:ext uri="{FF2B5EF4-FFF2-40B4-BE49-F238E27FC236}">
                  <a16:creationId xmlns:a16="http://schemas.microsoft.com/office/drawing/2014/main" id="{30E1C6F4-54A4-1E7A-212E-842EFBC3AF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084" name="Oval 1457">
                <a:extLst>
                  <a:ext uri="{FF2B5EF4-FFF2-40B4-BE49-F238E27FC236}">
                    <a16:creationId xmlns:a16="http://schemas.microsoft.com/office/drawing/2014/main" id="{49555EBB-849D-1616-FDF3-3981CE3A1E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5" name="Oval 1458">
                <a:extLst>
                  <a:ext uri="{FF2B5EF4-FFF2-40B4-BE49-F238E27FC236}">
                    <a16:creationId xmlns:a16="http://schemas.microsoft.com/office/drawing/2014/main" id="{CAE8E825-90B3-B649-FB7E-3E2F25830F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6" name="Freeform 1459">
                <a:extLst>
                  <a:ext uri="{FF2B5EF4-FFF2-40B4-BE49-F238E27FC236}">
                    <a16:creationId xmlns:a16="http://schemas.microsoft.com/office/drawing/2014/main" id="{43DB91C1-E5E5-8CAF-EC50-CC1C19B190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Freeform 1460">
                <a:extLst>
                  <a:ext uri="{FF2B5EF4-FFF2-40B4-BE49-F238E27FC236}">
                    <a16:creationId xmlns:a16="http://schemas.microsoft.com/office/drawing/2014/main" id="{DCBA0E4D-003F-0C96-5863-9882FD53D3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8" name="Freeform 1461">
                <a:extLst>
                  <a:ext uri="{FF2B5EF4-FFF2-40B4-BE49-F238E27FC236}">
                    <a16:creationId xmlns:a16="http://schemas.microsoft.com/office/drawing/2014/main" id="{CB6DD221-6EB9-0186-FD8E-EBDCCD4FFA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9" name="Oval 1462">
                <a:extLst>
                  <a:ext uri="{FF2B5EF4-FFF2-40B4-BE49-F238E27FC236}">
                    <a16:creationId xmlns:a16="http://schemas.microsoft.com/office/drawing/2014/main" id="{554B3076-4AB4-8530-0E34-2FF5CBA06B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7" name="Group 1463">
              <a:extLst>
                <a:ext uri="{FF2B5EF4-FFF2-40B4-BE49-F238E27FC236}">
                  <a16:creationId xmlns:a16="http://schemas.microsoft.com/office/drawing/2014/main" id="{EEC86242-2884-7ED3-CEF4-E1716A031A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078" name="Oval 1464">
                <a:extLst>
                  <a:ext uri="{FF2B5EF4-FFF2-40B4-BE49-F238E27FC236}">
                    <a16:creationId xmlns:a16="http://schemas.microsoft.com/office/drawing/2014/main" id="{0FFCB5BC-77E6-9B8E-EE64-944F4BA5B7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9" name="Oval 1465">
                <a:extLst>
                  <a:ext uri="{FF2B5EF4-FFF2-40B4-BE49-F238E27FC236}">
                    <a16:creationId xmlns:a16="http://schemas.microsoft.com/office/drawing/2014/main" id="{1C634359-FDAA-57E1-9A50-8DAF44C08A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0" name="Freeform 1466">
                <a:extLst>
                  <a:ext uri="{FF2B5EF4-FFF2-40B4-BE49-F238E27FC236}">
                    <a16:creationId xmlns:a16="http://schemas.microsoft.com/office/drawing/2014/main" id="{8F7BD26A-6E28-5185-74B9-D673E0F22F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Freeform 1467">
                <a:extLst>
                  <a:ext uri="{FF2B5EF4-FFF2-40B4-BE49-F238E27FC236}">
                    <a16:creationId xmlns:a16="http://schemas.microsoft.com/office/drawing/2014/main" id="{638E9498-2041-AF13-3FBC-CFFFA585C7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2" name="Freeform 1468">
                <a:extLst>
                  <a:ext uri="{FF2B5EF4-FFF2-40B4-BE49-F238E27FC236}">
                    <a16:creationId xmlns:a16="http://schemas.microsoft.com/office/drawing/2014/main" id="{CF684833-80F3-A236-C0B6-E3F158496D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3" name="Oval 1469">
                <a:extLst>
                  <a:ext uri="{FF2B5EF4-FFF2-40B4-BE49-F238E27FC236}">
                    <a16:creationId xmlns:a16="http://schemas.microsoft.com/office/drawing/2014/main" id="{8DCD438C-A753-2B25-6EDF-E50E407111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8" name="Group 1470">
              <a:extLst>
                <a:ext uri="{FF2B5EF4-FFF2-40B4-BE49-F238E27FC236}">
                  <a16:creationId xmlns:a16="http://schemas.microsoft.com/office/drawing/2014/main" id="{D04A3D28-304F-1ABC-DF9B-F8ACFE624F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072" name="Oval 1471">
                <a:extLst>
                  <a:ext uri="{FF2B5EF4-FFF2-40B4-BE49-F238E27FC236}">
                    <a16:creationId xmlns:a16="http://schemas.microsoft.com/office/drawing/2014/main" id="{B3202EB6-FF29-D8D3-E2FD-C17D53B784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3" name="Oval 1472">
                <a:extLst>
                  <a:ext uri="{FF2B5EF4-FFF2-40B4-BE49-F238E27FC236}">
                    <a16:creationId xmlns:a16="http://schemas.microsoft.com/office/drawing/2014/main" id="{E597537C-DD58-9197-7924-CB2B303612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4" name="Freeform 1473">
                <a:extLst>
                  <a:ext uri="{FF2B5EF4-FFF2-40B4-BE49-F238E27FC236}">
                    <a16:creationId xmlns:a16="http://schemas.microsoft.com/office/drawing/2014/main" id="{F765BD9F-5684-B77B-A7E9-F8098BA2E9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Freeform 1474">
                <a:extLst>
                  <a:ext uri="{FF2B5EF4-FFF2-40B4-BE49-F238E27FC236}">
                    <a16:creationId xmlns:a16="http://schemas.microsoft.com/office/drawing/2014/main" id="{9065D8CD-F364-1AD2-0480-44B08CD890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6" name="Freeform 1475">
                <a:extLst>
                  <a:ext uri="{FF2B5EF4-FFF2-40B4-BE49-F238E27FC236}">
                    <a16:creationId xmlns:a16="http://schemas.microsoft.com/office/drawing/2014/main" id="{C7EFE338-9D9A-9925-C491-FA35893EF1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Oval 1476">
                <a:extLst>
                  <a:ext uri="{FF2B5EF4-FFF2-40B4-BE49-F238E27FC236}">
                    <a16:creationId xmlns:a16="http://schemas.microsoft.com/office/drawing/2014/main" id="{0F553CC0-88A3-0965-DF90-B890AE5EF4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9" name="Group 1477">
              <a:extLst>
                <a:ext uri="{FF2B5EF4-FFF2-40B4-BE49-F238E27FC236}">
                  <a16:creationId xmlns:a16="http://schemas.microsoft.com/office/drawing/2014/main" id="{8E579FF3-753A-DBFF-A331-CF7A4F7313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066" name="Oval 1478">
                <a:extLst>
                  <a:ext uri="{FF2B5EF4-FFF2-40B4-BE49-F238E27FC236}">
                    <a16:creationId xmlns:a16="http://schemas.microsoft.com/office/drawing/2014/main" id="{B9661DD3-1971-266A-21BC-FB09D87ADF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7" name="Oval 1479">
                <a:extLst>
                  <a:ext uri="{FF2B5EF4-FFF2-40B4-BE49-F238E27FC236}">
                    <a16:creationId xmlns:a16="http://schemas.microsoft.com/office/drawing/2014/main" id="{48F33900-2D6A-17E3-7C99-95BF1B276C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8" name="Freeform 1480">
                <a:extLst>
                  <a:ext uri="{FF2B5EF4-FFF2-40B4-BE49-F238E27FC236}">
                    <a16:creationId xmlns:a16="http://schemas.microsoft.com/office/drawing/2014/main" id="{4D301EF7-5DDF-4C90-A95B-753684ECB5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Freeform 1481">
                <a:extLst>
                  <a:ext uri="{FF2B5EF4-FFF2-40B4-BE49-F238E27FC236}">
                    <a16:creationId xmlns:a16="http://schemas.microsoft.com/office/drawing/2014/main" id="{378E1D5C-8B61-B000-1A07-62EC99A02D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0" name="Freeform 1482">
                <a:extLst>
                  <a:ext uri="{FF2B5EF4-FFF2-40B4-BE49-F238E27FC236}">
                    <a16:creationId xmlns:a16="http://schemas.microsoft.com/office/drawing/2014/main" id="{46963174-8029-15F6-3291-4007A97520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1" name="Oval 1483">
                <a:extLst>
                  <a:ext uri="{FF2B5EF4-FFF2-40B4-BE49-F238E27FC236}">
                    <a16:creationId xmlns:a16="http://schemas.microsoft.com/office/drawing/2014/main" id="{2BCEAC48-BA21-195D-9184-A6590E9C88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0" name="Group 1484">
              <a:extLst>
                <a:ext uri="{FF2B5EF4-FFF2-40B4-BE49-F238E27FC236}">
                  <a16:creationId xmlns:a16="http://schemas.microsoft.com/office/drawing/2014/main" id="{439936F9-239E-6B87-330B-F2D097D62A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060" name="Oval 1485">
                <a:extLst>
                  <a:ext uri="{FF2B5EF4-FFF2-40B4-BE49-F238E27FC236}">
                    <a16:creationId xmlns:a16="http://schemas.microsoft.com/office/drawing/2014/main" id="{F7CBBD95-7488-BC3D-1374-2D069952D2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1" name="Oval 1486">
                <a:extLst>
                  <a:ext uri="{FF2B5EF4-FFF2-40B4-BE49-F238E27FC236}">
                    <a16:creationId xmlns:a16="http://schemas.microsoft.com/office/drawing/2014/main" id="{2002CF63-DD36-DB1B-D4A3-32BABBE71E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2" name="Freeform 1487">
                <a:extLst>
                  <a:ext uri="{FF2B5EF4-FFF2-40B4-BE49-F238E27FC236}">
                    <a16:creationId xmlns:a16="http://schemas.microsoft.com/office/drawing/2014/main" id="{EF7622DB-8598-367C-1BDC-12F4D466A1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Freeform 1488">
                <a:extLst>
                  <a:ext uri="{FF2B5EF4-FFF2-40B4-BE49-F238E27FC236}">
                    <a16:creationId xmlns:a16="http://schemas.microsoft.com/office/drawing/2014/main" id="{E8168399-5F1F-BB18-7A82-41221C02F8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" name="Freeform 1489">
                <a:extLst>
                  <a:ext uri="{FF2B5EF4-FFF2-40B4-BE49-F238E27FC236}">
                    <a16:creationId xmlns:a16="http://schemas.microsoft.com/office/drawing/2014/main" id="{D1809FE1-7726-4149-C171-F9F40056A7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" name="Oval 1490">
                <a:extLst>
                  <a:ext uri="{FF2B5EF4-FFF2-40B4-BE49-F238E27FC236}">
                    <a16:creationId xmlns:a16="http://schemas.microsoft.com/office/drawing/2014/main" id="{CC47169C-FB8F-4F2B-0A52-248F96ECB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1" name="Group 1491">
              <a:extLst>
                <a:ext uri="{FF2B5EF4-FFF2-40B4-BE49-F238E27FC236}">
                  <a16:creationId xmlns:a16="http://schemas.microsoft.com/office/drawing/2014/main" id="{1CE58E1B-B6E1-BAB4-3A6D-258ECA4769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54" name="Oval 1492">
                <a:extLst>
                  <a:ext uri="{FF2B5EF4-FFF2-40B4-BE49-F238E27FC236}">
                    <a16:creationId xmlns:a16="http://schemas.microsoft.com/office/drawing/2014/main" id="{ABBD90B6-3F04-168A-4CBC-17B7F5D89F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5" name="Oval 1493">
                <a:extLst>
                  <a:ext uri="{FF2B5EF4-FFF2-40B4-BE49-F238E27FC236}">
                    <a16:creationId xmlns:a16="http://schemas.microsoft.com/office/drawing/2014/main" id="{842C9B5B-FC83-C1C0-2EDF-5F4FCD1FCD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6" name="Freeform 1494">
                <a:extLst>
                  <a:ext uri="{FF2B5EF4-FFF2-40B4-BE49-F238E27FC236}">
                    <a16:creationId xmlns:a16="http://schemas.microsoft.com/office/drawing/2014/main" id="{1DCBB75A-EAF2-0F54-A76F-3675BB9DDD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Freeform 1495">
                <a:extLst>
                  <a:ext uri="{FF2B5EF4-FFF2-40B4-BE49-F238E27FC236}">
                    <a16:creationId xmlns:a16="http://schemas.microsoft.com/office/drawing/2014/main" id="{701CE3E3-4CCB-110E-E32B-8B3660B850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" name="Freeform 1496">
                <a:extLst>
                  <a:ext uri="{FF2B5EF4-FFF2-40B4-BE49-F238E27FC236}">
                    <a16:creationId xmlns:a16="http://schemas.microsoft.com/office/drawing/2014/main" id="{1E523BC4-1262-2455-56D1-AA51F69F29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" name="Oval 1497">
                <a:extLst>
                  <a:ext uri="{FF2B5EF4-FFF2-40B4-BE49-F238E27FC236}">
                    <a16:creationId xmlns:a16="http://schemas.microsoft.com/office/drawing/2014/main" id="{9E497C62-7B72-1384-A554-77568AD65E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2" name="Group 1498">
              <a:extLst>
                <a:ext uri="{FF2B5EF4-FFF2-40B4-BE49-F238E27FC236}">
                  <a16:creationId xmlns:a16="http://schemas.microsoft.com/office/drawing/2014/main" id="{6F5D4519-9BF7-BA53-B646-CFE69B650A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48" name="Oval 1499">
                <a:extLst>
                  <a:ext uri="{FF2B5EF4-FFF2-40B4-BE49-F238E27FC236}">
                    <a16:creationId xmlns:a16="http://schemas.microsoft.com/office/drawing/2014/main" id="{AEE9B0D1-F51B-4490-EDFF-A9ADFE7A67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9" name="Oval 1500">
                <a:extLst>
                  <a:ext uri="{FF2B5EF4-FFF2-40B4-BE49-F238E27FC236}">
                    <a16:creationId xmlns:a16="http://schemas.microsoft.com/office/drawing/2014/main" id="{8CC9D08A-9EDA-F7D6-8A07-2D4AC2740E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0" name="Freeform 1501">
                <a:extLst>
                  <a:ext uri="{FF2B5EF4-FFF2-40B4-BE49-F238E27FC236}">
                    <a16:creationId xmlns:a16="http://schemas.microsoft.com/office/drawing/2014/main" id="{39980CB3-7637-02A7-B36E-5AB8DCC5B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Freeform 1502">
                <a:extLst>
                  <a:ext uri="{FF2B5EF4-FFF2-40B4-BE49-F238E27FC236}">
                    <a16:creationId xmlns:a16="http://schemas.microsoft.com/office/drawing/2014/main" id="{36F024AA-EFDF-1EBE-9A48-3A6C7361D2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" name="Freeform 1503">
                <a:extLst>
                  <a:ext uri="{FF2B5EF4-FFF2-40B4-BE49-F238E27FC236}">
                    <a16:creationId xmlns:a16="http://schemas.microsoft.com/office/drawing/2014/main" id="{BC0B52BB-2EA7-7B51-2ED8-BDA6AA0AA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Oval 1504">
                <a:extLst>
                  <a:ext uri="{FF2B5EF4-FFF2-40B4-BE49-F238E27FC236}">
                    <a16:creationId xmlns:a16="http://schemas.microsoft.com/office/drawing/2014/main" id="{150026C4-B947-769E-3B61-E860FBD8EB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3" name="Group 1505">
              <a:extLst>
                <a:ext uri="{FF2B5EF4-FFF2-40B4-BE49-F238E27FC236}">
                  <a16:creationId xmlns:a16="http://schemas.microsoft.com/office/drawing/2014/main" id="{0E916003-1CAF-CE06-0B68-519A7C84D2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42" name="Oval 1506">
                <a:extLst>
                  <a:ext uri="{FF2B5EF4-FFF2-40B4-BE49-F238E27FC236}">
                    <a16:creationId xmlns:a16="http://schemas.microsoft.com/office/drawing/2014/main" id="{4FA0DBD2-BEFF-4ACA-7D95-AB4C95FFF9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3" name="Oval 1507">
                <a:extLst>
                  <a:ext uri="{FF2B5EF4-FFF2-40B4-BE49-F238E27FC236}">
                    <a16:creationId xmlns:a16="http://schemas.microsoft.com/office/drawing/2014/main" id="{F07874AE-486E-15B7-D72B-E22693906A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4" name="Freeform 1508">
                <a:extLst>
                  <a:ext uri="{FF2B5EF4-FFF2-40B4-BE49-F238E27FC236}">
                    <a16:creationId xmlns:a16="http://schemas.microsoft.com/office/drawing/2014/main" id="{C62CAD80-B14F-03D3-B0A7-647C169901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Freeform 1509">
                <a:extLst>
                  <a:ext uri="{FF2B5EF4-FFF2-40B4-BE49-F238E27FC236}">
                    <a16:creationId xmlns:a16="http://schemas.microsoft.com/office/drawing/2014/main" id="{DCE6843F-D066-AF08-6569-BF661042B2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" name="Freeform 1510">
                <a:extLst>
                  <a:ext uri="{FF2B5EF4-FFF2-40B4-BE49-F238E27FC236}">
                    <a16:creationId xmlns:a16="http://schemas.microsoft.com/office/drawing/2014/main" id="{11292092-B3F9-A8B3-DB17-32893D04D9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" name="Oval 1511">
                <a:extLst>
                  <a:ext uri="{FF2B5EF4-FFF2-40B4-BE49-F238E27FC236}">
                    <a16:creationId xmlns:a16="http://schemas.microsoft.com/office/drawing/2014/main" id="{0C00890C-752C-3FCC-F2DA-12112557D4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4" name="Group 1512">
              <a:extLst>
                <a:ext uri="{FF2B5EF4-FFF2-40B4-BE49-F238E27FC236}">
                  <a16:creationId xmlns:a16="http://schemas.microsoft.com/office/drawing/2014/main" id="{FFC641A0-3706-CA92-B0C9-877F3A4E29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36" name="Oval 1513">
                <a:extLst>
                  <a:ext uri="{FF2B5EF4-FFF2-40B4-BE49-F238E27FC236}">
                    <a16:creationId xmlns:a16="http://schemas.microsoft.com/office/drawing/2014/main" id="{6BD579D7-78BA-1A58-C77E-155B2A6289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7" name="Oval 1514">
                <a:extLst>
                  <a:ext uri="{FF2B5EF4-FFF2-40B4-BE49-F238E27FC236}">
                    <a16:creationId xmlns:a16="http://schemas.microsoft.com/office/drawing/2014/main" id="{92087E84-1A7E-EE0A-9F19-A19D1CD35F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8" name="Freeform 1515">
                <a:extLst>
                  <a:ext uri="{FF2B5EF4-FFF2-40B4-BE49-F238E27FC236}">
                    <a16:creationId xmlns:a16="http://schemas.microsoft.com/office/drawing/2014/main" id="{2A7FAABF-C601-9A5D-9385-CCE0191398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Freeform 1516">
                <a:extLst>
                  <a:ext uri="{FF2B5EF4-FFF2-40B4-BE49-F238E27FC236}">
                    <a16:creationId xmlns:a16="http://schemas.microsoft.com/office/drawing/2014/main" id="{311B2311-A6E8-DB6F-8F1F-AD74447CD0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" name="Freeform 1517">
                <a:extLst>
                  <a:ext uri="{FF2B5EF4-FFF2-40B4-BE49-F238E27FC236}">
                    <a16:creationId xmlns:a16="http://schemas.microsoft.com/office/drawing/2014/main" id="{8196BA7B-D257-A788-F95E-D255902105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" name="Oval 1518">
                <a:extLst>
                  <a:ext uri="{FF2B5EF4-FFF2-40B4-BE49-F238E27FC236}">
                    <a16:creationId xmlns:a16="http://schemas.microsoft.com/office/drawing/2014/main" id="{18A719CF-FF0E-C6A1-7408-2D39876E40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5" name="Group 1519">
              <a:extLst>
                <a:ext uri="{FF2B5EF4-FFF2-40B4-BE49-F238E27FC236}">
                  <a16:creationId xmlns:a16="http://schemas.microsoft.com/office/drawing/2014/main" id="{6954409B-A7D4-4EEC-C1E1-D761AFE832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30" name="Oval 1520">
                <a:extLst>
                  <a:ext uri="{FF2B5EF4-FFF2-40B4-BE49-F238E27FC236}">
                    <a16:creationId xmlns:a16="http://schemas.microsoft.com/office/drawing/2014/main" id="{63BCE339-3957-94CE-472E-C8ED30567D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1" name="Oval 1521">
                <a:extLst>
                  <a:ext uri="{FF2B5EF4-FFF2-40B4-BE49-F238E27FC236}">
                    <a16:creationId xmlns:a16="http://schemas.microsoft.com/office/drawing/2014/main" id="{E31A2954-A578-3CCB-3ABD-BB9F52ACB3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2" name="Freeform 1522">
                <a:extLst>
                  <a:ext uri="{FF2B5EF4-FFF2-40B4-BE49-F238E27FC236}">
                    <a16:creationId xmlns:a16="http://schemas.microsoft.com/office/drawing/2014/main" id="{37B29B53-B631-9B33-0815-0733BE85FE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" name="Freeform 1523">
                <a:extLst>
                  <a:ext uri="{FF2B5EF4-FFF2-40B4-BE49-F238E27FC236}">
                    <a16:creationId xmlns:a16="http://schemas.microsoft.com/office/drawing/2014/main" id="{77F31ECC-6D3A-602F-701D-DB1306905D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" name="Freeform 1524">
                <a:extLst>
                  <a:ext uri="{FF2B5EF4-FFF2-40B4-BE49-F238E27FC236}">
                    <a16:creationId xmlns:a16="http://schemas.microsoft.com/office/drawing/2014/main" id="{43767667-8557-3065-916A-0915C356FB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Oval 1525">
                <a:extLst>
                  <a:ext uri="{FF2B5EF4-FFF2-40B4-BE49-F238E27FC236}">
                    <a16:creationId xmlns:a16="http://schemas.microsoft.com/office/drawing/2014/main" id="{CC67EF62-C277-591B-43D8-646557702A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6" name="Group 1526">
              <a:extLst>
                <a:ext uri="{FF2B5EF4-FFF2-40B4-BE49-F238E27FC236}">
                  <a16:creationId xmlns:a16="http://schemas.microsoft.com/office/drawing/2014/main" id="{C5A160B4-DEC4-FB95-B4B3-7943F601C4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24" name="Oval 1527">
                <a:extLst>
                  <a:ext uri="{FF2B5EF4-FFF2-40B4-BE49-F238E27FC236}">
                    <a16:creationId xmlns:a16="http://schemas.microsoft.com/office/drawing/2014/main" id="{67589EAC-159A-5272-B7CE-50B69FF5D9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5" name="Oval 1528">
                <a:extLst>
                  <a:ext uri="{FF2B5EF4-FFF2-40B4-BE49-F238E27FC236}">
                    <a16:creationId xmlns:a16="http://schemas.microsoft.com/office/drawing/2014/main" id="{658385FC-F13A-761E-6A99-60891B34C8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6" name="Freeform 1529">
                <a:extLst>
                  <a:ext uri="{FF2B5EF4-FFF2-40B4-BE49-F238E27FC236}">
                    <a16:creationId xmlns:a16="http://schemas.microsoft.com/office/drawing/2014/main" id="{F65598E5-04B2-2B7F-E95E-76E92FF3FC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" name="Freeform 1530">
                <a:extLst>
                  <a:ext uri="{FF2B5EF4-FFF2-40B4-BE49-F238E27FC236}">
                    <a16:creationId xmlns:a16="http://schemas.microsoft.com/office/drawing/2014/main" id="{DD81F8B4-DFA5-0187-48DD-20C074A5FD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" name="Freeform 1531">
                <a:extLst>
                  <a:ext uri="{FF2B5EF4-FFF2-40B4-BE49-F238E27FC236}">
                    <a16:creationId xmlns:a16="http://schemas.microsoft.com/office/drawing/2014/main" id="{ABBDF460-25F3-F3D0-B568-E86DC668A3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" name="Oval 1532">
                <a:extLst>
                  <a:ext uri="{FF2B5EF4-FFF2-40B4-BE49-F238E27FC236}">
                    <a16:creationId xmlns:a16="http://schemas.microsoft.com/office/drawing/2014/main" id="{D21DEC8F-3F9E-CD61-EB39-F086ED3572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7" name="Group 1533">
              <a:extLst>
                <a:ext uri="{FF2B5EF4-FFF2-40B4-BE49-F238E27FC236}">
                  <a16:creationId xmlns:a16="http://schemas.microsoft.com/office/drawing/2014/main" id="{63A15849-A047-F496-901D-C6A414A4F3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018" name="Oval 1534">
                <a:extLst>
                  <a:ext uri="{FF2B5EF4-FFF2-40B4-BE49-F238E27FC236}">
                    <a16:creationId xmlns:a16="http://schemas.microsoft.com/office/drawing/2014/main" id="{608012C1-9854-7C75-9BBC-B1448610CA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9" name="Oval 1535">
                <a:extLst>
                  <a:ext uri="{FF2B5EF4-FFF2-40B4-BE49-F238E27FC236}">
                    <a16:creationId xmlns:a16="http://schemas.microsoft.com/office/drawing/2014/main" id="{87EDFF21-0BEA-8BB5-B7F2-AB784A2289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0" name="Freeform 1536">
                <a:extLst>
                  <a:ext uri="{FF2B5EF4-FFF2-40B4-BE49-F238E27FC236}">
                    <a16:creationId xmlns:a16="http://schemas.microsoft.com/office/drawing/2014/main" id="{6B155425-5C2F-2D94-5E81-93446AD68E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1" name="Freeform 1537">
                <a:extLst>
                  <a:ext uri="{FF2B5EF4-FFF2-40B4-BE49-F238E27FC236}">
                    <a16:creationId xmlns:a16="http://schemas.microsoft.com/office/drawing/2014/main" id="{E30C97A9-C021-AB6D-9E03-96B48B7572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2" name="Freeform 1538">
                <a:extLst>
                  <a:ext uri="{FF2B5EF4-FFF2-40B4-BE49-F238E27FC236}">
                    <a16:creationId xmlns:a16="http://schemas.microsoft.com/office/drawing/2014/main" id="{1E29B6EC-8674-DE13-9B3B-B772D74521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3" name="Oval 1539">
                <a:extLst>
                  <a:ext uri="{FF2B5EF4-FFF2-40B4-BE49-F238E27FC236}">
                    <a16:creationId xmlns:a16="http://schemas.microsoft.com/office/drawing/2014/main" id="{16DEC5AD-4402-727F-4553-634483F2C7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8" name="Group 1540">
              <a:extLst>
                <a:ext uri="{FF2B5EF4-FFF2-40B4-BE49-F238E27FC236}">
                  <a16:creationId xmlns:a16="http://schemas.microsoft.com/office/drawing/2014/main" id="{AD6A1AB6-38EA-19D9-4E14-8311FB7818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012" name="Oval 1541">
                <a:extLst>
                  <a:ext uri="{FF2B5EF4-FFF2-40B4-BE49-F238E27FC236}">
                    <a16:creationId xmlns:a16="http://schemas.microsoft.com/office/drawing/2014/main" id="{EEE5AF07-72FD-A213-BDE0-68C6447CA4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3" name="Oval 1542">
                <a:extLst>
                  <a:ext uri="{FF2B5EF4-FFF2-40B4-BE49-F238E27FC236}">
                    <a16:creationId xmlns:a16="http://schemas.microsoft.com/office/drawing/2014/main" id="{65CAA21D-7F4C-CB73-110C-6139FA117A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4" name="Freeform 1543">
                <a:extLst>
                  <a:ext uri="{FF2B5EF4-FFF2-40B4-BE49-F238E27FC236}">
                    <a16:creationId xmlns:a16="http://schemas.microsoft.com/office/drawing/2014/main" id="{C5CBDE87-05D3-C531-1173-66BB081CD1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5" name="Freeform 1544">
                <a:extLst>
                  <a:ext uri="{FF2B5EF4-FFF2-40B4-BE49-F238E27FC236}">
                    <a16:creationId xmlns:a16="http://schemas.microsoft.com/office/drawing/2014/main" id="{D67ED32D-76C1-C6DC-EE6A-5E9995B4A7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6" name="Freeform 1545">
                <a:extLst>
                  <a:ext uri="{FF2B5EF4-FFF2-40B4-BE49-F238E27FC236}">
                    <a16:creationId xmlns:a16="http://schemas.microsoft.com/office/drawing/2014/main" id="{FBCEA4D8-EFB2-60CB-374D-F688150307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7" name="Oval 1546">
                <a:extLst>
                  <a:ext uri="{FF2B5EF4-FFF2-40B4-BE49-F238E27FC236}">
                    <a16:creationId xmlns:a16="http://schemas.microsoft.com/office/drawing/2014/main" id="{A299B448-465C-2DD0-CDAD-45902FE060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9" name="Group 1547">
              <a:extLst>
                <a:ext uri="{FF2B5EF4-FFF2-40B4-BE49-F238E27FC236}">
                  <a16:creationId xmlns:a16="http://schemas.microsoft.com/office/drawing/2014/main" id="{647C408F-4832-DE45-BD69-5AE0A9A533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006" name="Oval 1548">
                <a:extLst>
                  <a:ext uri="{FF2B5EF4-FFF2-40B4-BE49-F238E27FC236}">
                    <a16:creationId xmlns:a16="http://schemas.microsoft.com/office/drawing/2014/main" id="{BFDB4453-87F5-AA42-0D2E-20FCDB9890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7" name="Oval 1549">
                <a:extLst>
                  <a:ext uri="{FF2B5EF4-FFF2-40B4-BE49-F238E27FC236}">
                    <a16:creationId xmlns:a16="http://schemas.microsoft.com/office/drawing/2014/main" id="{CA6D7299-9A7D-207F-84F5-6A47B13F4A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8" name="Freeform 1550">
                <a:extLst>
                  <a:ext uri="{FF2B5EF4-FFF2-40B4-BE49-F238E27FC236}">
                    <a16:creationId xmlns:a16="http://schemas.microsoft.com/office/drawing/2014/main" id="{3727D681-CEBD-DC89-0F80-AE57AE9B5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9" name="Freeform 1551">
                <a:extLst>
                  <a:ext uri="{FF2B5EF4-FFF2-40B4-BE49-F238E27FC236}">
                    <a16:creationId xmlns:a16="http://schemas.microsoft.com/office/drawing/2014/main" id="{C54D9F03-D85A-7007-7D57-A15A924B77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0" name="Freeform 1552">
                <a:extLst>
                  <a:ext uri="{FF2B5EF4-FFF2-40B4-BE49-F238E27FC236}">
                    <a16:creationId xmlns:a16="http://schemas.microsoft.com/office/drawing/2014/main" id="{1DCABA46-03E0-FD73-B324-D67BF5304D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1" name="Oval 1553">
                <a:extLst>
                  <a:ext uri="{FF2B5EF4-FFF2-40B4-BE49-F238E27FC236}">
                    <a16:creationId xmlns:a16="http://schemas.microsoft.com/office/drawing/2014/main" id="{4450AAA7-A1BE-5FBA-B789-A543C9FEC1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0" name="Group 1554">
              <a:extLst>
                <a:ext uri="{FF2B5EF4-FFF2-40B4-BE49-F238E27FC236}">
                  <a16:creationId xmlns:a16="http://schemas.microsoft.com/office/drawing/2014/main" id="{D6228D9B-6548-7DD5-33F0-9633E21F9C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000" name="Oval 1555">
                <a:extLst>
                  <a:ext uri="{FF2B5EF4-FFF2-40B4-BE49-F238E27FC236}">
                    <a16:creationId xmlns:a16="http://schemas.microsoft.com/office/drawing/2014/main" id="{B7E2C9AD-993F-AEC8-5492-4CBC52E52A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1" name="Oval 1556">
                <a:extLst>
                  <a:ext uri="{FF2B5EF4-FFF2-40B4-BE49-F238E27FC236}">
                    <a16:creationId xmlns:a16="http://schemas.microsoft.com/office/drawing/2014/main" id="{27836774-9B24-EC19-386D-ED96659046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2" name="Freeform 1557">
                <a:extLst>
                  <a:ext uri="{FF2B5EF4-FFF2-40B4-BE49-F238E27FC236}">
                    <a16:creationId xmlns:a16="http://schemas.microsoft.com/office/drawing/2014/main" id="{11633EFB-838A-16DC-4095-D147575E0A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" name="Freeform 1558">
                <a:extLst>
                  <a:ext uri="{FF2B5EF4-FFF2-40B4-BE49-F238E27FC236}">
                    <a16:creationId xmlns:a16="http://schemas.microsoft.com/office/drawing/2014/main" id="{F26AD60D-74ED-1EDD-B9A3-49665BE57C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" name="Freeform 1559">
                <a:extLst>
                  <a:ext uri="{FF2B5EF4-FFF2-40B4-BE49-F238E27FC236}">
                    <a16:creationId xmlns:a16="http://schemas.microsoft.com/office/drawing/2014/main" id="{0DFF3FEE-AA28-F2A4-04E8-C4D838EA69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" name="Oval 1560">
                <a:extLst>
                  <a:ext uri="{FF2B5EF4-FFF2-40B4-BE49-F238E27FC236}">
                    <a16:creationId xmlns:a16="http://schemas.microsoft.com/office/drawing/2014/main" id="{CDDC8526-0C65-3622-D0BD-4DE3BEAAFB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1" name="Group 1561">
              <a:extLst>
                <a:ext uri="{FF2B5EF4-FFF2-40B4-BE49-F238E27FC236}">
                  <a16:creationId xmlns:a16="http://schemas.microsoft.com/office/drawing/2014/main" id="{9081E384-F0CB-51CE-0E8E-7456470A53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994" name="Oval 1562">
                <a:extLst>
                  <a:ext uri="{FF2B5EF4-FFF2-40B4-BE49-F238E27FC236}">
                    <a16:creationId xmlns:a16="http://schemas.microsoft.com/office/drawing/2014/main" id="{5358F3C1-B1C8-4DC8-9D5D-2D65928F38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5" name="Oval 1563">
                <a:extLst>
                  <a:ext uri="{FF2B5EF4-FFF2-40B4-BE49-F238E27FC236}">
                    <a16:creationId xmlns:a16="http://schemas.microsoft.com/office/drawing/2014/main" id="{9CEBDC19-1C5E-F7AC-7607-FA8FC4719F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6" name="Freeform 1564">
                <a:extLst>
                  <a:ext uri="{FF2B5EF4-FFF2-40B4-BE49-F238E27FC236}">
                    <a16:creationId xmlns:a16="http://schemas.microsoft.com/office/drawing/2014/main" id="{4CD49EA7-DDA9-31E6-78C4-F72CE905A9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7" name="Freeform 1565">
                <a:extLst>
                  <a:ext uri="{FF2B5EF4-FFF2-40B4-BE49-F238E27FC236}">
                    <a16:creationId xmlns:a16="http://schemas.microsoft.com/office/drawing/2014/main" id="{ADB454E1-CB5F-9E9F-030B-1FC996556D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8" name="Freeform 1566">
                <a:extLst>
                  <a:ext uri="{FF2B5EF4-FFF2-40B4-BE49-F238E27FC236}">
                    <a16:creationId xmlns:a16="http://schemas.microsoft.com/office/drawing/2014/main" id="{51480858-0258-FEDE-15CD-4A4B196276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9" name="Oval 1567">
                <a:extLst>
                  <a:ext uri="{FF2B5EF4-FFF2-40B4-BE49-F238E27FC236}">
                    <a16:creationId xmlns:a16="http://schemas.microsoft.com/office/drawing/2014/main" id="{1DE56D29-C0E3-528A-250E-3EA0DCBB38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2" name="Group 1568">
              <a:extLst>
                <a:ext uri="{FF2B5EF4-FFF2-40B4-BE49-F238E27FC236}">
                  <a16:creationId xmlns:a16="http://schemas.microsoft.com/office/drawing/2014/main" id="{45CF8FA3-BB2F-A5FD-4497-2AF05C21FD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988" name="Oval 1569">
                <a:extLst>
                  <a:ext uri="{FF2B5EF4-FFF2-40B4-BE49-F238E27FC236}">
                    <a16:creationId xmlns:a16="http://schemas.microsoft.com/office/drawing/2014/main" id="{FEAEBA61-1C17-49BA-09ED-D006A9EA07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9" name="Oval 1570">
                <a:extLst>
                  <a:ext uri="{FF2B5EF4-FFF2-40B4-BE49-F238E27FC236}">
                    <a16:creationId xmlns:a16="http://schemas.microsoft.com/office/drawing/2014/main" id="{E30E7B1B-9693-D72C-7CC7-AFAC577EF0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0" name="Freeform 1571">
                <a:extLst>
                  <a:ext uri="{FF2B5EF4-FFF2-40B4-BE49-F238E27FC236}">
                    <a16:creationId xmlns:a16="http://schemas.microsoft.com/office/drawing/2014/main" id="{1DB04504-78F1-233C-0DDD-D0A477538D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1" name="Freeform 1572">
                <a:extLst>
                  <a:ext uri="{FF2B5EF4-FFF2-40B4-BE49-F238E27FC236}">
                    <a16:creationId xmlns:a16="http://schemas.microsoft.com/office/drawing/2014/main" id="{CB4414D5-DDBD-1B94-1D12-CCF083D1C7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2" name="Freeform 1573">
                <a:extLst>
                  <a:ext uri="{FF2B5EF4-FFF2-40B4-BE49-F238E27FC236}">
                    <a16:creationId xmlns:a16="http://schemas.microsoft.com/office/drawing/2014/main" id="{B7B92665-2A77-7867-4C70-E105CEB3B6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" name="Oval 1574">
                <a:extLst>
                  <a:ext uri="{FF2B5EF4-FFF2-40B4-BE49-F238E27FC236}">
                    <a16:creationId xmlns:a16="http://schemas.microsoft.com/office/drawing/2014/main" id="{36879DB9-44B6-261E-A990-0255F37305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3" name="Group 1575">
              <a:extLst>
                <a:ext uri="{FF2B5EF4-FFF2-40B4-BE49-F238E27FC236}">
                  <a16:creationId xmlns:a16="http://schemas.microsoft.com/office/drawing/2014/main" id="{65F2DF83-0244-1DBD-97A7-57CB8D2C9C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982" name="Oval 1576">
                <a:extLst>
                  <a:ext uri="{FF2B5EF4-FFF2-40B4-BE49-F238E27FC236}">
                    <a16:creationId xmlns:a16="http://schemas.microsoft.com/office/drawing/2014/main" id="{74E43AF0-FE18-7F9B-9491-D55CA62487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3" name="Oval 1577">
                <a:extLst>
                  <a:ext uri="{FF2B5EF4-FFF2-40B4-BE49-F238E27FC236}">
                    <a16:creationId xmlns:a16="http://schemas.microsoft.com/office/drawing/2014/main" id="{64D65C6F-E40E-BDC0-D7AD-9F30EC6DA9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4" name="Freeform 1578">
                <a:extLst>
                  <a:ext uri="{FF2B5EF4-FFF2-40B4-BE49-F238E27FC236}">
                    <a16:creationId xmlns:a16="http://schemas.microsoft.com/office/drawing/2014/main" id="{17E1B58B-E5BF-0129-70A6-3490B4AFAF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" name="Freeform 1579">
                <a:extLst>
                  <a:ext uri="{FF2B5EF4-FFF2-40B4-BE49-F238E27FC236}">
                    <a16:creationId xmlns:a16="http://schemas.microsoft.com/office/drawing/2014/main" id="{E2321F85-8AF1-F4ED-33A7-91F15586E9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" name="Freeform 1580">
                <a:extLst>
                  <a:ext uri="{FF2B5EF4-FFF2-40B4-BE49-F238E27FC236}">
                    <a16:creationId xmlns:a16="http://schemas.microsoft.com/office/drawing/2014/main" id="{35B8EFC3-619C-6ADF-3426-D2DA0F19F2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" name="Oval 1581">
                <a:extLst>
                  <a:ext uri="{FF2B5EF4-FFF2-40B4-BE49-F238E27FC236}">
                    <a16:creationId xmlns:a16="http://schemas.microsoft.com/office/drawing/2014/main" id="{0B2ACB6E-EA27-A327-F8D5-EAD9F8A2A5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4" name="Group 1582">
              <a:extLst>
                <a:ext uri="{FF2B5EF4-FFF2-40B4-BE49-F238E27FC236}">
                  <a16:creationId xmlns:a16="http://schemas.microsoft.com/office/drawing/2014/main" id="{0F96616E-9363-112F-61C3-950B74F749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976" name="Oval 1583">
                <a:extLst>
                  <a:ext uri="{FF2B5EF4-FFF2-40B4-BE49-F238E27FC236}">
                    <a16:creationId xmlns:a16="http://schemas.microsoft.com/office/drawing/2014/main" id="{584CD960-6E48-79A4-41C0-0BC43A8CCC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7" name="Oval 1584">
                <a:extLst>
                  <a:ext uri="{FF2B5EF4-FFF2-40B4-BE49-F238E27FC236}">
                    <a16:creationId xmlns:a16="http://schemas.microsoft.com/office/drawing/2014/main" id="{12168FA0-80B6-2E06-6ECF-1812ACA514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8" name="Freeform 1585">
                <a:extLst>
                  <a:ext uri="{FF2B5EF4-FFF2-40B4-BE49-F238E27FC236}">
                    <a16:creationId xmlns:a16="http://schemas.microsoft.com/office/drawing/2014/main" id="{8D4C06E9-CA94-5F7E-1AA9-C5CD5D9778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9" name="Freeform 1586">
                <a:extLst>
                  <a:ext uri="{FF2B5EF4-FFF2-40B4-BE49-F238E27FC236}">
                    <a16:creationId xmlns:a16="http://schemas.microsoft.com/office/drawing/2014/main" id="{E30878D9-FFCD-0CD2-615E-DC2E82E4AD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0" name="Freeform 1587">
                <a:extLst>
                  <a:ext uri="{FF2B5EF4-FFF2-40B4-BE49-F238E27FC236}">
                    <a16:creationId xmlns:a16="http://schemas.microsoft.com/office/drawing/2014/main" id="{D3BE1F37-89F1-207D-2958-1D8F24DA90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1" name="Oval 1588">
                <a:extLst>
                  <a:ext uri="{FF2B5EF4-FFF2-40B4-BE49-F238E27FC236}">
                    <a16:creationId xmlns:a16="http://schemas.microsoft.com/office/drawing/2014/main" id="{014459A4-3F5A-69C1-C40C-06D00228DB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5" name="Group 1589">
              <a:extLst>
                <a:ext uri="{FF2B5EF4-FFF2-40B4-BE49-F238E27FC236}">
                  <a16:creationId xmlns:a16="http://schemas.microsoft.com/office/drawing/2014/main" id="{C8572638-7EB4-0E4E-2F11-60ABC6BB44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970" name="Oval 1590">
                <a:extLst>
                  <a:ext uri="{FF2B5EF4-FFF2-40B4-BE49-F238E27FC236}">
                    <a16:creationId xmlns:a16="http://schemas.microsoft.com/office/drawing/2014/main" id="{7A1E2B74-7EAA-19FC-B9A7-5B0BDF8319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1" name="Oval 1591">
                <a:extLst>
                  <a:ext uri="{FF2B5EF4-FFF2-40B4-BE49-F238E27FC236}">
                    <a16:creationId xmlns:a16="http://schemas.microsoft.com/office/drawing/2014/main" id="{4E3B72AA-1A2E-FF3D-E965-ACAD95B40D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2" name="Freeform 1592">
                <a:extLst>
                  <a:ext uri="{FF2B5EF4-FFF2-40B4-BE49-F238E27FC236}">
                    <a16:creationId xmlns:a16="http://schemas.microsoft.com/office/drawing/2014/main" id="{63D3E9E0-4CD7-4A78-BDB8-20420147D8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" name="Freeform 1593">
                <a:extLst>
                  <a:ext uri="{FF2B5EF4-FFF2-40B4-BE49-F238E27FC236}">
                    <a16:creationId xmlns:a16="http://schemas.microsoft.com/office/drawing/2014/main" id="{27701B62-C6B5-8773-C8E9-FA06DD1205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4" name="Freeform 1594">
                <a:extLst>
                  <a:ext uri="{FF2B5EF4-FFF2-40B4-BE49-F238E27FC236}">
                    <a16:creationId xmlns:a16="http://schemas.microsoft.com/office/drawing/2014/main" id="{42ED8108-7BCB-BDAC-A372-CAD705ECC3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5" name="Oval 1595">
                <a:extLst>
                  <a:ext uri="{FF2B5EF4-FFF2-40B4-BE49-F238E27FC236}">
                    <a16:creationId xmlns:a16="http://schemas.microsoft.com/office/drawing/2014/main" id="{9A841EF4-55DF-093E-366C-1CBED4348D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6" name="Group 1596">
              <a:extLst>
                <a:ext uri="{FF2B5EF4-FFF2-40B4-BE49-F238E27FC236}">
                  <a16:creationId xmlns:a16="http://schemas.microsoft.com/office/drawing/2014/main" id="{87EC2856-A92A-9F36-A1F7-8D4BD21B47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64" name="Oval 1597">
                <a:extLst>
                  <a:ext uri="{FF2B5EF4-FFF2-40B4-BE49-F238E27FC236}">
                    <a16:creationId xmlns:a16="http://schemas.microsoft.com/office/drawing/2014/main" id="{F65AD522-761A-27D4-EB34-F867421A1A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5" name="Oval 1598">
                <a:extLst>
                  <a:ext uri="{FF2B5EF4-FFF2-40B4-BE49-F238E27FC236}">
                    <a16:creationId xmlns:a16="http://schemas.microsoft.com/office/drawing/2014/main" id="{51743947-619A-6156-2E96-5AB261AC9B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6" name="Freeform 1599">
                <a:extLst>
                  <a:ext uri="{FF2B5EF4-FFF2-40B4-BE49-F238E27FC236}">
                    <a16:creationId xmlns:a16="http://schemas.microsoft.com/office/drawing/2014/main" id="{BABCA115-BAC1-E42F-81E6-267C49E4DD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7" name="Freeform 1600">
                <a:extLst>
                  <a:ext uri="{FF2B5EF4-FFF2-40B4-BE49-F238E27FC236}">
                    <a16:creationId xmlns:a16="http://schemas.microsoft.com/office/drawing/2014/main" id="{02F4D097-40D4-5BCD-698C-985F7C7E0D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8" name="Freeform 1601">
                <a:extLst>
                  <a:ext uri="{FF2B5EF4-FFF2-40B4-BE49-F238E27FC236}">
                    <a16:creationId xmlns:a16="http://schemas.microsoft.com/office/drawing/2014/main" id="{9AFF3DA1-65F2-6AF4-AFD6-4C12F1FDCB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9" name="Oval 1602">
                <a:extLst>
                  <a:ext uri="{FF2B5EF4-FFF2-40B4-BE49-F238E27FC236}">
                    <a16:creationId xmlns:a16="http://schemas.microsoft.com/office/drawing/2014/main" id="{D09871D0-BCAB-6BDA-3C21-D15A82FE20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7" name="Group 1603">
              <a:extLst>
                <a:ext uri="{FF2B5EF4-FFF2-40B4-BE49-F238E27FC236}">
                  <a16:creationId xmlns:a16="http://schemas.microsoft.com/office/drawing/2014/main" id="{81E99A9D-CD9A-A1FC-0AF3-8D44DB2619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58" name="Oval 1604">
                <a:extLst>
                  <a:ext uri="{FF2B5EF4-FFF2-40B4-BE49-F238E27FC236}">
                    <a16:creationId xmlns:a16="http://schemas.microsoft.com/office/drawing/2014/main" id="{A9732345-393B-5F90-B888-BA6F4C530B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9" name="Oval 1605">
                <a:extLst>
                  <a:ext uri="{FF2B5EF4-FFF2-40B4-BE49-F238E27FC236}">
                    <a16:creationId xmlns:a16="http://schemas.microsoft.com/office/drawing/2014/main" id="{47118FE7-05A9-9060-FAEF-EDD573E1AA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0" name="Freeform 1606">
                <a:extLst>
                  <a:ext uri="{FF2B5EF4-FFF2-40B4-BE49-F238E27FC236}">
                    <a16:creationId xmlns:a16="http://schemas.microsoft.com/office/drawing/2014/main" id="{E097EC0D-7669-BA44-77B6-DD4811284F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1" name="Freeform 1607">
                <a:extLst>
                  <a:ext uri="{FF2B5EF4-FFF2-40B4-BE49-F238E27FC236}">
                    <a16:creationId xmlns:a16="http://schemas.microsoft.com/office/drawing/2014/main" id="{C77CF1B9-8EEE-D5B2-1493-1C09A9D8A9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" name="Freeform 1608">
                <a:extLst>
                  <a:ext uri="{FF2B5EF4-FFF2-40B4-BE49-F238E27FC236}">
                    <a16:creationId xmlns:a16="http://schemas.microsoft.com/office/drawing/2014/main" id="{AFA83DEE-3ACA-5ECE-BE0B-B4A33A1CE1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" name="Oval 1609">
                <a:extLst>
                  <a:ext uri="{FF2B5EF4-FFF2-40B4-BE49-F238E27FC236}">
                    <a16:creationId xmlns:a16="http://schemas.microsoft.com/office/drawing/2014/main" id="{B0E88F57-B1AE-A9CC-D7BC-C30F5AB2C5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150" name="Group 1385">
            <a:extLst>
              <a:ext uri="{FF2B5EF4-FFF2-40B4-BE49-F238E27FC236}">
                <a16:creationId xmlns:a16="http://schemas.microsoft.com/office/drawing/2014/main" id="{534988C0-F63C-7F57-02B2-DCB8C0B7D0E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9699" y="439620"/>
            <a:ext cx="1141095" cy="340150"/>
            <a:chOff x="446" y="1196"/>
            <a:chExt cx="1048" cy="312"/>
          </a:xfrm>
        </p:grpSpPr>
        <p:grpSp>
          <p:nvGrpSpPr>
            <p:cNvPr id="1151" name="Group 1386">
              <a:extLst>
                <a:ext uri="{FF2B5EF4-FFF2-40B4-BE49-F238E27FC236}">
                  <a16:creationId xmlns:a16="http://schemas.microsoft.com/office/drawing/2014/main" id="{719F881E-4447-8643-5E95-82E9B75D65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369" name="Oval 1387">
                <a:extLst>
                  <a:ext uri="{FF2B5EF4-FFF2-40B4-BE49-F238E27FC236}">
                    <a16:creationId xmlns:a16="http://schemas.microsoft.com/office/drawing/2014/main" id="{62AE5A59-BE80-3F39-6F4D-1481A238DF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0" name="Oval 1388">
                <a:extLst>
                  <a:ext uri="{FF2B5EF4-FFF2-40B4-BE49-F238E27FC236}">
                    <a16:creationId xmlns:a16="http://schemas.microsoft.com/office/drawing/2014/main" id="{5EEC101C-0792-BD47-FB61-629AFEB51D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1" name="Freeform 1389">
                <a:extLst>
                  <a:ext uri="{FF2B5EF4-FFF2-40B4-BE49-F238E27FC236}">
                    <a16:creationId xmlns:a16="http://schemas.microsoft.com/office/drawing/2014/main" id="{3F8774F8-B1AC-4C39-61C0-AA6053688D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2" name="Freeform 1390">
                <a:extLst>
                  <a:ext uri="{FF2B5EF4-FFF2-40B4-BE49-F238E27FC236}">
                    <a16:creationId xmlns:a16="http://schemas.microsoft.com/office/drawing/2014/main" id="{C9C49F75-8E2D-0F3C-7E2F-EFCC08FF8A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3" name="Freeform 1391">
                <a:extLst>
                  <a:ext uri="{FF2B5EF4-FFF2-40B4-BE49-F238E27FC236}">
                    <a16:creationId xmlns:a16="http://schemas.microsoft.com/office/drawing/2014/main" id="{4051CE06-1356-E738-F345-01A74F9B49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4" name="Oval 1392">
                <a:extLst>
                  <a:ext uri="{FF2B5EF4-FFF2-40B4-BE49-F238E27FC236}">
                    <a16:creationId xmlns:a16="http://schemas.microsoft.com/office/drawing/2014/main" id="{1AE919FC-F1F1-27A6-A825-96F8A91229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2" name="Group 1393">
              <a:extLst>
                <a:ext uri="{FF2B5EF4-FFF2-40B4-BE49-F238E27FC236}">
                  <a16:creationId xmlns:a16="http://schemas.microsoft.com/office/drawing/2014/main" id="{C929B8B6-FD92-9D35-FB9C-10933913D2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363" name="Oval 1394">
                <a:extLst>
                  <a:ext uri="{FF2B5EF4-FFF2-40B4-BE49-F238E27FC236}">
                    <a16:creationId xmlns:a16="http://schemas.microsoft.com/office/drawing/2014/main" id="{966CD48A-4D29-AF6F-5A5E-547DCB4729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4" name="Oval 1395">
                <a:extLst>
                  <a:ext uri="{FF2B5EF4-FFF2-40B4-BE49-F238E27FC236}">
                    <a16:creationId xmlns:a16="http://schemas.microsoft.com/office/drawing/2014/main" id="{7E45AB8C-5660-ECA6-9C13-AE816965EB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5" name="Freeform 1396">
                <a:extLst>
                  <a:ext uri="{FF2B5EF4-FFF2-40B4-BE49-F238E27FC236}">
                    <a16:creationId xmlns:a16="http://schemas.microsoft.com/office/drawing/2014/main" id="{D74A4162-B1C2-C0AA-1621-D4CA3C415D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6" name="Freeform 1397">
                <a:extLst>
                  <a:ext uri="{FF2B5EF4-FFF2-40B4-BE49-F238E27FC236}">
                    <a16:creationId xmlns:a16="http://schemas.microsoft.com/office/drawing/2014/main" id="{415412EA-9454-1354-67C9-30F8C49808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7" name="Freeform 1398">
                <a:extLst>
                  <a:ext uri="{FF2B5EF4-FFF2-40B4-BE49-F238E27FC236}">
                    <a16:creationId xmlns:a16="http://schemas.microsoft.com/office/drawing/2014/main" id="{D1F53A94-67FC-58B8-A4CB-EA88D4396C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8" name="Oval 1399">
                <a:extLst>
                  <a:ext uri="{FF2B5EF4-FFF2-40B4-BE49-F238E27FC236}">
                    <a16:creationId xmlns:a16="http://schemas.microsoft.com/office/drawing/2014/main" id="{D6C07F2E-E865-550B-A08F-15D817908A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3" name="Group 1400">
              <a:extLst>
                <a:ext uri="{FF2B5EF4-FFF2-40B4-BE49-F238E27FC236}">
                  <a16:creationId xmlns:a16="http://schemas.microsoft.com/office/drawing/2014/main" id="{10CC9328-55F6-6122-4275-B32FD9E7C4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357" name="Oval 1401">
                <a:extLst>
                  <a:ext uri="{FF2B5EF4-FFF2-40B4-BE49-F238E27FC236}">
                    <a16:creationId xmlns:a16="http://schemas.microsoft.com/office/drawing/2014/main" id="{E171F9C8-99B9-75CD-C3B4-0B292C4155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8" name="Oval 1402">
                <a:extLst>
                  <a:ext uri="{FF2B5EF4-FFF2-40B4-BE49-F238E27FC236}">
                    <a16:creationId xmlns:a16="http://schemas.microsoft.com/office/drawing/2014/main" id="{F4C24826-945E-7203-A4D0-B519923066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9" name="Freeform 1403">
                <a:extLst>
                  <a:ext uri="{FF2B5EF4-FFF2-40B4-BE49-F238E27FC236}">
                    <a16:creationId xmlns:a16="http://schemas.microsoft.com/office/drawing/2014/main" id="{992FF493-52DE-6D5B-87ED-DC331C6224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0" name="Freeform 1404">
                <a:extLst>
                  <a:ext uri="{FF2B5EF4-FFF2-40B4-BE49-F238E27FC236}">
                    <a16:creationId xmlns:a16="http://schemas.microsoft.com/office/drawing/2014/main" id="{72600F97-1161-4B00-2D32-0F09CCA3EA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1" name="Freeform 1405">
                <a:extLst>
                  <a:ext uri="{FF2B5EF4-FFF2-40B4-BE49-F238E27FC236}">
                    <a16:creationId xmlns:a16="http://schemas.microsoft.com/office/drawing/2014/main" id="{64BEB786-56FB-1CE2-8DA9-7C2D9C3D2C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" name="Oval 1406">
                <a:extLst>
                  <a:ext uri="{FF2B5EF4-FFF2-40B4-BE49-F238E27FC236}">
                    <a16:creationId xmlns:a16="http://schemas.microsoft.com/office/drawing/2014/main" id="{EDE84213-E38A-0514-D895-B3B8FA0FC7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4" name="Group 1407">
              <a:extLst>
                <a:ext uri="{FF2B5EF4-FFF2-40B4-BE49-F238E27FC236}">
                  <a16:creationId xmlns:a16="http://schemas.microsoft.com/office/drawing/2014/main" id="{BE34378E-25D2-9468-0EDD-D3DC171A3F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351" name="Oval 1408">
                <a:extLst>
                  <a:ext uri="{FF2B5EF4-FFF2-40B4-BE49-F238E27FC236}">
                    <a16:creationId xmlns:a16="http://schemas.microsoft.com/office/drawing/2014/main" id="{AAE1C6AE-469A-7559-4F56-3ADD22D5CA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" name="Oval 1409">
                <a:extLst>
                  <a:ext uri="{FF2B5EF4-FFF2-40B4-BE49-F238E27FC236}">
                    <a16:creationId xmlns:a16="http://schemas.microsoft.com/office/drawing/2014/main" id="{D7B4B68B-CC48-781C-4F9B-19220810A5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" name="Freeform 1410">
                <a:extLst>
                  <a:ext uri="{FF2B5EF4-FFF2-40B4-BE49-F238E27FC236}">
                    <a16:creationId xmlns:a16="http://schemas.microsoft.com/office/drawing/2014/main" id="{338EB258-D337-4CDC-7D72-D151196DEE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4" name="Freeform 1411">
                <a:extLst>
                  <a:ext uri="{FF2B5EF4-FFF2-40B4-BE49-F238E27FC236}">
                    <a16:creationId xmlns:a16="http://schemas.microsoft.com/office/drawing/2014/main" id="{965B6866-11A4-C297-3374-87CB4ED79F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5" name="Freeform 1412">
                <a:extLst>
                  <a:ext uri="{FF2B5EF4-FFF2-40B4-BE49-F238E27FC236}">
                    <a16:creationId xmlns:a16="http://schemas.microsoft.com/office/drawing/2014/main" id="{B55AF93F-A1D8-E763-AA7E-F2C00F8AAC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6" name="Oval 1413">
                <a:extLst>
                  <a:ext uri="{FF2B5EF4-FFF2-40B4-BE49-F238E27FC236}">
                    <a16:creationId xmlns:a16="http://schemas.microsoft.com/office/drawing/2014/main" id="{0D3F8AD8-1199-7877-5A0B-4D41853331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5" name="Group 1414">
              <a:extLst>
                <a:ext uri="{FF2B5EF4-FFF2-40B4-BE49-F238E27FC236}">
                  <a16:creationId xmlns:a16="http://schemas.microsoft.com/office/drawing/2014/main" id="{27CF76E0-00C0-FDB6-A2DB-6A75A80D01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345" name="Oval 1415">
                <a:extLst>
                  <a:ext uri="{FF2B5EF4-FFF2-40B4-BE49-F238E27FC236}">
                    <a16:creationId xmlns:a16="http://schemas.microsoft.com/office/drawing/2014/main" id="{611DFD01-C3DD-E263-8250-9ED42B56DF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" name="Oval 1416">
                <a:extLst>
                  <a:ext uri="{FF2B5EF4-FFF2-40B4-BE49-F238E27FC236}">
                    <a16:creationId xmlns:a16="http://schemas.microsoft.com/office/drawing/2014/main" id="{6A75FB7C-31A3-7CCD-BFB8-34C164AD76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" name="Freeform 1417">
                <a:extLst>
                  <a:ext uri="{FF2B5EF4-FFF2-40B4-BE49-F238E27FC236}">
                    <a16:creationId xmlns:a16="http://schemas.microsoft.com/office/drawing/2014/main" id="{499D2B98-4D35-D96F-CCFD-DCA7247DA0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" name="Freeform 1418">
                <a:extLst>
                  <a:ext uri="{FF2B5EF4-FFF2-40B4-BE49-F238E27FC236}">
                    <a16:creationId xmlns:a16="http://schemas.microsoft.com/office/drawing/2014/main" id="{92F0A6A3-C999-BE1D-4BA6-9F7E21FC7A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" name="Freeform 1419">
                <a:extLst>
                  <a:ext uri="{FF2B5EF4-FFF2-40B4-BE49-F238E27FC236}">
                    <a16:creationId xmlns:a16="http://schemas.microsoft.com/office/drawing/2014/main" id="{62EC2ACE-882B-21E5-638D-753A27CD9F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" name="Oval 1420">
                <a:extLst>
                  <a:ext uri="{FF2B5EF4-FFF2-40B4-BE49-F238E27FC236}">
                    <a16:creationId xmlns:a16="http://schemas.microsoft.com/office/drawing/2014/main" id="{4AA09BB8-5DF3-4E05-B099-29EF3CC066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6" name="Group 1421">
              <a:extLst>
                <a:ext uri="{FF2B5EF4-FFF2-40B4-BE49-F238E27FC236}">
                  <a16:creationId xmlns:a16="http://schemas.microsoft.com/office/drawing/2014/main" id="{D6862388-6BC6-E738-A1D1-CA982B2A61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339" name="Oval 1422">
                <a:extLst>
                  <a:ext uri="{FF2B5EF4-FFF2-40B4-BE49-F238E27FC236}">
                    <a16:creationId xmlns:a16="http://schemas.microsoft.com/office/drawing/2014/main" id="{A6C34C80-9DA5-1B75-9D1A-BF2565758A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" name="Oval 1423">
                <a:extLst>
                  <a:ext uri="{FF2B5EF4-FFF2-40B4-BE49-F238E27FC236}">
                    <a16:creationId xmlns:a16="http://schemas.microsoft.com/office/drawing/2014/main" id="{9DFAD8D5-744E-9981-7239-56CF697AD6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" name="Freeform 1424">
                <a:extLst>
                  <a:ext uri="{FF2B5EF4-FFF2-40B4-BE49-F238E27FC236}">
                    <a16:creationId xmlns:a16="http://schemas.microsoft.com/office/drawing/2014/main" id="{EBF5523A-0F94-53A2-75EC-5714A3ED8F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" name="Freeform 1425">
                <a:extLst>
                  <a:ext uri="{FF2B5EF4-FFF2-40B4-BE49-F238E27FC236}">
                    <a16:creationId xmlns:a16="http://schemas.microsoft.com/office/drawing/2014/main" id="{F878190F-D185-3CD7-CA93-3239FCFC72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" name="Freeform 1426">
                <a:extLst>
                  <a:ext uri="{FF2B5EF4-FFF2-40B4-BE49-F238E27FC236}">
                    <a16:creationId xmlns:a16="http://schemas.microsoft.com/office/drawing/2014/main" id="{5A7F7D59-BD46-30F0-3CBA-D6E0F731D6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" name="Oval 1427">
                <a:extLst>
                  <a:ext uri="{FF2B5EF4-FFF2-40B4-BE49-F238E27FC236}">
                    <a16:creationId xmlns:a16="http://schemas.microsoft.com/office/drawing/2014/main" id="{8C73BCC0-FB28-63FA-BC3E-5D60797123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7" name="Group 1428">
              <a:extLst>
                <a:ext uri="{FF2B5EF4-FFF2-40B4-BE49-F238E27FC236}">
                  <a16:creationId xmlns:a16="http://schemas.microsoft.com/office/drawing/2014/main" id="{B87CA13F-8170-53A9-9F3B-ED880D4077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333" name="Oval 1429">
                <a:extLst>
                  <a:ext uri="{FF2B5EF4-FFF2-40B4-BE49-F238E27FC236}">
                    <a16:creationId xmlns:a16="http://schemas.microsoft.com/office/drawing/2014/main" id="{CF03CA4D-DA38-7B52-D876-FD5F5DE7AE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4" name="Oval 1430">
                <a:extLst>
                  <a:ext uri="{FF2B5EF4-FFF2-40B4-BE49-F238E27FC236}">
                    <a16:creationId xmlns:a16="http://schemas.microsoft.com/office/drawing/2014/main" id="{C7B7D7C5-8011-E106-EA4A-5544D662DE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5" name="Freeform 1431">
                <a:extLst>
                  <a:ext uri="{FF2B5EF4-FFF2-40B4-BE49-F238E27FC236}">
                    <a16:creationId xmlns:a16="http://schemas.microsoft.com/office/drawing/2014/main" id="{C15271D3-545B-8242-ED1C-A7ECC68771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" name="Freeform 1432">
                <a:extLst>
                  <a:ext uri="{FF2B5EF4-FFF2-40B4-BE49-F238E27FC236}">
                    <a16:creationId xmlns:a16="http://schemas.microsoft.com/office/drawing/2014/main" id="{3FBB1F50-76E0-4910-6BA4-3B3F84633A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" name="Freeform 1433">
                <a:extLst>
                  <a:ext uri="{FF2B5EF4-FFF2-40B4-BE49-F238E27FC236}">
                    <a16:creationId xmlns:a16="http://schemas.microsoft.com/office/drawing/2014/main" id="{F29691DA-B29A-3A14-2F3C-D31C73CA36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" name="Oval 1434">
                <a:extLst>
                  <a:ext uri="{FF2B5EF4-FFF2-40B4-BE49-F238E27FC236}">
                    <a16:creationId xmlns:a16="http://schemas.microsoft.com/office/drawing/2014/main" id="{65942504-1FA2-C7AC-F956-E96778C66E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8" name="Group 1435">
              <a:extLst>
                <a:ext uri="{FF2B5EF4-FFF2-40B4-BE49-F238E27FC236}">
                  <a16:creationId xmlns:a16="http://schemas.microsoft.com/office/drawing/2014/main" id="{E8E3E585-B533-B839-B301-4AFA4D39E4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327" name="Oval 1436">
                <a:extLst>
                  <a:ext uri="{FF2B5EF4-FFF2-40B4-BE49-F238E27FC236}">
                    <a16:creationId xmlns:a16="http://schemas.microsoft.com/office/drawing/2014/main" id="{D265B65D-396A-5ACA-3EBF-41400613B0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8" name="Oval 1437">
                <a:extLst>
                  <a:ext uri="{FF2B5EF4-FFF2-40B4-BE49-F238E27FC236}">
                    <a16:creationId xmlns:a16="http://schemas.microsoft.com/office/drawing/2014/main" id="{85BB3F79-A5E8-7806-2EA8-866EBED623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9" name="Freeform 1438">
                <a:extLst>
                  <a:ext uri="{FF2B5EF4-FFF2-40B4-BE49-F238E27FC236}">
                    <a16:creationId xmlns:a16="http://schemas.microsoft.com/office/drawing/2014/main" id="{7C385692-8531-31E7-DD35-3EDE66035C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0" name="Freeform 1439">
                <a:extLst>
                  <a:ext uri="{FF2B5EF4-FFF2-40B4-BE49-F238E27FC236}">
                    <a16:creationId xmlns:a16="http://schemas.microsoft.com/office/drawing/2014/main" id="{DB513082-7589-81E4-6C23-6FEEAD05C2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1" name="Freeform 1440">
                <a:extLst>
                  <a:ext uri="{FF2B5EF4-FFF2-40B4-BE49-F238E27FC236}">
                    <a16:creationId xmlns:a16="http://schemas.microsoft.com/office/drawing/2014/main" id="{37F2282C-3383-D907-3E48-F023FF4972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2" name="Oval 1441">
                <a:extLst>
                  <a:ext uri="{FF2B5EF4-FFF2-40B4-BE49-F238E27FC236}">
                    <a16:creationId xmlns:a16="http://schemas.microsoft.com/office/drawing/2014/main" id="{1EF6583A-5BC3-3D00-0544-6107E50B65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9" name="Group 1442">
              <a:extLst>
                <a:ext uri="{FF2B5EF4-FFF2-40B4-BE49-F238E27FC236}">
                  <a16:creationId xmlns:a16="http://schemas.microsoft.com/office/drawing/2014/main" id="{137D12BF-BD78-3135-66F5-25BE916556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321" name="Oval 1443">
                <a:extLst>
                  <a:ext uri="{FF2B5EF4-FFF2-40B4-BE49-F238E27FC236}">
                    <a16:creationId xmlns:a16="http://schemas.microsoft.com/office/drawing/2014/main" id="{0D999F78-A2B5-AB14-B6EE-7D0BCC1E73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2" name="Oval 1444">
                <a:extLst>
                  <a:ext uri="{FF2B5EF4-FFF2-40B4-BE49-F238E27FC236}">
                    <a16:creationId xmlns:a16="http://schemas.microsoft.com/office/drawing/2014/main" id="{A9F5D8DF-D155-DB7B-0B51-3BD6924808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3" name="Freeform 1445">
                <a:extLst>
                  <a:ext uri="{FF2B5EF4-FFF2-40B4-BE49-F238E27FC236}">
                    <a16:creationId xmlns:a16="http://schemas.microsoft.com/office/drawing/2014/main" id="{D843B647-073C-FF07-4100-5F28507694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4" name="Freeform 1446">
                <a:extLst>
                  <a:ext uri="{FF2B5EF4-FFF2-40B4-BE49-F238E27FC236}">
                    <a16:creationId xmlns:a16="http://schemas.microsoft.com/office/drawing/2014/main" id="{CEFE8029-86FE-0F6C-1D0A-B8AEF7B06D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5" name="Freeform 1447">
                <a:extLst>
                  <a:ext uri="{FF2B5EF4-FFF2-40B4-BE49-F238E27FC236}">
                    <a16:creationId xmlns:a16="http://schemas.microsoft.com/office/drawing/2014/main" id="{998FF61E-A03F-9DA1-4CB8-6AD0AD21FC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6" name="Oval 1448">
                <a:extLst>
                  <a:ext uri="{FF2B5EF4-FFF2-40B4-BE49-F238E27FC236}">
                    <a16:creationId xmlns:a16="http://schemas.microsoft.com/office/drawing/2014/main" id="{B3C255D5-6373-AC8D-30A8-4DE491AE3E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0" name="Group 1449">
              <a:extLst>
                <a:ext uri="{FF2B5EF4-FFF2-40B4-BE49-F238E27FC236}">
                  <a16:creationId xmlns:a16="http://schemas.microsoft.com/office/drawing/2014/main" id="{D0657280-B63F-30C8-51F4-2A283DD8D4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315" name="Oval 1450">
                <a:extLst>
                  <a:ext uri="{FF2B5EF4-FFF2-40B4-BE49-F238E27FC236}">
                    <a16:creationId xmlns:a16="http://schemas.microsoft.com/office/drawing/2014/main" id="{CA1A5600-AE2E-87C5-D22B-200FD15C13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6" name="Oval 1451">
                <a:extLst>
                  <a:ext uri="{FF2B5EF4-FFF2-40B4-BE49-F238E27FC236}">
                    <a16:creationId xmlns:a16="http://schemas.microsoft.com/office/drawing/2014/main" id="{1337B485-DC84-ED33-3034-DEE30AF9CC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7" name="Freeform 1452">
                <a:extLst>
                  <a:ext uri="{FF2B5EF4-FFF2-40B4-BE49-F238E27FC236}">
                    <a16:creationId xmlns:a16="http://schemas.microsoft.com/office/drawing/2014/main" id="{FC1A5775-3B71-31D4-E6BB-06AFE71D19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8" name="Freeform 1453">
                <a:extLst>
                  <a:ext uri="{FF2B5EF4-FFF2-40B4-BE49-F238E27FC236}">
                    <a16:creationId xmlns:a16="http://schemas.microsoft.com/office/drawing/2014/main" id="{B2E35A39-E9F1-7A0E-658E-311DB98F87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9" name="Freeform 1454">
                <a:extLst>
                  <a:ext uri="{FF2B5EF4-FFF2-40B4-BE49-F238E27FC236}">
                    <a16:creationId xmlns:a16="http://schemas.microsoft.com/office/drawing/2014/main" id="{91D99428-CFB7-F084-A691-1893B501F5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0" name="Oval 1455">
                <a:extLst>
                  <a:ext uri="{FF2B5EF4-FFF2-40B4-BE49-F238E27FC236}">
                    <a16:creationId xmlns:a16="http://schemas.microsoft.com/office/drawing/2014/main" id="{6A05130B-4BD5-1960-787E-731BA02756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1" name="Group 1456">
              <a:extLst>
                <a:ext uri="{FF2B5EF4-FFF2-40B4-BE49-F238E27FC236}">
                  <a16:creationId xmlns:a16="http://schemas.microsoft.com/office/drawing/2014/main" id="{1107C488-454F-C3F5-08FC-0AADED22E0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309" name="Oval 1457">
                <a:extLst>
                  <a:ext uri="{FF2B5EF4-FFF2-40B4-BE49-F238E27FC236}">
                    <a16:creationId xmlns:a16="http://schemas.microsoft.com/office/drawing/2014/main" id="{6E187E95-2514-5DD3-B98A-36FDC8E806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0" name="Oval 1458">
                <a:extLst>
                  <a:ext uri="{FF2B5EF4-FFF2-40B4-BE49-F238E27FC236}">
                    <a16:creationId xmlns:a16="http://schemas.microsoft.com/office/drawing/2014/main" id="{78B5C749-3D99-6126-D371-C4124D8481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1" name="Freeform 1459">
                <a:extLst>
                  <a:ext uri="{FF2B5EF4-FFF2-40B4-BE49-F238E27FC236}">
                    <a16:creationId xmlns:a16="http://schemas.microsoft.com/office/drawing/2014/main" id="{62A8F57E-AB9E-4C84-7867-13AB392A30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2" name="Freeform 1460">
                <a:extLst>
                  <a:ext uri="{FF2B5EF4-FFF2-40B4-BE49-F238E27FC236}">
                    <a16:creationId xmlns:a16="http://schemas.microsoft.com/office/drawing/2014/main" id="{42886279-1A4C-4AF0-49F8-3B2E762FAB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3" name="Freeform 1461">
                <a:extLst>
                  <a:ext uri="{FF2B5EF4-FFF2-40B4-BE49-F238E27FC236}">
                    <a16:creationId xmlns:a16="http://schemas.microsoft.com/office/drawing/2014/main" id="{198FF80F-8513-B9F6-A46E-EF1B649E4F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4" name="Oval 1462">
                <a:extLst>
                  <a:ext uri="{FF2B5EF4-FFF2-40B4-BE49-F238E27FC236}">
                    <a16:creationId xmlns:a16="http://schemas.microsoft.com/office/drawing/2014/main" id="{6C3E2AFC-D8D4-E5D9-DE08-F73D6CD651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2" name="Group 1463">
              <a:extLst>
                <a:ext uri="{FF2B5EF4-FFF2-40B4-BE49-F238E27FC236}">
                  <a16:creationId xmlns:a16="http://schemas.microsoft.com/office/drawing/2014/main" id="{26444BF9-0CB5-A61D-40F5-FA3EA3F3D5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303" name="Oval 1464">
                <a:extLst>
                  <a:ext uri="{FF2B5EF4-FFF2-40B4-BE49-F238E27FC236}">
                    <a16:creationId xmlns:a16="http://schemas.microsoft.com/office/drawing/2014/main" id="{3B239979-E8CE-869D-E9B9-5B338899AC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4" name="Oval 1465">
                <a:extLst>
                  <a:ext uri="{FF2B5EF4-FFF2-40B4-BE49-F238E27FC236}">
                    <a16:creationId xmlns:a16="http://schemas.microsoft.com/office/drawing/2014/main" id="{E8C0A845-F6FC-ADDA-9587-0CFE214298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5" name="Freeform 1466">
                <a:extLst>
                  <a:ext uri="{FF2B5EF4-FFF2-40B4-BE49-F238E27FC236}">
                    <a16:creationId xmlns:a16="http://schemas.microsoft.com/office/drawing/2014/main" id="{A2179AE0-06C5-91DB-EEF8-5BA0DADE41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6" name="Freeform 1467">
                <a:extLst>
                  <a:ext uri="{FF2B5EF4-FFF2-40B4-BE49-F238E27FC236}">
                    <a16:creationId xmlns:a16="http://schemas.microsoft.com/office/drawing/2014/main" id="{0FC1B0A4-0D8B-D8B6-A17B-F0949D1E39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7" name="Freeform 1468">
                <a:extLst>
                  <a:ext uri="{FF2B5EF4-FFF2-40B4-BE49-F238E27FC236}">
                    <a16:creationId xmlns:a16="http://schemas.microsoft.com/office/drawing/2014/main" id="{1A7BD0B6-3684-5354-A142-FAE59258FE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8" name="Oval 1469">
                <a:extLst>
                  <a:ext uri="{FF2B5EF4-FFF2-40B4-BE49-F238E27FC236}">
                    <a16:creationId xmlns:a16="http://schemas.microsoft.com/office/drawing/2014/main" id="{3C494893-8553-4FC2-A176-CBED2E419B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3" name="Group 1470">
              <a:extLst>
                <a:ext uri="{FF2B5EF4-FFF2-40B4-BE49-F238E27FC236}">
                  <a16:creationId xmlns:a16="http://schemas.microsoft.com/office/drawing/2014/main" id="{A79BD2E5-F829-604A-98D2-B269AD3EC5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297" name="Oval 1471">
                <a:extLst>
                  <a:ext uri="{FF2B5EF4-FFF2-40B4-BE49-F238E27FC236}">
                    <a16:creationId xmlns:a16="http://schemas.microsoft.com/office/drawing/2014/main" id="{8B74073D-A215-559C-D0DC-68839D3F40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8" name="Oval 1472">
                <a:extLst>
                  <a:ext uri="{FF2B5EF4-FFF2-40B4-BE49-F238E27FC236}">
                    <a16:creationId xmlns:a16="http://schemas.microsoft.com/office/drawing/2014/main" id="{413BA8FF-8B74-2FA7-C9A2-A9BF3D908E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9" name="Freeform 1473">
                <a:extLst>
                  <a:ext uri="{FF2B5EF4-FFF2-40B4-BE49-F238E27FC236}">
                    <a16:creationId xmlns:a16="http://schemas.microsoft.com/office/drawing/2014/main" id="{2E988FAF-861F-F0DF-CCBC-E70FF4392A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0" name="Freeform 1474">
                <a:extLst>
                  <a:ext uri="{FF2B5EF4-FFF2-40B4-BE49-F238E27FC236}">
                    <a16:creationId xmlns:a16="http://schemas.microsoft.com/office/drawing/2014/main" id="{88409E4E-9F75-3219-E71B-733C9E1E40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1" name="Freeform 1475">
                <a:extLst>
                  <a:ext uri="{FF2B5EF4-FFF2-40B4-BE49-F238E27FC236}">
                    <a16:creationId xmlns:a16="http://schemas.microsoft.com/office/drawing/2014/main" id="{39B13B07-109C-24AD-97D9-0BF780F416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2" name="Oval 1476">
                <a:extLst>
                  <a:ext uri="{FF2B5EF4-FFF2-40B4-BE49-F238E27FC236}">
                    <a16:creationId xmlns:a16="http://schemas.microsoft.com/office/drawing/2014/main" id="{94FE0AEB-450D-0F15-31B1-41B21FA47D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4" name="Group 1477">
              <a:extLst>
                <a:ext uri="{FF2B5EF4-FFF2-40B4-BE49-F238E27FC236}">
                  <a16:creationId xmlns:a16="http://schemas.microsoft.com/office/drawing/2014/main" id="{7C62793A-9DC5-BD78-0F46-C1EF7008C1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291" name="Oval 1478">
                <a:extLst>
                  <a:ext uri="{FF2B5EF4-FFF2-40B4-BE49-F238E27FC236}">
                    <a16:creationId xmlns:a16="http://schemas.microsoft.com/office/drawing/2014/main" id="{247FB7D9-B0FC-10B0-2D28-336028096C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2" name="Oval 1479">
                <a:extLst>
                  <a:ext uri="{FF2B5EF4-FFF2-40B4-BE49-F238E27FC236}">
                    <a16:creationId xmlns:a16="http://schemas.microsoft.com/office/drawing/2014/main" id="{E3DFBDFC-23E3-B11C-3F1F-A6B28C5A2A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3" name="Freeform 1480">
                <a:extLst>
                  <a:ext uri="{FF2B5EF4-FFF2-40B4-BE49-F238E27FC236}">
                    <a16:creationId xmlns:a16="http://schemas.microsoft.com/office/drawing/2014/main" id="{999D5093-4301-CCDC-30EB-428A08A83D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4" name="Freeform 1481">
                <a:extLst>
                  <a:ext uri="{FF2B5EF4-FFF2-40B4-BE49-F238E27FC236}">
                    <a16:creationId xmlns:a16="http://schemas.microsoft.com/office/drawing/2014/main" id="{371E2133-E3B9-2FDC-3267-5A07F687A5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5" name="Freeform 1482">
                <a:extLst>
                  <a:ext uri="{FF2B5EF4-FFF2-40B4-BE49-F238E27FC236}">
                    <a16:creationId xmlns:a16="http://schemas.microsoft.com/office/drawing/2014/main" id="{F468140C-6F32-4FD9-64D2-E8A02286C6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6" name="Oval 1483">
                <a:extLst>
                  <a:ext uri="{FF2B5EF4-FFF2-40B4-BE49-F238E27FC236}">
                    <a16:creationId xmlns:a16="http://schemas.microsoft.com/office/drawing/2014/main" id="{A35BC829-DBBE-57FA-457C-7C22135519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5" name="Group 1484">
              <a:extLst>
                <a:ext uri="{FF2B5EF4-FFF2-40B4-BE49-F238E27FC236}">
                  <a16:creationId xmlns:a16="http://schemas.microsoft.com/office/drawing/2014/main" id="{DC39AAC2-A2FD-2891-EB65-07A0CAFA07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285" name="Oval 1485">
                <a:extLst>
                  <a:ext uri="{FF2B5EF4-FFF2-40B4-BE49-F238E27FC236}">
                    <a16:creationId xmlns:a16="http://schemas.microsoft.com/office/drawing/2014/main" id="{750AF00E-3FC2-D078-5FBF-C817552DF8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6" name="Oval 1486">
                <a:extLst>
                  <a:ext uri="{FF2B5EF4-FFF2-40B4-BE49-F238E27FC236}">
                    <a16:creationId xmlns:a16="http://schemas.microsoft.com/office/drawing/2014/main" id="{C18152F9-F739-D5D2-2979-B4C9269DDF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7" name="Freeform 1487">
                <a:extLst>
                  <a:ext uri="{FF2B5EF4-FFF2-40B4-BE49-F238E27FC236}">
                    <a16:creationId xmlns:a16="http://schemas.microsoft.com/office/drawing/2014/main" id="{D343A619-DDF8-DC37-2434-52D7FE6971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8" name="Freeform 1488">
                <a:extLst>
                  <a:ext uri="{FF2B5EF4-FFF2-40B4-BE49-F238E27FC236}">
                    <a16:creationId xmlns:a16="http://schemas.microsoft.com/office/drawing/2014/main" id="{58A6C34B-00E6-3AF4-8F7B-F964FA4A9C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9" name="Freeform 1489">
                <a:extLst>
                  <a:ext uri="{FF2B5EF4-FFF2-40B4-BE49-F238E27FC236}">
                    <a16:creationId xmlns:a16="http://schemas.microsoft.com/office/drawing/2014/main" id="{B9453381-3025-5D22-C878-32A503987C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" name="Oval 1490">
                <a:extLst>
                  <a:ext uri="{FF2B5EF4-FFF2-40B4-BE49-F238E27FC236}">
                    <a16:creationId xmlns:a16="http://schemas.microsoft.com/office/drawing/2014/main" id="{BCA4BE35-321C-1D77-11A5-5BA018BCC8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6" name="Group 1491">
              <a:extLst>
                <a:ext uri="{FF2B5EF4-FFF2-40B4-BE49-F238E27FC236}">
                  <a16:creationId xmlns:a16="http://schemas.microsoft.com/office/drawing/2014/main" id="{87D14A8D-18D6-D7E1-238C-7227EB8BC8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279" name="Oval 1492">
                <a:extLst>
                  <a:ext uri="{FF2B5EF4-FFF2-40B4-BE49-F238E27FC236}">
                    <a16:creationId xmlns:a16="http://schemas.microsoft.com/office/drawing/2014/main" id="{C84FFD2B-71F0-85B2-280D-94FE44B5EF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0" name="Oval 1493">
                <a:extLst>
                  <a:ext uri="{FF2B5EF4-FFF2-40B4-BE49-F238E27FC236}">
                    <a16:creationId xmlns:a16="http://schemas.microsoft.com/office/drawing/2014/main" id="{EF9F95E0-5642-F60C-620C-7F76102FE1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1" name="Freeform 1494">
                <a:extLst>
                  <a:ext uri="{FF2B5EF4-FFF2-40B4-BE49-F238E27FC236}">
                    <a16:creationId xmlns:a16="http://schemas.microsoft.com/office/drawing/2014/main" id="{4ED12A1C-8B7E-9B92-4A9E-69A31225AD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" name="Freeform 1495">
                <a:extLst>
                  <a:ext uri="{FF2B5EF4-FFF2-40B4-BE49-F238E27FC236}">
                    <a16:creationId xmlns:a16="http://schemas.microsoft.com/office/drawing/2014/main" id="{92E273DB-89C9-F81E-9A2C-867C439576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" name="Freeform 1496">
                <a:extLst>
                  <a:ext uri="{FF2B5EF4-FFF2-40B4-BE49-F238E27FC236}">
                    <a16:creationId xmlns:a16="http://schemas.microsoft.com/office/drawing/2014/main" id="{4D2BDDEB-218B-4C9C-1FAE-53E1633E12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" name="Oval 1497">
                <a:extLst>
                  <a:ext uri="{FF2B5EF4-FFF2-40B4-BE49-F238E27FC236}">
                    <a16:creationId xmlns:a16="http://schemas.microsoft.com/office/drawing/2014/main" id="{BB49E998-B480-7177-2126-0C946E286D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7" name="Group 1498">
              <a:extLst>
                <a:ext uri="{FF2B5EF4-FFF2-40B4-BE49-F238E27FC236}">
                  <a16:creationId xmlns:a16="http://schemas.microsoft.com/office/drawing/2014/main" id="{DBEBD037-19B1-3924-2134-911B5D2603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73" name="Oval 1499">
                <a:extLst>
                  <a:ext uri="{FF2B5EF4-FFF2-40B4-BE49-F238E27FC236}">
                    <a16:creationId xmlns:a16="http://schemas.microsoft.com/office/drawing/2014/main" id="{E60C1A8D-FA0D-FD6D-967C-C2BC0F1A69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4" name="Oval 1500">
                <a:extLst>
                  <a:ext uri="{FF2B5EF4-FFF2-40B4-BE49-F238E27FC236}">
                    <a16:creationId xmlns:a16="http://schemas.microsoft.com/office/drawing/2014/main" id="{9A800B40-5B57-00B1-E2FE-61DA2AE63C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5" name="Freeform 1501">
                <a:extLst>
                  <a:ext uri="{FF2B5EF4-FFF2-40B4-BE49-F238E27FC236}">
                    <a16:creationId xmlns:a16="http://schemas.microsoft.com/office/drawing/2014/main" id="{E30DEEA7-2E99-D483-5E37-A9F86CF15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" name="Freeform 1502">
                <a:extLst>
                  <a:ext uri="{FF2B5EF4-FFF2-40B4-BE49-F238E27FC236}">
                    <a16:creationId xmlns:a16="http://schemas.microsoft.com/office/drawing/2014/main" id="{DCBA69B9-C599-863C-CC88-5FF7ADE0A9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" name="Freeform 1503">
                <a:extLst>
                  <a:ext uri="{FF2B5EF4-FFF2-40B4-BE49-F238E27FC236}">
                    <a16:creationId xmlns:a16="http://schemas.microsoft.com/office/drawing/2014/main" id="{15740D49-53E7-19BB-6B7E-BCF2E3EEE6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" name="Oval 1504">
                <a:extLst>
                  <a:ext uri="{FF2B5EF4-FFF2-40B4-BE49-F238E27FC236}">
                    <a16:creationId xmlns:a16="http://schemas.microsoft.com/office/drawing/2014/main" id="{D5E96F4C-6FFA-C112-87F4-A808976ACA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8" name="Group 1505">
              <a:extLst>
                <a:ext uri="{FF2B5EF4-FFF2-40B4-BE49-F238E27FC236}">
                  <a16:creationId xmlns:a16="http://schemas.microsoft.com/office/drawing/2014/main" id="{AFB531F5-3B77-589B-7882-14A29BE07F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67" name="Oval 1506">
                <a:extLst>
                  <a:ext uri="{FF2B5EF4-FFF2-40B4-BE49-F238E27FC236}">
                    <a16:creationId xmlns:a16="http://schemas.microsoft.com/office/drawing/2014/main" id="{D1E2B8F8-EE21-56BA-F7FF-284AECB9BE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8" name="Oval 1507">
                <a:extLst>
                  <a:ext uri="{FF2B5EF4-FFF2-40B4-BE49-F238E27FC236}">
                    <a16:creationId xmlns:a16="http://schemas.microsoft.com/office/drawing/2014/main" id="{3A6D0C30-1DA9-26CE-0B36-B8C1D009B4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9" name="Freeform 1508">
                <a:extLst>
                  <a:ext uri="{FF2B5EF4-FFF2-40B4-BE49-F238E27FC236}">
                    <a16:creationId xmlns:a16="http://schemas.microsoft.com/office/drawing/2014/main" id="{C9604A47-7F25-5650-5D7E-159FBE1856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" name="Freeform 1509">
                <a:extLst>
                  <a:ext uri="{FF2B5EF4-FFF2-40B4-BE49-F238E27FC236}">
                    <a16:creationId xmlns:a16="http://schemas.microsoft.com/office/drawing/2014/main" id="{B085AC6E-AD9A-82B0-BC2E-FFC3FA74E3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" name="Freeform 1510">
                <a:extLst>
                  <a:ext uri="{FF2B5EF4-FFF2-40B4-BE49-F238E27FC236}">
                    <a16:creationId xmlns:a16="http://schemas.microsoft.com/office/drawing/2014/main" id="{67A543B2-EEC2-FE7A-EF8F-387261E5C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" name="Oval 1511">
                <a:extLst>
                  <a:ext uri="{FF2B5EF4-FFF2-40B4-BE49-F238E27FC236}">
                    <a16:creationId xmlns:a16="http://schemas.microsoft.com/office/drawing/2014/main" id="{3864B3B4-C8C3-0E51-FD73-252B176D22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9" name="Group 1512">
              <a:extLst>
                <a:ext uri="{FF2B5EF4-FFF2-40B4-BE49-F238E27FC236}">
                  <a16:creationId xmlns:a16="http://schemas.microsoft.com/office/drawing/2014/main" id="{E1E6A3BC-C4D5-D84F-5BD8-C112B26DB1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261" name="Oval 1513">
                <a:extLst>
                  <a:ext uri="{FF2B5EF4-FFF2-40B4-BE49-F238E27FC236}">
                    <a16:creationId xmlns:a16="http://schemas.microsoft.com/office/drawing/2014/main" id="{E500341F-56C7-B30F-9857-501D5F94BF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2" name="Oval 1514">
                <a:extLst>
                  <a:ext uri="{FF2B5EF4-FFF2-40B4-BE49-F238E27FC236}">
                    <a16:creationId xmlns:a16="http://schemas.microsoft.com/office/drawing/2014/main" id="{D0755F79-196D-8E21-E165-D606BFB6FD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3" name="Freeform 1515">
                <a:extLst>
                  <a:ext uri="{FF2B5EF4-FFF2-40B4-BE49-F238E27FC236}">
                    <a16:creationId xmlns:a16="http://schemas.microsoft.com/office/drawing/2014/main" id="{16094024-C0AD-D084-3725-0923457554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" name="Freeform 1516">
                <a:extLst>
                  <a:ext uri="{FF2B5EF4-FFF2-40B4-BE49-F238E27FC236}">
                    <a16:creationId xmlns:a16="http://schemas.microsoft.com/office/drawing/2014/main" id="{CAAD6FBD-C6E5-5F2A-5149-65C2EC9A57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" name="Freeform 1517">
                <a:extLst>
                  <a:ext uri="{FF2B5EF4-FFF2-40B4-BE49-F238E27FC236}">
                    <a16:creationId xmlns:a16="http://schemas.microsoft.com/office/drawing/2014/main" id="{24DFBE9E-0EF0-2517-FD95-121D848A1B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" name="Oval 1518">
                <a:extLst>
                  <a:ext uri="{FF2B5EF4-FFF2-40B4-BE49-F238E27FC236}">
                    <a16:creationId xmlns:a16="http://schemas.microsoft.com/office/drawing/2014/main" id="{DE89D032-0967-E5EB-33FC-CB120BF624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0" name="Group 1519">
              <a:extLst>
                <a:ext uri="{FF2B5EF4-FFF2-40B4-BE49-F238E27FC236}">
                  <a16:creationId xmlns:a16="http://schemas.microsoft.com/office/drawing/2014/main" id="{AE75EBC8-3205-6036-29FA-3A5F69E2C9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255" name="Oval 1520">
                <a:extLst>
                  <a:ext uri="{FF2B5EF4-FFF2-40B4-BE49-F238E27FC236}">
                    <a16:creationId xmlns:a16="http://schemas.microsoft.com/office/drawing/2014/main" id="{BB5086C0-2FFB-4672-A8A3-61854E16CD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6" name="Oval 1521">
                <a:extLst>
                  <a:ext uri="{FF2B5EF4-FFF2-40B4-BE49-F238E27FC236}">
                    <a16:creationId xmlns:a16="http://schemas.microsoft.com/office/drawing/2014/main" id="{29207014-8040-1711-06AA-005B8A6B56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7" name="Freeform 1522">
                <a:extLst>
                  <a:ext uri="{FF2B5EF4-FFF2-40B4-BE49-F238E27FC236}">
                    <a16:creationId xmlns:a16="http://schemas.microsoft.com/office/drawing/2014/main" id="{66504D8A-CF1C-EC66-0C1C-6A2772A126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" name="Freeform 1523">
                <a:extLst>
                  <a:ext uri="{FF2B5EF4-FFF2-40B4-BE49-F238E27FC236}">
                    <a16:creationId xmlns:a16="http://schemas.microsoft.com/office/drawing/2014/main" id="{F4E16B9F-3944-0C6E-5F3C-92DD13F4B1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" name="Freeform 1524">
                <a:extLst>
                  <a:ext uri="{FF2B5EF4-FFF2-40B4-BE49-F238E27FC236}">
                    <a16:creationId xmlns:a16="http://schemas.microsoft.com/office/drawing/2014/main" id="{53370C30-A09F-17B1-08B6-4C3984B232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" name="Oval 1525">
                <a:extLst>
                  <a:ext uri="{FF2B5EF4-FFF2-40B4-BE49-F238E27FC236}">
                    <a16:creationId xmlns:a16="http://schemas.microsoft.com/office/drawing/2014/main" id="{18E02DE5-95BA-44A4-BE2B-E72828ACA5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1" name="Group 1526">
              <a:extLst>
                <a:ext uri="{FF2B5EF4-FFF2-40B4-BE49-F238E27FC236}">
                  <a16:creationId xmlns:a16="http://schemas.microsoft.com/office/drawing/2014/main" id="{996B94DD-C69E-32EF-E0D6-A94A441678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249" name="Oval 1527">
                <a:extLst>
                  <a:ext uri="{FF2B5EF4-FFF2-40B4-BE49-F238E27FC236}">
                    <a16:creationId xmlns:a16="http://schemas.microsoft.com/office/drawing/2014/main" id="{C5B84C28-640A-196B-2807-CF2E8892D6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0" name="Oval 1528">
                <a:extLst>
                  <a:ext uri="{FF2B5EF4-FFF2-40B4-BE49-F238E27FC236}">
                    <a16:creationId xmlns:a16="http://schemas.microsoft.com/office/drawing/2014/main" id="{931BADB1-E527-955D-DAE8-64C1B07063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1" name="Freeform 1529">
                <a:extLst>
                  <a:ext uri="{FF2B5EF4-FFF2-40B4-BE49-F238E27FC236}">
                    <a16:creationId xmlns:a16="http://schemas.microsoft.com/office/drawing/2014/main" id="{DBCD8C2F-1DE5-58B3-E831-6D11D76204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" name="Freeform 1530">
                <a:extLst>
                  <a:ext uri="{FF2B5EF4-FFF2-40B4-BE49-F238E27FC236}">
                    <a16:creationId xmlns:a16="http://schemas.microsoft.com/office/drawing/2014/main" id="{A17E549D-3D75-D908-5B2F-1A488E6324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" name="Freeform 1531">
                <a:extLst>
                  <a:ext uri="{FF2B5EF4-FFF2-40B4-BE49-F238E27FC236}">
                    <a16:creationId xmlns:a16="http://schemas.microsoft.com/office/drawing/2014/main" id="{E84F781D-9003-365F-8977-B146B69CBC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" name="Oval 1532">
                <a:extLst>
                  <a:ext uri="{FF2B5EF4-FFF2-40B4-BE49-F238E27FC236}">
                    <a16:creationId xmlns:a16="http://schemas.microsoft.com/office/drawing/2014/main" id="{6BDAAD91-2DDA-F370-06A0-802AC2B235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2" name="Group 1533">
              <a:extLst>
                <a:ext uri="{FF2B5EF4-FFF2-40B4-BE49-F238E27FC236}">
                  <a16:creationId xmlns:a16="http://schemas.microsoft.com/office/drawing/2014/main" id="{E31180B7-7EB8-92FB-E2D8-1489166F95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243" name="Oval 1534">
                <a:extLst>
                  <a:ext uri="{FF2B5EF4-FFF2-40B4-BE49-F238E27FC236}">
                    <a16:creationId xmlns:a16="http://schemas.microsoft.com/office/drawing/2014/main" id="{C82D255E-63A2-229B-0881-A7561C91DA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4" name="Oval 1535">
                <a:extLst>
                  <a:ext uri="{FF2B5EF4-FFF2-40B4-BE49-F238E27FC236}">
                    <a16:creationId xmlns:a16="http://schemas.microsoft.com/office/drawing/2014/main" id="{A4785C67-099E-C558-FC78-2A92848359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5" name="Freeform 1536">
                <a:extLst>
                  <a:ext uri="{FF2B5EF4-FFF2-40B4-BE49-F238E27FC236}">
                    <a16:creationId xmlns:a16="http://schemas.microsoft.com/office/drawing/2014/main" id="{D04DBB00-3EAD-D4B6-1FAA-1504949509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" name="Freeform 1537">
                <a:extLst>
                  <a:ext uri="{FF2B5EF4-FFF2-40B4-BE49-F238E27FC236}">
                    <a16:creationId xmlns:a16="http://schemas.microsoft.com/office/drawing/2014/main" id="{EE77B005-1B66-31BF-332D-60CF7A8A92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" name="Freeform 1538">
                <a:extLst>
                  <a:ext uri="{FF2B5EF4-FFF2-40B4-BE49-F238E27FC236}">
                    <a16:creationId xmlns:a16="http://schemas.microsoft.com/office/drawing/2014/main" id="{25F23EEB-0FB4-3123-09F1-B0A9A4F9B3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" name="Oval 1539">
                <a:extLst>
                  <a:ext uri="{FF2B5EF4-FFF2-40B4-BE49-F238E27FC236}">
                    <a16:creationId xmlns:a16="http://schemas.microsoft.com/office/drawing/2014/main" id="{C7E50AAE-3FC1-635E-EEF8-CD3D375E52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3" name="Group 1540">
              <a:extLst>
                <a:ext uri="{FF2B5EF4-FFF2-40B4-BE49-F238E27FC236}">
                  <a16:creationId xmlns:a16="http://schemas.microsoft.com/office/drawing/2014/main" id="{325B98FD-4F0A-FD7B-F5B6-9390C920E9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237" name="Oval 1541">
                <a:extLst>
                  <a:ext uri="{FF2B5EF4-FFF2-40B4-BE49-F238E27FC236}">
                    <a16:creationId xmlns:a16="http://schemas.microsoft.com/office/drawing/2014/main" id="{5FDBDE67-BF0C-0061-1530-D95690A8E0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8" name="Oval 1542">
                <a:extLst>
                  <a:ext uri="{FF2B5EF4-FFF2-40B4-BE49-F238E27FC236}">
                    <a16:creationId xmlns:a16="http://schemas.microsoft.com/office/drawing/2014/main" id="{87D734A9-E8FA-87EA-74B0-FC127E83E3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9" name="Freeform 1543">
                <a:extLst>
                  <a:ext uri="{FF2B5EF4-FFF2-40B4-BE49-F238E27FC236}">
                    <a16:creationId xmlns:a16="http://schemas.microsoft.com/office/drawing/2014/main" id="{E7711357-8159-8316-4C94-E34118A610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" name="Freeform 1544">
                <a:extLst>
                  <a:ext uri="{FF2B5EF4-FFF2-40B4-BE49-F238E27FC236}">
                    <a16:creationId xmlns:a16="http://schemas.microsoft.com/office/drawing/2014/main" id="{5E991AA5-CE9A-10BE-7555-E760AB4114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" name="Freeform 1545">
                <a:extLst>
                  <a:ext uri="{FF2B5EF4-FFF2-40B4-BE49-F238E27FC236}">
                    <a16:creationId xmlns:a16="http://schemas.microsoft.com/office/drawing/2014/main" id="{967FEB06-D294-310D-66DE-EB8DB9B5DC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" name="Oval 1546">
                <a:extLst>
                  <a:ext uri="{FF2B5EF4-FFF2-40B4-BE49-F238E27FC236}">
                    <a16:creationId xmlns:a16="http://schemas.microsoft.com/office/drawing/2014/main" id="{58317926-CC1B-6741-616D-2F5E145B8F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4" name="Group 1547">
              <a:extLst>
                <a:ext uri="{FF2B5EF4-FFF2-40B4-BE49-F238E27FC236}">
                  <a16:creationId xmlns:a16="http://schemas.microsoft.com/office/drawing/2014/main" id="{787BA5C1-FFC0-5CD8-CDD7-EACF4FFD06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231" name="Oval 1548">
                <a:extLst>
                  <a:ext uri="{FF2B5EF4-FFF2-40B4-BE49-F238E27FC236}">
                    <a16:creationId xmlns:a16="http://schemas.microsoft.com/office/drawing/2014/main" id="{F5071820-9D4F-9DE3-B50D-4A8362C6CF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2" name="Oval 1549">
                <a:extLst>
                  <a:ext uri="{FF2B5EF4-FFF2-40B4-BE49-F238E27FC236}">
                    <a16:creationId xmlns:a16="http://schemas.microsoft.com/office/drawing/2014/main" id="{E8AC56B0-584C-8113-D10E-515332DA27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3" name="Freeform 1550">
                <a:extLst>
                  <a:ext uri="{FF2B5EF4-FFF2-40B4-BE49-F238E27FC236}">
                    <a16:creationId xmlns:a16="http://schemas.microsoft.com/office/drawing/2014/main" id="{6F14EADE-DD44-86C0-E119-1D6290546C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" name="Freeform 1551">
                <a:extLst>
                  <a:ext uri="{FF2B5EF4-FFF2-40B4-BE49-F238E27FC236}">
                    <a16:creationId xmlns:a16="http://schemas.microsoft.com/office/drawing/2014/main" id="{27160C26-901E-6D0C-A53A-CF5498CC46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" name="Freeform 1552">
                <a:extLst>
                  <a:ext uri="{FF2B5EF4-FFF2-40B4-BE49-F238E27FC236}">
                    <a16:creationId xmlns:a16="http://schemas.microsoft.com/office/drawing/2014/main" id="{C1376E9C-90C6-4C44-EB74-0B88B8BDED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" name="Oval 1553">
                <a:extLst>
                  <a:ext uri="{FF2B5EF4-FFF2-40B4-BE49-F238E27FC236}">
                    <a16:creationId xmlns:a16="http://schemas.microsoft.com/office/drawing/2014/main" id="{EF5CFBC9-E42B-9B29-0EFD-21B1979B55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5" name="Group 1554">
              <a:extLst>
                <a:ext uri="{FF2B5EF4-FFF2-40B4-BE49-F238E27FC236}">
                  <a16:creationId xmlns:a16="http://schemas.microsoft.com/office/drawing/2014/main" id="{47D3403F-4687-1B79-19CD-B9EB3B784D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225" name="Oval 1555">
                <a:extLst>
                  <a:ext uri="{FF2B5EF4-FFF2-40B4-BE49-F238E27FC236}">
                    <a16:creationId xmlns:a16="http://schemas.microsoft.com/office/drawing/2014/main" id="{FB7A9E4C-64C9-6C8D-E114-B2B673F83E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6" name="Oval 1556">
                <a:extLst>
                  <a:ext uri="{FF2B5EF4-FFF2-40B4-BE49-F238E27FC236}">
                    <a16:creationId xmlns:a16="http://schemas.microsoft.com/office/drawing/2014/main" id="{0E723C2B-F3D9-7796-C4F3-B3E4B56782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7" name="Freeform 1557">
                <a:extLst>
                  <a:ext uri="{FF2B5EF4-FFF2-40B4-BE49-F238E27FC236}">
                    <a16:creationId xmlns:a16="http://schemas.microsoft.com/office/drawing/2014/main" id="{36BE1B04-312E-F70C-662D-B44702C009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8" name="Freeform 1558">
                <a:extLst>
                  <a:ext uri="{FF2B5EF4-FFF2-40B4-BE49-F238E27FC236}">
                    <a16:creationId xmlns:a16="http://schemas.microsoft.com/office/drawing/2014/main" id="{55EF1C3E-2BA7-D416-2DAE-76B23256C4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9" name="Freeform 1559">
                <a:extLst>
                  <a:ext uri="{FF2B5EF4-FFF2-40B4-BE49-F238E27FC236}">
                    <a16:creationId xmlns:a16="http://schemas.microsoft.com/office/drawing/2014/main" id="{166A1BFE-F0C4-7AB2-AF8A-AAA0D5C473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" name="Oval 1560">
                <a:extLst>
                  <a:ext uri="{FF2B5EF4-FFF2-40B4-BE49-F238E27FC236}">
                    <a16:creationId xmlns:a16="http://schemas.microsoft.com/office/drawing/2014/main" id="{21F6BC69-5180-AF12-4D94-2CCF0F4488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6" name="Group 1561">
              <a:extLst>
                <a:ext uri="{FF2B5EF4-FFF2-40B4-BE49-F238E27FC236}">
                  <a16:creationId xmlns:a16="http://schemas.microsoft.com/office/drawing/2014/main" id="{244B4D83-582B-1083-466D-A5682683A7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219" name="Oval 1562">
                <a:extLst>
                  <a:ext uri="{FF2B5EF4-FFF2-40B4-BE49-F238E27FC236}">
                    <a16:creationId xmlns:a16="http://schemas.microsoft.com/office/drawing/2014/main" id="{904C952C-F55E-267C-D62B-3224BF8F63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0" name="Oval 1563">
                <a:extLst>
                  <a:ext uri="{FF2B5EF4-FFF2-40B4-BE49-F238E27FC236}">
                    <a16:creationId xmlns:a16="http://schemas.microsoft.com/office/drawing/2014/main" id="{E68B6868-087C-2045-3634-E67FB229A5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1" name="Freeform 1564">
                <a:extLst>
                  <a:ext uri="{FF2B5EF4-FFF2-40B4-BE49-F238E27FC236}">
                    <a16:creationId xmlns:a16="http://schemas.microsoft.com/office/drawing/2014/main" id="{DAAA12A4-C80D-7BDA-C05E-D5B4B9D48C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2" name="Freeform 1565">
                <a:extLst>
                  <a:ext uri="{FF2B5EF4-FFF2-40B4-BE49-F238E27FC236}">
                    <a16:creationId xmlns:a16="http://schemas.microsoft.com/office/drawing/2014/main" id="{A2728C13-035F-1C89-D088-D878201981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3" name="Freeform 1566">
                <a:extLst>
                  <a:ext uri="{FF2B5EF4-FFF2-40B4-BE49-F238E27FC236}">
                    <a16:creationId xmlns:a16="http://schemas.microsoft.com/office/drawing/2014/main" id="{795C0CCA-4376-FCCA-E41B-45E55FD04B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4" name="Oval 1567">
                <a:extLst>
                  <a:ext uri="{FF2B5EF4-FFF2-40B4-BE49-F238E27FC236}">
                    <a16:creationId xmlns:a16="http://schemas.microsoft.com/office/drawing/2014/main" id="{A5A10CE1-5DB2-4403-6791-2254263468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7" name="Group 1568">
              <a:extLst>
                <a:ext uri="{FF2B5EF4-FFF2-40B4-BE49-F238E27FC236}">
                  <a16:creationId xmlns:a16="http://schemas.microsoft.com/office/drawing/2014/main" id="{23C97EEB-C557-826A-E6AC-D96394B97E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213" name="Oval 1569">
                <a:extLst>
                  <a:ext uri="{FF2B5EF4-FFF2-40B4-BE49-F238E27FC236}">
                    <a16:creationId xmlns:a16="http://schemas.microsoft.com/office/drawing/2014/main" id="{03709CA6-ADC8-C152-4ED1-C934460A13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4" name="Oval 1570">
                <a:extLst>
                  <a:ext uri="{FF2B5EF4-FFF2-40B4-BE49-F238E27FC236}">
                    <a16:creationId xmlns:a16="http://schemas.microsoft.com/office/drawing/2014/main" id="{C0D96E67-AFAF-2F62-1B79-91028D513F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5" name="Freeform 1571">
                <a:extLst>
                  <a:ext uri="{FF2B5EF4-FFF2-40B4-BE49-F238E27FC236}">
                    <a16:creationId xmlns:a16="http://schemas.microsoft.com/office/drawing/2014/main" id="{11822CCE-F3EE-8FBE-3FE8-F54D24A1EE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6" name="Freeform 1572">
                <a:extLst>
                  <a:ext uri="{FF2B5EF4-FFF2-40B4-BE49-F238E27FC236}">
                    <a16:creationId xmlns:a16="http://schemas.microsoft.com/office/drawing/2014/main" id="{ADD1CC13-AED5-72DB-2F72-8B8B293DE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7" name="Freeform 1573">
                <a:extLst>
                  <a:ext uri="{FF2B5EF4-FFF2-40B4-BE49-F238E27FC236}">
                    <a16:creationId xmlns:a16="http://schemas.microsoft.com/office/drawing/2014/main" id="{ECB4AF22-B459-4827-412D-D4FA9DB75B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" name="Oval 1574">
                <a:extLst>
                  <a:ext uri="{FF2B5EF4-FFF2-40B4-BE49-F238E27FC236}">
                    <a16:creationId xmlns:a16="http://schemas.microsoft.com/office/drawing/2014/main" id="{4E15109B-381C-CAB3-462A-6DE6C63155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8" name="Group 1575">
              <a:extLst>
                <a:ext uri="{FF2B5EF4-FFF2-40B4-BE49-F238E27FC236}">
                  <a16:creationId xmlns:a16="http://schemas.microsoft.com/office/drawing/2014/main" id="{5C692F62-2F63-10B5-A638-CF1BAC8E01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207" name="Oval 1576">
                <a:extLst>
                  <a:ext uri="{FF2B5EF4-FFF2-40B4-BE49-F238E27FC236}">
                    <a16:creationId xmlns:a16="http://schemas.microsoft.com/office/drawing/2014/main" id="{E7F6188C-8436-8951-660F-72C53AF2C1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8" name="Oval 1577">
                <a:extLst>
                  <a:ext uri="{FF2B5EF4-FFF2-40B4-BE49-F238E27FC236}">
                    <a16:creationId xmlns:a16="http://schemas.microsoft.com/office/drawing/2014/main" id="{732F4DBA-91EE-C570-D6F3-C5CD88678C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9" name="Freeform 1578">
                <a:extLst>
                  <a:ext uri="{FF2B5EF4-FFF2-40B4-BE49-F238E27FC236}">
                    <a16:creationId xmlns:a16="http://schemas.microsoft.com/office/drawing/2014/main" id="{AC28BB76-7C18-0A5A-00B5-601571EBA3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0" name="Freeform 1579">
                <a:extLst>
                  <a:ext uri="{FF2B5EF4-FFF2-40B4-BE49-F238E27FC236}">
                    <a16:creationId xmlns:a16="http://schemas.microsoft.com/office/drawing/2014/main" id="{D630FF39-9FCF-7EE0-B9F1-71E465EE52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1" name="Freeform 1580">
                <a:extLst>
                  <a:ext uri="{FF2B5EF4-FFF2-40B4-BE49-F238E27FC236}">
                    <a16:creationId xmlns:a16="http://schemas.microsoft.com/office/drawing/2014/main" id="{01577825-2F73-1339-73FF-216A3B1906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2" name="Oval 1581">
                <a:extLst>
                  <a:ext uri="{FF2B5EF4-FFF2-40B4-BE49-F238E27FC236}">
                    <a16:creationId xmlns:a16="http://schemas.microsoft.com/office/drawing/2014/main" id="{08BEC140-338B-4E34-FD40-44552147BD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9" name="Group 1582">
              <a:extLst>
                <a:ext uri="{FF2B5EF4-FFF2-40B4-BE49-F238E27FC236}">
                  <a16:creationId xmlns:a16="http://schemas.microsoft.com/office/drawing/2014/main" id="{2B376ED9-3194-67FB-643F-43AFE38272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201" name="Oval 1583">
                <a:extLst>
                  <a:ext uri="{FF2B5EF4-FFF2-40B4-BE49-F238E27FC236}">
                    <a16:creationId xmlns:a16="http://schemas.microsoft.com/office/drawing/2014/main" id="{32617F26-5A87-FE99-BD88-922F70F25F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2" name="Oval 1584">
                <a:extLst>
                  <a:ext uri="{FF2B5EF4-FFF2-40B4-BE49-F238E27FC236}">
                    <a16:creationId xmlns:a16="http://schemas.microsoft.com/office/drawing/2014/main" id="{BCAC66D6-B076-BE10-4C61-5EDBF5703F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3" name="Freeform 1585">
                <a:extLst>
                  <a:ext uri="{FF2B5EF4-FFF2-40B4-BE49-F238E27FC236}">
                    <a16:creationId xmlns:a16="http://schemas.microsoft.com/office/drawing/2014/main" id="{8F0C6972-A74F-0F11-CA6D-312F040FBD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4" name="Freeform 1586">
                <a:extLst>
                  <a:ext uri="{FF2B5EF4-FFF2-40B4-BE49-F238E27FC236}">
                    <a16:creationId xmlns:a16="http://schemas.microsoft.com/office/drawing/2014/main" id="{04AFBECB-01A7-C10D-2754-9DE019927E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5" name="Freeform 1587">
                <a:extLst>
                  <a:ext uri="{FF2B5EF4-FFF2-40B4-BE49-F238E27FC236}">
                    <a16:creationId xmlns:a16="http://schemas.microsoft.com/office/drawing/2014/main" id="{016B3814-CB2E-A435-960A-3A244BCB34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6" name="Oval 1588">
                <a:extLst>
                  <a:ext uri="{FF2B5EF4-FFF2-40B4-BE49-F238E27FC236}">
                    <a16:creationId xmlns:a16="http://schemas.microsoft.com/office/drawing/2014/main" id="{D334EC59-00A9-75B1-319C-7E61A23AB1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0" name="Group 1589">
              <a:extLst>
                <a:ext uri="{FF2B5EF4-FFF2-40B4-BE49-F238E27FC236}">
                  <a16:creationId xmlns:a16="http://schemas.microsoft.com/office/drawing/2014/main" id="{DC57E711-2455-296B-1B42-43B936966E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195" name="Oval 1590">
                <a:extLst>
                  <a:ext uri="{FF2B5EF4-FFF2-40B4-BE49-F238E27FC236}">
                    <a16:creationId xmlns:a16="http://schemas.microsoft.com/office/drawing/2014/main" id="{74454538-C8E6-D697-9C8D-0ADAB92925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6" name="Oval 1591">
                <a:extLst>
                  <a:ext uri="{FF2B5EF4-FFF2-40B4-BE49-F238E27FC236}">
                    <a16:creationId xmlns:a16="http://schemas.microsoft.com/office/drawing/2014/main" id="{B6BD9566-D277-3C96-2FE5-03C3F78248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7" name="Freeform 1592">
                <a:extLst>
                  <a:ext uri="{FF2B5EF4-FFF2-40B4-BE49-F238E27FC236}">
                    <a16:creationId xmlns:a16="http://schemas.microsoft.com/office/drawing/2014/main" id="{F8B43BE5-C419-2ACF-98C8-A82DCA29D8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8" name="Freeform 1593">
                <a:extLst>
                  <a:ext uri="{FF2B5EF4-FFF2-40B4-BE49-F238E27FC236}">
                    <a16:creationId xmlns:a16="http://schemas.microsoft.com/office/drawing/2014/main" id="{15CA0E4D-8F7B-9799-2619-5C51723D5D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9" name="Freeform 1594">
                <a:extLst>
                  <a:ext uri="{FF2B5EF4-FFF2-40B4-BE49-F238E27FC236}">
                    <a16:creationId xmlns:a16="http://schemas.microsoft.com/office/drawing/2014/main" id="{09906978-7168-EA60-ED59-29046EA44A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0" name="Oval 1595">
                <a:extLst>
                  <a:ext uri="{FF2B5EF4-FFF2-40B4-BE49-F238E27FC236}">
                    <a16:creationId xmlns:a16="http://schemas.microsoft.com/office/drawing/2014/main" id="{85213A37-3CF9-0365-E80C-BD46686D98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1" name="Group 1596">
              <a:extLst>
                <a:ext uri="{FF2B5EF4-FFF2-40B4-BE49-F238E27FC236}">
                  <a16:creationId xmlns:a16="http://schemas.microsoft.com/office/drawing/2014/main" id="{B3A4786E-2C8A-D209-C7AC-2401765DD8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189" name="Oval 1597">
                <a:extLst>
                  <a:ext uri="{FF2B5EF4-FFF2-40B4-BE49-F238E27FC236}">
                    <a16:creationId xmlns:a16="http://schemas.microsoft.com/office/drawing/2014/main" id="{AFB578D2-466A-8329-828B-5E2471FA6F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0" name="Oval 1598">
                <a:extLst>
                  <a:ext uri="{FF2B5EF4-FFF2-40B4-BE49-F238E27FC236}">
                    <a16:creationId xmlns:a16="http://schemas.microsoft.com/office/drawing/2014/main" id="{62F04C66-D9D3-3F09-2FE6-BA4716F37E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1" name="Freeform 1599">
                <a:extLst>
                  <a:ext uri="{FF2B5EF4-FFF2-40B4-BE49-F238E27FC236}">
                    <a16:creationId xmlns:a16="http://schemas.microsoft.com/office/drawing/2014/main" id="{522575ED-AB8E-C0F6-2388-4A4909643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2" name="Freeform 1600">
                <a:extLst>
                  <a:ext uri="{FF2B5EF4-FFF2-40B4-BE49-F238E27FC236}">
                    <a16:creationId xmlns:a16="http://schemas.microsoft.com/office/drawing/2014/main" id="{3CD907ED-DA00-8C51-DC99-2AA5F34E3E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3" name="Freeform 1601">
                <a:extLst>
                  <a:ext uri="{FF2B5EF4-FFF2-40B4-BE49-F238E27FC236}">
                    <a16:creationId xmlns:a16="http://schemas.microsoft.com/office/drawing/2014/main" id="{E1820D74-57D2-0863-E135-8785097FF2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4" name="Oval 1602">
                <a:extLst>
                  <a:ext uri="{FF2B5EF4-FFF2-40B4-BE49-F238E27FC236}">
                    <a16:creationId xmlns:a16="http://schemas.microsoft.com/office/drawing/2014/main" id="{ABEA56C6-6185-E7E1-4543-A69E8471BB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2" name="Group 1603">
              <a:extLst>
                <a:ext uri="{FF2B5EF4-FFF2-40B4-BE49-F238E27FC236}">
                  <a16:creationId xmlns:a16="http://schemas.microsoft.com/office/drawing/2014/main" id="{8088C13F-DC91-E2A3-7F43-CCE0B8089B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183" name="Oval 1604">
                <a:extLst>
                  <a:ext uri="{FF2B5EF4-FFF2-40B4-BE49-F238E27FC236}">
                    <a16:creationId xmlns:a16="http://schemas.microsoft.com/office/drawing/2014/main" id="{2435FB67-4A20-E14C-0D51-1F06BA8E8F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4" name="Oval 1605">
                <a:extLst>
                  <a:ext uri="{FF2B5EF4-FFF2-40B4-BE49-F238E27FC236}">
                    <a16:creationId xmlns:a16="http://schemas.microsoft.com/office/drawing/2014/main" id="{2FEB397B-9848-7A17-076D-6148ADD931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5" name="Freeform 1606">
                <a:extLst>
                  <a:ext uri="{FF2B5EF4-FFF2-40B4-BE49-F238E27FC236}">
                    <a16:creationId xmlns:a16="http://schemas.microsoft.com/office/drawing/2014/main" id="{C01892C1-E88E-5058-D06C-5980E60BD6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6" name="Freeform 1607">
                <a:extLst>
                  <a:ext uri="{FF2B5EF4-FFF2-40B4-BE49-F238E27FC236}">
                    <a16:creationId xmlns:a16="http://schemas.microsoft.com/office/drawing/2014/main" id="{B0249CF9-2905-81B9-6F67-B7EB6DA7A7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7" name="Freeform 1608">
                <a:extLst>
                  <a:ext uri="{FF2B5EF4-FFF2-40B4-BE49-F238E27FC236}">
                    <a16:creationId xmlns:a16="http://schemas.microsoft.com/office/drawing/2014/main" id="{DB80B422-02A3-40B6-5F29-C1E6E79060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Oval 1609">
                <a:extLst>
                  <a:ext uri="{FF2B5EF4-FFF2-40B4-BE49-F238E27FC236}">
                    <a16:creationId xmlns:a16="http://schemas.microsoft.com/office/drawing/2014/main" id="{4EA0ECE9-2C67-DCBF-646F-100FA6C226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375" name="Group 1385">
            <a:extLst>
              <a:ext uri="{FF2B5EF4-FFF2-40B4-BE49-F238E27FC236}">
                <a16:creationId xmlns:a16="http://schemas.microsoft.com/office/drawing/2014/main" id="{1A74B15C-E3E2-EBC3-154D-3DA5A0E7A1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62699" y="434550"/>
            <a:ext cx="1141095" cy="340150"/>
            <a:chOff x="446" y="1196"/>
            <a:chExt cx="1048" cy="312"/>
          </a:xfrm>
        </p:grpSpPr>
        <p:grpSp>
          <p:nvGrpSpPr>
            <p:cNvPr id="1376" name="Group 1386">
              <a:extLst>
                <a:ext uri="{FF2B5EF4-FFF2-40B4-BE49-F238E27FC236}">
                  <a16:creationId xmlns:a16="http://schemas.microsoft.com/office/drawing/2014/main" id="{210CCC1C-5AD3-6533-8189-E29D534954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594" name="Oval 1387">
                <a:extLst>
                  <a:ext uri="{FF2B5EF4-FFF2-40B4-BE49-F238E27FC236}">
                    <a16:creationId xmlns:a16="http://schemas.microsoft.com/office/drawing/2014/main" id="{27D7A86B-2E69-A027-11F6-4983836872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5" name="Oval 1388">
                <a:extLst>
                  <a:ext uri="{FF2B5EF4-FFF2-40B4-BE49-F238E27FC236}">
                    <a16:creationId xmlns:a16="http://schemas.microsoft.com/office/drawing/2014/main" id="{E4AA328E-9068-BFAF-7D10-B984741708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6" name="Freeform 1389">
                <a:extLst>
                  <a:ext uri="{FF2B5EF4-FFF2-40B4-BE49-F238E27FC236}">
                    <a16:creationId xmlns:a16="http://schemas.microsoft.com/office/drawing/2014/main" id="{C05B1A78-DBF3-069F-5A3C-A924E4B97C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" name="Freeform 1390">
                <a:extLst>
                  <a:ext uri="{FF2B5EF4-FFF2-40B4-BE49-F238E27FC236}">
                    <a16:creationId xmlns:a16="http://schemas.microsoft.com/office/drawing/2014/main" id="{9099F8F9-B850-9F09-4300-D88B141C10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" name="Freeform 1391">
                <a:extLst>
                  <a:ext uri="{FF2B5EF4-FFF2-40B4-BE49-F238E27FC236}">
                    <a16:creationId xmlns:a16="http://schemas.microsoft.com/office/drawing/2014/main" id="{D5076324-5BD2-655D-9548-6CCF6E0567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" name="Oval 1392">
                <a:extLst>
                  <a:ext uri="{FF2B5EF4-FFF2-40B4-BE49-F238E27FC236}">
                    <a16:creationId xmlns:a16="http://schemas.microsoft.com/office/drawing/2014/main" id="{E9937515-815E-5521-5555-4AB815E986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7" name="Group 1393">
              <a:extLst>
                <a:ext uri="{FF2B5EF4-FFF2-40B4-BE49-F238E27FC236}">
                  <a16:creationId xmlns:a16="http://schemas.microsoft.com/office/drawing/2014/main" id="{EEA3D3F9-C094-0B33-DF1F-A60B1BFDF5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588" name="Oval 1394">
                <a:extLst>
                  <a:ext uri="{FF2B5EF4-FFF2-40B4-BE49-F238E27FC236}">
                    <a16:creationId xmlns:a16="http://schemas.microsoft.com/office/drawing/2014/main" id="{B43579A4-68A6-6DB3-32D1-BEB65374EF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9" name="Oval 1395">
                <a:extLst>
                  <a:ext uri="{FF2B5EF4-FFF2-40B4-BE49-F238E27FC236}">
                    <a16:creationId xmlns:a16="http://schemas.microsoft.com/office/drawing/2014/main" id="{67A80213-072F-B7A4-9375-70308FEB17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0" name="Freeform 1396">
                <a:extLst>
                  <a:ext uri="{FF2B5EF4-FFF2-40B4-BE49-F238E27FC236}">
                    <a16:creationId xmlns:a16="http://schemas.microsoft.com/office/drawing/2014/main" id="{6A3A1031-9534-E839-7C4D-6FA88455C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" name="Freeform 1397">
                <a:extLst>
                  <a:ext uri="{FF2B5EF4-FFF2-40B4-BE49-F238E27FC236}">
                    <a16:creationId xmlns:a16="http://schemas.microsoft.com/office/drawing/2014/main" id="{71E67E62-B59B-1C63-78F2-15E6A41377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" name="Freeform 1398">
                <a:extLst>
                  <a:ext uri="{FF2B5EF4-FFF2-40B4-BE49-F238E27FC236}">
                    <a16:creationId xmlns:a16="http://schemas.microsoft.com/office/drawing/2014/main" id="{CC7B3E69-1E7E-9357-CA63-66157C2130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" name="Oval 1399">
                <a:extLst>
                  <a:ext uri="{FF2B5EF4-FFF2-40B4-BE49-F238E27FC236}">
                    <a16:creationId xmlns:a16="http://schemas.microsoft.com/office/drawing/2014/main" id="{F694B3CC-BE3E-61CD-1EDB-DB80CAA5F1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8" name="Group 1400">
              <a:extLst>
                <a:ext uri="{FF2B5EF4-FFF2-40B4-BE49-F238E27FC236}">
                  <a16:creationId xmlns:a16="http://schemas.microsoft.com/office/drawing/2014/main" id="{F7F44782-14C1-11CD-6579-025D46BDFB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582" name="Oval 1401">
                <a:extLst>
                  <a:ext uri="{FF2B5EF4-FFF2-40B4-BE49-F238E27FC236}">
                    <a16:creationId xmlns:a16="http://schemas.microsoft.com/office/drawing/2014/main" id="{C8E5E9E8-D53D-C640-6F81-944198F73F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3" name="Oval 1402">
                <a:extLst>
                  <a:ext uri="{FF2B5EF4-FFF2-40B4-BE49-F238E27FC236}">
                    <a16:creationId xmlns:a16="http://schemas.microsoft.com/office/drawing/2014/main" id="{1C082144-3824-6936-F30E-73C7D4865E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4" name="Freeform 1403">
                <a:extLst>
                  <a:ext uri="{FF2B5EF4-FFF2-40B4-BE49-F238E27FC236}">
                    <a16:creationId xmlns:a16="http://schemas.microsoft.com/office/drawing/2014/main" id="{3399D89A-78FA-103E-BCC3-7DCC425DC8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" name="Freeform 1404">
                <a:extLst>
                  <a:ext uri="{FF2B5EF4-FFF2-40B4-BE49-F238E27FC236}">
                    <a16:creationId xmlns:a16="http://schemas.microsoft.com/office/drawing/2014/main" id="{6390A5FC-2243-2D44-C7DA-B5AAA9202D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" name="Freeform 1405">
                <a:extLst>
                  <a:ext uri="{FF2B5EF4-FFF2-40B4-BE49-F238E27FC236}">
                    <a16:creationId xmlns:a16="http://schemas.microsoft.com/office/drawing/2014/main" id="{E6B4BD62-9C8E-E54C-DE68-B006488C64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" name="Oval 1406">
                <a:extLst>
                  <a:ext uri="{FF2B5EF4-FFF2-40B4-BE49-F238E27FC236}">
                    <a16:creationId xmlns:a16="http://schemas.microsoft.com/office/drawing/2014/main" id="{5C8DD879-E8E6-1D7F-C923-1704DB9DDD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9" name="Group 1407">
              <a:extLst>
                <a:ext uri="{FF2B5EF4-FFF2-40B4-BE49-F238E27FC236}">
                  <a16:creationId xmlns:a16="http://schemas.microsoft.com/office/drawing/2014/main" id="{2B963E41-FFBF-6A2B-AFD8-291F0459AF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576" name="Oval 1408">
                <a:extLst>
                  <a:ext uri="{FF2B5EF4-FFF2-40B4-BE49-F238E27FC236}">
                    <a16:creationId xmlns:a16="http://schemas.microsoft.com/office/drawing/2014/main" id="{24B95C22-EAE4-B075-492E-D12D381DE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7" name="Oval 1409">
                <a:extLst>
                  <a:ext uri="{FF2B5EF4-FFF2-40B4-BE49-F238E27FC236}">
                    <a16:creationId xmlns:a16="http://schemas.microsoft.com/office/drawing/2014/main" id="{D839CE7F-978A-30BC-1975-5D6129157F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8" name="Freeform 1410">
                <a:extLst>
                  <a:ext uri="{FF2B5EF4-FFF2-40B4-BE49-F238E27FC236}">
                    <a16:creationId xmlns:a16="http://schemas.microsoft.com/office/drawing/2014/main" id="{3BE9914C-FF74-F9C1-10BD-5D96E2298C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" name="Freeform 1411">
                <a:extLst>
                  <a:ext uri="{FF2B5EF4-FFF2-40B4-BE49-F238E27FC236}">
                    <a16:creationId xmlns:a16="http://schemas.microsoft.com/office/drawing/2014/main" id="{E3CB81F8-2503-307C-8B75-3EC8248479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" name="Freeform 1412">
                <a:extLst>
                  <a:ext uri="{FF2B5EF4-FFF2-40B4-BE49-F238E27FC236}">
                    <a16:creationId xmlns:a16="http://schemas.microsoft.com/office/drawing/2014/main" id="{2B7434CE-B4A8-8750-EF6D-D87B5CDCE0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" name="Oval 1413">
                <a:extLst>
                  <a:ext uri="{FF2B5EF4-FFF2-40B4-BE49-F238E27FC236}">
                    <a16:creationId xmlns:a16="http://schemas.microsoft.com/office/drawing/2014/main" id="{4D25A98F-0C36-9A15-1ED4-06D442D375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0" name="Group 1414">
              <a:extLst>
                <a:ext uri="{FF2B5EF4-FFF2-40B4-BE49-F238E27FC236}">
                  <a16:creationId xmlns:a16="http://schemas.microsoft.com/office/drawing/2014/main" id="{8F603B1E-4ACC-1FDA-8B7D-70A3A72561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570" name="Oval 1415">
                <a:extLst>
                  <a:ext uri="{FF2B5EF4-FFF2-40B4-BE49-F238E27FC236}">
                    <a16:creationId xmlns:a16="http://schemas.microsoft.com/office/drawing/2014/main" id="{9B3B4838-BF9F-91DF-09F8-38EE3EDB81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1" name="Oval 1416">
                <a:extLst>
                  <a:ext uri="{FF2B5EF4-FFF2-40B4-BE49-F238E27FC236}">
                    <a16:creationId xmlns:a16="http://schemas.microsoft.com/office/drawing/2014/main" id="{9456358B-46C3-663D-A2EB-6C18E7E382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2" name="Freeform 1417">
                <a:extLst>
                  <a:ext uri="{FF2B5EF4-FFF2-40B4-BE49-F238E27FC236}">
                    <a16:creationId xmlns:a16="http://schemas.microsoft.com/office/drawing/2014/main" id="{0DEA389A-0C1F-E10B-2C47-680D96B6E2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" name="Freeform 1418">
                <a:extLst>
                  <a:ext uri="{FF2B5EF4-FFF2-40B4-BE49-F238E27FC236}">
                    <a16:creationId xmlns:a16="http://schemas.microsoft.com/office/drawing/2014/main" id="{A881EC10-76FE-AB23-7E3C-7D7D974B59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" name="Freeform 1419">
                <a:extLst>
                  <a:ext uri="{FF2B5EF4-FFF2-40B4-BE49-F238E27FC236}">
                    <a16:creationId xmlns:a16="http://schemas.microsoft.com/office/drawing/2014/main" id="{E8DB52C3-CA3D-9A28-6359-8F2107FD61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" name="Oval 1420">
                <a:extLst>
                  <a:ext uri="{FF2B5EF4-FFF2-40B4-BE49-F238E27FC236}">
                    <a16:creationId xmlns:a16="http://schemas.microsoft.com/office/drawing/2014/main" id="{16DDC6C7-2278-907D-3B40-6E78872B11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1" name="Group 1421">
              <a:extLst>
                <a:ext uri="{FF2B5EF4-FFF2-40B4-BE49-F238E27FC236}">
                  <a16:creationId xmlns:a16="http://schemas.microsoft.com/office/drawing/2014/main" id="{2992B4F4-4485-8CFE-D179-BB80F14F12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564" name="Oval 1422">
                <a:extLst>
                  <a:ext uri="{FF2B5EF4-FFF2-40B4-BE49-F238E27FC236}">
                    <a16:creationId xmlns:a16="http://schemas.microsoft.com/office/drawing/2014/main" id="{39B3A908-0FD1-6779-3195-BE817C5A0C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" name="Oval 1423">
                <a:extLst>
                  <a:ext uri="{FF2B5EF4-FFF2-40B4-BE49-F238E27FC236}">
                    <a16:creationId xmlns:a16="http://schemas.microsoft.com/office/drawing/2014/main" id="{4F0343A8-D5F6-1252-1A04-5251C0FA83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6" name="Freeform 1424">
                <a:extLst>
                  <a:ext uri="{FF2B5EF4-FFF2-40B4-BE49-F238E27FC236}">
                    <a16:creationId xmlns:a16="http://schemas.microsoft.com/office/drawing/2014/main" id="{21AB0C4F-F88E-4657-4D17-8182209B1C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" name="Freeform 1425">
                <a:extLst>
                  <a:ext uri="{FF2B5EF4-FFF2-40B4-BE49-F238E27FC236}">
                    <a16:creationId xmlns:a16="http://schemas.microsoft.com/office/drawing/2014/main" id="{31B287C6-342B-B756-D981-7B2792E4CE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" name="Freeform 1426">
                <a:extLst>
                  <a:ext uri="{FF2B5EF4-FFF2-40B4-BE49-F238E27FC236}">
                    <a16:creationId xmlns:a16="http://schemas.microsoft.com/office/drawing/2014/main" id="{BC458314-9D67-8AB2-9B15-1624C2556B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" name="Oval 1427">
                <a:extLst>
                  <a:ext uri="{FF2B5EF4-FFF2-40B4-BE49-F238E27FC236}">
                    <a16:creationId xmlns:a16="http://schemas.microsoft.com/office/drawing/2014/main" id="{25E56D7D-59C9-3032-D89C-747370A2AA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2" name="Group 1428">
              <a:extLst>
                <a:ext uri="{FF2B5EF4-FFF2-40B4-BE49-F238E27FC236}">
                  <a16:creationId xmlns:a16="http://schemas.microsoft.com/office/drawing/2014/main" id="{B74F78C8-74D7-FA6D-F51C-67FD6BEF83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558" name="Oval 1429">
                <a:extLst>
                  <a:ext uri="{FF2B5EF4-FFF2-40B4-BE49-F238E27FC236}">
                    <a16:creationId xmlns:a16="http://schemas.microsoft.com/office/drawing/2014/main" id="{52837773-0B33-FEB7-05B8-F13705FA44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" name="Oval 1430">
                <a:extLst>
                  <a:ext uri="{FF2B5EF4-FFF2-40B4-BE49-F238E27FC236}">
                    <a16:creationId xmlns:a16="http://schemas.microsoft.com/office/drawing/2014/main" id="{254CDD7B-2404-4B68-5F14-1E7284FB93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" name="Freeform 1431">
                <a:extLst>
                  <a:ext uri="{FF2B5EF4-FFF2-40B4-BE49-F238E27FC236}">
                    <a16:creationId xmlns:a16="http://schemas.microsoft.com/office/drawing/2014/main" id="{DFE3B3AB-EB09-B12C-0A22-7726532FE6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" name="Freeform 1432">
                <a:extLst>
                  <a:ext uri="{FF2B5EF4-FFF2-40B4-BE49-F238E27FC236}">
                    <a16:creationId xmlns:a16="http://schemas.microsoft.com/office/drawing/2014/main" id="{CD867BB6-6E94-CEDE-9BE5-057D73218D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" name="Freeform 1433">
                <a:extLst>
                  <a:ext uri="{FF2B5EF4-FFF2-40B4-BE49-F238E27FC236}">
                    <a16:creationId xmlns:a16="http://schemas.microsoft.com/office/drawing/2014/main" id="{582E689B-216E-AE89-6695-3B3AFDCBC3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" name="Oval 1434">
                <a:extLst>
                  <a:ext uri="{FF2B5EF4-FFF2-40B4-BE49-F238E27FC236}">
                    <a16:creationId xmlns:a16="http://schemas.microsoft.com/office/drawing/2014/main" id="{B5EFEB8E-B238-E39D-E74F-8451FB05A8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3" name="Group 1435">
              <a:extLst>
                <a:ext uri="{FF2B5EF4-FFF2-40B4-BE49-F238E27FC236}">
                  <a16:creationId xmlns:a16="http://schemas.microsoft.com/office/drawing/2014/main" id="{B01AC403-B71A-8ADF-F026-B465BFDF05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552" name="Oval 1436">
                <a:extLst>
                  <a:ext uri="{FF2B5EF4-FFF2-40B4-BE49-F238E27FC236}">
                    <a16:creationId xmlns:a16="http://schemas.microsoft.com/office/drawing/2014/main" id="{F55731CE-0205-5E2F-917A-7376CC62A4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3" name="Oval 1437">
                <a:extLst>
                  <a:ext uri="{FF2B5EF4-FFF2-40B4-BE49-F238E27FC236}">
                    <a16:creationId xmlns:a16="http://schemas.microsoft.com/office/drawing/2014/main" id="{37AA0598-46C7-7D59-1D15-7944EB8A6D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" name="Freeform 1438">
                <a:extLst>
                  <a:ext uri="{FF2B5EF4-FFF2-40B4-BE49-F238E27FC236}">
                    <a16:creationId xmlns:a16="http://schemas.microsoft.com/office/drawing/2014/main" id="{0083B5D2-9889-9DBA-7F79-8C5F95DE54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" name="Freeform 1439">
                <a:extLst>
                  <a:ext uri="{FF2B5EF4-FFF2-40B4-BE49-F238E27FC236}">
                    <a16:creationId xmlns:a16="http://schemas.microsoft.com/office/drawing/2014/main" id="{3CCFC89C-EF61-BF97-BD4F-1A6B2BD060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" name="Freeform 1440">
                <a:extLst>
                  <a:ext uri="{FF2B5EF4-FFF2-40B4-BE49-F238E27FC236}">
                    <a16:creationId xmlns:a16="http://schemas.microsoft.com/office/drawing/2014/main" id="{28179BD0-D3C2-7BFE-8ECD-F38142A177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" name="Oval 1441">
                <a:extLst>
                  <a:ext uri="{FF2B5EF4-FFF2-40B4-BE49-F238E27FC236}">
                    <a16:creationId xmlns:a16="http://schemas.microsoft.com/office/drawing/2014/main" id="{ED56331E-78DF-B228-66C9-644B464171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4" name="Group 1442">
              <a:extLst>
                <a:ext uri="{FF2B5EF4-FFF2-40B4-BE49-F238E27FC236}">
                  <a16:creationId xmlns:a16="http://schemas.microsoft.com/office/drawing/2014/main" id="{94ED0755-0409-467B-982D-47E4563E88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546" name="Oval 1443">
                <a:extLst>
                  <a:ext uri="{FF2B5EF4-FFF2-40B4-BE49-F238E27FC236}">
                    <a16:creationId xmlns:a16="http://schemas.microsoft.com/office/drawing/2014/main" id="{905CD245-4D9C-596F-B5DE-B9B53BE463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7" name="Oval 1444">
                <a:extLst>
                  <a:ext uri="{FF2B5EF4-FFF2-40B4-BE49-F238E27FC236}">
                    <a16:creationId xmlns:a16="http://schemas.microsoft.com/office/drawing/2014/main" id="{2637289A-18FB-32FF-66BD-F51A8D65C0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8" name="Freeform 1445">
                <a:extLst>
                  <a:ext uri="{FF2B5EF4-FFF2-40B4-BE49-F238E27FC236}">
                    <a16:creationId xmlns:a16="http://schemas.microsoft.com/office/drawing/2014/main" id="{1C31CA16-E33B-63F2-4AD0-CF2DEEB721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" name="Freeform 1446">
                <a:extLst>
                  <a:ext uri="{FF2B5EF4-FFF2-40B4-BE49-F238E27FC236}">
                    <a16:creationId xmlns:a16="http://schemas.microsoft.com/office/drawing/2014/main" id="{91841FA1-FB74-8F09-01FD-8CF472A973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" name="Freeform 1447">
                <a:extLst>
                  <a:ext uri="{FF2B5EF4-FFF2-40B4-BE49-F238E27FC236}">
                    <a16:creationId xmlns:a16="http://schemas.microsoft.com/office/drawing/2014/main" id="{476B17AC-0717-33CC-7439-329A1E3A6F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" name="Oval 1448">
                <a:extLst>
                  <a:ext uri="{FF2B5EF4-FFF2-40B4-BE49-F238E27FC236}">
                    <a16:creationId xmlns:a16="http://schemas.microsoft.com/office/drawing/2014/main" id="{DB07070F-20B6-A051-2C96-BE1D6429E0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5" name="Group 1449">
              <a:extLst>
                <a:ext uri="{FF2B5EF4-FFF2-40B4-BE49-F238E27FC236}">
                  <a16:creationId xmlns:a16="http://schemas.microsoft.com/office/drawing/2014/main" id="{23D57C79-1EEB-5E4C-BC08-4F38F4E0B4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540" name="Oval 1450">
                <a:extLst>
                  <a:ext uri="{FF2B5EF4-FFF2-40B4-BE49-F238E27FC236}">
                    <a16:creationId xmlns:a16="http://schemas.microsoft.com/office/drawing/2014/main" id="{C37726BD-02CD-A99D-978A-3D01CBBDBF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1" name="Oval 1451">
                <a:extLst>
                  <a:ext uri="{FF2B5EF4-FFF2-40B4-BE49-F238E27FC236}">
                    <a16:creationId xmlns:a16="http://schemas.microsoft.com/office/drawing/2014/main" id="{8C70E550-1311-69D8-3D54-9928D9F6CF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2" name="Freeform 1452">
                <a:extLst>
                  <a:ext uri="{FF2B5EF4-FFF2-40B4-BE49-F238E27FC236}">
                    <a16:creationId xmlns:a16="http://schemas.microsoft.com/office/drawing/2014/main" id="{8E5A018C-C4A7-6017-1C59-6A5C31B09B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" name="Freeform 1453">
                <a:extLst>
                  <a:ext uri="{FF2B5EF4-FFF2-40B4-BE49-F238E27FC236}">
                    <a16:creationId xmlns:a16="http://schemas.microsoft.com/office/drawing/2014/main" id="{D4342CFA-BC03-F5CE-C9B7-36D8C9DBBF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" name="Freeform 1454">
                <a:extLst>
                  <a:ext uri="{FF2B5EF4-FFF2-40B4-BE49-F238E27FC236}">
                    <a16:creationId xmlns:a16="http://schemas.microsoft.com/office/drawing/2014/main" id="{E456B79F-7A94-2C6F-6D2C-4FB0053203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5" name="Oval 1455">
                <a:extLst>
                  <a:ext uri="{FF2B5EF4-FFF2-40B4-BE49-F238E27FC236}">
                    <a16:creationId xmlns:a16="http://schemas.microsoft.com/office/drawing/2014/main" id="{4B399BD9-0C12-4753-4BEF-525BAED1EB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6" name="Group 1456">
              <a:extLst>
                <a:ext uri="{FF2B5EF4-FFF2-40B4-BE49-F238E27FC236}">
                  <a16:creationId xmlns:a16="http://schemas.microsoft.com/office/drawing/2014/main" id="{44F0789E-D138-F8F2-4CFB-9B1169D243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534" name="Oval 1457">
                <a:extLst>
                  <a:ext uri="{FF2B5EF4-FFF2-40B4-BE49-F238E27FC236}">
                    <a16:creationId xmlns:a16="http://schemas.microsoft.com/office/drawing/2014/main" id="{888CA30D-914D-474A-9D2B-2AEEC42347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5" name="Oval 1458">
                <a:extLst>
                  <a:ext uri="{FF2B5EF4-FFF2-40B4-BE49-F238E27FC236}">
                    <a16:creationId xmlns:a16="http://schemas.microsoft.com/office/drawing/2014/main" id="{8CE195EB-814A-5EF0-6E17-68BE8EDEDD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6" name="Freeform 1459">
                <a:extLst>
                  <a:ext uri="{FF2B5EF4-FFF2-40B4-BE49-F238E27FC236}">
                    <a16:creationId xmlns:a16="http://schemas.microsoft.com/office/drawing/2014/main" id="{74577830-6351-7F45-B5C6-BAAD1810A3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" name="Freeform 1460">
                <a:extLst>
                  <a:ext uri="{FF2B5EF4-FFF2-40B4-BE49-F238E27FC236}">
                    <a16:creationId xmlns:a16="http://schemas.microsoft.com/office/drawing/2014/main" id="{96C11DCF-865A-F4FF-582F-860946B107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" name="Freeform 1461">
                <a:extLst>
                  <a:ext uri="{FF2B5EF4-FFF2-40B4-BE49-F238E27FC236}">
                    <a16:creationId xmlns:a16="http://schemas.microsoft.com/office/drawing/2014/main" id="{E85D17ED-065A-C703-6330-927767520C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" name="Oval 1462">
                <a:extLst>
                  <a:ext uri="{FF2B5EF4-FFF2-40B4-BE49-F238E27FC236}">
                    <a16:creationId xmlns:a16="http://schemas.microsoft.com/office/drawing/2014/main" id="{4D75F97F-C6C5-30A1-79CD-120E0FBAB8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7" name="Group 1463">
              <a:extLst>
                <a:ext uri="{FF2B5EF4-FFF2-40B4-BE49-F238E27FC236}">
                  <a16:creationId xmlns:a16="http://schemas.microsoft.com/office/drawing/2014/main" id="{6A23BFEF-7267-2D89-857F-7F894AF6D6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28" name="Oval 1464">
                <a:extLst>
                  <a:ext uri="{FF2B5EF4-FFF2-40B4-BE49-F238E27FC236}">
                    <a16:creationId xmlns:a16="http://schemas.microsoft.com/office/drawing/2014/main" id="{7E5635F6-7074-6D12-34E9-F26A185F9F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9" name="Oval 1465">
                <a:extLst>
                  <a:ext uri="{FF2B5EF4-FFF2-40B4-BE49-F238E27FC236}">
                    <a16:creationId xmlns:a16="http://schemas.microsoft.com/office/drawing/2014/main" id="{A3C19C60-A27C-2CD2-374E-8D8CCB12C1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0" name="Freeform 1466">
                <a:extLst>
                  <a:ext uri="{FF2B5EF4-FFF2-40B4-BE49-F238E27FC236}">
                    <a16:creationId xmlns:a16="http://schemas.microsoft.com/office/drawing/2014/main" id="{A5B5C45D-3B95-A021-9E1A-948067DA9E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1" name="Freeform 1467">
                <a:extLst>
                  <a:ext uri="{FF2B5EF4-FFF2-40B4-BE49-F238E27FC236}">
                    <a16:creationId xmlns:a16="http://schemas.microsoft.com/office/drawing/2014/main" id="{F8C4A3FE-3752-FCFA-54B2-7BCE571F08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2" name="Freeform 1468">
                <a:extLst>
                  <a:ext uri="{FF2B5EF4-FFF2-40B4-BE49-F238E27FC236}">
                    <a16:creationId xmlns:a16="http://schemas.microsoft.com/office/drawing/2014/main" id="{072761A1-974D-904A-FCB4-CE4E5ABECA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3" name="Oval 1469">
                <a:extLst>
                  <a:ext uri="{FF2B5EF4-FFF2-40B4-BE49-F238E27FC236}">
                    <a16:creationId xmlns:a16="http://schemas.microsoft.com/office/drawing/2014/main" id="{860FD5DD-DC12-8B51-7901-364285F6EF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8" name="Group 1470">
              <a:extLst>
                <a:ext uri="{FF2B5EF4-FFF2-40B4-BE49-F238E27FC236}">
                  <a16:creationId xmlns:a16="http://schemas.microsoft.com/office/drawing/2014/main" id="{C007C843-A4B9-A2EF-E245-A454495936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22" name="Oval 1471">
                <a:extLst>
                  <a:ext uri="{FF2B5EF4-FFF2-40B4-BE49-F238E27FC236}">
                    <a16:creationId xmlns:a16="http://schemas.microsoft.com/office/drawing/2014/main" id="{59B6717D-8380-9103-7AB4-8713EB954A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3" name="Oval 1472">
                <a:extLst>
                  <a:ext uri="{FF2B5EF4-FFF2-40B4-BE49-F238E27FC236}">
                    <a16:creationId xmlns:a16="http://schemas.microsoft.com/office/drawing/2014/main" id="{0E50EF40-7CFD-9C4F-7E13-E09AAD0E40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4" name="Freeform 1473">
                <a:extLst>
                  <a:ext uri="{FF2B5EF4-FFF2-40B4-BE49-F238E27FC236}">
                    <a16:creationId xmlns:a16="http://schemas.microsoft.com/office/drawing/2014/main" id="{719A81F1-FF51-3376-F89B-27AFD706F8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5" name="Freeform 1474">
                <a:extLst>
                  <a:ext uri="{FF2B5EF4-FFF2-40B4-BE49-F238E27FC236}">
                    <a16:creationId xmlns:a16="http://schemas.microsoft.com/office/drawing/2014/main" id="{3BB4F487-68F0-84A6-4F1E-931D7C33D9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6" name="Freeform 1475">
                <a:extLst>
                  <a:ext uri="{FF2B5EF4-FFF2-40B4-BE49-F238E27FC236}">
                    <a16:creationId xmlns:a16="http://schemas.microsoft.com/office/drawing/2014/main" id="{A3FB6313-52A6-D824-1017-7F9C1D6836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7" name="Oval 1476">
                <a:extLst>
                  <a:ext uri="{FF2B5EF4-FFF2-40B4-BE49-F238E27FC236}">
                    <a16:creationId xmlns:a16="http://schemas.microsoft.com/office/drawing/2014/main" id="{AD2ED849-C820-2BFD-25F5-2D7CB6A281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9" name="Group 1477">
              <a:extLst>
                <a:ext uri="{FF2B5EF4-FFF2-40B4-BE49-F238E27FC236}">
                  <a16:creationId xmlns:a16="http://schemas.microsoft.com/office/drawing/2014/main" id="{8A9D380C-B29E-06BB-7501-4B13082819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516" name="Oval 1478">
                <a:extLst>
                  <a:ext uri="{FF2B5EF4-FFF2-40B4-BE49-F238E27FC236}">
                    <a16:creationId xmlns:a16="http://schemas.microsoft.com/office/drawing/2014/main" id="{B6ABD5D2-A284-BFA4-4C5A-17E8D911B8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7" name="Oval 1479">
                <a:extLst>
                  <a:ext uri="{FF2B5EF4-FFF2-40B4-BE49-F238E27FC236}">
                    <a16:creationId xmlns:a16="http://schemas.microsoft.com/office/drawing/2014/main" id="{C714BCD0-9CBD-863A-7CBF-501B31B994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8" name="Freeform 1480">
                <a:extLst>
                  <a:ext uri="{FF2B5EF4-FFF2-40B4-BE49-F238E27FC236}">
                    <a16:creationId xmlns:a16="http://schemas.microsoft.com/office/drawing/2014/main" id="{03DB8435-C377-21EA-4921-3D6F5E2F48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9" name="Freeform 1481">
                <a:extLst>
                  <a:ext uri="{FF2B5EF4-FFF2-40B4-BE49-F238E27FC236}">
                    <a16:creationId xmlns:a16="http://schemas.microsoft.com/office/drawing/2014/main" id="{9EC2B5BD-D1FF-79FC-014E-3BA52F89CC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0" name="Freeform 1482">
                <a:extLst>
                  <a:ext uri="{FF2B5EF4-FFF2-40B4-BE49-F238E27FC236}">
                    <a16:creationId xmlns:a16="http://schemas.microsoft.com/office/drawing/2014/main" id="{97356473-F769-9CCA-D92E-C3CF8AA3D7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1" name="Oval 1483">
                <a:extLst>
                  <a:ext uri="{FF2B5EF4-FFF2-40B4-BE49-F238E27FC236}">
                    <a16:creationId xmlns:a16="http://schemas.microsoft.com/office/drawing/2014/main" id="{DFCA96D2-1C7F-F5AF-AEBE-D16FB6B927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0" name="Group 1484">
              <a:extLst>
                <a:ext uri="{FF2B5EF4-FFF2-40B4-BE49-F238E27FC236}">
                  <a16:creationId xmlns:a16="http://schemas.microsoft.com/office/drawing/2014/main" id="{B8245D65-DAB4-2DEB-B10E-B515FAA7A5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510" name="Oval 1485">
                <a:extLst>
                  <a:ext uri="{FF2B5EF4-FFF2-40B4-BE49-F238E27FC236}">
                    <a16:creationId xmlns:a16="http://schemas.microsoft.com/office/drawing/2014/main" id="{4AAD7447-6949-7046-37A6-FBB4B44F9C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1" name="Oval 1486">
                <a:extLst>
                  <a:ext uri="{FF2B5EF4-FFF2-40B4-BE49-F238E27FC236}">
                    <a16:creationId xmlns:a16="http://schemas.microsoft.com/office/drawing/2014/main" id="{C8D76A64-9AE7-49FE-9F7E-146836AC6F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2" name="Freeform 1487">
                <a:extLst>
                  <a:ext uri="{FF2B5EF4-FFF2-40B4-BE49-F238E27FC236}">
                    <a16:creationId xmlns:a16="http://schemas.microsoft.com/office/drawing/2014/main" id="{9BA1A006-FCDF-7B9E-C4F1-15317FB37B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3" name="Freeform 1488">
                <a:extLst>
                  <a:ext uri="{FF2B5EF4-FFF2-40B4-BE49-F238E27FC236}">
                    <a16:creationId xmlns:a16="http://schemas.microsoft.com/office/drawing/2014/main" id="{E2376E2C-CAC7-18A4-4F05-9F3155F348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4" name="Freeform 1489">
                <a:extLst>
                  <a:ext uri="{FF2B5EF4-FFF2-40B4-BE49-F238E27FC236}">
                    <a16:creationId xmlns:a16="http://schemas.microsoft.com/office/drawing/2014/main" id="{2BE02646-5BE6-C919-238D-1BFCFE91CF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5" name="Oval 1490">
                <a:extLst>
                  <a:ext uri="{FF2B5EF4-FFF2-40B4-BE49-F238E27FC236}">
                    <a16:creationId xmlns:a16="http://schemas.microsoft.com/office/drawing/2014/main" id="{297666A1-B0B9-AC8F-EAF0-C69216FEB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1" name="Group 1491">
              <a:extLst>
                <a:ext uri="{FF2B5EF4-FFF2-40B4-BE49-F238E27FC236}">
                  <a16:creationId xmlns:a16="http://schemas.microsoft.com/office/drawing/2014/main" id="{E2C59FEE-6CBA-2FF5-2F09-9C1878A5C6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504" name="Oval 1492">
                <a:extLst>
                  <a:ext uri="{FF2B5EF4-FFF2-40B4-BE49-F238E27FC236}">
                    <a16:creationId xmlns:a16="http://schemas.microsoft.com/office/drawing/2014/main" id="{ACDE53AF-352B-AEA8-DA97-AE12B93594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5" name="Oval 1493">
                <a:extLst>
                  <a:ext uri="{FF2B5EF4-FFF2-40B4-BE49-F238E27FC236}">
                    <a16:creationId xmlns:a16="http://schemas.microsoft.com/office/drawing/2014/main" id="{C8AC5FAE-2E87-F98B-E7C3-E6E80295AE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6" name="Freeform 1494">
                <a:extLst>
                  <a:ext uri="{FF2B5EF4-FFF2-40B4-BE49-F238E27FC236}">
                    <a16:creationId xmlns:a16="http://schemas.microsoft.com/office/drawing/2014/main" id="{71686F5D-86F6-3979-433F-4F4222E5B3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7" name="Freeform 1495">
                <a:extLst>
                  <a:ext uri="{FF2B5EF4-FFF2-40B4-BE49-F238E27FC236}">
                    <a16:creationId xmlns:a16="http://schemas.microsoft.com/office/drawing/2014/main" id="{57792F6D-099E-0440-29FD-AE93A6D08A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8" name="Freeform 1496">
                <a:extLst>
                  <a:ext uri="{FF2B5EF4-FFF2-40B4-BE49-F238E27FC236}">
                    <a16:creationId xmlns:a16="http://schemas.microsoft.com/office/drawing/2014/main" id="{DA45E98C-E053-0216-97B1-1D4EDEA607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9" name="Oval 1497">
                <a:extLst>
                  <a:ext uri="{FF2B5EF4-FFF2-40B4-BE49-F238E27FC236}">
                    <a16:creationId xmlns:a16="http://schemas.microsoft.com/office/drawing/2014/main" id="{9DC68845-9C3A-B1EB-546C-007A936D25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2" name="Group 1498">
              <a:extLst>
                <a:ext uri="{FF2B5EF4-FFF2-40B4-BE49-F238E27FC236}">
                  <a16:creationId xmlns:a16="http://schemas.microsoft.com/office/drawing/2014/main" id="{63AB0044-151D-69EF-9FDB-E5B1B53F74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498" name="Oval 1499">
                <a:extLst>
                  <a:ext uri="{FF2B5EF4-FFF2-40B4-BE49-F238E27FC236}">
                    <a16:creationId xmlns:a16="http://schemas.microsoft.com/office/drawing/2014/main" id="{65B5F80D-527E-1056-2097-FAD88D691E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9" name="Oval 1500">
                <a:extLst>
                  <a:ext uri="{FF2B5EF4-FFF2-40B4-BE49-F238E27FC236}">
                    <a16:creationId xmlns:a16="http://schemas.microsoft.com/office/drawing/2014/main" id="{EE93C8F2-8E47-85AC-B4B0-B0C3E3C2CA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0" name="Freeform 1501">
                <a:extLst>
                  <a:ext uri="{FF2B5EF4-FFF2-40B4-BE49-F238E27FC236}">
                    <a16:creationId xmlns:a16="http://schemas.microsoft.com/office/drawing/2014/main" id="{858EE109-8BA3-BE48-1A21-E487A4FD98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1" name="Freeform 1502">
                <a:extLst>
                  <a:ext uri="{FF2B5EF4-FFF2-40B4-BE49-F238E27FC236}">
                    <a16:creationId xmlns:a16="http://schemas.microsoft.com/office/drawing/2014/main" id="{4D2C6A28-1592-76F8-ED75-9E5D1EF780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2" name="Freeform 1503">
                <a:extLst>
                  <a:ext uri="{FF2B5EF4-FFF2-40B4-BE49-F238E27FC236}">
                    <a16:creationId xmlns:a16="http://schemas.microsoft.com/office/drawing/2014/main" id="{BAA90B64-B665-F2AA-CE8C-AC280BA2FB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3" name="Oval 1504">
                <a:extLst>
                  <a:ext uri="{FF2B5EF4-FFF2-40B4-BE49-F238E27FC236}">
                    <a16:creationId xmlns:a16="http://schemas.microsoft.com/office/drawing/2014/main" id="{39230B59-8568-1396-21C0-6E32F7251D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3" name="Group 1505">
              <a:extLst>
                <a:ext uri="{FF2B5EF4-FFF2-40B4-BE49-F238E27FC236}">
                  <a16:creationId xmlns:a16="http://schemas.microsoft.com/office/drawing/2014/main" id="{0BFF6C02-0AAF-C9C9-1793-BD2CD41C32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492" name="Oval 1506">
                <a:extLst>
                  <a:ext uri="{FF2B5EF4-FFF2-40B4-BE49-F238E27FC236}">
                    <a16:creationId xmlns:a16="http://schemas.microsoft.com/office/drawing/2014/main" id="{C4E57D8B-96F2-7245-D963-8CB9299AC2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3" name="Oval 1507">
                <a:extLst>
                  <a:ext uri="{FF2B5EF4-FFF2-40B4-BE49-F238E27FC236}">
                    <a16:creationId xmlns:a16="http://schemas.microsoft.com/office/drawing/2014/main" id="{226F3C9D-FA73-A3F2-74B6-20EB05A2EF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4" name="Freeform 1508">
                <a:extLst>
                  <a:ext uri="{FF2B5EF4-FFF2-40B4-BE49-F238E27FC236}">
                    <a16:creationId xmlns:a16="http://schemas.microsoft.com/office/drawing/2014/main" id="{A03F2BBD-C0C8-26D0-271A-CF2BCA7BB9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5" name="Freeform 1509">
                <a:extLst>
                  <a:ext uri="{FF2B5EF4-FFF2-40B4-BE49-F238E27FC236}">
                    <a16:creationId xmlns:a16="http://schemas.microsoft.com/office/drawing/2014/main" id="{FE5CDEB6-A75E-6FC2-270F-6EC472674C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6" name="Freeform 1510">
                <a:extLst>
                  <a:ext uri="{FF2B5EF4-FFF2-40B4-BE49-F238E27FC236}">
                    <a16:creationId xmlns:a16="http://schemas.microsoft.com/office/drawing/2014/main" id="{3DB218AD-51BF-7746-6AEB-024237D12E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7" name="Oval 1511">
                <a:extLst>
                  <a:ext uri="{FF2B5EF4-FFF2-40B4-BE49-F238E27FC236}">
                    <a16:creationId xmlns:a16="http://schemas.microsoft.com/office/drawing/2014/main" id="{9CB1A37C-D40F-104F-47A6-D3A678196D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4" name="Group 1512">
              <a:extLst>
                <a:ext uri="{FF2B5EF4-FFF2-40B4-BE49-F238E27FC236}">
                  <a16:creationId xmlns:a16="http://schemas.microsoft.com/office/drawing/2014/main" id="{86406283-90B5-F402-22E4-4634CCD048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486" name="Oval 1513">
                <a:extLst>
                  <a:ext uri="{FF2B5EF4-FFF2-40B4-BE49-F238E27FC236}">
                    <a16:creationId xmlns:a16="http://schemas.microsoft.com/office/drawing/2014/main" id="{4CCE691F-0EF4-56ED-5508-E479C96F36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7" name="Oval 1514">
                <a:extLst>
                  <a:ext uri="{FF2B5EF4-FFF2-40B4-BE49-F238E27FC236}">
                    <a16:creationId xmlns:a16="http://schemas.microsoft.com/office/drawing/2014/main" id="{D4D5DFDB-37E6-606D-9314-D03F329F04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8" name="Freeform 1515">
                <a:extLst>
                  <a:ext uri="{FF2B5EF4-FFF2-40B4-BE49-F238E27FC236}">
                    <a16:creationId xmlns:a16="http://schemas.microsoft.com/office/drawing/2014/main" id="{830EC95E-B411-4466-8F98-AFCE31E52B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9" name="Freeform 1516">
                <a:extLst>
                  <a:ext uri="{FF2B5EF4-FFF2-40B4-BE49-F238E27FC236}">
                    <a16:creationId xmlns:a16="http://schemas.microsoft.com/office/drawing/2014/main" id="{CF3E65FA-07DB-8CA6-2B04-3196AD8500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0" name="Freeform 1517">
                <a:extLst>
                  <a:ext uri="{FF2B5EF4-FFF2-40B4-BE49-F238E27FC236}">
                    <a16:creationId xmlns:a16="http://schemas.microsoft.com/office/drawing/2014/main" id="{413D323E-703E-B88B-3DD0-8190AD86A0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1" name="Oval 1518">
                <a:extLst>
                  <a:ext uri="{FF2B5EF4-FFF2-40B4-BE49-F238E27FC236}">
                    <a16:creationId xmlns:a16="http://schemas.microsoft.com/office/drawing/2014/main" id="{DC782586-91D4-6784-3794-647D7C337A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5" name="Group 1519">
              <a:extLst>
                <a:ext uri="{FF2B5EF4-FFF2-40B4-BE49-F238E27FC236}">
                  <a16:creationId xmlns:a16="http://schemas.microsoft.com/office/drawing/2014/main" id="{30F01005-AB7D-ACFC-7CA0-110C7479A5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480" name="Oval 1520">
                <a:extLst>
                  <a:ext uri="{FF2B5EF4-FFF2-40B4-BE49-F238E27FC236}">
                    <a16:creationId xmlns:a16="http://schemas.microsoft.com/office/drawing/2014/main" id="{CF931993-DE82-2ED1-994C-FE81A06955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1" name="Oval 1521">
                <a:extLst>
                  <a:ext uri="{FF2B5EF4-FFF2-40B4-BE49-F238E27FC236}">
                    <a16:creationId xmlns:a16="http://schemas.microsoft.com/office/drawing/2014/main" id="{E96E22FB-9512-DC5D-E285-259E1D27D6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2" name="Freeform 1522">
                <a:extLst>
                  <a:ext uri="{FF2B5EF4-FFF2-40B4-BE49-F238E27FC236}">
                    <a16:creationId xmlns:a16="http://schemas.microsoft.com/office/drawing/2014/main" id="{587455A0-91CA-D266-5CDD-638772F7A7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3" name="Freeform 1523">
                <a:extLst>
                  <a:ext uri="{FF2B5EF4-FFF2-40B4-BE49-F238E27FC236}">
                    <a16:creationId xmlns:a16="http://schemas.microsoft.com/office/drawing/2014/main" id="{61B07242-3B2C-EE87-5913-8743D8E80C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4" name="Freeform 1524">
                <a:extLst>
                  <a:ext uri="{FF2B5EF4-FFF2-40B4-BE49-F238E27FC236}">
                    <a16:creationId xmlns:a16="http://schemas.microsoft.com/office/drawing/2014/main" id="{E16A5238-16B2-E4D7-7BAC-9DF94B9F14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5" name="Oval 1525">
                <a:extLst>
                  <a:ext uri="{FF2B5EF4-FFF2-40B4-BE49-F238E27FC236}">
                    <a16:creationId xmlns:a16="http://schemas.microsoft.com/office/drawing/2014/main" id="{2171E4A1-D260-60EF-DD56-A7ED83A07F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6" name="Group 1526">
              <a:extLst>
                <a:ext uri="{FF2B5EF4-FFF2-40B4-BE49-F238E27FC236}">
                  <a16:creationId xmlns:a16="http://schemas.microsoft.com/office/drawing/2014/main" id="{0051FBF5-EC60-B108-0D56-CD24D1A2D1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474" name="Oval 1527">
                <a:extLst>
                  <a:ext uri="{FF2B5EF4-FFF2-40B4-BE49-F238E27FC236}">
                    <a16:creationId xmlns:a16="http://schemas.microsoft.com/office/drawing/2014/main" id="{E21FC3BB-7CBF-40DA-3CA9-8A13FB9A1C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5" name="Oval 1528">
                <a:extLst>
                  <a:ext uri="{FF2B5EF4-FFF2-40B4-BE49-F238E27FC236}">
                    <a16:creationId xmlns:a16="http://schemas.microsoft.com/office/drawing/2014/main" id="{2CBB4158-558E-0E37-1C5A-2CC22CB2F0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6" name="Freeform 1529">
                <a:extLst>
                  <a:ext uri="{FF2B5EF4-FFF2-40B4-BE49-F238E27FC236}">
                    <a16:creationId xmlns:a16="http://schemas.microsoft.com/office/drawing/2014/main" id="{53EE4DBF-D1D2-F1DA-6749-6D829814AF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7" name="Freeform 1530">
                <a:extLst>
                  <a:ext uri="{FF2B5EF4-FFF2-40B4-BE49-F238E27FC236}">
                    <a16:creationId xmlns:a16="http://schemas.microsoft.com/office/drawing/2014/main" id="{B4FF3D15-4B45-CA0B-C422-0DD192B926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8" name="Freeform 1531">
                <a:extLst>
                  <a:ext uri="{FF2B5EF4-FFF2-40B4-BE49-F238E27FC236}">
                    <a16:creationId xmlns:a16="http://schemas.microsoft.com/office/drawing/2014/main" id="{11CD0ED3-5BD2-4A6E-AAE3-40C55A8520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9" name="Oval 1532">
                <a:extLst>
                  <a:ext uri="{FF2B5EF4-FFF2-40B4-BE49-F238E27FC236}">
                    <a16:creationId xmlns:a16="http://schemas.microsoft.com/office/drawing/2014/main" id="{5D1F5552-2047-0D81-B24E-B90B095344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7" name="Group 1533">
              <a:extLst>
                <a:ext uri="{FF2B5EF4-FFF2-40B4-BE49-F238E27FC236}">
                  <a16:creationId xmlns:a16="http://schemas.microsoft.com/office/drawing/2014/main" id="{DA6B7633-6520-F40D-C0BB-185B50DF65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468" name="Oval 1534">
                <a:extLst>
                  <a:ext uri="{FF2B5EF4-FFF2-40B4-BE49-F238E27FC236}">
                    <a16:creationId xmlns:a16="http://schemas.microsoft.com/office/drawing/2014/main" id="{44184E00-9124-EF6B-F927-1CE8BF4647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9" name="Oval 1535">
                <a:extLst>
                  <a:ext uri="{FF2B5EF4-FFF2-40B4-BE49-F238E27FC236}">
                    <a16:creationId xmlns:a16="http://schemas.microsoft.com/office/drawing/2014/main" id="{2426ADBB-6445-1DFF-6805-C10A57D23C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0" name="Freeform 1536">
                <a:extLst>
                  <a:ext uri="{FF2B5EF4-FFF2-40B4-BE49-F238E27FC236}">
                    <a16:creationId xmlns:a16="http://schemas.microsoft.com/office/drawing/2014/main" id="{682A5413-41B9-8BC1-D460-C9FE2D20C8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1" name="Freeform 1537">
                <a:extLst>
                  <a:ext uri="{FF2B5EF4-FFF2-40B4-BE49-F238E27FC236}">
                    <a16:creationId xmlns:a16="http://schemas.microsoft.com/office/drawing/2014/main" id="{BC0BC1EF-E2D5-3086-D4D0-B2875AC0CE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2" name="Freeform 1538">
                <a:extLst>
                  <a:ext uri="{FF2B5EF4-FFF2-40B4-BE49-F238E27FC236}">
                    <a16:creationId xmlns:a16="http://schemas.microsoft.com/office/drawing/2014/main" id="{00E2345C-2D50-482C-F40C-FC20D4A4AB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3" name="Oval 1539">
                <a:extLst>
                  <a:ext uri="{FF2B5EF4-FFF2-40B4-BE49-F238E27FC236}">
                    <a16:creationId xmlns:a16="http://schemas.microsoft.com/office/drawing/2014/main" id="{2B648983-BCCD-F62C-7863-2F71D477BC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8" name="Group 1540">
              <a:extLst>
                <a:ext uri="{FF2B5EF4-FFF2-40B4-BE49-F238E27FC236}">
                  <a16:creationId xmlns:a16="http://schemas.microsoft.com/office/drawing/2014/main" id="{29029DF6-E6AF-1E62-47A6-7A1A10A127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462" name="Oval 1541">
                <a:extLst>
                  <a:ext uri="{FF2B5EF4-FFF2-40B4-BE49-F238E27FC236}">
                    <a16:creationId xmlns:a16="http://schemas.microsoft.com/office/drawing/2014/main" id="{218A24C9-26F9-1719-F9CE-1C2BC75023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3" name="Oval 1542">
                <a:extLst>
                  <a:ext uri="{FF2B5EF4-FFF2-40B4-BE49-F238E27FC236}">
                    <a16:creationId xmlns:a16="http://schemas.microsoft.com/office/drawing/2014/main" id="{0930F7DB-ECDA-6028-E769-5BC7AF9B83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4" name="Freeform 1543">
                <a:extLst>
                  <a:ext uri="{FF2B5EF4-FFF2-40B4-BE49-F238E27FC236}">
                    <a16:creationId xmlns:a16="http://schemas.microsoft.com/office/drawing/2014/main" id="{A937FE8C-3B7A-5AEC-F6F3-6FB8CB79CF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" name="Freeform 1544">
                <a:extLst>
                  <a:ext uri="{FF2B5EF4-FFF2-40B4-BE49-F238E27FC236}">
                    <a16:creationId xmlns:a16="http://schemas.microsoft.com/office/drawing/2014/main" id="{30C1C46E-8B31-1997-0BC8-2E8A88DE39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" name="Freeform 1545">
                <a:extLst>
                  <a:ext uri="{FF2B5EF4-FFF2-40B4-BE49-F238E27FC236}">
                    <a16:creationId xmlns:a16="http://schemas.microsoft.com/office/drawing/2014/main" id="{02FA372C-3E0B-8AD3-D937-249B25F50B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" name="Oval 1546">
                <a:extLst>
                  <a:ext uri="{FF2B5EF4-FFF2-40B4-BE49-F238E27FC236}">
                    <a16:creationId xmlns:a16="http://schemas.microsoft.com/office/drawing/2014/main" id="{ECEE5C11-F010-717B-CF89-C3AC1A0BA8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9" name="Group 1547">
              <a:extLst>
                <a:ext uri="{FF2B5EF4-FFF2-40B4-BE49-F238E27FC236}">
                  <a16:creationId xmlns:a16="http://schemas.microsoft.com/office/drawing/2014/main" id="{C1577E78-7B50-1F0F-D488-5B091D301D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456" name="Oval 1548">
                <a:extLst>
                  <a:ext uri="{FF2B5EF4-FFF2-40B4-BE49-F238E27FC236}">
                    <a16:creationId xmlns:a16="http://schemas.microsoft.com/office/drawing/2014/main" id="{F8C7A9E5-6D17-AFFA-B7A4-9F6056A6BA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7" name="Oval 1549">
                <a:extLst>
                  <a:ext uri="{FF2B5EF4-FFF2-40B4-BE49-F238E27FC236}">
                    <a16:creationId xmlns:a16="http://schemas.microsoft.com/office/drawing/2014/main" id="{29C650CB-22C2-C977-B389-A2D00EED44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8" name="Freeform 1550">
                <a:extLst>
                  <a:ext uri="{FF2B5EF4-FFF2-40B4-BE49-F238E27FC236}">
                    <a16:creationId xmlns:a16="http://schemas.microsoft.com/office/drawing/2014/main" id="{E1513977-5D78-FC5F-38B2-B879840E28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" name="Freeform 1551">
                <a:extLst>
                  <a:ext uri="{FF2B5EF4-FFF2-40B4-BE49-F238E27FC236}">
                    <a16:creationId xmlns:a16="http://schemas.microsoft.com/office/drawing/2014/main" id="{74FFD843-489C-E96B-EA21-6839212153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" name="Freeform 1552">
                <a:extLst>
                  <a:ext uri="{FF2B5EF4-FFF2-40B4-BE49-F238E27FC236}">
                    <a16:creationId xmlns:a16="http://schemas.microsoft.com/office/drawing/2014/main" id="{5EAAA155-0397-F2CE-081C-0852F99405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" name="Oval 1553">
                <a:extLst>
                  <a:ext uri="{FF2B5EF4-FFF2-40B4-BE49-F238E27FC236}">
                    <a16:creationId xmlns:a16="http://schemas.microsoft.com/office/drawing/2014/main" id="{DAB19C14-B457-733F-AC66-16212F5EEF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0" name="Group 1554">
              <a:extLst>
                <a:ext uri="{FF2B5EF4-FFF2-40B4-BE49-F238E27FC236}">
                  <a16:creationId xmlns:a16="http://schemas.microsoft.com/office/drawing/2014/main" id="{93A6C8AA-53D3-7408-3E33-4AF0A9668A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450" name="Oval 1555">
                <a:extLst>
                  <a:ext uri="{FF2B5EF4-FFF2-40B4-BE49-F238E27FC236}">
                    <a16:creationId xmlns:a16="http://schemas.microsoft.com/office/drawing/2014/main" id="{B7FD3666-045A-FF94-41A8-4E548E2AFC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1" name="Oval 1556">
                <a:extLst>
                  <a:ext uri="{FF2B5EF4-FFF2-40B4-BE49-F238E27FC236}">
                    <a16:creationId xmlns:a16="http://schemas.microsoft.com/office/drawing/2014/main" id="{1ECF44AE-2B27-2CE1-A188-CF11C040A5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2" name="Freeform 1557">
                <a:extLst>
                  <a:ext uri="{FF2B5EF4-FFF2-40B4-BE49-F238E27FC236}">
                    <a16:creationId xmlns:a16="http://schemas.microsoft.com/office/drawing/2014/main" id="{342F49D7-18E0-6ECD-C01F-D124F0B475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" name="Freeform 1558">
                <a:extLst>
                  <a:ext uri="{FF2B5EF4-FFF2-40B4-BE49-F238E27FC236}">
                    <a16:creationId xmlns:a16="http://schemas.microsoft.com/office/drawing/2014/main" id="{2D050E08-4509-B012-05ED-6DE56D32E3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" name="Freeform 1559">
                <a:extLst>
                  <a:ext uri="{FF2B5EF4-FFF2-40B4-BE49-F238E27FC236}">
                    <a16:creationId xmlns:a16="http://schemas.microsoft.com/office/drawing/2014/main" id="{AB373084-B108-3F13-D9D7-4F712B165D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" name="Oval 1560">
                <a:extLst>
                  <a:ext uri="{FF2B5EF4-FFF2-40B4-BE49-F238E27FC236}">
                    <a16:creationId xmlns:a16="http://schemas.microsoft.com/office/drawing/2014/main" id="{CBC6267A-D1E6-FB1C-BD5F-DF7E28B4A3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1" name="Group 1561">
              <a:extLst>
                <a:ext uri="{FF2B5EF4-FFF2-40B4-BE49-F238E27FC236}">
                  <a16:creationId xmlns:a16="http://schemas.microsoft.com/office/drawing/2014/main" id="{F62E5D8A-D3DD-B92F-FC56-6A643D6CAD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444" name="Oval 1562">
                <a:extLst>
                  <a:ext uri="{FF2B5EF4-FFF2-40B4-BE49-F238E27FC236}">
                    <a16:creationId xmlns:a16="http://schemas.microsoft.com/office/drawing/2014/main" id="{65832833-70F4-3B63-5620-099BB45552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5" name="Oval 1563">
                <a:extLst>
                  <a:ext uri="{FF2B5EF4-FFF2-40B4-BE49-F238E27FC236}">
                    <a16:creationId xmlns:a16="http://schemas.microsoft.com/office/drawing/2014/main" id="{688C34C0-8128-FB65-7092-5C6A3674EA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6" name="Freeform 1564">
                <a:extLst>
                  <a:ext uri="{FF2B5EF4-FFF2-40B4-BE49-F238E27FC236}">
                    <a16:creationId xmlns:a16="http://schemas.microsoft.com/office/drawing/2014/main" id="{FF1958A4-784D-E1A2-EF25-A08C398CBC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" name="Freeform 1565">
                <a:extLst>
                  <a:ext uri="{FF2B5EF4-FFF2-40B4-BE49-F238E27FC236}">
                    <a16:creationId xmlns:a16="http://schemas.microsoft.com/office/drawing/2014/main" id="{6ED90BA6-8143-C4A3-222C-AB4CFC3626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" name="Freeform 1566">
                <a:extLst>
                  <a:ext uri="{FF2B5EF4-FFF2-40B4-BE49-F238E27FC236}">
                    <a16:creationId xmlns:a16="http://schemas.microsoft.com/office/drawing/2014/main" id="{45B04D82-B982-9190-84BE-B0B6AF8B52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" name="Oval 1567">
                <a:extLst>
                  <a:ext uri="{FF2B5EF4-FFF2-40B4-BE49-F238E27FC236}">
                    <a16:creationId xmlns:a16="http://schemas.microsoft.com/office/drawing/2014/main" id="{F69DDE08-B375-5C08-3A2F-440BEDA474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2" name="Group 1568">
              <a:extLst>
                <a:ext uri="{FF2B5EF4-FFF2-40B4-BE49-F238E27FC236}">
                  <a16:creationId xmlns:a16="http://schemas.microsoft.com/office/drawing/2014/main" id="{B34B4332-AE84-130C-45DA-DFDAD74290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438" name="Oval 1569">
                <a:extLst>
                  <a:ext uri="{FF2B5EF4-FFF2-40B4-BE49-F238E27FC236}">
                    <a16:creationId xmlns:a16="http://schemas.microsoft.com/office/drawing/2014/main" id="{C7BFB001-F4EA-8A16-2ED1-5E59877518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9" name="Oval 1570">
                <a:extLst>
                  <a:ext uri="{FF2B5EF4-FFF2-40B4-BE49-F238E27FC236}">
                    <a16:creationId xmlns:a16="http://schemas.microsoft.com/office/drawing/2014/main" id="{CB2B1E7B-99DC-857E-F7CA-67202F5E09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0" name="Freeform 1571">
                <a:extLst>
                  <a:ext uri="{FF2B5EF4-FFF2-40B4-BE49-F238E27FC236}">
                    <a16:creationId xmlns:a16="http://schemas.microsoft.com/office/drawing/2014/main" id="{EED07420-8A8E-2C5C-7A0D-753C2F8DCE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" name="Freeform 1572">
                <a:extLst>
                  <a:ext uri="{FF2B5EF4-FFF2-40B4-BE49-F238E27FC236}">
                    <a16:creationId xmlns:a16="http://schemas.microsoft.com/office/drawing/2014/main" id="{650ADC3F-9384-826F-5B22-E45A8A1E76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" name="Freeform 1573">
                <a:extLst>
                  <a:ext uri="{FF2B5EF4-FFF2-40B4-BE49-F238E27FC236}">
                    <a16:creationId xmlns:a16="http://schemas.microsoft.com/office/drawing/2014/main" id="{C643247C-D2B3-0850-316E-87515BDCC3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" name="Oval 1574">
                <a:extLst>
                  <a:ext uri="{FF2B5EF4-FFF2-40B4-BE49-F238E27FC236}">
                    <a16:creationId xmlns:a16="http://schemas.microsoft.com/office/drawing/2014/main" id="{2A32B963-A5C2-B261-190F-48FD81CB59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3" name="Group 1575">
              <a:extLst>
                <a:ext uri="{FF2B5EF4-FFF2-40B4-BE49-F238E27FC236}">
                  <a16:creationId xmlns:a16="http://schemas.microsoft.com/office/drawing/2014/main" id="{B2D2A8E7-D2A8-EDBE-0830-2B3CE38592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432" name="Oval 1576">
                <a:extLst>
                  <a:ext uri="{FF2B5EF4-FFF2-40B4-BE49-F238E27FC236}">
                    <a16:creationId xmlns:a16="http://schemas.microsoft.com/office/drawing/2014/main" id="{EF485BF5-1D5C-C584-AED5-A50A04AB49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3" name="Oval 1577">
                <a:extLst>
                  <a:ext uri="{FF2B5EF4-FFF2-40B4-BE49-F238E27FC236}">
                    <a16:creationId xmlns:a16="http://schemas.microsoft.com/office/drawing/2014/main" id="{FB1FE32A-97C8-796E-373C-252E979E00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4" name="Freeform 1578">
                <a:extLst>
                  <a:ext uri="{FF2B5EF4-FFF2-40B4-BE49-F238E27FC236}">
                    <a16:creationId xmlns:a16="http://schemas.microsoft.com/office/drawing/2014/main" id="{F036E4F2-AFF8-7560-164B-54775020A3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" name="Freeform 1579">
                <a:extLst>
                  <a:ext uri="{FF2B5EF4-FFF2-40B4-BE49-F238E27FC236}">
                    <a16:creationId xmlns:a16="http://schemas.microsoft.com/office/drawing/2014/main" id="{644F67E0-BBB7-EC99-5B13-F8F8CE074B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" name="Freeform 1580">
                <a:extLst>
                  <a:ext uri="{FF2B5EF4-FFF2-40B4-BE49-F238E27FC236}">
                    <a16:creationId xmlns:a16="http://schemas.microsoft.com/office/drawing/2014/main" id="{2DA98183-1286-B281-F377-75355F70BB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" name="Oval 1581">
                <a:extLst>
                  <a:ext uri="{FF2B5EF4-FFF2-40B4-BE49-F238E27FC236}">
                    <a16:creationId xmlns:a16="http://schemas.microsoft.com/office/drawing/2014/main" id="{093172D4-ABCB-6E4C-A437-D4D74B0F54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4" name="Group 1582">
              <a:extLst>
                <a:ext uri="{FF2B5EF4-FFF2-40B4-BE49-F238E27FC236}">
                  <a16:creationId xmlns:a16="http://schemas.microsoft.com/office/drawing/2014/main" id="{E7DAD352-903E-308B-341F-30E47D8844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426" name="Oval 1583">
                <a:extLst>
                  <a:ext uri="{FF2B5EF4-FFF2-40B4-BE49-F238E27FC236}">
                    <a16:creationId xmlns:a16="http://schemas.microsoft.com/office/drawing/2014/main" id="{4195FC6C-CDDE-B681-705A-DADB2BFF87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7" name="Oval 1584">
                <a:extLst>
                  <a:ext uri="{FF2B5EF4-FFF2-40B4-BE49-F238E27FC236}">
                    <a16:creationId xmlns:a16="http://schemas.microsoft.com/office/drawing/2014/main" id="{A6B3E614-56E8-D1DE-1867-547C931300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8" name="Freeform 1585">
                <a:extLst>
                  <a:ext uri="{FF2B5EF4-FFF2-40B4-BE49-F238E27FC236}">
                    <a16:creationId xmlns:a16="http://schemas.microsoft.com/office/drawing/2014/main" id="{F61AB039-3199-5BC7-1AE5-9124E1B337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" name="Freeform 1586">
                <a:extLst>
                  <a:ext uri="{FF2B5EF4-FFF2-40B4-BE49-F238E27FC236}">
                    <a16:creationId xmlns:a16="http://schemas.microsoft.com/office/drawing/2014/main" id="{59200CDC-B9E8-14A3-1A86-4D38BABA92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0" name="Freeform 1587">
                <a:extLst>
                  <a:ext uri="{FF2B5EF4-FFF2-40B4-BE49-F238E27FC236}">
                    <a16:creationId xmlns:a16="http://schemas.microsoft.com/office/drawing/2014/main" id="{0F6E3057-4842-565B-F501-8D87C27FC9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1" name="Oval 1588">
                <a:extLst>
                  <a:ext uri="{FF2B5EF4-FFF2-40B4-BE49-F238E27FC236}">
                    <a16:creationId xmlns:a16="http://schemas.microsoft.com/office/drawing/2014/main" id="{6833DF48-D3C5-038C-6DF0-B7739ABEAA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5" name="Group 1589">
              <a:extLst>
                <a:ext uri="{FF2B5EF4-FFF2-40B4-BE49-F238E27FC236}">
                  <a16:creationId xmlns:a16="http://schemas.microsoft.com/office/drawing/2014/main" id="{93AA1B3D-1855-FE38-593A-D88BED2747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420" name="Oval 1590">
                <a:extLst>
                  <a:ext uri="{FF2B5EF4-FFF2-40B4-BE49-F238E27FC236}">
                    <a16:creationId xmlns:a16="http://schemas.microsoft.com/office/drawing/2014/main" id="{9E754CCA-D59E-4CB8-AE76-4BCE124AB2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1" name="Oval 1591">
                <a:extLst>
                  <a:ext uri="{FF2B5EF4-FFF2-40B4-BE49-F238E27FC236}">
                    <a16:creationId xmlns:a16="http://schemas.microsoft.com/office/drawing/2014/main" id="{27A68466-67FD-25B6-03BD-B861CDEE1B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2" name="Freeform 1592">
                <a:extLst>
                  <a:ext uri="{FF2B5EF4-FFF2-40B4-BE49-F238E27FC236}">
                    <a16:creationId xmlns:a16="http://schemas.microsoft.com/office/drawing/2014/main" id="{EE2D949B-F1E2-3239-AE9E-A91A21D997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" name="Freeform 1593">
                <a:extLst>
                  <a:ext uri="{FF2B5EF4-FFF2-40B4-BE49-F238E27FC236}">
                    <a16:creationId xmlns:a16="http://schemas.microsoft.com/office/drawing/2014/main" id="{7C11E57C-4F46-FCBF-BA1F-1FB32975AC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" name="Freeform 1594">
                <a:extLst>
                  <a:ext uri="{FF2B5EF4-FFF2-40B4-BE49-F238E27FC236}">
                    <a16:creationId xmlns:a16="http://schemas.microsoft.com/office/drawing/2014/main" id="{BA9F1BFB-E54A-8D7A-3FBF-5856D5C65A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" name="Oval 1595">
                <a:extLst>
                  <a:ext uri="{FF2B5EF4-FFF2-40B4-BE49-F238E27FC236}">
                    <a16:creationId xmlns:a16="http://schemas.microsoft.com/office/drawing/2014/main" id="{347F654C-5818-440F-E18C-6784DE97F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6" name="Group 1596">
              <a:extLst>
                <a:ext uri="{FF2B5EF4-FFF2-40B4-BE49-F238E27FC236}">
                  <a16:creationId xmlns:a16="http://schemas.microsoft.com/office/drawing/2014/main" id="{BA0D28DF-18D9-1B27-A7E5-5F6973892C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414" name="Oval 1597">
                <a:extLst>
                  <a:ext uri="{FF2B5EF4-FFF2-40B4-BE49-F238E27FC236}">
                    <a16:creationId xmlns:a16="http://schemas.microsoft.com/office/drawing/2014/main" id="{F949D249-D1D2-88B0-A248-2BFF2D3563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5" name="Oval 1598">
                <a:extLst>
                  <a:ext uri="{FF2B5EF4-FFF2-40B4-BE49-F238E27FC236}">
                    <a16:creationId xmlns:a16="http://schemas.microsoft.com/office/drawing/2014/main" id="{967CAB89-66D2-3E40-AB9B-661400884D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6" name="Freeform 1599">
                <a:extLst>
                  <a:ext uri="{FF2B5EF4-FFF2-40B4-BE49-F238E27FC236}">
                    <a16:creationId xmlns:a16="http://schemas.microsoft.com/office/drawing/2014/main" id="{9CA1A027-93A4-2B39-5D20-D443B54549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" name="Freeform 1600">
                <a:extLst>
                  <a:ext uri="{FF2B5EF4-FFF2-40B4-BE49-F238E27FC236}">
                    <a16:creationId xmlns:a16="http://schemas.microsoft.com/office/drawing/2014/main" id="{312E4787-246A-452C-B80D-35A59AC391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" name="Freeform 1601">
                <a:extLst>
                  <a:ext uri="{FF2B5EF4-FFF2-40B4-BE49-F238E27FC236}">
                    <a16:creationId xmlns:a16="http://schemas.microsoft.com/office/drawing/2014/main" id="{60AF0E8A-4517-6EFD-1DFE-CF1D8EE545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" name="Oval 1602">
                <a:extLst>
                  <a:ext uri="{FF2B5EF4-FFF2-40B4-BE49-F238E27FC236}">
                    <a16:creationId xmlns:a16="http://schemas.microsoft.com/office/drawing/2014/main" id="{06DFA0ED-A60C-9AFF-6A13-9E816AB7BB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7" name="Group 1603">
              <a:extLst>
                <a:ext uri="{FF2B5EF4-FFF2-40B4-BE49-F238E27FC236}">
                  <a16:creationId xmlns:a16="http://schemas.microsoft.com/office/drawing/2014/main" id="{66EA0741-4FBA-600B-AE22-7245A68757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408" name="Oval 1604">
                <a:extLst>
                  <a:ext uri="{FF2B5EF4-FFF2-40B4-BE49-F238E27FC236}">
                    <a16:creationId xmlns:a16="http://schemas.microsoft.com/office/drawing/2014/main" id="{A76D7B30-8167-EE84-5829-B4014A5F6D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9" name="Oval 1605">
                <a:extLst>
                  <a:ext uri="{FF2B5EF4-FFF2-40B4-BE49-F238E27FC236}">
                    <a16:creationId xmlns:a16="http://schemas.microsoft.com/office/drawing/2014/main" id="{AE1E564D-20DD-8E5C-E5F8-DDEAF39D4B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0" name="Freeform 1606">
                <a:extLst>
                  <a:ext uri="{FF2B5EF4-FFF2-40B4-BE49-F238E27FC236}">
                    <a16:creationId xmlns:a16="http://schemas.microsoft.com/office/drawing/2014/main" id="{6E9AA861-ECB4-A3D4-EFB4-D23AA0B6CC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1" name="Freeform 1607">
                <a:extLst>
                  <a:ext uri="{FF2B5EF4-FFF2-40B4-BE49-F238E27FC236}">
                    <a16:creationId xmlns:a16="http://schemas.microsoft.com/office/drawing/2014/main" id="{5081E9A1-BD5A-33DB-886F-7B80BD1705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2" name="Freeform 1608">
                <a:extLst>
                  <a:ext uri="{FF2B5EF4-FFF2-40B4-BE49-F238E27FC236}">
                    <a16:creationId xmlns:a16="http://schemas.microsoft.com/office/drawing/2014/main" id="{0EE54273-1020-24AC-FAD6-D32DC9BF99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" name="Oval 1609">
                <a:extLst>
                  <a:ext uri="{FF2B5EF4-FFF2-40B4-BE49-F238E27FC236}">
                    <a16:creationId xmlns:a16="http://schemas.microsoft.com/office/drawing/2014/main" id="{51EEB540-E2B2-1ED1-AAE1-EBF99F1CD1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1717" name="CuadroTexto 1716">
            <a:extLst>
              <a:ext uri="{FF2B5EF4-FFF2-40B4-BE49-F238E27FC236}">
                <a16:creationId xmlns:a16="http://schemas.microsoft.com/office/drawing/2014/main" id="{53337121-C729-EC68-FE98-0CF1702A5C42}"/>
              </a:ext>
            </a:extLst>
          </p:cNvPr>
          <p:cNvSpPr txBox="1"/>
          <p:nvPr/>
        </p:nvSpPr>
        <p:spPr>
          <a:xfrm>
            <a:off x="1138712" y="3736120"/>
            <a:ext cx="9460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Fosfolípidos</a:t>
            </a:r>
          </a:p>
        </p:txBody>
      </p:sp>
      <p:sp>
        <p:nvSpPr>
          <p:cNvPr id="1863" name="CuadroTexto 1862">
            <a:extLst>
              <a:ext uri="{FF2B5EF4-FFF2-40B4-BE49-F238E27FC236}">
                <a16:creationId xmlns:a16="http://schemas.microsoft.com/office/drawing/2014/main" id="{2CA6D15E-7C6A-7A07-63F9-7E583C2924A0}"/>
              </a:ext>
            </a:extLst>
          </p:cNvPr>
          <p:cNvSpPr txBox="1"/>
          <p:nvPr/>
        </p:nvSpPr>
        <p:spPr>
          <a:xfrm>
            <a:off x="3379518" y="5100040"/>
            <a:ext cx="853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5" name="CuadroTexto 1864">
            <a:extLst>
              <a:ext uri="{FF2B5EF4-FFF2-40B4-BE49-F238E27FC236}">
                <a16:creationId xmlns:a16="http://schemas.microsoft.com/office/drawing/2014/main" id="{ABD2164F-6F06-E465-AABD-B7BA1A42E6F5}"/>
              </a:ext>
            </a:extLst>
          </p:cNvPr>
          <p:cNvSpPr txBox="1"/>
          <p:nvPr/>
        </p:nvSpPr>
        <p:spPr>
          <a:xfrm>
            <a:off x="150764" y="5100040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Glucógeno</a:t>
            </a:r>
          </a:p>
        </p:txBody>
      </p:sp>
      <p:sp>
        <p:nvSpPr>
          <p:cNvPr id="1866" name="CuadroTexto 1865">
            <a:extLst>
              <a:ext uri="{FF2B5EF4-FFF2-40B4-BE49-F238E27FC236}">
                <a16:creationId xmlns:a16="http://schemas.microsoft.com/office/drawing/2014/main" id="{7CC1E37F-9905-4E57-7989-DCEA279BA4A2}"/>
              </a:ext>
            </a:extLst>
          </p:cNvPr>
          <p:cNvSpPr txBox="1"/>
          <p:nvPr/>
        </p:nvSpPr>
        <p:spPr>
          <a:xfrm>
            <a:off x="1382369" y="5100040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sp>
        <p:nvSpPr>
          <p:cNvPr id="1867" name="CuadroTexto 1866">
            <a:extLst>
              <a:ext uri="{FF2B5EF4-FFF2-40B4-BE49-F238E27FC236}">
                <a16:creationId xmlns:a16="http://schemas.microsoft.com/office/drawing/2014/main" id="{1FDFA5DC-5536-C5F2-52E9-CA74054D250D}"/>
              </a:ext>
            </a:extLst>
          </p:cNvPr>
          <p:cNvSpPr txBox="1"/>
          <p:nvPr/>
        </p:nvSpPr>
        <p:spPr>
          <a:xfrm>
            <a:off x="2380943" y="5100040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Piruvato</a:t>
            </a:r>
          </a:p>
        </p:txBody>
      </p:sp>
      <p:sp>
        <p:nvSpPr>
          <p:cNvPr id="1870" name="CuadroTexto 1869">
            <a:extLst>
              <a:ext uri="{FF2B5EF4-FFF2-40B4-BE49-F238E27FC236}">
                <a16:creationId xmlns:a16="http://schemas.microsoft.com/office/drawing/2014/main" id="{37DB3997-0F73-56B9-7D68-E921698FEDB5}"/>
              </a:ext>
            </a:extLst>
          </p:cNvPr>
          <p:cNvSpPr txBox="1"/>
          <p:nvPr/>
        </p:nvSpPr>
        <p:spPr>
          <a:xfrm>
            <a:off x="236524" y="4646385"/>
            <a:ext cx="696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Almidón</a:t>
            </a:r>
          </a:p>
        </p:txBody>
      </p:sp>
      <p:sp>
        <p:nvSpPr>
          <p:cNvPr id="1871" name="CuadroTexto 1870">
            <a:extLst>
              <a:ext uri="{FF2B5EF4-FFF2-40B4-BE49-F238E27FC236}">
                <a16:creationId xmlns:a16="http://schemas.microsoft.com/office/drawing/2014/main" id="{FD38AD55-3F4E-03F1-B731-A69722B1F630}"/>
              </a:ext>
            </a:extLst>
          </p:cNvPr>
          <p:cNvSpPr txBox="1"/>
          <p:nvPr/>
        </p:nvSpPr>
        <p:spPr>
          <a:xfrm>
            <a:off x="194044" y="5553695"/>
            <a:ext cx="7809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Sacarosa</a:t>
            </a:r>
          </a:p>
        </p:txBody>
      </p:sp>
      <p:sp>
        <p:nvSpPr>
          <p:cNvPr id="1872" name="CuadroTexto 1871">
            <a:extLst>
              <a:ext uri="{FF2B5EF4-FFF2-40B4-BE49-F238E27FC236}">
                <a16:creationId xmlns:a16="http://schemas.microsoft.com/office/drawing/2014/main" id="{B8533F3F-D2D9-4ECF-6F56-91E8E77CE403}"/>
              </a:ext>
            </a:extLst>
          </p:cNvPr>
          <p:cNvSpPr txBox="1"/>
          <p:nvPr/>
        </p:nvSpPr>
        <p:spPr>
          <a:xfrm>
            <a:off x="1404811" y="4645400"/>
            <a:ext cx="657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Alanina</a:t>
            </a:r>
          </a:p>
        </p:txBody>
      </p:sp>
      <p:sp>
        <p:nvSpPr>
          <p:cNvPr id="1877" name="CuadroTexto 1876">
            <a:extLst>
              <a:ext uri="{FF2B5EF4-FFF2-40B4-BE49-F238E27FC236}">
                <a16:creationId xmlns:a16="http://schemas.microsoft.com/office/drawing/2014/main" id="{755CC54A-339E-EE4A-F192-5D8415D6254B}"/>
              </a:ext>
            </a:extLst>
          </p:cNvPr>
          <p:cNvSpPr txBox="1"/>
          <p:nvPr/>
        </p:nvSpPr>
        <p:spPr>
          <a:xfrm>
            <a:off x="1436871" y="5553695"/>
            <a:ext cx="5934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Serina</a:t>
            </a:r>
          </a:p>
        </p:txBody>
      </p:sp>
      <p:sp>
        <p:nvSpPr>
          <p:cNvPr id="1878" name="CuadroTexto 1877">
            <a:extLst>
              <a:ext uri="{FF2B5EF4-FFF2-40B4-BE49-F238E27FC236}">
                <a16:creationId xmlns:a16="http://schemas.microsoft.com/office/drawing/2014/main" id="{9E64F10D-12BA-9D43-630E-A2DB33293368}"/>
              </a:ext>
            </a:extLst>
          </p:cNvPr>
          <p:cNvSpPr txBox="1"/>
          <p:nvPr/>
        </p:nvSpPr>
        <p:spPr>
          <a:xfrm>
            <a:off x="2257511" y="4645400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Fenilalanina</a:t>
            </a:r>
          </a:p>
        </p:txBody>
      </p:sp>
      <p:sp>
        <p:nvSpPr>
          <p:cNvPr id="1879" name="CuadroTexto 1878">
            <a:extLst>
              <a:ext uri="{FF2B5EF4-FFF2-40B4-BE49-F238E27FC236}">
                <a16:creationId xmlns:a16="http://schemas.microsoft.com/office/drawing/2014/main" id="{4452B367-928E-55B8-34D9-C36688111222}"/>
              </a:ext>
            </a:extLst>
          </p:cNvPr>
          <p:cNvSpPr txBox="1"/>
          <p:nvPr/>
        </p:nvSpPr>
        <p:spPr>
          <a:xfrm>
            <a:off x="2392163" y="5553695"/>
            <a:ext cx="6799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Leucina</a:t>
            </a:r>
          </a:p>
        </p:txBody>
      </p:sp>
      <p:sp>
        <p:nvSpPr>
          <p:cNvPr id="1881" name="CuadroTexto 1880">
            <a:extLst>
              <a:ext uri="{FF2B5EF4-FFF2-40B4-BE49-F238E27FC236}">
                <a16:creationId xmlns:a16="http://schemas.microsoft.com/office/drawing/2014/main" id="{9D80C6C5-7E6E-050E-2337-930E1050CB7A}"/>
              </a:ext>
            </a:extLst>
          </p:cNvPr>
          <p:cNvSpPr txBox="1"/>
          <p:nvPr/>
        </p:nvSpPr>
        <p:spPr>
          <a:xfrm>
            <a:off x="437861" y="4190760"/>
            <a:ext cx="11608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Triacilgliceroles</a:t>
            </a:r>
          </a:p>
        </p:txBody>
      </p:sp>
      <p:sp>
        <p:nvSpPr>
          <p:cNvPr id="1882" name="CuadroTexto 1881">
            <a:extLst>
              <a:ext uri="{FF2B5EF4-FFF2-40B4-BE49-F238E27FC236}">
                <a16:creationId xmlns:a16="http://schemas.microsoft.com/office/drawing/2014/main" id="{2B5C967C-1B91-755E-61A5-75AA6A3A6965}"/>
              </a:ext>
            </a:extLst>
          </p:cNvPr>
          <p:cNvSpPr txBox="1"/>
          <p:nvPr/>
        </p:nvSpPr>
        <p:spPr>
          <a:xfrm>
            <a:off x="2196596" y="4190760"/>
            <a:ext cx="10711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Ácidos grasos</a:t>
            </a:r>
          </a:p>
        </p:txBody>
      </p:sp>
      <p:sp>
        <p:nvSpPr>
          <p:cNvPr id="1884" name="CuadroTexto 1883">
            <a:extLst>
              <a:ext uri="{FF2B5EF4-FFF2-40B4-BE49-F238E27FC236}">
                <a16:creationId xmlns:a16="http://schemas.microsoft.com/office/drawing/2014/main" id="{931B99BB-D5FF-4AF1-D043-B7A5E53B9627}"/>
              </a:ext>
            </a:extLst>
          </p:cNvPr>
          <p:cNvSpPr txBox="1"/>
          <p:nvPr/>
        </p:nvSpPr>
        <p:spPr>
          <a:xfrm>
            <a:off x="4528776" y="5100040"/>
            <a:ext cx="1197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Acetoacetil-CoA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7" name="CuadroTexto 1886">
            <a:extLst>
              <a:ext uri="{FF2B5EF4-FFF2-40B4-BE49-F238E27FC236}">
                <a16:creationId xmlns:a16="http://schemas.microsoft.com/office/drawing/2014/main" id="{AE08D5D9-1867-2ADB-E0F6-B6D3DBA3816F}"/>
              </a:ext>
            </a:extLst>
          </p:cNvPr>
          <p:cNvSpPr txBox="1"/>
          <p:nvPr/>
        </p:nvSpPr>
        <p:spPr>
          <a:xfrm>
            <a:off x="4964605" y="5553695"/>
            <a:ext cx="10711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Ácidos grasos</a:t>
            </a:r>
          </a:p>
        </p:txBody>
      </p:sp>
      <p:sp>
        <p:nvSpPr>
          <p:cNvPr id="1888" name="CuadroTexto 1887">
            <a:extLst>
              <a:ext uri="{FF2B5EF4-FFF2-40B4-BE49-F238E27FC236}">
                <a16:creationId xmlns:a16="http://schemas.microsoft.com/office/drawing/2014/main" id="{CC965F21-139B-1A4A-68A5-6154747928FE}"/>
              </a:ext>
            </a:extLst>
          </p:cNvPr>
          <p:cNvSpPr txBox="1"/>
          <p:nvPr/>
        </p:nvSpPr>
        <p:spPr>
          <a:xfrm>
            <a:off x="6425021" y="5553695"/>
            <a:ext cx="11608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Triacilgliceroles</a:t>
            </a:r>
          </a:p>
        </p:txBody>
      </p:sp>
      <p:sp>
        <p:nvSpPr>
          <p:cNvPr id="1890" name="CuadroTexto 1889">
            <a:extLst>
              <a:ext uri="{FF2B5EF4-FFF2-40B4-BE49-F238E27FC236}">
                <a16:creationId xmlns:a16="http://schemas.microsoft.com/office/drawing/2014/main" id="{FB9B7E63-FD2B-7669-AFF7-B97C436FA4E8}"/>
              </a:ext>
            </a:extLst>
          </p:cNvPr>
          <p:cNvSpPr txBox="1"/>
          <p:nvPr/>
        </p:nvSpPr>
        <p:spPr>
          <a:xfrm>
            <a:off x="5121459" y="6013453"/>
            <a:ext cx="13035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CDP-diacilglicerol</a:t>
            </a:r>
          </a:p>
        </p:txBody>
      </p:sp>
      <p:sp>
        <p:nvSpPr>
          <p:cNvPr id="1893" name="CuadroTexto 1892">
            <a:extLst>
              <a:ext uri="{FF2B5EF4-FFF2-40B4-BE49-F238E27FC236}">
                <a16:creationId xmlns:a16="http://schemas.microsoft.com/office/drawing/2014/main" id="{E0C179BC-943E-BDBD-83A3-B5D3ADF3F7F6}"/>
              </a:ext>
            </a:extLst>
          </p:cNvPr>
          <p:cNvSpPr txBox="1"/>
          <p:nvPr/>
        </p:nvSpPr>
        <p:spPr>
          <a:xfrm>
            <a:off x="6691882" y="6007350"/>
            <a:ext cx="9460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Fosfolípidos</a:t>
            </a:r>
          </a:p>
        </p:txBody>
      </p:sp>
      <p:sp>
        <p:nvSpPr>
          <p:cNvPr id="1894" name="CuadroTexto 1893">
            <a:extLst>
              <a:ext uri="{FF2B5EF4-FFF2-40B4-BE49-F238E27FC236}">
                <a16:creationId xmlns:a16="http://schemas.microsoft.com/office/drawing/2014/main" id="{F1A05687-D242-7661-BB3A-519D79F39D09}"/>
              </a:ext>
            </a:extLst>
          </p:cNvPr>
          <p:cNvSpPr txBox="1"/>
          <p:nvPr/>
        </p:nvSpPr>
        <p:spPr>
          <a:xfrm>
            <a:off x="6022679" y="5100040"/>
            <a:ext cx="10262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Eicosanoides</a:t>
            </a:r>
          </a:p>
        </p:txBody>
      </p:sp>
      <p:sp>
        <p:nvSpPr>
          <p:cNvPr id="1895" name="CuadroTexto 1894">
            <a:extLst>
              <a:ext uri="{FF2B5EF4-FFF2-40B4-BE49-F238E27FC236}">
                <a16:creationId xmlns:a16="http://schemas.microsoft.com/office/drawing/2014/main" id="{87047931-8C1B-975F-F605-812CFC71E71E}"/>
              </a:ext>
            </a:extLst>
          </p:cNvPr>
          <p:cNvSpPr txBox="1"/>
          <p:nvPr/>
        </p:nvSpPr>
        <p:spPr>
          <a:xfrm>
            <a:off x="4964605" y="4645400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Mevalolato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6" name="CuadroTexto 1895">
            <a:extLst>
              <a:ext uri="{FF2B5EF4-FFF2-40B4-BE49-F238E27FC236}">
                <a16:creationId xmlns:a16="http://schemas.microsoft.com/office/drawing/2014/main" id="{0D554CDD-63E9-C3C2-7E90-F22ED45A1527}"/>
              </a:ext>
            </a:extLst>
          </p:cNvPr>
          <p:cNvSpPr txBox="1"/>
          <p:nvPr/>
        </p:nvSpPr>
        <p:spPr>
          <a:xfrm>
            <a:off x="5500168" y="4190760"/>
            <a:ext cx="5068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IPPP</a:t>
            </a:r>
          </a:p>
        </p:txBody>
      </p:sp>
      <p:sp>
        <p:nvSpPr>
          <p:cNvPr id="1897" name="CuadroTexto 1896">
            <a:extLst>
              <a:ext uri="{FF2B5EF4-FFF2-40B4-BE49-F238E27FC236}">
                <a16:creationId xmlns:a16="http://schemas.microsoft.com/office/drawing/2014/main" id="{146BE78F-35AB-F793-F91C-7CFB3908885F}"/>
              </a:ext>
            </a:extLst>
          </p:cNvPr>
          <p:cNvSpPr txBox="1"/>
          <p:nvPr/>
        </p:nvSpPr>
        <p:spPr>
          <a:xfrm>
            <a:off x="6155895" y="3736120"/>
            <a:ext cx="10246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Carotenoides</a:t>
            </a:r>
          </a:p>
        </p:txBody>
      </p:sp>
      <p:sp>
        <p:nvSpPr>
          <p:cNvPr id="1898" name="CuadroTexto 1897">
            <a:extLst>
              <a:ext uri="{FF2B5EF4-FFF2-40B4-BE49-F238E27FC236}">
                <a16:creationId xmlns:a16="http://schemas.microsoft.com/office/drawing/2014/main" id="{B8116749-AAD5-D9A0-3C9A-0D168D5F04D0}"/>
              </a:ext>
            </a:extLst>
          </p:cNvPr>
          <p:cNvSpPr txBox="1"/>
          <p:nvPr/>
        </p:nvSpPr>
        <p:spPr>
          <a:xfrm>
            <a:off x="6438447" y="4190760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Colesterol</a:t>
            </a:r>
          </a:p>
        </p:txBody>
      </p:sp>
      <p:cxnSp>
        <p:nvCxnSpPr>
          <p:cNvPr id="1900" name="Conector recto de flecha 1899">
            <a:extLst>
              <a:ext uri="{FF2B5EF4-FFF2-40B4-BE49-F238E27FC236}">
                <a16:creationId xmlns:a16="http://schemas.microsoft.com/office/drawing/2014/main" id="{50C63FF7-CECB-6428-7EE9-68725B1943E9}"/>
              </a:ext>
            </a:extLst>
          </p:cNvPr>
          <p:cNvCxnSpPr>
            <a:stCxn id="1717" idx="3"/>
            <a:endCxn id="1882" idx="0"/>
          </p:cNvCxnSpPr>
          <p:nvPr/>
        </p:nvCxnSpPr>
        <p:spPr>
          <a:xfrm>
            <a:off x="2084805" y="3866925"/>
            <a:ext cx="647355" cy="3238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1" name="Conector recto de flecha 1900">
            <a:extLst>
              <a:ext uri="{FF2B5EF4-FFF2-40B4-BE49-F238E27FC236}">
                <a16:creationId xmlns:a16="http://schemas.microsoft.com/office/drawing/2014/main" id="{BEF62F19-446F-F567-3420-975922EE79FA}"/>
              </a:ext>
            </a:extLst>
          </p:cNvPr>
          <p:cNvCxnSpPr>
            <a:cxnSpLocks/>
            <a:stCxn id="1881" idx="3"/>
            <a:endCxn id="1882" idx="1"/>
          </p:cNvCxnSpPr>
          <p:nvPr/>
        </p:nvCxnSpPr>
        <p:spPr>
          <a:xfrm>
            <a:off x="1598756" y="4321565"/>
            <a:ext cx="5978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7" name="Conector recto de flecha 1906">
            <a:extLst>
              <a:ext uri="{FF2B5EF4-FFF2-40B4-BE49-F238E27FC236}">
                <a16:creationId xmlns:a16="http://schemas.microsoft.com/office/drawing/2014/main" id="{24E656BD-337E-B687-CCCD-A04A2BA2C694}"/>
              </a:ext>
            </a:extLst>
          </p:cNvPr>
          <p:cNvCxnSpPr>
            <a:cxnSpLocks/>
            <a:stCxn id="1882" idx="2"/>
            <a:endCxn id="1863" idx="0"/>
          </p:cNvCxnSpPr>
          <p:nvPr/>
        </p:nvCxnSpPr>
        <p:spPr>
          <a:xfrm>
            <a:off x="2732160" y="4452370"/>
            <a:ext cx="1073918" cy="6476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0" name="Conector recto de flecha 1909">
            <a:extLst>
              <a:ext uri="{FF2B5EF4-FFF2-40B4-BE49-F238E27FC236}">
                <a16:creationId xmlns:a16="http://schemas.microsoft.com/office/drawing/2014/main" id="{D2C3A1F1-DBB2-5DF1-4B95-6CEE32B030CA}"/>
              </a:ext>
            </a:extLst>
          </p:cNvPr>
          <p:cNvCxnSpPr>
            <a:cxnSpLocks/>
            <a:stCxn id="1870" idx="3"/>
            <a:endCxn id="1866" idx="0"/>
          </p:cNvCxnSpPr>
          <p:nvPr/>
        </p:nvCxnSpPr>
        <p:spPr>
          <a:xfrm>
            <a:off x="932548" y="4777190"/>
            <a:ext cx="801039" cy="322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3" name="Conector recto de flecha 1912">
            <a:extLst>
              <a:ext uri="{FF2B5EF4-FFF2-40B4-BE49-F238E27FC236}">
                <a16:creationId xmlns:a16="http://schemas.microsoft.com/office/drawing/2014/main" id="{CC410AAD-337F-9791-B5EC-A9BB28385E3D}"/>
              </a:ext>
            </a:extLst>
          </p:cNvPr>
          <p:cNvCxnSpPr>
            <a:cxnSpLocks/>
            <a:stCxn id="1865" idx="3"/>
            <a:endCxn id="1866" idx="1"/>
          </p:cNvCxnSpPr>
          <p:nvPr/>
        </p:nvCxnSpPr>
        <p:spPr>
          <a:xfrm>
            <a:off x="1018309" y="5230845"/>
            <a:ext cx="3640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8" name="Conector recto de flecha 1917">
            <a:extLst>
              <a:ext uri="{FF2B5EF4-FFF2-40B4-BE49-F238E27FC236}">
                <a16:creationId xmlns:a16="http://schemas.microsoft.com/office/drawing/2014/main" id="{D6A57E1E-FB01-BE13-F2ED-118FDE62700C}"/>
              </a:ext>
            </a:extLst>
          </p:cNvPr>
          <p:cNvCxnSpPr>
            <a:cxnSpLocks/>
            <a:stCxn id="1871" idx="3"/>
            <a:endCxn id="1866" idx="2"/>
          </p:cNvCxnSpPr>
          <p:nvPr/>
        </p:nvCxnSpPr>
        <p:spPr>
          <a:xfrm flipV="1">
            <a:off x="975027" y="5361650"/>
            <a:ext cx="758560" cy="322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2" name="Conector recto de flecha 1921">
            <a:extLst>
              <a:ext uri="{FF2B5EF4-FFF2-40B4-BE49-F238E27FC236}">
                <a16:creationId xmlns:a16="http://schemas.microsoft.com/office/drawing/2014/main" id="{3589E03B-B267-2CCA-56BE-2890470C78C3}"/>
              </a:ext>
            </a:extLst>
          </p:cNvPr>
          <p:cNvCxnSpPr>
            <a:cxnSpLocks/>
            <a:stCxn id="1877" idx="3"/>
            <a:endCxn id="1867" idx="2"/>
          </p:cNvCxnSpPr>
          <p:nvPr/>
        </p:nvCxnSpPr>
        <p:spPr>
          <a:xfrm flipV="1">
            <a:off x="2030303" y="5361650"/>
            <a:ext cx="701858" cy="322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5" name="Conector recto de flecha 1924">
            <a:extLst>
              <a:ext uri="{FF2B5EF4-FFF2-40B4-BE49-F238E27FC236}">
                <a16:creationId xmlns:a16="http://schemas.microsoft.com/office/drawing/2014/main" id="{6696B6A5-40ED-2185-88C9-D4746A7C75EF}"/>
              </a:ext>
            </a:extLst>
          </p:cNvPr>
          <p:cNvCxnSpPr>
            <a:cxnSpLocks/>
            <a:stCxn id="1866" idx="3"/>
            <a:endCxn id="1867" idx="1"/>
          </p:cNvCxnSpPr>
          <p:nvPr/>
        </p:nvCxnSpPr>
        <p:spPr>
          <a:xfrm>
            <a:off x="2084805" y="5230845"/>
            <a:ext cx="2961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9" name="Conector recto de flecha 1928">
            <a:extLst>
              <a:ext uri="{FF2B5EF4-FFF2-40B4-BE49-F238E27FC236}">
                <a16:creationId xmlns:a16="http://schemas.microsoft.com/office/drawing/2014/main" id="{65BF31D9-FEFE-D8D9-6EE7-1D04399D53CA}"/>
              </a:ext>
            </a:extLst>
          </p:cNvPr>
          <p:cNvCxnSpPr>
            <a:cxnSpLocks/>
            <a:stCxn id="1872" idx="3"/>
            <a:endCxn id="1867" idx="0"/>
          </p:cNvCxnSpPr>
          <p:nvPr/>
        </p:nvCxnSpPr>
        <p:spPr>
          <a:xfrm>
            <a:off x="2062363" y="4776205"/>
            <a:ext cx="669798" cy="3238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2" name="Conector recto de flecha 1931">
            <a:extLst>
              <a:ext uri="{FF2B5EF4-FFF2-40B4-BE49-F238E27FC236}">
                <a16:creationId xmlns:a16="http://schemas.microsoft.com/office/drawing/2014/main" id="{04DB6E38-1AE2-17E3-2DEA-38601812F96C}"/>
              </a:ext>
            </a:extLst>
          </p:cNvPr>
          <p:cNvCxnSpPr>
            <a:cxnSpLocks/>
            <a:stCxn id="1878" idx="2"/>
            <a:endCxn id="1863" idx="1"/>
          </p:cNvCxnSpPr>
          <p:nvPr/>
        </p:nvCxnSpPr>
        <p:spPr>
          <a:xfrm>
            <a:off x="2732161" y="4907010"/>
            <a:ext cx="647357" cy="3238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8" name="Conector recto de flecha 1937">
            <a:extLst>
              <a:ext uri="{FF2B5EF4-FFF2-40B4-BE49-F238E27FC236}">
                <a16:creationId xmlns:a16="http://schemas.microsoft.com/office/drawing/2014/main" id="{B02889B4-D332-D5A8-3C25-F9345FEC845A}"/>
              </a:ext>
            </a:extLst>
          </p:cNvPr>
          <p:cNvCxnSpPr>
            <a:cxnSpLocks/>
            <a:stCxn id="1879" idx="3"/>
            <a:endCxn id="1863" idx="1"/>
          </p:cNvCxnSpPr>
          <p:nvPr/>
        </p:nvCxnSpPr>
        <p:spPr>
          <a:xfrm flipV="1">
            <a:off x="3072157" y="5230845"/>
            <a:ext cx="307361" cy="4536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2" name="Conector recto de flecha 1941">
            <a:extLst>
              <a:ext uri="{FF2B5EF4-FFF2-40B4-BE49-F238E27FC236}">
                <a16:creationId xmlns:a16="http://schemas.microsoft.com/office/drawing/2014/main" id="{DB4214A4-1C61-BD9D-5B5A-108C4D031DD7}"/>
              </a:ext>
            </a:extLst>
          </p:cNvPr>
          <p:cNvCxnSpPr>
            <a:cxnSpLocks/>
            <a:stCxn id="1863" idx="3"/>
            <a:endCxn id="1884" idx="1"/>
          </p:cNvCxnSpPr>
          <p:nvPr/>
        </p:nvCxnSpPr>
        <p:spPr>
          <a:xfrm>
            <a:off x="4232637" y="5230845"/>
            <a:ext cx="296139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7" name="Conector recto de flecha 1946">
            <a:extLst>
              <a:ext uri="{FF2B5EF4-FFF2-40B4-BE49-F238E27FC236}">
                <a16:creationId xmlns:a16="http://schemas.microsoft.com/office/drawing/2014/main" id="{A00E00A0-6B13-DF05-24F4-873CCCD645D5}"/>
              </a:ext>
            </a:extLst>
          </p:cNvPr>
          <p:cNvCxnSpPr>
            <a:cxnSpLocks/>
            <a:stCxn id="1884" idx="0"/>
            <a:endCxn id="1895" idx="2"/>
          </p:cNvCxnSpPr>
          <p:nvPr/>
        </p:nvCxnSpPr>
        <p:spPr>
          <a:xfrm flipV="1">
            <a:off x="5127658" y="4907010"/>
            <a:ext cx="270720" cy="19303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1" name="Conector recto de flecha 1950">
            <a:extLst>
              <a:ext uri="{FF2B5EF4-FFF2-40B4-BE49-F238E27FC236}">
                <a16:creationId xmlns:a16="http://schemas.microsoft.com/office/drawing/2014/main" id="{D4C43AF9-E19E-EA3B-3398-3628E874B2CB}"/>
              </a:ext>
            </a:extLst>
          </p:cNvPr>
          <p:cNvCxnSpPr>
            <a:cxnSpLocks/>
            <a:stCxn id="1895" idx="0"/>
            <a:endCxn id="1896" idx="2"/>
          </p:cNvCxnSpPr>
          <p:nvPr/>
        </p:nvCxnSpPr>
        <p:spPr>
          <a:xfrm flipV="1">
            <a:off x="5398378" y="4452370"/>
            <a:ext cx="355225" cy="19303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6" name="CuadroTexto 1955">
            <a:extLst>
              <a:ext uri="{FF2B5EF4-FFF2-40B4-BE49-F238E27FC236}">
                <a16:creationId xmlns:a16="http://schemas.microsoft.com/office/drawing/2014/main" id="{F291FD27-9B82-9169-A4C4-15E6476E14E8}"/>
              </a:ext>
            </a:extLst>
          </p:cNvPr>
          <p:cNvSpPr txBox="1"/>
          <p:nvPr/>
        </p:nvSpPr>
        <p:spPr>
          <a:xfrm>
            <a:off x="6045121" y="4645400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Vitamina K</a:t>
            </a:r>
          </a:p>
        </p:txBody>
      </p:sp>
      <p:cxnSp>
        <p:nvCxnSpPr>
          <p:cNvPr id="1957" name="Conector recto de flecha 1956">
            <a:extLst>
              <a:ext uri="{FF2B5EF4-FFF2-40B4-BE49-F238E27FC236}">
                <a16:creationId xmlns:a16="http://schemas.microsoft.com/office/drawing/2014/main" id="{064DD09E-BBB1-25CF-5085-30F8B3A63A2E}"/>
              </a:ext>
            </a:extLst>
          </p:cNvPr>
          <p:cNvCxnSpPr>
            <a:cxnSpLocks/>
            <a:stCxn id="1896" idx="0"/>
            <a:endCxn id="1897" idx="1"/>
          </p:cNvCxnSpPr>
          <p:nvPr/>
        </p:nvCxnSpPr>
        <p:spPr>
          <a:xfrm flipV="1">
            <a:off x="5753603" y="3866925"/>
            <a:ext cx="402292" cy="32383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0" name="Conector recto de flecha 1959">
            <a:extLst>
              <a:ext uri="{FF2B5EF4-FFF2-40B4-BE49-F238E27FC236}">
                <a16:creationId xmlns:a16="http://schemas.microsoft.com/office/drawing/2014/main" id="{43CD25DB-67BA-90A5-A348-610780D44C7C}"/>
              </a:ext>
            </a:extLst>
          </p:cNvPr>
          <p:cNvCxnSpPr>
            <a:cxnSpLocks/>
            <a:stCxn id="1896" idx="2"/>
            <a:endCxn id="1956" idx="0"/>
          </p:cNvCxnSpPr>
          <p:nvPr/>
        </p:nvCxnSpPr>
        <p:spPr>
          <a:xfrm>
            <a:off x="5753603" y="4452370"/>
            <a:ext cx="725291" cy="19303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6" name="Conector recto de flecha 1965">
            <a:extLst>
              <a:ext uri="{FF2B5EF4-FFF2-40B4-BE49-F238E27FC236}">
                <a16:creationId xmlns:a16="http://schemas.microsoft.com/office/drawing/2014/main" id="{259BD395-217E-FCA9-1DBD-BD81B1583568}"/>
              </a:ext>
            </a:extLst>
          </p:cNvPr>
          <p:cNvCxnSpPr>
            <a:cxnSpLocks/>
            <a:stCxn id="1896" idx="3"/>
            <a:endCxn id="1898" idx="1"/>
          </p:cNvCxnSpPr>
          <p:nvPr/>
        </p:nvCxnSpPr>
        <p:spPr>
          <a:xfrm>
            <a:off x="6007038" y="4321565"/>
            <a:ext cx="431409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9" name="Conector recto de flecha 1968">
            <a:extLst>
              <a:ext uri="{FF2B5EF4-FFF2-40B4-BE49-F238E27FC236}">
                <a16:creationId xmlns:a16="http://schemas.microsoft.com/office/drawing/2014/main" id="{3AC2DEEA-6696-FA55-3CF4-D6359EC963E8}"/>
              </a:ext>
            </a:extLst>
          </p:cNvPr>
          <p:cNvCxnSpPr>
            <a:cxnSpLocks/>
            <a:stCxn id="1884" idx="2"/>
            <a:endCxn id="1887" idx="0"/>
          </p:cNvCxnSpPr>
          <p:nvPr/>
        </p:nvCxnSpPr>
        <p:spPr>
          <a:xfrm>
            <a:off x="5127658" y="5361650"/>
            <a:ext cx="372511" cy="19204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5" name="Conector recto de flecha 1974">
            <a:extLst>
              <a:ext uri="{FF2B5EF4-FFF2-40B4-BE49-F238E27FC236}">
                <a16:creationId xmlns:a16="http://schemas.microsoft.com/office/drawing/2014/main" id="{9E735E05-3E8D-20EF-166A-D0DDCD3A4FC6}"/>
              </a:ext>
            </a:extLst>
          </p:cNvPr>
          <p:cNvCxnSpPr>
            <a:cxnSpLocks/>
            <a:stCxn id="1887" idx="2"/>
            <a:endCxn id="1890" idx="0"/>
          </p:cNvCxnSpPr>
          <p:nvPr/>
        </p:nvCxnSpPr>
        <p:spPr>
          <a:xfrm>
            <a:off x="5500169" y="5815305"/>
            <a:ext cx="273071" cy="19814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8" name="Conector recto de flecha 1977">
            <a:extLst>
              <a:ext uri="{FF2B5EF4-FFF2-40B4-BE49-F238E27FC236}">
                <a16:creationId xmlns:a16="http://schemas.microsoft.com/office/drawing/2014/main" id="{08EA07FD-3B59-A641-A24C-F3D8815AEFD8}"/>
              </a:ext>
            </a:extLst>
          </p:cNvPr>
          <p:cNvCxnSpPr>
            <a:cxnSpLocks/>
            <a:stCxn id="1887" idx="3"/>
            <a:endCxn id="1894" idx="2"/>
          </p:cNvCxnSpPr>
          <p:nvPr/>
        </p:nvCxnSpPr>
        <p:spPr>
          <a:xfrm flipV="1">
            <a:off x="6035732" y="5361650"/>
            <a:ext cx="500069" cy="32285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2" name="Conector recto de flecha 1981">
            <a:extLst>
              <a:ext uri="{FF2B5EF4-FFF2-40B4-BE49-F238E27FC236}">
                <a16:creationId xmlns:a16="http://schemas.microsoft.com/office/drawing/2014/main" id="{EC07D917-23FA-2C1D-82A5-4AD6DBD81C3A}"/>
              </a:ext>
            </a:extLst>
          </p:cNvPr>
          <p:cNvCxnSpPr>
            <a:cxnSpLocks/>
            <a:stCxn id="1887" idx="3"/>
            <a:endCxn id="1888" idx="1"/>
          </p:cNvCxnSpPr>
          <p:nvPr/>
        </p:nvCxnSpPr>
        <p:spPr>
          <a:xfrm>
            <a:off x="6035732" y="5684500"/>
            <a:ext cx="389289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6" name="Conector recto de flecha 1985">
            <a:extLst>
              <a:ext uri="{FF2B5EF4-FFF2-40B4-BE49-F238E27FC236}">
                <a16:creationId xmlns:a16="http://schemas.microsoft.com/office/drawing/2014/main" id="{BE890FE1-003E-D96D-0B57-B730364513BB}"/>
              </a:ext>
            </a:extLst>
          </p:cNvPr>
          <p:cNvCxnSpPr>
            <a:cxnSpLocks/>
            <a:stCxn id="1890" idx="3"/>
            <a:endCxn id="1893" idx="1"/>
          </p:cNvCxnSpPr>
          <p:nvPr/>
        </p:nvCxnSpPr>
        <p:spPr>
          <a:xfrm flipV="1">
            <a:off x="6425021" y="6138155"/>
            <a:ext cx="266861" cy="610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5" name="Elipse 1994">
            <a:extLst>
              <a:ext uri="{FF2B5EF4-FFF2-40B4-BE49-F238E27FC236}">
                <a16:creationId xmlns:a16="http://schemas.microsoft.com/office/drawing/2014/main" id="{E6CC872E-1360-1A36-5E81-AB7BAA31E483}"/>
              </a:ext>
            </a:extLst>
          </p:cNvPr>
          <p:cNvSpPr/>
          <p:nvPr/>
        </p:nvSpPr>
        <p:spPr>
          <a:xfrm>
            <a:off x="2566036" y="5901342"/>
            <a:ext cx="2480081" cy="2158061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96" name="CuadroTexto 1995">
            <a:extLst>
              <a:ext uri="{FF2B5EF4-FFF2-40B4-BE49-F238E27FC236}">
                <a16:creationId xmlns:a16="http://schemas.microsoft.com/office/drawing/2014/main" id="{59F9AC17-96A3-A770-CF5C-5A98AD7A78B6}"/>
              </a:ext>
            </a:extLst>
          </p:cNvPr>
          <p:cNvSpPr txBox="1"/>
          <p:nvPr/>
        </p:nvSpPr>
        <p:spPr>
          <a:xfrm>
            <a:off x="3254482" y="6849567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Ciclo de Krebs</a:t>
            </a:r>
          </a:p>
        </p:txBody>
      </p:sp>
      <p:sp>
        <p:nvSpPr>
          <p:cNvPr id="1997" name="CuadroTexto 1996">
            <a:extLst>
              <a:ext uri="{FF2B5EF4-FFF2-40B4-BE49-F238E27FC236}">
                <a16:creationId xmlns:a16="http://schemas.microsoft.com/office/drawing/2014/main" id="{FE146A14-79BE-4B6C-A33F-0379B2AC0877}"/>
              </a:ext>
            </a:extLst>
          </p:cNvPr>
          <p:cNvSpPr txBox="1"/>
          <p:nvPr/>
        </p:nvSpPr>
        <p:spPr>
          <a:xfrm>
            <a:off x="674459" y="1072506"/>
            <a:ext cx="2009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Catabolismo</a:t>
            </a:r>
          </a:p>
        </p:txBody>
      </p:sp>
      <p:sp>
        <p:nvSpPr>
          <p:cNvPr id="2000" name="CuadroTexto 1999">
            <a:extLst>
              <a:ext uri="{FF2B5EF4-FFF2-40B4-BE49-F238E27FC236}">
                <a16:creationId xmlns:a16="http://schemas.microsoft.com/office/drawing/2014/main" id="{54B2DF14-1D1A-334D-FBB4-F18A5EF83439}"/>
              </a:ext>
            </a:extLst>
          </p:cNvPr>
          <p:cNvSpPr txBox="1"/>
          <p:nvPr/>
        </p:nvSpPr>
        <p:spPr>
          <a:xfrm>
            <a:off x="4697430" y="1068490"/>
            <a:ext cx="2155767" cy="26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Anabolismo</a:t>
            </a:r>
          </a:p>
        </p:txBody>
      </p:sp>
      <p:sp>
        <p:nvSpPr>
          <p:cNvPr id="2001" name="CuadroTexto 2000">
            <a:extLst>
              <a:ext uri="{FF2B5EF4-FFF2-40B4-BE49-F238E27FC236}">
                <a16:creationId xmlns:a16="http://schemas.microsoft.com/office/drawing/2014/main" id="{97AB4F7C-9471-0091-8EBF-0918315D1BC7}"/>
              </a:ext>
            </a:extLst>
          </p:cNvPr>
          <p:cNvSpPr txBox="1"/>
          <p:nvPr/>
        </p:nvSpPr>
        <p:spPr>
          <a:xfrm>
            <a:off x="674458" y="1331284"/>
            <a:ext cx="2031325" cy="76944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“Lisis”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Oxidativo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Genera ATP y poder reductor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Convergente</a:t>
            </a:r>
          </a:p>
        </p:txBody>
      </p:sp>
      <p:sp>
        <p:nvSpPr>
          <p:cNvPr id="2004" name="CuadroTexto 2003">
            <a:extLst>
              <a:ext uri="{FF2B5EF4-FFF2-40B4-BE49-F238E27FC236}">
                <a16:creationId xmlns:a16="http://schemas.microsoft.com/office/drawing/2014/main" id="{A6401A3E-FADB-E8BA-25F8-04D2CF82F1BA}"/>
              </a:ext>
            </a:extLst>
          </p:cNvPr>
          <p:cNvSpPr txBox="1"/>
          <p:nvPr/>
        </p:nvSpPr>
        <p:spPr>
          <a:xfrm>
            <a:off x="4697430" y="1331284"/>
            <a:ext cx="2165979" cy="76944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“Génesis”</a:t>
            </a:r>
          </a:p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Reductivo</a:t>
            </a:r>
          </a:p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Consume ATP y poder reductor</a:t>
            </a:r>
          </a:p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Divergente</a:t>
            </a:r>
          </a:p>
        </p:txBody>
      </p:sp>
      <p:sp>
        <p:nvSpPr>
          <p:cNvPr id="2005" name="CuadroTexto 2004">
            <a:extLst>
              <a:ext uri="{FF2B5EF4-FFF2-40B4-BE49-F238E27FC236}">
                <a16:creationId xmlns:a16="http://schemas.microsoft.com/office/drawing/2014/main" id="{9C2DDC42-5882-27A2-25C1-6A5436D1CB47}"/>
              </a:ext>
            </a:extLst>
          </p:cNvPr>
          <p:cNvSpPr txBox="1"/>
          <p:nvPr/>
        </p:nvSpPr>
        <p:spPr>
          <a:xfrm>
            <a:off x="5604301" y="6849567"/>
            <a:ext cx="449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006" name="CuadroTexto 2005">
            <a:extLst>
              <a:ext uri="{FF2B5EF4-FFF2-40B4-BE49-F238E27FC236}">
                <a16:creationId xmlns:a16="http://schemas.microsoft.com/office/drawing/2014/main" id="{4F6C4305-8D01-BCEF-8B38-F2EA628EB5DA}"/>
              </a:ext>
            </a:extLst>
          </p:cNvPr>
          <p:cNvSpPr txBox="1"/>
          <p:nvPr/>
        </p:nvSpPr>
        <p:spPr>
          <a:xfrm>
            <a:off x="2789252" y="8343911"/>
            <a:ext cx="2033645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Transportadores electrónicos reducidos (NADH, FADH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07" name="Conector recto de flecha 2006">
            <a:extLst>
              <a:ext uri="{FF2B5EF4-FFF2-40B4-BE49-F238E27FC236}">
                <a16:creationId xmlns:a16="http://schemas.microsoft.com/office/drawing/2014/main" id="{F6F79224-D104-E1D3-86D6-29AA95252495}"/>
              </a:ext>
            </a:extLst>
          </p:cNvPr>
          <p:cNvCxnSpPr>
            <a:cxnSpLocks/>
            <a:stCxn id="1863" idx="2"/>
            <a:endCxn id="1995" idx="0"/>
          </p:cNvCxnSpPr>
          <p:nvPr/>
        </p:nvCxnSpPr>
        <p:spPr>
          <a:xfrm flipH="1">
            <a:off x="3806077" y="5361650"/>
            <a:ext cx="1" cy="5396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3" name="Conector recto de flecha 2012">
            <a:extLst>
              <a:ext uri="{FF2B5EF4-FFF2-40B4-BE49-F238E27FC236}">
                <a16:creationId xmlns:a16="http://schemas.microsoft.com/office/drawing/2014/main" id="{D207E1FF-D61C-04FF-DD4E-C4D9B291194E}"/>
              </a:ext>
            </a:extLst>
          </p:cNvPr>
          <p:cNvCxnSpPr>
            <a:cxnSpLocks/>
            <a:stCxn id="1995" idx="6"/>
            <a:endCxn id="2005" idx="1"/>
          </p:cNvCxnSpPr>
          <p:nvPr/>
        </p:nvCxnSpPr>
        <p:spPr>
          <a:xfrm flipV="1">
            <a:off x="5046117" y="6980372"/>
            <a:ext cx="558184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8" name="Conector recto de flecha 2017">
            <a:extLst>
              <a:ext uri="{FF2B5EF4-FFF2-40B4-BE49-F238E27FC236}">
                <a16:creationId xmlns:a16="http://schemas.microsoft.com/office/drawing/2014/main" id="{29A6813F-E01A-6546-7203-B344C977EA3D}"/>
              </a:ext>
            </a:extLst>
          </p:cNvPr>
          <p:cNvCxnSpPr>
            <a:cxnSpLocks/>
            <a:stCxn id="1995" idx="4"/>
            <a:endCxn id="2006" idx="0"/>
          </p:cNvCxnSpPr>
          <p:nvPr/>
        </p:nvCxnSpPr>
        <p:spPr>
          <a:xfrm flipH="1">
            <a:off x="3806075" y="8059403"/>
            <a:ext cx="2" cy="2845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9" name="Rectángulo 2038">
            <a:extLst>
              <a:ext uri="{FF2B5EF4-FFF2-40B4-BE49-F238E27FC236}">
                <a16:creationId xmlns:a16="http://schemas.microsoft.com/office/drawing/2014/main" id="{2DA35DBC-5961-4C9B-166C-22F3F2E52DD3}"/>
              </a:ext>
            </a:extLst>
          </p:cNvPr>
          <p:cNvSpPr/>
          <p:nvPr/>
        </p:nvSpPr>
        <p:spPr>
          <a:xfrm>
            <a:off x="61187" y="3629825"/>
            <a:ext cx="4138115" cy="215806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40" name="CuadroTexto 2039">
            <a:extLst>
              <a:ext uri="{FF2B5EF4-FFF2-40B4-BE49-F238E27FC236}">
                <a16:creationId xmlns:a16="http://schemas.microsoft.com/office/drawing/2014/main" id="{90A37AA1-BCF5-F2F0-68BF-C697876EFE0C}"/>
              </a:ext>
            </a:extLst>
          </p:cNvPr>
          <p:cNvSpPr txBox="1"/>
          <p:nvPr/>
        </p:nvSpPr>
        <p:spPr>
          <a:xfrm>
            <a:off x="94658" y="3664619"/>
            <a:ext cx="68640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Etapa 1</a:t>
            </a:r>
          </a:p>
        </p:txBody>
      </p:sp>
      <p:sp>
        <p:nvSpPr>
          <p:cNvPr id="2041" name="Rectángulo 2040">
            <a:extLst>
              <a:ext uri="{FF2B5EF4-FFF2-40B4-BE49-F238E27FC236}">
                <a16:creationId xmlns:a16="http://schemas.microsoft.com/office/drawing/2014/main" id="{FEA60C69-8A01-B65B-9975-820F85D06CD6}"/>
              </a:ext>
            </a:extLst>
          </p:cNvPr>
          <p:cNvSpPr/>
          <p:nvPr/>
        </p:nvSpPr>
        <p:spPr>
          <a:xfrm>
            <a:off x="61187" y="5855945"/>
            <a:ext cx="5093952" cy="231226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42" name="CuadroTexto 2041">
            <a:extLst>
              <a:ext uri="{FF2B5EF4-FFF2-40B4-BE49-F238E27FC236}">
                <a16:creationId xmlns:a16="http://schemas.microsoft.com/office/drawing/2014/main" id="{774DC12A-E9BA-1087-227B-9D22418FC3E0}"/>
              </a:ext>
            </a:extLst>
          </p:cNvPr>
          <p:cNvSpPr txBox="1"/>
          <p:nvPr/>
        </p:nvSpPr>
        <p:spPr>
          <a:xfrm>
            <a:off x="110688" y="5899944"/>
            <a:ext cx="670376" cy="2616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Etapa 2</a:t>
            </a:r>
          </a:p>
        </p:txBody>
      </p:sp>
      <p:sp>
        <p:nvSpPr>
          <p:cNvPr id="2043" name="Flecha: a la derecha 2042">
            <a:extLst>
              <a:ext uri="{FF2B5EF4-FFF2-40B4-BE49-F238E27FC236}">
                <a16:creationId xmlns:a16="http://schemas.microsoft.com/office/drawing/2014/main" id="{F74150E8-7D1B-238A-B03B-604C3DABEEFE}"/>
              </a:ext>
            </a:extLst>
          </p:cNvPr>
          <p:cNvSpPr/>
          <p:nvPr/>
        </p:nvSpPr>
        <p:spPr>
          <a:xfrm rot="5400000">
            <a:off x="3270311" y="8267795"/>
            <a:ext cx="1071525" cy="2094614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44" name="CuadroTexto 2043">
            <a:extLst>
              <a:ext uri="{FF2B5EF4-FFF2-40B4-BE49-F238E27FC236}">
                <a16:creationId xmlns:a16="http://schemas.microsoft.com/office/drawing/2014/main" id="{3F2C4319-F469-E29F-8C76-0002CF208F38}"/>
              </a:ext>
            </a:extLst>
          </p:cNvPr>
          <p:cNvSpPr txBox="1"/>
          <p:nvPr/>
        </p:nvSpPr>
        <p:spPr>
          <a:xfrm>
            <a:off x="3254479" y="8989090"/>
            <a:ext cx="110319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Cadena de transporte electrónico</a:t>
            </a:r>
          </a:p>
        </p:txBody>
      </p:sp>
      <p:sp>
        <p:nvSpPr>
          <p:cNvPr id="2045" name="CuadroTexto 2044">
            <a:extLst>
              <a:ext uri="{FF2B5EF4-FFF2-40B4-BE49-F238E27FC236}">
                <a16:creationId xmlns:a16="http://schemas.microsoft.com/office/drawing/2014/main" id="{916800EB-95DC-4A2D-6702-9D456F0AC1D3}"/>
              </a:ext>
            </a:extLst>
          </p:cNvPr>
          <p:cNvSpPr txBox="1"/>
          <p:nvPr/>
        </p:nvSpPr>
        <p:spPr>
          <a:xfrm>
            <a:off x="1553462" y="9069826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6" name="CuadroTexto 2045">
            <a:extLst>
              <a:ext uri="{FF2B5EF4-FFF2-40B4-BE49-F238E27FC236}">
                <a16:creationId xmlns:a16="http://schemas.microsoft.com/office/drawing/2014/main" id="{4DAD8088-7A99-9F32-AE84-1EE34D584252}"/>
              </a:ext>
            </a:extLst>
          </p:cNvPr>
          <p:cNvSpPr txBox="1"/>
          <p:nvPr/>
        </p:nvSpPr>
        <p:spPr>
          <a:xfrm>
            <a:off x="1955824" y="9306378"/>
            <a:ext cx="540602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47" name="Conector: curvado 2046">
            <a:extLst>
              <a:ext uri="{FF2B5EF4-FFF2-40B4-BE49-F238E27FC236}">
                <a16:creationId xmlns:a16="http://schemas.microsoft.com/office/drawing/2014/main" id="{3B2F93F0-1E05-56B5-FC6E-43315EE908F8}"/>
              </a:ext>
            </a:extLst>
          </p:cNvPr>
          <p:cNvCxnSpPr>
            <a:cxnSpLocks/>
            <a:stCxn id="2045" idx="3"/>
            <a:endCxn id="2046" idx="3"/>
          </p:cNvCxnSpPr>
          <p:nvPr/>
        </p:nvCxnSpPr>
        <p:spPr>
          <a:xfrm>
            <a:off x="2489832" y="9200631"/>
            <a:ext cx="6594" cy="236552"/>
          </a:xfrm>
          <a:prstGeom prst="curvedConnector3">
            <a:avLst>
              <a:gd name="adj1" fmla="val 356678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2" name="CuadroTexto 1771">
            <a:extLst>
              <a:ext uri="{FF2B5EF4-FFF2-40B4-BE49-F238E27FC236}">
                <a16:creationId xmlns:a16="http://schemas.microsoft.com/office/drawing/2014/main" id="{C747605B-CED8-23E0-0EEA-0D9DB6C48E1D}"/>
              </a:ext>
            </a:extLst>
          </p:cNvPr>
          <p:cNvSpPr txBox="1"/>
          <p:nvPr/>
        </p:nvSpPr>
        <p:spPr>
          <a:xfrm>
            <a:off x="5108570" y="9306378"/>
            <a:ext cx="478506" cy="26160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3" name="CuadroTexto 1772">
            <a:extLst>
              <a:ext uri="{FF2B5EF4-FFF2-40B4-BE49-F238E27FC236}">
                <a16:creationId xmlns:a16="http://schemas.microsoft.com/office/drawing/2014/main" id="{E616DAE3-67C2-6C40-7C00-EFFA14A9F2D8}"/>
              </a:ext>
            </a:extLst>
          </p:cNvPr>
          <p:cNvSpPr txBox="1"/>
          <p:nvPr/>
        </p:nvSpPr>
        <p:spPr>
          <a:xfrm>
            <a:off x="5108569" y="9066769"/>
            <a:ext cx="6592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1/2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1774" name="Conector: curvado 1773">
            <a:extLst>
              <a:ext uri="{FF2B5EF4-FFF2-40B4-BE49-F238E27FC236}">
                <a16:creationId xmlns:a16="http://schemas.microsoft.com/office/drawing/2014/main" id="{FF2C492A-5365-02D4-C9C8-44A77D7DA2C2}"/>
              </a:ext>
            </a:extLst>
          </p:cNvPr>
          <p:cNvCxnSpPr>
            <a:cxnSpLocks/>
            <a:stCxn id="1773" idx="1"/>
            <a:endCxn id="1772" idx="1"/>
          </p:cNvCxnSpPr>
          <p:nvPr/>
        </p:nvCxnSpPr>
        <p:spPr>
          <a:xfrm rot="10800000" flipH="1" flipV="1">
            <a:off x="5108568" y="9197573"/>
            <a:ext cx="1" cy="239609"/>
          </a:xfrm>
          <a:prstGeom prst="curved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6" name="CuadroTexto 1785">
            <a:extLst>
              <a:ext uri="{FF2B5EF4-FFF2-40B4-BE49-F238E27FC236}">
                <a16:creationId xmlns:a16="http://schemas.microsoft.com/office/drawing/2014/main" id="{DE51F60F-D2DC-0EE2-4CCA-B9F695A6D558}"/>
              </a:ext>
            </a:extLst>
          </p:cNvPr>
          <p:cNvSpPr txBox="1"/>
          <p:nvPr/>
        </p:nvSpPr>
        <p:spPr>
          <a:xfrm>
            <a:off x="2789252" y="9872131"/>
            <a:ext cx="2033645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Transportadores electrónicos oxidados (NAD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, FAD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9" name="Rectángulo 1788">
            <a:extLst>
              <a:ext uri="{FF2B5EF4-FFF2-40B4-BE49-F238E27FC236}">
                <a16:creationId xmlns:a16="http://schemas.microsoft.com/office/drawing/2014/main" id="{39A9C617-B75B-8EB3-78AC-665FB18D04D2}"/>
              </a:ext>
            </a:extLst>
          </p:cNvPr>
          <p:cNvSpPr/>
          <p:nvPr/>
        </p:nvSpPr>
        <p:spPr>
          <a:xfrm>
            <a:off x="69098" y="8239961"/>
            <a:ext cx="5657442" cy="215895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92" name="CuadroTexto 1791">
            <a:extLst>
              <a:ext uri="{FF2B5EF4-FFF2-40B4-BE49-F238E27FC236}">
                <a16:creationId xmlns:a16="http://schemas.microsoft.com/office/drawing/2014/main" id="{8820D249-E03C-CC53-3DA2-B76716DBEF7E}"/>
              </a:ext>
            </a:extLst>
          </p:cNvPr>
          <p:cNvSpPr txBox="1"/>
          <p:nvPr/>
        </p:nvSpPr>
        <p:spPr>
          <a:xfrm>
            <a:off x="110688" y="8282888"/>
            <a:ext cx="670376" cy="261610"/>
          </a:xfrm>
          <a:prstGeom prst="rect">
            <a:avLst/>
          </a:prstGeom>
          <a:solidFill>
            <a:srgbClr val="EA7962"/>
          </a:solidFill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Etapa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93" name="CuadroTexto 1792">
                <a:extLst>
                  <a:ext uri="{FF2B5EF4-FFF2-40B4-BE49-F238E27FC236}">
                    <a16:creationId xmlns:a16="http://schemas.microsoft.com/office/drawing/2014/main" id="{36E6783B-053D-C331-A8EE-DCA50660555A}"/>
                  </a:ext>
                </a:extLst>
              </p:cNvPr>
              <p:cNvSpPr txBox="1"/>
              <p:nvPr/>
            </p:nvSpPr>
            <p:spPr>
              <a:xfrm>
                <a:off x="150764" y="8953797"/>
                <a:ext cx="1134990" cy="350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s-ES" sz="1100" b="0" i="0" baseline="-250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s-ES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s-ES" sz="1100" b="0" i="1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F</m:t>
                          </m:r>
                        </m:den>
                      </m:f>
                      <m:func>
                        <m:funcPr>
                          <m:ctrlPr>
                            <a:rPr lang="es-ES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s-ES" sz="1100" b="0" i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s-ES" sz="1100" b="0" i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ox</m:t>
                              </m:r>
                              <m:r>
                                <m:rPr>
                                  <m:nor/>
                                </m:rPr>
                                <a:rPr lang="es-ES" sz="1100" b="0" i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]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s-ES" sz="1100" b="0" i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s-ES" sz="1100" b="0" i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red</m:t>
                              </m:r>
                              <m:r>
                                <m:rPr>
                                  <m:nor/>
                                </m:rPr>
                                <a:rPr lang="es-ES" sz="1100" b="0" i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]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s-E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93" name="CuadroTexto 1792">
                <a:extLst>
                  <a:ext uri="{FF2B5EF4-FFF2-40B4-BE49-F238E27FC236}">
                    <a16:creationId xmlns:a16="http://schemas.microsoft.com/office/drawing/2014/main" id="{36E6783B-053D-C331-A8EE-DCA506605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64" y="8953797"/>
                <a:ext cx="1134990" cy="350802"/>
              </a:xfrm>
              <a:prstGeom prst="rect">
                <a:avLst/>
              </a:prstGeom>
              <a:blipFill>
                <a:blip r:embed="rId2"/>
                <a:stretch>
                  <a:fillRect l="-1613" t="-5263" r="-2151" b="-1929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95" name="CuadroTexto 1794">
                <a:extLst>
                  <a:ext uri="{FF2B5EF4-FFF2-40B4-BE49-F238E27FC236}">
                    <a16:creationId xmlns:a16="http://schemas.microsoft.com/office/drawing/2014/main" id="{22CF4FB3-737B-BE92-1837-74CA75BF0553}"/>
                  </a:ext>
                </a:extLst>
              </p:cNvPr>
              <p:cNvSpPr txBox="1"/>
              <p:nvPr/>
            </p:nvSpPr>
            <p:spPr>
              <a:xfrm>
                <a:off x="150764" y="9404532"/>
                <a:ext cx="80150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110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=-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100" b="0" i="1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ΔE</m:t>
                      </m:r>
                    </m:oMath>
                  </m:oMathPara>
                </a14:m>
                <a:endParaRPr lang="es-E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95" name="CuadroTexto 1794">
                <a:extLst>
                  <a:ext uri="{FF2B5EF4-FFF2-40B4-BE49-F238E27FC236}">
                    <a16:creationId xmlns:a16="http://schemas.microsoft.com/office/drawing/2014/main" id="{22CF4FB3-737B-BE92-1837-74CA75BF0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64" y="9404532"/>
                <a:ext cx="801501" cy="169277"/>
              </a:xfrm>
              <a:prstGeom prst="rect">
                <a:avLst/>
              </a:prstGeom>
              <a:blipFill>
                <a:blip r:embed="rId3"/>
                <a:stretch>
                  <a:fillRect l="-3817" r="-3817" b="-107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98" name="Gráfico 1797" descr="Hoja contorno">
            <a:extLst>
              <a:ext uri="{FF2B5EF4-FFF2-40B4-BE49-F238E27FC236}">
                <a16:creationId xmlns:a16="http://schemas.microsoft.com/office/drawing/2014/main" id="{C4143EB9-81F6-2BF1-D63C-EE9D011F2F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2799660">
            <a:off x="5877822" y="7614938"/>
            <a:ext cx="1664141" cy="1664141"/>
          </a:xfrm>
          <a:prstGeom prst="rect">
            <a:avLst/>
          </a:prstGeom>
        </p:spPr>
      </p:pic>
      <p:cxnSp>
        <p:nvCxnSpPr>
          <p:cNvPr id="1802" name="Conector: angular 1801">
            <a:extLst>
              <a:ext uri="{FF2B5EF4-FFF2-40B4-BE49-F238E27FC236}">
                <a16:creationId xmlns:a16="http://schemas.microsoft.com/office/drawing/2014/main" id="{0DD98CF8-8E13-2F7D-6236-D74EB1895976}"/>
              </a:ext>
            </a:extLst>
          </p:cNvPr>
          <p:cNvCxnSpPr>
            <a:cxnSpLocks/>
            <a:stCxn id="1772" idx="3"/>
          </p:cNvCxnSpPr>
          <p:nvPr/>
        </p:nvCxnSpPr>
        <p:spPr>
          <a:xfrm flipV="1">
            <a:off x="5587076" y="8956414"/>
            <a:ext cx="1162062" cy="48076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6" name="Conector: angular 1805">
            <a:extLst>
              <a:ext uri="{FF2B5EF4-FFF2-40B4-BE49-F238E27FC236}">
                <a16:creationId xmlns:a16="http://schemas.microsoft.com/office/drawing/2014/main" id="{617EBE4C-DDE2-285B-EF00-55CBFC0C2858}"/>
              </a:ext>
            </a:extLst>
          </p:cNvPr>
          <p:cNvCxnSpPr>
            <a:cxnSpLocks/>
            <a:stCxn id="2005" idx="3"/>
          </p:cNvCxnSpPr>
          <p:nvPr/>
        </p:nvCxnSpPr>
        <p:spPr>
          <a:xfrm>
            <a:off x="6053463" y="6980372"/>
            <a:ext cx="638419" cy="9836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1" name="Conector: angular 1810">
            <a:extLst>
              <a:ext uri="{FF2B5EF4-FFF2-40B4-BE49-F238E27FC236}">
                <a16:creationId xmlns:a16="http://schemas.microsoft.com/office/drawing/2014/main" id="{1BDFADEA-D9F5-E8AC-973D-ACBFF151D20B}"/>
              </a:ext>
            </a:extLst>
          </p:cNvPr>
          <p:cNvCxnSpPr>
            <a:cxnSpLocks/>
            <a:endCxn id="1773" idx="3"/>
          </p:cNvCxnSpPr>
          <p:nvPr/>
        </p:nvCxnSpPr>
        <p:spPr>
          <a:xfrm rot="5400000">
            <a:off x="5966746" y="8685426"/>
            <a:ext cx="313237" cy="71105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15" name="CuadroTexto 1814">
            <a:extLst>
              <a:ext uri="{FF2B5EF4-FFF2-40B4-BE49-F238E27FC236}">
                <a16:creationId xmlns:a16="http://schemas.microsoft.com/office/drawing/2014/main" id="{640E0371-711B-E55A-6F9A-0417367495CA}"/>
              </a:ext>
            </a:extLst>
          </p:cNvPr>
          <p:cNvSpPr txBox="1"/>
          <p:nvPr/>
        </p:nvSpPr>
        <p:spPr>
          <a:xfrm>
            <a:off x="6218525" y="8166046"/>
            <a:ext cx="9444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Fotosíntesis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16" name="CuadroTexto 1815">
                <a:extLst>
                  <a:ext uri="{FF2B5EF4-FFF2-40B4-BE49-F238E27FC236}">
                    <a16:creationId xmlns:a16="http://schemas.microsoft.com/office/drawing/2014/main" id="{4194F17A-5980-497E-ADDD-402AF2BA66D8}"/>
                  </a:ext>
                </a:extLst>
              </p:cNvPr>
              <p:cNvSpPr txBox="1"/>
              <p:nvPr/>
            </p:nvSpPr>
            <p:spPr>
              <a:xfrm>
                <a:off x="3158348" y="1529173"/>
                <a:ext cx="112210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140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s-ES" sz="14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es-ES" sz="14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ES" sz="1400" i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s-ES" sz="14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s-ES" sz="14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-</m:t>
                      </m:r>
                      <m:r>
                        <m:rPr>
                          <m:nor/>
                        </m:rPr>
                        <a:rPr lang="es-ES" sz="14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TΔS</m:t>
                      </m:r>
                    </m:oMath>
                  </m:oMathPara>
                </a14:m>
                <a:endParaRPr lang="es-E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16" name="CuadroTexto 1815">
                <a:extLst>
                  <a:ext uri="{FF2B5EF4-FFF2-40B4-BE49-F238E27FC236}">
                    <a16:creationId xmlns:a16="http://schemas.microsoft.com/office/drawing/2014/main" id="{4194F17A-5980-497E-ADDD-402AF2BA6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348" y="1529173"/>
                <a:ext cx="1122102" cy="215444"/>
              </a:xfrm>
              <a:prstGeom prst="rect">
                <a:avLst/>
              </a:prstGeom>
              <a:blipFill>
                <a:blip r:embed="rId6"/>
                <a:stretch>
                  <a:fillRect l="-3261" r="-3261" b="-114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19" name="CuadroTexto 1818">
                <a:extLst>
                  <a:ext uri="{FF2B5EF4-FFF2-40B4-BE49-F238E27FC236}">
                    <a16:creationId xmlns:a16="http://schemas.microsoft.com/office/drawing/2014/main" id="{DC71D533-A5BD-4F74-8158-660DF0C9D71A}"/>
                  </a:ext>
                </a:extLst>
              </p:cNvPr>
              <p:cNvSpPr txBox="1"/>
              <p:nvPr/>
            </p:nvSpPr>
            <p:spPr>
              <a:xfrm>
                <a:off x="150764" y="9702854"/>
                <a:ext cx="117500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0 → &gt;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0 = -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ΔG</m:t>
                      </m:r>
                    </m:oMath>
                  </m:oMathPara>
                </a14:m>
                <a:endParaRPr lang="es-E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19" name="CuadroTexto 1818">
                <a:extLst>
                  <a:ext uri="{FF2B5EF4-FFF2-40B4-BE49-F238E27FC236}">
                    <a16:creationId xmlns:a16="http://schemas.microsoft.com/office/drawing/2014/main" id="{DC71D533-A5BD-4F74-8158-660DF0C9D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64" y="9702854"/>
                <a:ext cx="1175001" cy="169277"/>
              </a:xfrm>
              <a:prstGeom prst="rect">
                <a:avLst/>
              </a:prstGeom>
              <a:blipFill>
                <a:blip r:embed="rId7"/>
                <a:stretch>
                  <a:fillRect l="-2604" r="-3125" b="-148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20" name="CuadroTexto 1819">
                <a:extLst>
                  <a:ext uri="{FF2B5EF4-FFF2-40B4-BE49-F238E27FC236}">
                    <a16:creationId xmlns:a16="http://schemas.microsoft.com/office/drawing/2014/main" id="{75F96C54-CC45-3C02-0592-6FEACDF164B7}"/>
                  </a:ext>
                </a:extLst>
              </p:cNvPr>
              <p:cNvSpPr txBox="1"/>
              <p:nvPr/>
            </p:nvSpPr>
            <p:spPr>
              <a:xfrm>
                <a:off x="469134" y="9635392"/>
                <a:ext cx="15388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11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-</m:t>
                      </m:r>
                    </m:oMath>
                  </m:oMathPara>
                </a14:m>
                <a:endParaRPr lang="es-E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20" name="CuadroTexto 1819">
                <a:extLst>
                  <a:ext uri="{FF2B5EF4-FFF2-40B4-BE49-F238E27FC236}">
                    <a16:creationId xmlns:a16="http://schemas.microsoft.com/office/drawing/2014/main" id="{75F96C54-CC45-3C02-0592-6FEACDF1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34" y="9635392"/>
                <a:ext cx="153888" cy="169277"/>
              </a:xfrm>
              <a:prstGeom prst="rect">
                <a:avLst/>
              </a:prstGeom>
              <a:blipFill>
                <a:blip r:embed="rId8"/>
                <a:stretch>
                  <a:fillRect l="-12000" r="-4000" b="-37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22" name="Conector: curvado 1821">
            <a:extLst>
              <a:ext uri="{FF2B5EF4-FFF2-40B4-BE49-F238E27FC236}">
                <a16:creationId xmlns:a16="http://schemas.microsoft.com/office/drawing/2014/main" id="{4FF251CA-DA3D-49D5-79A5-DE0CC25EDBB1}"/>
              </a:ext>
            </a:extLst>
          </p:cNvPr>
          <p:cNvCxnSpPr>
            <a:stCxn id="1997" idx="0"/>
            <a:endCxn id="2000" idx="0"/>
          </p:cNvCxnSpPr>
          <p:nvPr/>
        </p:nvCxnSpPr>
        <p:spPr>
          <a:xfrm rot="5400000" flipH="1" flipV="1">
            <a:off x="3725188" y="-977619"/>
            <a:ext cx="4016" cy="4096235"/>
          </a:xfrm>
          <a:prstGeom prst="curvedConnector3">
            <a:avLst>
              <a:gd name="adj1" fmla="val 393349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5" name="Conector: curvado 1824">
            <a:extLst>
              <a:ext uri="{FF2B5EF4-FFF2-40B4-BE49-F238E27FC236}">
                <a16:creationId xmlns:a16="http://schemas.microsoft.com/office/drawing/2014/main" id="{98FE5D82-B331-C457-A125-D2AF807E14ED}"/>
              </a:ext>
            </a:extLst>
          </p:cNvPr>
          <p:cNvCxnSpPr>
            <a:cxnSpLocks/>
            <a:stCxn id="2004" idx="2"/>
            <a:endCxn id="2001" idx="2"/>
          </p:cNvCxnSpPr>
          <p:nvPr/>
        </p:nvCxnSpPr>
        <p:spPr>
          <a:xfrm rot="5400000">
            <a:off x="3735271" y="55576"/>
            <a:ext cx="12700" cy="4090299"/>
          </a:xfrm>
          <a:prstGeom prst="curvedConnector3">
            <a:avLst>
              <a:gd name="adj1" fmla="val 1432638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2" name="CuadroTexto 1831">
            <a:extLst>
              <a:ext uri="{FF2B5EF4-FFF2-40B4-BE49-F238E27FC236}">
                <a16:creationId xmlns:a16="http://schemas.microsoft.com/office/drawing/2014/main" id="{3E0BAF7C-7373-8ECC-C668-C7C579BB69C4}"/>
              </a:ext>
            </a:extLst>
          </p:cNvPr>
          <p:cNvSpPr txBox="1"/>
          <p:nvPr/>
        </p:nvSpPr>
        <p:spPr>
          <a:xfrm>
            <a:off x="2867226" y="2027685"/>
            <a:ext cx="18485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ADP, NAD</a:t>
            </a:r>
            <a:r>
              <a:rPr lang="es-ES" sz="1100" baseline="30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NADP</a:t>
            </a:r>
            <a:r>
              <a:rPr lang="es-ES" sz="1100" baseline="30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FAD</a:t>
            </a:r>
          </a:p>
        </p:txBody>
      </p:sp>
      <p:sp>
        <p:nvSpPr>
          <p:cNvPr id="1834" name="CuadroTexto 1833">
            <a:extLst>
              <a:ext uri="{FF2B5EF4-FFF2-40B4-BE49-F238E27FC236}">
                <a16:creationId xmlns:a16="http://schemas.microsoft.com/office/drawing/2014/main" id="{4F663E99-C9B8-FA1B-82A7-AFE01D7ED1E7}"/>
              </a:ext>
            </a:extLst>
          </p:cNvPr>
          <p:cNvSpPr txBox="1"/>
          <p:nvPr/>
        </p:nvSpPr>
        <p:spPr>
          <a:xfrm>
            <a:off x="2740862" y="936599"/>
            <a:ext cx="2055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ATP, NADH, NADPH, FADH</a:t>
            </a:r>
            <a:r>
              <a:rPr lang="es-ES" sz="11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1839" name="Conector recto 1838">
            <a:extLst>
              <a:ext uri="{FF2B5EF4-FFF2-40B4-BE49-F238E27FC236}">
                <a16:creationId xmlns:a16="http://schemas.microsoft.com/office/drawing/2014/main" id="{5D1E33C8-AF0F-F95A-5F53-7EEF0F521B03}"/>
              </a:ext>
            </a:extLst>
          </p:cNvPr>
          <p:cNvCxnSpPr/>
          <p:nvPr/>
        </p:nvCxnSpPr>
        <p:spPr>
          <a:xfrm>
            <a:off x="5121459" y="2349467"/>
            <a:ext cx="0" cy="10436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0" name="Conector recto 1839">
            <a:extLst>
              <a:ext uri="{FF2B5EF4-FFF2-40B4-BE49-F238E27FC236}">
                <a16:creationId xmlns:a16="http://schemas.microsoft.com/office/drawing/2014/main" id="{3C494266-EC77-0196-4834-D89642E89ED5}"/>
              </a:ext>
            </a:extLst>
          </p:cNvPr>
          <p:cNvCxnSpPr>
            <a:cxnSpLocks/>
          </p:cNvCxnSpPr>
          <p:nvPr/>
        </p:nvCxnSpPr>
        <p:spPr>
          <a:xfrm flipH="1">
            <a:off x="5121459" y="3385642"/>
            <a:ext cx="15252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3" name="Conector: curvado 1852">
            <a:extLst>
              <a:ext uri="{FF2B5EF4-FFF2-40B4-BE49-F238E27FC236}">
                <a16:creationId xmlns:a16="http://schemas.microsoft.com/office/drawing/2014/main" id="{A570FEE3-7C32-21D3-4050-9CF4A614770F}"/>
              </a:ext>
            </a:extLst>
          </p:cNvPr>
          <p:cNvCxnSpPr>
            <a:cxnSpLocks/>
          </p:cNvCxnSpPr>
          <p:nvPr/>
        </p:nvCxnSpPr>
        <p:spPr>
          <a:xfrm>
            <a:off x="5117303" y="2393936"/>
            <a:ext cx="1510915" cy="715560"/>
          </a:xfrm>
          <a:prstGeom prst="curved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0" name="Conector: curvado 2049">
            <a:extLst>
              <a:ext uri="{FF2B5EF4-FFF2-40B4-BE49-F238E27FC236}">
                <a16:creationId xmlns:a16="http://schemas.microsoft.com/office/drawing/2014/main" id="{A6233657-9F0C-5056-5F81-F5E36DB9A027}"/>
              </a:ext>
            </a:extLst>
          </p:cNvPr>
          <p:cNvCxnSpPr>
            <a:cxnSpLocks/>
          </p:cNvCxnSpPr>
          <p:nvPr/>
        </p:nvCxnSpPr>
        <p:spPr>
          <a:xfrm flipV="1">
            <a:off x="5108567" y="2622942"/>
            <a:ext cx="1489756" cy="735808"/>
          </a:xfrm>
          <a:prstGeom prst="curvedConnector2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55" name="CuadroTexto 2054">
            <a:extLst>
              <a:ext uri="{FF2B5EF4-FFF2-40B4-BE49-F238E27FC236}">
                <a16:creationId xmlns:a16="http://schemas.microsoft.com/office/drawing/2014/main" id="{52DC0E15-6F0D-5BBD-D03A-F7613B4BE6F5}"/>
              </a:ext>
            </a:extLst>
          </p:cNvPr>
          <p:cNvSpPr txBox="1"/>
          <p:nvPr/>
        </p:nvSpPr>
        <p:spPr>
          <a:xfrm>
            <a:off x="4989852" y="3329970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056" name="CuadroTexto 2055">
            <a:extLst>
              <a:ext uri="{FF2B5EF4-FFF2-40B4-BE49-F238E27FC236}">
                <a16:creationId xmlns:a16="http://schemas.microsoft.com/office/drawing/2014/main" id="{2ACB9F69-5A5C-93DA-C17C-FDF9808107B4}"/>
              </a:ext>
            </a:extLst>
          </p:cNvPr>
          <p:cNvSpPr txBox="1"/>
          <p:nvPr/>
        </p:nvSpPr>
        <p:spPr>
          <a:xfrm>
            <a:off x="6509479" y="332996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57" name="CuadroTexto 2056">
            <a:extLst>
              <a:ext uri="{FF2B5EF4-FFF2-40B4-BE49-F238E27FC236}">
                <a16:creationId xmlns:a16="http://schemas.microsoft.com/office/drawing/2014/main" id="{36170E6A-4C1F-61CD-B11F-9C334F0F393F}"/>
              </a:ext>
            </a:extLst>
          </p:cNvPr>
          <p:cNvSpPr txBox="1"/>
          <p:nvPr/>
        </p:nvSpPr>
        <p:spPr>
          <a:xfrm>
            <a:off x="5684779" y="3329970"/>
            <a:ext cx="3802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2058" name="CuadroTexto 2057">
            <a:extLst>
              <a:ext uri="{FF2B5EF4-FFF2-40B4-BE49-F238E27FC236}">
                <a16:creationId xmlns:a16="http://schemas.microsoft.com/office/drawing/2014/main" id="{071FC731-11BF-95F0-C2C3-7E97E5502958}"/>
              </a:ext>
            </a:extLst>
          </p:cNvPr>
          <p:cNvSpPr txBox="1"/>
          <p:nvPr/>
        </p:nvSpPr>
        <p:spPr>
          <a:xfrm rot="16200000">
            <a:off x="4576050" y="2758866"/>
            <a:ext cx="803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% relativo</a:t>
            </a:r>
          </a:p>
        </p:txBody>
      </p:sp>
      <p:sp>
        <p:nvSpPr>
          <p:cNvPr id="2059" name="CuadroTexto 2058">
            <a:extLst>
              <a:ext uri="{FF2B5EF4-FFF2-40B4-BE49-F238E27FC236}">
                <a16:creationId xmlns:a16="http://schemas.microsoft.com/office/drawing/2014/main" id="{456EA7DE-B6EE-5B70-8850-3B8AC4899B60}"/>
              </a:ext>
            </a:extLst>
          </p:cNvPr>
          <p:cNvSpPr txBox="1"/>
          <p:nvPr/>
        </p:nvSpPr>
        <p:spPr>
          <a:xfrm>
            <a:off x="5604301" y="2258972"/>
            <a:ext cx="11576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 catabólica</a:t>
            </a:r>
          </a:p>
        </p:txBody>
      </p:sp>
      <p:sp>
        <p:nvSpPr>
          <p:cNvPr id="2060" name="CuadroTexto 2059">
            <a:extLst>
              <a:ext uri="{FF2B5EF4-FFF2-40B4-BE49-F238E27FC236}">
                <a16:creationId xmlns:a16="http://schemas.microsoft.com/office/drawing/2014/main" id="{758B7314-7DCD-FA08-F528-81574DBB3678}"/>
              </a:ext>
            </a:extLst>
          </p:cNvPr>
          <p:cNvSpPr txBox="1"/>
          <p:nvPr/>
        </p:nvSpPr>
        <p:spPr>
          <a:xfrm>
            <a:off x="6007038" y="3132840"/>
            <a:ext cx="11272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 anabólica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1" name="CuadroTexto 2060">
                <a:extLst>
                  <a:ext uri="{FF2B5EF4-FFF2-40B4-BE49-F238E27FC236}">
                    <a16:creationId xmlns:a16="http://schemas.microsoft.com/office/drawing/2014/main" id="{607FF9EC-DA80-602C-36B1-E8207B7B0DDD}"/>
                  </a:ext>
                </a:extLst>
              </p:cNvPr>
              <p:cNvSpPr txBox="1"/>
              <p:nvPr/>
            </p:nvSpPr>
            <p:spPr>
              <a:xfrm>
                <a:off x="348499" y="2469823"/>
                <a:ext cx="1785553" cy="3557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AEC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= </m:t>
                      </m:r>
                      <m:f>
                        <m:fPr>
                          <m:ctrlPr>
                            <a:rPr lang="es-ES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s-ES" sz="1100" b="0" i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ATP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+1/2[</m:t>
                          </m:r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ADP</m:t>
                          </m:r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]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s-ES" sz="1100" b="0" i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ATP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s-ES" sz="1100" b="0" i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ADP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+[</m:t>
                          </m:r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AMP</m:t>
                          </m:r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s-E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61" name="CuadroTexto 2060">
                <a:extLst>
                  <a:ext uri="{FF2B5EF4-FFF2-40B4-BE49-F238E27FC236}">
                    <a16:creationId xmlns:a16="http://schemas.microsoft.com/office/drawing/2014/main" id="{607FF9EC-DA80-602C-36B1-E8207B7B0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99" y="2469823"/>
                <a:ext cx="1785553" cy="355738"/>
              </a:xfrm>
              <a:prstGeom prst="rect">
                <a:avLst/>
              </a:prstGeom>
              <a:blipFill>
                <a:blip r:embed="rId9"/>
                <a:stretch>
                  <a:fillRect l="-1706" t="-3390" r="-2048" b="-1864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3" name="CuadroTexto 2062">
            <a:extLst>
              <a:ext uri="{FF2B5EF4-FFF2-40B4-BE49-F238E27FC236}">
                <a16:creationId xmlns:a16="http://schemas.microsoft.com/office/drawing/2014/main" id="{93641616-0CB6-34EC-3CDA-FBF57D885CCF}"/>
              </a:ext>
            </a:extLst>
          </p:cNvPr>
          <p:cNvSpPr txBox="1"/>
          <p:nvPr/>
        </p:nvSpPr>
        <p:spPr>
          <a:xfrm>
            <a:off x="2390939" y="2347635"/>
            <a:ext cx="174133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 AEC = 0 (Todo ADP)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 AEC = 1 (Todo ATP)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Normalmente: </a:t>
            </a:r>
            <a:r>
              <a:rPr lang="es-ES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0,8-0,95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2065" name="Conector recto de flecha 2064">
            <a:extLst>
              <a:ext uri="{FF2B5EF4-FFF2-40B4-BE49-F238E27FC236}">
                <a16:creationId xmlns:a16="http://schemas.microsoft.com/office/drawing/2014/main" id="{CA569E63-551A-18BB-4BA2-619BA17D4346}"/>
              </a:ext>
            </a:extLst>
          </p:cNvPr>
          <p:cNvCxnSpPr>
            <a:stCxn id="2061" idx="3"/>
            <a:endCxn id="2063" idx="1"/>
          </p:cNvCxnSpPr>
          <p:nvPr/>
        </p:nvCxnSpPr>
        <p:spPr>
          <a:xfrm>
            <a:off x="2134052" y="2647692"/>
            <a:ext cx="256887" cy="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67" name="CuadroTexto 2066">
                <a:extLst>
                  <a:ext uri="{FF2B5EF4-FFF2-40B4-BE49-F238E27FC236}">
                    <a16:creationId xmlns:a16="http://schemas.microsoft.com/office/drawing/2014/main" id="{B3AF7F27-9F8A-CE6A-CB2D-C1AE06B934B4}"/>
                  </a:ext>
                </a:extLst>
              </p:cNvPr>
              <p:cNvSpPr txBox="1"/>
              <p:nvPr/>
            </p:nvSpPr>
            <p:spPr>
              <a:xfrm>
                <a:off x="328992" y="2948617"/>
                <a:ext cx="1035989" cy="3557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11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s-ES" sz="1100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= </m:t>
                      </m:r>
                      <m:f>
                        <m:fPr>
                          <m:ctrlPr>
                            <a:rPr lang="es-ES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s-ES" sz="1100" b="0" i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ATP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s-ES" sz="1100" b="0" i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ADP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+[</m:t>
                          </m:r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Pi</m:t>
                          </m:r>
                          <m:r>
                            <m:rPr>
                              <m:nor/>
                            </m:rPr>
                            <a:rPr lang="es-ES" sz="1100" b="0" i="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s-E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67" name="CuadroTexto 2066">
                <a:extLst>
                  <a:ext uri="{FF2B5EF4-FFF2-40B4-BE49-F238E27FC236}">
                    <a16:creationId xmlns:a16="http://schemas.microsoft.com/office/drawing/2014/main" id="{B3AF7F27-9F8A-CE6A-CB2D-C1AE06B93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92" y="2948617"/>
                <a:ext cx="1035989" cy="355738"/>
              </a:xfrm>
              <a:prstGeom prst="rect">
                <a:avLst/>
              </a:prstGeom>
              <a:blipFill>
                <a:blip r:embed="rId10"/>
                <a:stretch>
                  <a:fillRect l="-2941" t="-1724" r="-3529" b="-1896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68" name="CuadroTexto 2067">
                <a:extLst>
                  <a:ext uri="{FF2B5EF4-FFF2-40B4-BE49-F238E27FC236}">
                    <a16:creationId xmlns:a16="http://schemas.microsoft.com/office/drawing/2014/main" id="{B0650C80-0A64-0AD9-E92D-27EF11587EEC}"/>
                  </a:ext>
                </a:extLst>
              </p:cNvPr>
              <p:cNvSpPr txBox="1"/>
              <p:nvPr/>
            </p:nvSpPr>
            <p:spPr>
              <a:xfrm>
                <a:off x="1700410" y="2998496"/>
                <a:ext cx="1717522" cy="3116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pt-BR" sz="11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𝚫</a:t>
                </a:r>
                <a:r>
                  <a:rPr lang="pt-BR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r>
                  <a:rPr lang="pt-BR" sz="1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1100" i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pt-BR" sz="11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𝛥</m:t>
                    </m:r>
                    <m:r>
                      <m:rPr>
                        <m:nor/>
                      </m:rPr>
                      <a:rPr lang="pt-BR" sz="11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G</m:t>
                    </m:r>
                    <m:r>
                      <m:rPr>
                        <m:nor/>
                      </m:rPr>
                      <a:rPr lang="es-ES" sz="11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°′+</m:t>
                    </m:r>
                    <m:r>
                      <m:rPr>
                        <m:nor/>
                      </m:rPr>
                      <a:rPr lang="es-ES" sz="11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RT</m:t>
                    </m:r>
                    <m:r>
                      <m:rPr>
                        <m:nor/>
                      </m:rPr>
                      <a:rPr lang="es-ES" sz="11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s-ES" sz="11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ln</m:t>
                    </m:r>
                    <m:f>
                      <m:fPr>
                        <m:ctrlPr>
                          <a:rPr lang="pt-BR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s-ES" sz="1100" i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s-ES" sz="1100" i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ATP</m:t>
                        </m:r>
                        <m:r>
                          <m:rPr>
                            <m:nor/>
                          </m:rPr>
                          <a:rPr lang="es-ES" sz="1100" i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]</m:t>
                        </m:r>
                      </m:num>
                      <m:den>
                        <m:d>
                          <m:dPr>
                            <m:begChr m:val="["/>
                            <m:endChr m:val="]"/>
                            <m:ctrlPr>
                              <a:rPr lang="es-ES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s-ES" sz="1100" i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ADP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s-ES" sz="1100" i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+[</m:t>
                        </m:r>
                        <m:r>
                          <m:rPr>
                            <m:nor/>
                          </m:rPr>
                          <a:rPr lang="es-ES" sz="1100" i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Pi</m:t>
                        </m:r>
                        <m:r>
                          <m:rPr>
                            <m:nor/>
                          </m:rPr>
                          <a:rPr lang="es-ES" sz="1100" i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]</m:t>
                        </m:r>
                      </m:den>
                    </m:f>
                  </m:oMath>
                </a14:m>
                <a:endParaRPr lang="es-E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68" name="CuadroTexto 2067">
                <a:extLst>
                  <a:ext uri="{FF2B5EF4-FFF2-40B4-BE49-F238E27FC236}">
                    <a16:creationId xmlns:a16="http://schemas.microsoft.com/office/drawing/2014/main" id="{B0650C80-0A64-0AD9-E92D-27EF11587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410" y="2998496"/>
                <a:ext cx="1717522" cy="311688"/>
              </a:xfrm>
              <a:prstGeom prst="rect">
                <a:avLst/>
              </a:prstGeom>
              <a:blipFill>
                <a:blip r:embed="rId11"/>
                <a:stretch>
                  <a:fillRect l="-4610" t="-5882" r="-3191" b="-1960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9" name="CuadroTexto 2068">
            <a:extLst>
              <a:ext uri="{FF2B5EF4-FFF2-40B4-BE49-F238E27FC236}">
                <a16:creationId xmlns:a16="http://schemas.microsoft.com/office/drawing/2014/main" id="{63806A77-674A-8425-4A99-F3DE8293814C}"/>
              </a:ext>
            </a:extLst>
          </p:cNvPr>
          <p:cNvSpPr txBox="1"/>
          <p:nvPr/>
        </p:nvSpPr>
        <p:spPr>
          <a:xfrm>
            <a:off x="669766" y="2993472"/>
            <a:ext cx="17413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070" name="Cerrar llave 2069">
            <a:extLst>
              <a:ext uri="{FF2B5EF4-FFF2-40B4-BE49-F238E27FC236}">
                <a16:creationId xmlns:a16="http://schemas.microsoft.com/office/drawing/2014/main" id="{2017D3CB-C51C-132B-DED5-DFF044F8077C}"/>
              </a:ext>
            </a:extLst>
          </p:cNvPr>
          <p:cNvSpPr/>
          <p:nvPr/>
        </p:nvSpPr>
        <p:spPr>
          <a:xfrm>
            <a:off x="4154912" y="2419930"/>
            <a:ext cx="373863" cy="9144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71" name="CuadroTexto 2070">
            <a:extLst>
              <a:ext uri="{FF2B5EF4-FFF2-40B4-BE49-F238E27FC236}">
                <a16:creationId xmlns:a16="http://schemas.microsoft.com/office/drawing/2014/main" id="{20C4D48D-FE1E-4EC9-A3ED-ECBD8A28FA49}"/>
              </a:ext>
            </a:extLst>
          </p:cNvPr>
          <p:cNvSpPr txBox="1"/>
          <p:nvPr/>
        </p:nvSpPr>
        <p:spPr>
          <a:xfrm>
            <a:off x="674458" y="6274990"/>
            <a:ext cx="1059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Reacciones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anapleróticas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73" name="Conector recto 2072">
            <a:extLst>
              <a:ext uri="{FF2B5EF4-FFF2-40B4-BE49-F238E27FC236}">
                <a16:creationId xmlns:a16="http://schemas.microsoft.com/office/drawing/2014/main" id="{E2D02B62-8B55-F3A1-2FBD-238689445198}"/>
              </a:ext>
            </a:extLst>
          </p:cNvPr>
          <p:cNvCxnSpPr/>
          <p:nvPr/>
        </p:nvCxnSpPr>
        <p:spPr>
          <a:xfrm>
            <a:off x="0" y="3560325"/>
            <a:ext cx="7585916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4" name="CuadroTexto 2073">
            <a:extLst>
              <a:ext uri="{FF2B5EF4-FFF2-40B4-BE49-F238E27FC236}">
                <a16:creationId xmlns:a16="http://schemas.microsoft.com/office/drawing/2014/main" id="{2D6847BF-07E8-1E22-D9DE-3605D8794F50}"/>
              </a:ext>
            </a:extLst>
          </p:cNvPr>
          <p:cNvSpPr txBox="1"/>
          <p:nvPr/>
        </p:nvSpPr>
        <p:spPr>
          <a:xfrm>
            <a:off x="674458" y="7316986"/>
            <a:ext cx="1059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Reacciones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catapleróticas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5" name="CuadroTexto 2074">
            <a:extLst>
              <a:ext uri="{FF2B5EF4-FFF2-40B4-BE49-F238E27FC236}">
                <a16:creationId xmlns:a16="http://schemas.microsoft.com/office/drawing/2014/main" id="{56C5B2AD-CF8B-6F99-83CD-2D7FEDDABAA8}"/>
              </a:ext>
            </a:extLst>
          </p:cNvPr>
          <p:cNvSpPr txBox="1"/>
          <p:nvPr/>
        </p:nvSpPr>
        <p:spPr>
          <a:xfrm>
            <a:off x="674458" y="6796632"/>
            <a:ext cx="1059129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Carácter anfibólico</a:t>
            </a:r>
          </a:p>
        </p:txBody>
      </p:sp>
      <p:cxnSp>
        <p:nvCxnSpPr>
          <p:cNvPr id="2077" name="Conector: angular 2076">
            <a:extLst>
              <a:ext uri="{FF2B5EF4-FFF2-40B4-BE49-F238E27FC236}">
                <a16:creationId xmlns:a16="http://schemas.microsoft.com/office/drawing/2014/main" id="{F807C485-9620-EC34-60D6-8BC7ADBDAEEC}"/>
              </a:ext>
            </a:extLst>
          </p:cNvPr>
          <p:cNvCxnSpPr>
            <a:cxnSpLocks/>
            <a:stCxn id="2071" idx="3"/>
            <a:endCxn id="1995" idx="2"/>
          </p:cNvCxnSpPr>
          <p:nvPr/>
        </p:nvCxnSpPr>
        <p:spPr>
          <a:xfrm>
            <a:off x="1733587" y="6490434"/>
            <a:ext cx="832449" cy="489939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8" name="Conector: angular 2077">
            <a:extLst>
              <a:ext uri="{FF2B5EF4-FFF2-40B4-BE49-F238E27FC236}">
                <a16:creationId xmlns:a16="http://schemas.microsoft.com/office/drawing/2014/main" id="{CD3025C2-AA9C-0086-5BFF-769DEAE27B72}"/>
              </a:ext>
            </a:extLst>
          </p:cNvPr>
          <p:cNvCxnSpPr>
            <a:cxnSpLocks/>
            <a:stCxn id="1995" idx="3"/>
            <a:endCxn id="2074" idx="3"/>
          </p:cNvCxnSpPr>
          <p:nvPr/>
        </p:nvCxnSpPr>
        <p:spPr>
          <a:xfrm rot="5400000" flipH="1">
            <a:off x="2225945" y="7040072"/>
            <a:ext cx="210932" cy="1195648"/>
          </a:xfrm>
          <a:prstGeom prst="bentConnector4">
            <a:avLst>
              <a:gd name="adj1" fmla="val -6918"/>
              <a:gd name="adj2" fmla="val 65188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41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175</Words>
  <Application>Microsoft Office PowerPoint</Application>
  <PresentationFormat>Personalizado</PresentationFormat>
  <Paragraphs>70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24</cp:revision>
  <dcterms:created xsi:type="dcterms:W3CDTF">2025-10-09T08:39:27Z</dcterms:created>
  <dcterms:modified xsi:type="dcterms:W3CDTF">2025-10-17T10:13:44Z</dcterms:modified>
</cp:coreProperties>
</file>