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18" d="100"/>
          <a:sy n="218" d="100"/>
        </p:scale>
        <p:origin x="-3288" y="-77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ector: angular 2">
            <a:extLst>
              <a:ext uri="{FF2B5EF4-FFF2-40B4-BE49-F238E27FC236}">
                <a16:creationId xmlns:a16="http://schemas.microsoft.com/office/drawing/2014/main" id="{48ECB163-9FD2-42FB-02C0-3A1D7579AEB0}"/>
              </a:ext>
            </a:extLst>
          </p:cNvPr>
          <p:cNvCxnSpPr>
            <a:cxnSpLocks/>
            <a:stCxn id="1730" idx="3"/>
            <a:endCxn id="1493" idx="0"/>
          </p:cNvCxnSpPr>
          <p:nvPr/>
        </p:nvCxnSpPr>
        <p:spPr>
          <a:xfrm>
            <a:off x="2454288" y="1991101"/>
            <a:ext cx="1325546" cy="569840"/>
          </a:xfrm>
          <a:prstGeom prst="bentConnector2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ector: curvado 3">
            <a:extLst>
              <a:ext uri="{FF2B5EF4-FFF2-40B4-BE49-F238E27FC236}">
                <a16:creationId xmlns:a16="http://schemas.microsoft.com/office/drawing/2014/main" id="{9DE53A8D-3093-3A35-6EFD-45361BD13053}"/>
              </a:ext>
            </a:extLst>
          </p:cNvPr>
          <p:cNvCxnSpPr>
            <a:cxnSpLocks/>
            <a:endCxn id="1548" idx="2"/>
          </p:cNvCxnSpPr>
          <p:nvPr/>
        </p:nvCxnSpPr>
        <p:spPr>
          <a:xfrm flipV="1">
            <a:off x="2114550" y="7092861"/>
            <a:ext cx="495450" cy="9684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EE3F0A68-C65A-FCBE-4FE9-A685A8AFD3AE}"/>
              </a:ext>
            </a:extLst>
          </p:cNvPr>
          <p:cNvSpPr txBox="1"/>
          <p:nvPr/>
        </p:nvSpPr>
        <p:spPr>
          <a:xfrm>
            <a:off x="3428619" y="27065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47FA04-9349-FDE7-D68A-6BABB605830C}"/>
              </a:ext>
            </a:extLst>
          </p:cNvPr>
          <p:cNvSpPr txBox="1"/>
          <p:nvPr/>
        </p:nvSpPr>
        <p:spPr>
          <a:xfrm>
            <a:off x="3428619" y="1045167"/>
            <a:ext cx="7024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</a:t>
            </a:r>
          </a:p>
        </p:txBody>
      </p:sp>
      <p:grpSp>
        <p:nvGrpSpPr>
          <p:cNvPr id="7" name="Group 1385">
            <a:extLst>
              <a:ext uri="{FF2B5EF4-FFF2-40B4-BE49-F238E27FC236}">
                <a16:creationId xmlns:a16="http://schemas.microsoft.com/office/drawing/2014/main" id="{E0418EFD-3C34-FC99-D244-1C71190277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8" name="Group 1386">
              <a:extLst>
                <a:ext uri="{FF2B5EF4-FFF2-40B4-BE49-F238E27FC236}">
                  <a16:creationId xmlns:a16="http://schemas.microsoft.com/office/drawing/2014/main" id="{10617128-5630-9762-EC2C-95AD68FDE9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6" name="Oval 1387">
                <a:extLst>
                  <a:ext uri="{FF2B5EF4-FFF2-40B4-BE49-F238E27FC236}">
                    <a16:creationId xmlns:a16="http://schemas.microsoft.com/office/drawing/2014/main" id="{35D066F7-FD29-0201-5F70-DE3E9AE40B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7" name="Oval 1388">
                <a:extLst>
                  <a:ext uri="{FF2B5EF4-FFF2-40B4-BE49-F238E27FC236}">
                    <a16:creationId xmlns:a16="http://schemas.microsoft.com/office/drawing/2014/main" id="{105CD51C-3394-EB0D-A4C6-284B70A0FC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8" name="Freeform 1389">
                <a:extLst>
                  <a:ext uri="{FF2B5EF4-FFF2-40B4-BE49-F238E27FC236}">
                    <a16:creationId xmlns:a16="http://schemas.microsoft.com/office/drawing/2014/main" id="{923E1E9C-AA7A-6726-F211-10427A9BA5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Freeform 1390">
                <a:extLst>
                  <a:ext uri="{FF2B5EF4-FFF2-40B4-BE49-F238E27FC236}">
                    <a16:creationId xmlns:a16="http://schemas.microsoft.com/office/drawing/2014/main" id="{54CA4164-442E-12A2-BBDD-6801DCD0CB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" name="Freeform 1391">
                <a:extLst>
                  <a:ext uri="{FF2B5EF4-FFF2-40B4-BE49-F238E27FC236}">
                    <a16:creationId xmlns:a16="http://schemas.microsoft.com/office/drawing/2014/main" id="{8F6AEDC8-3906-B12B-3042-84C4D621E1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" name="Oval 1392">
                <a:extLst>
                  <a:ext uri="{FF2B5EF4-FFF2-40B4-BE49-F238E27FC236}">
                    <a16:creationId xmlns:a16="http://schemas.microsoft.com/office/drawing/2014/main" id="{D96F4028-CD7D-4747-0E15-7E8E06EADF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393">
              <a:extLst>
                <a:ext uri="{FF2B5EF4-FFF2-40B4-BE49-F238E27FC236}">
                  <a16:creationId xmlns:a16="http://schemas.microsoft.com/office/drawing/2014/main" id="{4DE8D9DE-F9A2-7476-F33D-1C2E25F64F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20" name="Oval 1394">
                <a:extLst>
                  <a:ext uri="{FF2B5EF4-FFF2-40B4-BE49-F238E27FC236}">
                    <a16:creationId xmlns:a16="http://schemas.microsoft.com/office/drawing/2014/main" id="{AED7B4C3-6787-DF03-1BE8-B54B600648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1" name="Oval 1395">
                <a:extLst>
                  <a:ext uri="{FF2B5EF4-FFF2-40B4-BE49-F238E27FC236}">
                    <a16:creationId xmlns:a16="http://schemas.microsoft.com/office/drawing/2014/main" id="{21900E3E-F23F-45DE-9431-C8A9D53911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2" name="Freeform 1396">
                <a:extLst>
                  <a:ext uri="{FF2B5EF4-FFF2-40B4-BE49-F238E27FC236}">
                    <a16:creationId xmlns:a16="http://schemas.microsoft.com/office/drawing/2014/main" id="{B2A2BABD-4AFC-7613-E325-50B694A0C4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Freeform 1397">
                <a:extLst>
                  <a:ext uri="{FF2B5EF4-FFF2-40B4-BE49-F238E27FC236}">
                    <a16:creationId xmlns:a16="http://schemas.microsoft.com/office/drawing/2014/main" id="{E9AB69A8-C21B-5032-5008-9E872E2AE7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4" name="Freeform 1398">
                <a:extLst>
                  <a:ext uri="{FF2B5EF4-FFF2-40B4-BE49-F238E27FC236}">
                    <a16:creationId xmlns:a16="http://schemas.microsoft.com/office/drawing/2014/main" id="{2DF3FDF8-69FE-A852-441B-49075952F1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" name="Oval 1399">
                <a:extLst>
                  <a:ext uri="{FF2B5EF4-FFF2-40B4-BE49-F238E27FC236}">
                    <a16:creationId xmlns:a16="http://schemas.microsoft.com/office/drawing/2014/main" id="{F282CC87-110F-B300-807C-D34E205B54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00">
              <a:extLst>
                <a:ext uri="{FF2B5EF4-FFF2-40B4-BE49-F238E27FC236}">
                  <a16:creationId xmlns:a16="http://schemas.microsoft.com/office/drawing/2014/main" id="{026DE832-6165-52E7-3852-B7B94B3807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4" name="Oval 1401">
                <a:extLst>
                  <a:ext uri="{FF2B5EF4-FFF2-40B4-BE49-F238E27FC236}">
                    <a16:creationId xmlns:a16="http://schemas.microsoft.com/office/drawing/2014/main" id="{DD2F8749-8BBA-D79C-A8C7-B6802D7E24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5" name="Oval 1402">
                <a:extLst>
                  <a:ext uri="{FF2B5EF4-FFF2-40B4-BE49-F238E27FC236}">
                    <a16:creationId xmlns:a16="http://schemas.microsoft.com/office/drawing/2014/main" id="{51E9E2A0-BD47-13DA-6DBD-F42647A010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6" name="Freeform 1403">
                <a:extLst>
                  <a:ext uri="{FF2B5EF4-FFF2-40B4-BE49-F238E27FC236}">
                    <a16:creationId xmlns:a16="http://schemas.microsoft.com/office/drawing/2014/main" id="{C74A36FB-12AB-E815-ECFA-A80E5C2228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Freeform 1404">
                <a:extLst>
                  <a:ext uri="{FF2B5EF4-FFF2-40B4-BE49-F238E27FC236}">
                    <a16:creationId xmlns:a16="http://schemas.microsoft.com/office/drawing/2014/main" id="{37B6FB36-7F40-EC10-BB89-183599C6C3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8" name="Freeform 1405">
                <a:extLst>
                  <a:ext uri="{FF2B5EF4-FFF2-40B4-BE49-F238E27FC236}">
                    <a16:creationId xmlns:a16="http://schemas.microsoft.com/office/drawing/2014/main" id="{6B7C9B4D-DBBF-174C-9686-6EF9B6D342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" name="Oval 1406">
                <a:extLst>
                  <a:ext uri="{FF2B5EF4-FFF2-40B4-BE49-F238E27FC236}">
                    <a16:creationId xmlns:a16="http://schemas.microsoft.com/office/drawing/2014/main" id="{EF2636D1-E0EC-DB10-578E-F1D13D07AE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07">
              <a:extLst>
                <a:ext uri="{FF2B5EF4-FFF2-40B4-BE49-F238E27FC236}">
                  <a16:creationId xmlns:a16="http://schemas.microsoft.com/office/drawing/2014/main" id="{42C4872B-3D2A-4BAF-9B2C-890BFDC90E8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8" name="Oval 1408">
                <a:extLst>
                  <a:ext uri="{FF2B5EF4-FFF2-40B4-BE49-F238E27FC236}">
                    <a16:creationId xmlns:a16="http://schemas.microsoft.com/office/drawing/2014/main" id="{765D41BF-9121-A588-7DDD-35B9341A87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9" name="Oval 1409">
                <a:extLst>
                  <a:ext uri="{FF2B5EF4-FFF2-40B4-BE49-F238E27FC236}">
                    <a16:creationId xmlns:a16="http://schemas.microsoft.com/office/drawing/2014/main" id="{427A4764-14AD-1A0D-7FF9-2A97AE99C5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0" name="Freeform 1410">
                <a:extLst>
                  <a:ext uri="{FF2B5EF4-FFF2-40B4-BE49-F238E27FC236}">
                    <a16:creationId xmlns:a16="http://schemas.microsoft.com/office/drawing/2014/main" id="{2AB55563-5787-31E8-57F4-8167CC10B6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Freeform 1411">
                <a:extLst>
                  <a:ext uri="{FF2B5EF4-FFF2-40B4-BE49-F238E27FC236}">
                    <a16:creationId xmlns:a16="http://schemas.microsoft.com/office/drawing/2014/main" id="{5DB8E858-0F64-AED0-E827-A922F2DF22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" name="Freeform 1412">
                <a:extLst>
                  <a:ext uri="{FF2B5EF4-FFF2-40B4-BE49-F238E27FC236}">
                    <a16:creationId xmlns:a16="http://schemas.microsoft.com/office/drawing/2014/main" id="{50F10D38-A225-8E3A-75E2-295E5A2585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3" name="Oval 1413">
                <a:extLst>
                  <a:ext uri="{FF2B5EF4-FFF2-40B4-BE49-F238E27FC236}">
                    <a16:creationId xmlns:a16="http://schemas.microsoft.com/office/drawing/2014/main" id="{4B829443-2E28-9816-D965-60E717160F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14">
              <a:extLst>
                <a:ext uri="{FF2B5EF4-FFF2-40B4-BE49-F238E27FC236}">
                  <a16:creationId xmlns:a16="http://schemas.microsoft.com/office/drawing/2014/main" id="{EA6FA621-9F83-5C3C-7F03-7685864FDA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02" name="Oval 1415">
                <a:extLst>
                  <a:ext uri="{FF2B5EF4-FFF2-40B4-BE49-F238E27FC236}">
                    <a16:creationId xmlns:a16="http://schemas.microsoft.com/office/drawing/2014/main" id="{D5C9FF77-BEC5-01F9-161A-0A76B5C1B1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3" name="Oval 1416">
                <a:extLst>
                  <a:ext uri="{FF2B5EF4-FFF2-40B4-BE49-F238E27FC236}">
                    <a16:creationId xmlns:a16="http://schemas.microsoft.com/office/drawing/2014/main" id="{682A083E-3677-35E5-11B9-34E55E428F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4" name="Freeform 1417">
                <a:extLst>
                  <a:ext uri="{FF2B5EF4-FFF2-40B4-BE49-F238E27FC236}">
                    <a16:creationId xmlns:a16="http://schemas.microsoft.com/office/drawing/2014/main" id="{7A1F5D3A-794D-B941-4E47-84AA7BC1A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Freeform 1418">
                <a:extLst>
                  <a:ext uri="{FF2B5EF4-FFF2-40B4-BE49-F238E27FC236}">
                    <a16:creationId xmlns:a16="http://schemas.microsoft.com/office/drawing/2014/main" id="{405FDBBB-7800-FA49-108F-25982FEE25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Freeform 1419">
                <a:extLst>
                  <a:ext uri="{FF2B5EF4-FFF2-40B4-BE49-F238E27FC236}">
                    <a16:creationId xmlns:a16="http://schemas.microsoft.com/office/drawing/2014/main" id="{49F90A81-A9DF-13FC-DED0-B6F56FD304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Oval 1420">
                <a:extLst>
                  <a:ext uri="{FF2B5EF4-FFF2-40B4-BE49-F238E27FC236}">
                    <a16:creationId xmlns:a16="http://schemas.microsoft.com/office/drawing/2014/main" id="{DDE12C48-2980-D4D6-C949-E9F670F5F8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21">
              <a:extLst>
                <a:ext uri="{FF2B5EF4-FFF2-40B4-BE49-F238E27FC236}">
                  <a16:creationId xmlns:a16="http://schemas.microsoft.com/office/drawing/2014/main" id="{A1B604AC-98DA-C164-9627-EB931956C6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6" name="Oval 1422">
                <a:extLst>
                  <a:ext uri="{FF2B5EF4-FFF2-40B4-BE49-F238E27FC236}">
                    <a16:creationId xmlns:a16="http://schemas.microsoft.com/office/drawing/2014/main" id="{4F7055BC-061B-F28A-361C-0CE2128F1F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" name="Oval 1423">
                <a:extLst>
                  <a:ext uri="{FF2B5EF4-FFF2-40B4-BE49-F238E27FC236}">
                    <a16:creationId xmlns:a16="http://schemas.microsoft.com/office/drawing/2014/main" id="{916B8437-9111-F4D7-09AF-C8E9EC5C5E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" name="Freeform 1424">
                <a:extLst>
                  <a:ext uri="{FF2B5EF4-FFF2-40B4-BE49-F238E27FC236}">
                    <a16:creationId xmlns:a16="http://schemas.microsoft.com/office/drawing/2014/main" id="{4E97F730-7B15-E033-1F47-D03FDD93F1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Freeform 1425">
                <a:extLst>
                  <a:ext uri="{FF2B5EF4-FFF2-40B4-BE49-F238E27FC236}">
                    <a16:creationId xmlns:a16="http://schemas.microsoft.com/office/drawing/2014/main" id="{76160CAB-2ECF-6B77-45FB-901E415451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Freeform 1426">
                <a:extLst>
                  <a:ext uri="{FF2B5EF4-FFF2-40B4-BE49-F238E27FC236}">
                    <a16:creationId xmlns:a16="http://schemas.microsoft.com/office/drawing/2014/main" id="{5B2A46DE-A3D6-AAFF-1126-8FE4B2BEDE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Oval 1427">
                <a:extLst>
                  <a:ext uri="{FF2B5EF4-FFF2-40B4-BE49-F238E27FC236}">
                    <a16:creationId xmlns:a16="http://schemas.microsoft.com/office/drawing/2014/main" id="{26C5A721-83E9-5B79-4DE3-3E264793C7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28">
              <a:extLst>
                <a:ext uri="{FF2B5EF4-FFF2-40B4-BE49-F238E27FC236}">
                  <a16:creationId xmlns:a16="http://schemas.microsoft.com/office/drawing/2014/main" id="{3A5235E3-9035-FE58-4844-4DDFD71898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90" name="Oval 1429">
                <a:extLst>
                  <a:ext uri="{FF2B5EF4-FFF2-40B4-BE49-F238E27FC236}">
                    <a16:creationId xmlns:a16="http://schemas.microsoft.com/office/drawing/2014/main" id="{4F6F7F39-3151-9EFB-983E-9E77F2DA3E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1" name="Oval 1430">
                <a:extLst>
                  <a:ext uri="{FF2B5EF4-FFF2-40B4-BE49-F238E27FC236}">
                    <a16:creationId xmlns:a16="http://schemas.microsoft.com/office/drawing/2014/main" id="{C2986E3B-25A6-7ADA-472F-FF8059565A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2" name="Freeform 1431">
                <a:extLst>
                  <a:ext uri="{FF2B5EF4-FFF2-40B4-BE49-F238E27FC236}">
                    <a16:creationId xmlns:a16="http://schemas.microsoft.com/office/drawing/2014/main" id="{22C786FF-E5B7-F081-1CA7-41E27EB0F6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Freeform 1432">
                <a:extLst>
                  <a:ext uri="{FF2B5EF4-FFF2-40B4-BE49-F238E27FC236}">
                    <a16:creationId xmlns:a16="http://schemas.microsoft.com/office/drawing/2014/main" id="{C1018DB2-143A-17DD-C703-95B7B3369C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" name="Freeform 1433">
                <a:extLst>
                  <a:ext uri="{FF2B5EF4-FFF2-40B4-BE49-F238E27FC236}">
                    <a16:creationId xmlns:a16="http://schemas.microsoft.com/office/drawing/2014/main" id="{148CB989-B71A-6923-4734-AD1172291F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" name="Oval 1434">
                <a:extLst>
                  <a:ext uri="{FF2B5EF4-FFF2-40B4-BE49-F238E27FC236}">
                    <a16:creationId xmlns:a16="http://schemas.microsoft.com/office/drawing/2014/main" id="{383E4704-9012-F32A-4A86-E41810E097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35">
              <a:extLst>
                <a:ext uri="{FF2B5EF4-FFF2-40B4-BE49-F238E27FC236}">
                  <a16:creationId xmlns:a16="http://schemas.microsoft.com/office/drawing/2014/main" id="{C0C8437A-7F22-34BE-8A6B-A3484CAF2F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4" name="Oval 1436">
                <a:extLst>
                  <a:ext uri="{FF2B5EF4-FFF2-40B4-BE49-F238E27FC236}">
                    <a16:creationId xmlns:a16="http://schemas.microsoft.com/office/drawing/2014/main" id="{6F8B84AB-7A30-8E46-5394-468966D08B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5" name="Oval 1437">
                <a:extLst>
                  <a:ext uri="{FF2B5EF4-FFF2-40B4-BE49-F238E27FC236}">
                    <a16:creationId xmlns:a16="http://schemas.microsoft.com/office/drawing/2014/main" id="{22284231-41EE-FEF1-C932-FEC512E879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6" name="Freeform 1438">
                <a:extLst>
                  <a:ext uri="{FF2B5EF4-FFF2-40B4-BE49-F238E27FC236}">
                    <a16:creationId xmlns:a16="http://schemas.microsoft.com/office/drawing/2014/main" id="{50E93AB2-FD46-DE8C-C40F-9AC649A6D2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Freeform 1439">
                <a:extLst>
                  <a:ext uri="{FF2B5EF4-FFF2-40B4-BE49-F238E27FC236}">
                    <a16:creationId xmlns:a16="http://schemas.microsoft.com/office/drawing/2014/main" id="{52C5A46E-7011-76B7-5949-E36FF0988C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" name="Freeform 1440">
                <a:extLst>
                  <a:ext uri="{FF2B5EF4-FFF2-40B4-BE49-F238E27FC236}">
                    <a16:creationId xmlns:a16="http://schemas.microsoft.com/office/drawing/2014/main" id="{C3BBAA92-941A-75A6-CD39-11A29EA409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" name="Oval 1441">
                <a:extLst>
                  <a:ext uri="{FF2B5EF4-FFF2-40B4-BE49-F238E27FC236}">
                    <a16:creationId xmlns:a16="http://schemas.microsoft.com/office/drawing/2014/main" id="{A2194A4A-056F-6B80-708C-B498798CC1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42">
              <a:extLst>
                <a:ext uri="{FF2B5EF4-FFF2-40B4-BE49-F238E27FC236}">
                  <a16:creationId xmlns:a16="http://schemas.microsoft.com/office/drawing/2014/main" id="{B5055142-C02D-9C69-420A-5E488FA4BFD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8" name="Oval 1443">
                <a:extLst>
                  <a:ext uri="{FF2B5EF4-FFF2-40B4-BE49-F238E27FC236}">
                    <a16:creationId xmlns:a16="http://schemas.microsoft.com/office/drawing/2014/main" id="{DAA2FB1E-67D4-407F-FF69-66AC50C9D9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9" name="Oval 1444">
                <a:extLst>
                  <a:ext uri="{FF2B5EF4-FFF2-40B4-BE49-F238E27FC236}">
                    <a16:creationId xmlns:a16="http://schemas.microsoft.com/office/drawing/2014/main" id="{B9488ED2-6565-C0AF-7B7F-799CF5AD66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0" name="Freeform 1445">
                <a:extLst>
                  <a:ext uri="{FF2B5EF4-FFF2-40B4-BE49-F238E27FC236}">
                    <a16:creationId xmlns:a16="http://schemas.microsoft.com/office/drawing/2014/main" id="{545197BE-10A6-8511-7066-C0719803E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Freeform 1446">
                <a:extLst>
                  <a:ext uri="{FF2B5EF4-FFF2-40B4-BE49-F238E27FC236}">
                    <a16:creationId xmlns:a16="http://schemas.microsoft.com/office/drawing/2014/main" id="{369D114B-52AA-DFE5-B837-9A3B479A38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" name="Freeform 1447">
                <a:extLst>
                  <a:ext uri="{FF2B5EF4-FFF2-40B4-BE49-F238E27FC236}">
                    <a16:creationId xmlns:a16="http://schemas.microsoft.com/office/drawing/2014/main" id="{BA833E51-B0F0-64B7-9CAF-9B0F31A8D4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" name="Oval 1448">
                <a:extLst>
                  <a:ext uri="{FF2B5EF4-FFF2-40B4-BE49-F238E27FC236}">
                    <a16:creationId xmlns:a16="http://schemas.microsoft.com/office/drawing/2014/main" id="{E12DC3D5-1D26-62DC-680C-AED55F7689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49">
              <a:extLst>
                <a:ext uri="{FF2B5EF4-FFF2-40B4-BE49-F238E27FC236}">
                  <a16:creationId xmlns:a16="http://schemas.microsoft.com/office/drawing/2014/main" id="{955E5237-0B4E-6006-AF23-35B186CD9F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72" name="Oval 1450">
                <a:extLst>
                  <a:ext uri="{FF2B5EF4-FFF2-40B4-BE49-F238E27FC236}">
                    <a16:creationId xmlns:a16="http://schemas.microsoft.com/office/drawing/2014/main" id="{2B0F4E48-2FD4-D1FC-FCC3-B29D959D97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3" name="Oval 1451">
                <a:extLst>
                  <a:ext uri="{FF2B5EF4-FFF2-40B4-BE49-F238E27FC236}">
                    <a16:creationId xmlns:a16="http://schemas.microsoft.com/office/drawing/2014/main" id="{3543EC34-1656-0786-B88E-4A36BD31F3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4" name="Freeform 1452">
                <a:extLst>
                  <a:ext uri="{FF2B5EF4-FFF2-40B4-BE49-F238E27FC236}">
                    <a16:creationId xmlns:a16="http://schemas.microsoft.com/office/drawing/2014/main" id="{DD5460A8-7F23-FCE1-AB55-D2EFF94537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Freeform 1453">
                <a:extLst>
                  <a:ext uri="{FF2B5EF4-FFF2-40B4-BE49-F238E27FC236}">
                    <a16:creationId xmlns:a16="http://schemas.microsoft.com/office/drawing/2014/main" id="{8B696125-A87C-2E49-18C2-DED242E76B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" name="Freeform 1454">
                <a:extLst>
                  <a:ext uri="{FF2B5EF4-FFF2-40B4-BE49-F238E27FC236}">
                    <a16:creationId xmlns:a16="http://schemas.microsoft.com/office/drawing/2014/main" id="{23BE3B81-278B-BAD1-615E-E8B9AC7154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" name="Oval 1455">
                <a:extLst>
                  <a:ext uri="{FF2B5EF4-FFF2-40B4-BE49-F238E27FC236}">
                    <a16:creationId xmlns:a16="http://schemas.microsoft.com/office/drawing/2014/main" id="{6F487E91-D605-2AC9-E0C0-297EA24FE4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56">
              <a:extLst>
                <a:ext uri="{FF2B5EF4-FFF2-40B4-BE49-F238E27FC236}">
                  <a16:creationId xmlns:a16="http://schemas.microsoft.com/office/drawing/2014/main" id="{B8125D6E-0D88-73A4-A915-EB5955D450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6" name="Oval 1457">
                <a:extLst>
                  <a:ext uri="{FF2B5EF4-FFF2-40B4-BE49-F238E27FC236}">
                    <a16:creationId xmlns:a16="http://schemas.microsoft.com/office/drawing/2014/main" id="{E01EF938-8AA5-201A-9126-E346B7E70B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7" name="Oval 1458">
                <a:extLst>
                  <a:ext uri="{FF2B5EF4-FFF2-40B4-BE49-F238E27FC236}">
                    <a16:creationId xmlns:a16="http://schemas.microsoft.com/office/drawing/2014/main" id="{4768F6D1-5D1B-C65D-E9A7-BA71664884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8" name="Freeform 1459">
                <a:extLst>
                  <a:ext uri="{FF2B5EF4-FFF2-40B4-BE49-F238E27FC236}">
                    <a16:creationId xmlns:a16="http://schemas.microsoft.com/office/drawing/2014/main" id="{B6656E21-F28E-EDBE-5F75-108F914194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Freeform 1460">
                <a:extLst>
                  <a:ext uri="{FF2B5EF4-FFF2-40B4-BE49-F238E27FC236}">
                    <a16:creationId xmlns:a16="http://schemas.microsoft.com/office/drawing/2014/main" id="{46C7F51A-6913-9198-314B-729D070510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461">
                <a:extLst>
                  <a:ext uri="{FF2B5EF4-FFF2-40B4-BE49-F238E27FC236}">
                    <a16:creationId xmlns:a16="http://schemas.microsoft.com/office/drawing/2014/main" id="{EE24D360-4AE9-2EBB-C20F-6D75699829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Oval 1462">
                <a:extLst>
                  <a:ext uri="{FF2B5EF4-FFF2-40B4-BE49-F238E27FC236}">
                    <a16:creationId xmlns:a16="http://schemas.microsoft.com/office/drawing/2014/main" id="{088FFAE9-A1E7-90B1-FD73-00C1C83497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63">
              <a:extLst>
                <a:ext uri="{FF2B5EF4-FFF2-40B4-BE49-F238E27FC236}">
                  <a16:creationId xmlns:a16="http://schemas.microsoft.com/office/drawing/2014/main" id="{311DDA15-7580-CEF5-F52E-EFADE74557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60" name="Oval 1464">
                <a:extLst>
                  <a:ext uri="{FF2B5EF4-FFF2-40B4-BE49-F238E27FC236}">
                    <a16:creationId xmlns:a16="http://schemas.microsoft.com/office/drawing/2014/main" id="{B526A97D-6D14-56E6-34CF-6C060FE526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1" name="Oval 1465">
                <a:extLst>
                  <a:ext uri="{FF2B5EF4-FFF2-40B4-BE49-F238E27FC236}">
                    <a16:creationId xmlns:a16="http://schemas.microsoft.com/office/drawing/2014/main" id="{BF763365-4A69-F5B3-A524-79396DDE4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2" name="Freeform 1466">
                <a:extLst>
                  <a:ext uri="{FF2B5EF4-FFF2-40B4-BE49-F238E27FC236}">
                    <a16:creationId xmlns:a16="http://schemas.microsoft.com/office/drawing/2014/main" id="{E3CC284A-B144-6458-248E-5A8301AFA2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Freeform 1467">
                <a:extLst>
                  <a:ext uri="{FF2B5EF4-FFF2-40B4-BE49-F238E27FC236}">
                    <a16:creationId xmlns:a16="http://schemas.microsoft.com/office/drawing/2014/main" id="{4C0703EA-B824-55F4-E7A9-CB0278D312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468">
                <a:extLst>
                  <a:ext uri="{FF2B5EF4-FFF2-40B4-BE49-F238E27FC236}">
                    <a16:creationId xmlns:a16="http://schemas.microsoft.com/office/drawing/2014/main" id="{1914D6BF-7133-32B9-BADF-7CEE2F711E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Oval 1469">
                <a:extLst>
                  <a:ext uri="{FF2B5EF4-FFF2-40B4-BE49-F238E27FC236}">
                    <a16:creationId xmlns:a16="http://schemas.microsoft.com/office/drawing/2014/main" id="{5B22E66C-EC1E-1FA0-9A3E-B496BAF7C1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70">
              <a:extLst>
                <a:ext uri="{FF2B5EF4-FFF2-40B4-BE49-F238E27FC236}">
                  <a16:creationId xmlns:a16="http://schemas.microsoft.com/office/drawing/2014/main" id="{E8CF5036-F363-DF06-F02A-379B419B69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4" name="Oval 1471">
                <a:extLst>
                  <a:ext uri="{FF2B5EF4-FFF2-40B4-BE49-F238E27FC236}">
                    <a16:creationId xmlns:a16="http://schemas.microsoft.com/office/drawing/2014/main" id="{56E03D88-248E-A3A4-4F7D-929D669B3C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" name="Oval 1472">
                <a:extLst>
                  <a:ext uri="{FF2B5EF4-FFF2-40B4-BE49-F238E27FC236}">
                    <a16:creationId xmlns:a16="http://schemas.microsoft.com/office/drawing/2014/main" id="{C9805FEB-DFC7-600E-3E70-4D78B23990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" name="Freeform 1473">
                <a:extLst>
                  <a:ext uri="{FF2B5EF4-FFF2-40B4-BE49-F238E27FC236}">
                    <a16:creationId xmlns:a16="http://schemas.microsoft.com/office/drawing/2014/main" id="{54A61299-12D6-8265-1C31-F917EFBC27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Freeform 1474">
                <a:extLst>
                  <a:ext uri="{FF2B5EF4-FFF2-40B4-BE49-F238E27FC236}">
                    <a16:creationId xmlns:a16="http://schemas.microsoft.com/office/drawing/2014/main" id="{DBCD5DC8-3E4E-1E7E-323F-9D3B77CE9A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8" name="Freeform 1475">
                <a:extLst>
                  <a:ext uri="{FF2B5EF4-FFF2-40B4-BE49-F238E27FC236}">
                    <a16:creationId xmlns:a16="http://schemas.microsoft.com/office/drawing/2014/main" id="{250D6731-6D3E-7331-DD6F-A199A0003E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9" name="Oval 1476">
                <a:extLst>
                  <a:ext uri="{FF2B5EF4-FFF2-40B4-BE49-F238E27FC236}">
                    <a16:creationId xmlns:a16="http://schemas.microsoft.com/office/drawing/2014/main" id="{DF72B19D-8665-083F-BF8D-E6002D1B14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477">
              <a:extLst>
                <a:ext uri="{FF2B5EF4-FFF2-40B4-BE49-F238E27FC236}">
                  <a16:creationId xmlns:a16="http://schemas.microsoft.com/office/drawing/2014/main" id="{BCD6FA6C-0960-9A32-D28E-314F55CE45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8" name="Oval 1478">
                <a:extLst>
                  <a:ext uri="{FF2B5EF4-FFF2-40B4-BE49-F238E27FC236}">
                    <a16:creationId xmlns:a16="http://schemas.microsoft.com/office/drawing/2014/main" id="{19CFA7B4-18BE-49ED-54EA-795C5156FC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" name="Oval 1479">
                <a:extLst>
                  <a:ext uri="{FF2B5EF4-FFF2-40B4-BE49-F238E27FC236}">
                    <a16:creationId xmlns:a16="http://schemas.microsoft.com/office/drawing/2014/main" id="{E16000EF-E8D0-08F6-2D23-517E9AEF9B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" name="Freeform 1480">
                <a:extLst>
                  <a:ext uri="{FF2B5EF4-FFF2-40B4-BE49-F238E27FC236}">
                    <a16:creationId xmlns:a16="http://schemas.microsoft.com/office/drawing/2014/main" id="{7399095E-F02C-B03E-C166-2DF50AC62E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Freeform 1481">
                <a:extLst>
                  <a:ext uri="{FF2B5EF4-FFF2-40B4-BE49-F238E27FC236}">
                    <a16:creationId xmlns:a16="http://schemas.microsoft.com/office/drawing/2014/main" id="{AED58014-07F4-C002-3C6D-B4B5FECCF9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" name="Freeform 1482">
                <a:extLst>
                  <a:ext uri="{FF2B5EF4-FFF2-40B4-BE49-F238E27FC236}">
                    <a16:creationId xmlns:a16="http://schemas.microsoft.com/office/drawing/2014/main" id="{F50A848F-60FF-9AD5-6A60-B0BB302377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" name="Oval 1483">
                <a:extLst>
                  <a:ext uri="{FF2B5EF4-FFF2-40B4-BE49-F238E27FC236}">
                    <a16:creationId xmlns:a16="http://schemas.microsoft.com/office/drawing/2014/main" id="{EDEF1431-838C-90AE-C77A-0DC9E8893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484">
              <a:extLst>
                <a:ext uri="{FF2B5EF4-FFF2-40B4-BE49-F238E27FC236}">
                  <a16:creationId xmlns:a16="http://schemas.microsoft.com/office/drawing/2014/main" id="{2C8F61A4-4577-F509-CB33-A54F736533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2" name="Oval 1485">
                <a:extLst>
                  <a:ext uri="{FF2B5EF4-FFF2-40B4-BE49-F238E27FC236}">
                    <a16:creationId xmlns:a16="http://schemas.microsoft.com/office/drawing/2014/main" id="{4B05A4A2-8F82-1BA5-DB4A-E2D78E0CE6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" name="Oval 1486">
                <a:extLst>
                  <a:ext uri="{FF2B5EF4-FFF2-40B4-BE49-F238E27FC236}">
                    <a16:creationId xmlns:a16="http://schemas.microsoft.com/office/drawing/2014/main" id="{C487E405-C1B7-9BD7-B0F6-3213981D0C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" name="Freeform 1487">
                <a:extLst>
                  <a:ext uri="{FF2B5EF4-FFF2-40B4-BE49-F238E27FC236}">
                    <a16:creationId xmlns:a16="http://schemas.microsoft.com/office/drawing/2014/main" id="{D6B1F50E-F15E-CDA6-7171-7952760B9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488">
                <a:extLst>
                  <a:ext uri="{FF2B5EF4-FFF2-40B4-BE49-F238E27FC236}">
                    <a16:creationId xmlns:a16="http://schemas.microsoft.com/office/drawing/2014/main" id="{1FDF6DBA-A212-0523-8C8B-9C07E7FF17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" name="Freeform 1489">
                <a:extLst>
                  <a:ext uri="{FF2B5EF4-FFF2-40B4-BE49-F238E27FC236}">
                    <a16:creationId xmlns:a16="http://schemas.microsoft.com/office/drawing/2014/main" id="{8828AED0-45D8-DDE9-CA4B-5E97455D30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" name="Oval 1490">
                <a:extLst>
                  <a:ext uri="{FF2B5EF4-FFF2-40B4-BE49-F238E27FC236}">
                    <a16:creationId xmlns:a16="http://schemas.microsoft.com/office/drawing/2014/main" id="{CA3D8A1C-4483-56EE-689B-44CB53EF0D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491">
              <a:extLst>
                <a:ext uri="{FF2B5EF4-FFF2-40B4-BE49-F238E27FC236}">
                  <a16:creationId xmlns:a16="http://schemas.microsoft.com/office/drawing/2014/main" id="{1F6C07AD-8C97-49FF-1700-3F28F7EB08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6" name="Oval 1492">
                <a:extLst>
                  <a:ext uri="{FF2B5EF4-FFF2-40B4-BE49-F238E27FC236}">
                    <a16:creationId xmlns:a16="http://schemas.microsoft.com/office/drawing/2014/main" id="{9EE63925-1B6C-9738-11B5-A53A1BABA4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" name="Oval 1493">
                <a:extLst>
                  <a:ext uri="{FF2B5EF4-FFF2-40B4-BE49-F238E27FC236}">
                    <a16:creationId xmlns:a16="http://schemas.microsoft.com/office/drawing/2014/main" id="{15ED25EE-99C4-8DCA-0DF1-76ACFC6162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" name="Freeform 1494">
                <a:extLst>
                  <a:ext uri="{FF2B5EF4-FFF2-40B4-BE49-F238E27FC236}">
                    <a16:creationId xmlns:a16="http://schemas.microsoft.com/office/drawing/2014/main" id="{221413B8-AFD4-EEF7-19E3-25222D677B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Freeform 1495">
                <a:extLst>
                  <a:ext uri="{FF2B5EF4-FFF2-40B4-BE49-F238E27FC236}">
                    <a16:creationId xmlns:a16="http://schemas.microsoft.com/office/drawing/2014/main" id="{8A3674C1-7253-1D49-C559-FA7C935FC9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" name="Freeform 1496">
                <a:extLst>
                  <a:ext uri="{FF2B5EF4-FFF2-40B4-BE49-F238E27FC236}">
                    <a16:creationId xmlns:a16="http://schemas.microsoft.com/office/drawing/2014/main" id="{A9D4BAF6-CC0F-76B9-7FC3-DA74EF8640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Oval 1497">
                <a:extLst>
                  <a:ext uri="{FF2B5EF4-FFF2-40B4-BE49-F238E27FC236}">
                    <a16:creationId xmlns:a16="http://schemas.microsoft.com/office/drawing/2014/main" id="{4CB3529B-902F-28A1-E8D0-76868B3168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498">
              <a:extLst>
                <a:ext uri="{FF2B5EF4-FFF2-40B4-BE49-F238E27FC236}">
                  <a16:creationId xmlns:a16="http://schemas.microsoft.com/office/drawing/2014/main" id="{0396B4CD-1845-2F6F-27B8-281BD154627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30" name="Oval 1499">
                <a:extLst>
                  <a:ext uri="{FF2B5EF4-FFF2-40B4-BE49-F238E27FC236}">
                    <a16:creationId xmlns:a16="http://schemas.microsoft.com/office/drawing/2014/main" id="{14DC12DA-B6F0-F30E-1B92-7B7472CF94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" name="Oval 1500">
                <a:extLst>
                  <a:ext uri="{FF2B5EF4-FFF2-40B4-BE49-F238E27FC236}">
                    <a16:creationId xmlns:a16="http://schemas.microsoft.com/office/drawing/2014/main" id="{4FDC8E56-B3A6-8C35-185F-A052C1DBA9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" name="Freeform 1501">
                <a:extLst>
                  <a:ext uri="{FF2B5EF4-FFF2-40B4-BE49-F238E27FC236}">
                    <a16:creationId xmlns:a16="http://schemas.microsoft.com/office/drawing/2014/main" id="{486C2D2D-C910-343C-B7B7-A1301A72DC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Freeform 1502">
                <a:extLst>
                  <a:ext uri="{FF2B5EF4-FFF2-40B4-BE49-F238E27FC236}">
                    <a16:creationId xmlns:a16="http://schemas.microsoft.com/office/drawing/2014/main" id="{CCA7F043-D31F-CEDD-2C19-25540B01A9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" name="Freeform 1503">
                <a:extLst>
                  <a:ext uri="{FF2B5EF4-FFF2-40B4-BE49-F238E27FC236}">
                    <a16:creationId xmlns:a16="http://schemas.microsoft.com/office/drawing/2014/main" id="{113C9105-6FCB-7F2A-9B21-4E0C1A234E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" name="Oval 1504">
                <a:extLst>
                  <a:ext uri="{FF2B5EF4-FFF2-40B4-BE49-F238E27FC236}">
                    <a16:creationId xmlns:a16="http://schemas.microsoft.com/office/drawing/2014/main" id="{86FAAFF5-1D34-C8D3-3957-03D4CE75C0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05">
              <a:extLst>
                <a:ext uri="{FF2B5EF4-FFF2-40B4-BE49-F238E27FC236}">
                  <a16:creationId xmlns:a16="http://schemas.microsoft.com/office/drawing/2014/main" id="{382AC857-615F-0294-909B-9D2EFAF1D4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4" name="Oval 1506">
                <a:extLst>
                  <a:ext uri="{FF2B5EF4-FFF2-40B4-BE49-F238E27FC236}">
                    <a16:creationId xmlns:a16="http://schemas.microsoft.com/office/drawing/2014/main" id="{A41E07B7-69F2-F7BF-404E-9B18D9A2CA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" name="Oval 1507">
                <a:extLst>
                  <a:ext uri="{FF2B5EF4-FFF2-40B4-BE49-F238E27FC236}">
                    <a16:creationId xmlns:a16="http://schemas.microsoft.com/office/drawing/2014/main" id="{A599E85D-5E63-FE28-72A7-F3AE673EDC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" name="Freeform 1508">
                <a:extLst>
                  <a:ext uri="{FF2B5EF4-FFF2-40B4-BE49-F238E27FC236}">
                    <a16:creationId xmlns:a16="http://schemas.microsoft.com/office/drawing/2014/main" id="{525711AB-0487-6A62-CA4E-567C4F0DCE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Freeform 1509">
                <a:extLst>
                  <a:ext uri="{FF2B5EF4-FFF2-40B4-BE49-F238E27FC236}">
                    <a16:creationId xmlns:a16="http://schemas.microsoft.com/office/drawing/2014/main" id="{6CC9843E-754B-3ABB-8A08-A35022D23E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Freeform 1510">
                <a:extLst>
                  <a:ext uri="{FF2B5EF4-FFF2-40B4-BE49-F238E27FC236}">
                    <a16:creationId xmlns:a16="http://schemas.microsoft.com/office/drawing/2014/main" id="{1398C239-BD4D-42EB-E73A-265D76B85C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Oval 1511">
                <a:extLst>
                  <a:ext uri="{FF2B5EF4-FFF2-40B4-BE49-F238E27FC236}">
                    <a16:creationId xmlns:a16="http://schemas.microsoft.com/office/drawing/2014/main" id="{8A896E83-8678-9F1B-7BBF-42FFFD90B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12">
              <a:extLst>
                <a:ext uri="{FF2B5EF4-FFF2-40B4-BE49-F238E27FC236}">
                  <a16:creationId xmlns:a16="http://schemas.microsoft.com/office/drawing/2014/main" id="{C214FDEC-49E8-D468-F02F-52210A24D6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8" name="Oval 1513">
                <a:extLst>
                  <a:ext uri="{FF2B5EF4-FFF2-40B4-BE49-F238E27FC236}">
                    <a16:creationId xmlns:a16="http://schemas.microsoft.com/office/drawing/2014/main" id="{0F696893-BD17-4059-58BE-6A890C7574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" name="Oval 1514">
                <a:extLst>
                  <a:ext uri="{FF2B5EF4-FFF2-40B4-BE49-F238E27FC236}">
                    <a16:creationId xmlns:a16="http://schemas.microsoft.com/office/drawing/2014/main" id="{F1032089-EF2A-B8DC-1B44-9DFD37F185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" name="Freeform 1515">
                <a:extLst>
                  <a:ext uri="{FF2B5EF4-FFF2-40B4-BE49-F238E27FC236}">
                    <a16:creationId xmlns:a16="http://schemas.microsoft.com/office/drawing/2014/main" id="{518F8B81-5E8C-CAD3-7687-230C4640E3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Freeform 1516">
                <a:extLst>
                  <a:ext uri="{FF2B5EF4-FFF2-40B4-BE49-F238E27FC236}">
                    <a16:creationId xmlns:a16="http://schemas.microsoft.com/office/drawing/2014/main" id="{140598D7-7DFE-32B5-B013-D7B980D2BD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Freeform 1517">
                <a:extLst>
                  <a:ext uri="{FF2B5EF4-FFF2-40B4-BE49-F238E27FC236}">
                    <a16:creationId xmlns:a16="http://schemas.microsoft.com/office/drawing/2014/main" id="{CB881B63-AEFD-026F-AC0C-4514CA7D84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Oval 1518">
                <a:extLst>
                  <a:ext uri="{FF2B5EF4-FFF2-40B4-BE49-F238E27FC236}">
                    <a16:creationId xmlns:a16="http://schemas.microsoft.com/office/drawing/2014/main" id="{D9D69652-C8A9-0A76-853B-54C1F392D9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19">
              <a:extLst>
                <a:ext uri="{FF2B5EF4-FFF2-40B4-BE49-F238E27FC236}">
                  <a16:creationId xmlns:a16="http://schemas.microsoft.com/office/drawing/2014/main" id="{AA80AC6D-0CF9-A69B-F0EB-5016C196DF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12" name="Oval 1520">
                <a:extLst>
                  <a:ext uri="{FF2B5EF4-FFF2-40B4-BE49-F238E27FC236}">
                    <a16:creationId xmlns:a16="http://schemas.microsoft.com/office/drawing/2014/main" id="{71AF97D0-68A8-76F0-22B5-6F120A1CC2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" name="Oval 1521">
                <a:extLst>
                  <a:ext uri="{FF2B5EF4-FFF2-40B4-BE49-F238E27FC236}">
                    <a16:creationId xmlns:a16="http://schemas.microsoft.com/office/drawing/2014/main" id="{079BE985-E51F-9811-6CD9-79453A0BC8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" name="Freeform 1522">
                <a:extLst>
                  <a:ext uri="{FF2B5EF4-FFF2-40B4-BE49-F238E27FC236}">
                    <a16:creationId xmlns:a16="http://schemas.microsoft.com/office/drawing/2014/main" id="{E0155068-EB9E-062D-88C0-41EB0CC9BF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Freeform 1523">
                <a:extLst>
                  <a:ext uri="{FF2B5EF4-FFF2-40B4-BE49-F238E27FC236}">
                    <a16:creationId xmlns:a16="http://schemas.microsoft.com/office/drawing/2014/main" id="{611188FD-ADE3-BBAD-8C4F-B95CB71479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Freeform 1524">
                <a:extLst>
                  <a:ext uri="{FF2B5EF4-FFF2-40B4-BE49-F238E27FC236}">
                    <a16:creationId xmlns:a16="http://schemas.microsoft.com/office/drawing/2014/main" id="{EA9022D8-10EA-FB8C-6719-7C87D18C72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Oval 1525">
                <a:extLst>
                  <a:ext uri="{FF2B5EF4-FFF2-40B4-BE49-F238E27FC236}">
                    <a16:creationId xmlns:a16="http://schemas.microsoft.com/office/drawing/2014/main" id="{93F1AB10-A672-C227-08CD-591C64ED93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26">
              <a:extLst>
                <a:ext uri="{FF2B5EF4-FFF2-40B4-BE49-F238E27FC236}">
                  <a16:creationId xmlns:a16="http://schemas.microsoft.com/office/drawing/2014/main" id="{733F9254-B63E-2767-57F5-AC449A0A0C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6" name="Oval 1527">
                <a:extLst>
                  <a:ext uri="{FF2B5EF4-FFF2-40B4-BE49-F238E27FC236}">
                    <a16:creationId xmlns:a16="http://schemas.microsoft.com/office/drawing/2014/main" id="{65418799-C358-2E9C-F007-911A3EB011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" name="Oval 1528">
                <a:extLst>
                  <a:ext uri="{FF2B5EF4-FFF2-40B4-BE49-F238E27FC236}">
                    <a16:creationId xmlns:a16="http://schemas.microsoft.com/office/drawing/2014/main" id="{94291F21-3365-C6BB-DA92-5A4AA7E89A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" name="Freeform 1529">
                <a:extLst>
                  <a:ext uri="{FF2B5EF4-FFF2-40B4-BE49-F238E27FC236}">
                    <a16:creationId xmlns:a16="http://schemas.microsoft.com/office/drawing/2014/main" id="{330A43B5-2FFA-D603-F159-1A7A47EEC7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Freeform 1530">
                <a:extLst>
                  <a:ext uri="{FF2B5EF4-FFF2-40B4-BE49-F238E27FC236}">
                    <a16:creationId xmlns:a16="http://schemas.microsoft.com/office/drawing/2014/main" id="{FA8E7A52-CB97-D4CB-A390-E8A07B3612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" name="Freeform 1531">
                <a:extLst>
                  <a:ext uri="{FF2B5EF4-FFF2-40B4-BE49-F238E27FC236}">
                    <a16:creationId xmlns:a16="http://schemas.microsoft.com/office/drawing/2014/main" id="{02B6D9FC-98C0-5F69-F0A7-7B75A2659A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Oval 1532">
                <a:extLst>
                  <a:ext uri="{FF2B5EF4-FFF2-40B4-BE49-F238E27FC236}">
                    <a16:creationId xmlns:a16="http://schemas.microsoft.com/office/drawing/2014/main" id="{4B21EF0F-BBC3-FB68-0F01-0DE2CA437E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33">
              <a:extLst>
                <a:ext uri="{FF2B5EF4-FFF2-40B4-BE49-F238E27FC236}">
                  <a16:creationId xmlns:a16="http://schemas.microsoft.com/office/drawing/2014/main" id="{778EF3D3-F3B7-C366-6221-648DC8C0DE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0" name="Oval 1534">
                <a:extLst>
                  <a:ext uri="{FF2B5EF4-FFF2-40B4-BE49-F238E27FC236}">
                    <a16:creationId xmlns:a16="http://schemas.microsoft.com/office/drawing/2014/main" id="{84CC0156-DF07-991B-54B4-BC5ECC346C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" name="Oval 1535">
                <a:extLst>
                  <a:ext uri="{FF2B5EF4-FFF2-40B4-BE49-F238E27FC236}">
                    <a16:creationId xmlns:a16="http://schemas.microsoft.com/office/drawing/2014/main" id="{16F4A1DE-A3B3-8305-FB08-9D9E305AF2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" name="Freeform 1536">
                <a:extLst>
                  <a:ext uri="{FF2B5EF4-FFF2-40B4-BE49-F238E27FC236}">
                    <a16:creationId xmlns:a16="http://schemas.microsoft.com/office/drawing/2014/main" id="{C46C6712-0264-F153-EF72-B25A9A469F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1537">
                <a:extLst>
                  <a:ext uri="{FF2B5EF4-FFF2-40B4-BE49-F238E27FC236}">
                    <a16:creationId xmlns:a16="http://schemas.microsoft.com/office/drawing/2014/main" id="{D2173B10-1716-066C-BBFA-400D08444B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538">
                <a:extLst>
                  <a:ext uri="{FF2B5EF4-FFF2-40B4-BE49-F238E27FC236}">
                    <a16:creationId xmlns:a16="http://schemas.microsoft.com/office/drawing/2014/main" id="{01380D32-6CF2-2C79-0960-3D43515274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Oval 1539">
                <a:extLst>
                  <a:ext uri="{FF2B5EF4-FFF2-40B4-BE49-F238E27FC236}">
                    <a16:creationId xmlns:a16="http://schemas.microsoft.com/office/drawing/2014/main" id="{F30B9A1E-ACFF-9612-08D0-882A00B6E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40">
              <a:extLst>
                <a:ext uri="{FF2B5EF4-FFF2-40B4-BE49-F238E27FC236}">
                  <a16:creationId xmlns:a16="http://schemas.microsoft.com/office/drawing/2014/main" id="{234E5A3A-7646-06F2-D738-34550AD130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4" name="Oval 1541">
                <a:extLst>
                  <a:ext uri="{FF2B5EF4-FFF2-40B4-BE49-F238E27FC236}">
                    <a16:creationId xmlns:a16="http://schemas.microsoft.com/office/drawing/2014/main" id="{7933A620-7183-53BE-29EC-F6BAC19073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" name="Oval 1542">
                <a:extLst>
                  <a:ext uri="{FF2B5EF4-FFF2-40B4-BE49-F238E27FC236}">
                    <a16:creationId xmlns:a16="http://schemas.microsoft.com/office/drawing/2014/main" id="{3D315705-47E8-8C22-BC73-89154D7229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" name="Freeform 1543">
                <a:extLst>
                  <a:ext uri="{FF2B5EF4-FFF2-40B4-BE49-F238E27FC236}">
                    <a16:creationId xmlns:a16="http://schemas.microsoft.com/office/drawing/2014/main" id="{83AE702E-03B3-194F-0DC1-9C9D900108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1544">
                <a:extLst>
                  <a:ext uri="{FF2B5EF4-FFF2-40B4-BE49-F238E27FC236}">
                    <a16:creationId xmlns:a16="http://schemas.microsoft.com/office/drawing/2014/main" id="{6B95F929-6245-09FA-9D03-1E5419067C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1545">
                <a:extLst>
                  <a:ext uri="{FF2B5EF4-FFF2-40B4-BE49-F238E27FC236}">
                    <a16:creationId xmlns:a16="http://schemas.microsoft.com/office/drawing/2014/main" id="{0A76BE16-77BE-962C-13F7-42E7DBACB0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Oval 1546">
                <a:extLst>
                  <a:ext uri="{FF2B5EF4-FFF2-40B4-BE49-F238E27FC236}">
                    <a16:creationId xmlns:a16="http://schemas.microsoft.com/office/drawing/2014/main" id="{590D4439-16CA-9416-A35F-3582F3DCA7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47">
              <a:extLst>
                <a:ext uri="{FF2B5EF4-FFF2-40B4-BE49-F238E27FC236}">
                  <a16:creationId xmlns:a16="http://schemas.microsoft.com/office/drawing/2014/main" id="{D2F2886B-B504-562E-0620-4E6038077FA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8" name="Oval 1548">
                <a:extLst>
                  <a:ext uri="{FF2B5EF4-FFF2-40B4-BE49-F238E27FC236}">
                    <a16:creationId xmlns:a16="http://schemas.microsoft.com/office/drawing/2014/main" id="{726F8CB3-87AD-44DF-6282-5706FCF391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" name="Oval 1549">
                <a:extLst>
                  <a:ext uri="{FF2B5EF4-FFF2-40B4-BE49-F238E27FC236}">
                    <a16:creationId xmlns:a16="http://schemas.microsoft.com/office/drawing/2014/main" id="{A1869409-9848-4747-058F-544F4AC94E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" name="Freeform 1550">
                <a:extLst>
                  <a:ext uri="{FF2B5EF4-FFF2-40B4-BE49-F238E27FC236}">
                    <a16:creationId xmlns:a16="http://schemas.microsoft.com/office/drawing/2014/main" id="{F4073CC7-F365-E038-77F9-4DA38DD08E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Freeform 1551">
                <a:extLst>
                  <a:ext uri="{FF2B5EF4-FFF2-40B4-BE49-F238E27FC236}">
                    <a16:creationId xmlns:a16="http://schemas.microsoft.com/office/drawing/2014/main" id="{5341741C-9F35-0AB0-F4DB-E44C8FA630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" name="Freeform 1552">
                <a:extLst>
                  <a:ext uri="{FF2B5EF4-FFF2-40B4-BE49-F238E27FC236}">
                    <a16:creationId xmlns:a16="http://schemas.microsoft.com/office/drawing/2014/main" id="{6B216B90-670B-FBA7-212D-EEAE971400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" name="Oval 1553">
                <a:extLst>
                  <a:ext uri="{FF2B5EF4-FFF2-40B4-BE49-F238E27FC236}">
                    <a16:creationId xmlns:a16="http://schemas.microsoft.com/office/drawing/2014/main" id="{18309BEA-19AD-F25B-6D9E-4256949740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54">
              <a:extLst>
                <a:ext uri="{FF2B5EF4-FFF2-40B4-BE49-F238E27FC236}">
                  <a16:creationId xmlns:a16="http://schemas.microsoft.com/office/drawing/2014/main" id="{EFE5CFD5-3D9F-315B-AB2F-EC95E776CF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82" name="Oval 1555">
                <a:extLst>
                  <a:ext uri="{FF2B5EF4-FFF2-40B4-BE49-F238E27FC236}">
                    <a16:creationId xmlns:a16="http://schemas.microsoft.com/office/drawing/2014/main" id="{332515A7-EF7D-AFEC-432E-45A8569AC1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" name="Oval 1556">
                <a:extLst>
                  <a:ext uri="{FF2B5EF4-FFF2-40B4-BE49-F238E27FC236}">
                    <a16:creationId xmlns:a16="http://schemas.microsoft.com/office/drawing/2014/main" id="{34D7A656-AB05-C6C5-DC8F-9E4DDE0FA4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" name="Freeform 1557">
                <a:extLst>
                  <a:ext uri="{FF2B5EF4-FFF2-40B4-BE49-F238E27FC236}">
                    <a16:creationId xmlns:a16="http://schemas.microsoft.com/office/drawing/2014/main" id="{45E84E90-B8EE-9A37-6475-E9276068A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Freeform 1558">
                <a:extLst>
                  <a:ext uri="{FF2B5EF4-FFF2-40B4-BE49-F238E27FC236}">
                    <a16:creationId xmlns:a16="http://schemas.microsoft.com/office/drawing/2014/main" id="{6CD7037B-78EE-F1E4-C2E0-B15A961471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" name="Freeform 1559">
                <a:extLst>
                  <a:ext uri="{FF2B5EF4-FFF2-40B4-BE49-F238E27FC236}">
                    <a16:creationId xmlns:a16="http://schemas.microsoft.com/office/drawing/2014/main" id="{8931EF55-7167-01A8-DBC2-43CEDDF67F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" name="Oval 1560">
                <a:extLst>
                  <a:ext uri="{FF2B5EF4-FFF2-40B4-BE49-F238E27FC236}">
                    <a16:creationId xmlns:a16="http://schemas.microsoft.com/office/drawing/2014/main" id="{B7C2EEEE-E3A2-1A97-F50A-363A00E982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61">
              <a:extLst>
                <a:ext uri="{FF2B5EF4-FFF2-40B4-BE49-F238E27FC236}">
                  <a16:creationId xmlns:a16="http://schemas.microsoft.com/office/drawing/2014/main" id="{1BA6A1E6-AB0D-2C3A-060B-7014A50135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6" name="Oval 1562">
                <a:extLst>
                  <a:ext uri="{FF2B5EF4-FFF2-40B4-BE49-F238E27FC236}">
                    <a16:creationId xmlns:a16="http://schemas.microsoft.com/office/drawing/2014/main" id="{4EA92EDA-46C8-8C70-78BF-9CF243E4BE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" name="Oval 1563">
                <a:extLst>
                  <a:ext uri="{FF2B5EF4-FFF2-40B4-BE49-F238E27FC236}">
                    <a16:creationId xmlns:a16="http://schemas.microsoft.com/office/drawing/2014/main" id="{F66BA512-F531-D7E2-CB05-CE5EC82850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" name="Freeform 1564">
                <a:extLst>
                  <a:ext uri="{FF2B5EF4-FFF2-40B4-BE49-F238E27FC236}">
                    <a16:creationId xmlns:a16="http://schemas.microsoft.com/office/drawing/2014/main" id="{31789EF9-5AE3-7AF5-855B-C39B7AB4A8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Freeform 1565">
                <a:extLst>
                  <a:ext uri="{FF2B5EF4-FFF2-40B4-BE49-F238E27FC236}">
                    <a16:creationId xmlns:a16="http://schemas.microsoft.com/office/drawing/2014/main" id="{61FDE7D2-8C42-08DC-1408-F850FF28BF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Freeform 1566">
                <a:extLst>
                  <a:ext uri="{FF2B5EF4-FFF2-40B4-BE49-F238E27FC236}">
                    <a16:creationId xmlns:a16="http://schemas.microsoft.com/office/drawing/2014/main" id="{43CCFD6F-64AF-BFA4-A282-1BD8B986B0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Oval 1567">
                <a:extLst>
                  <a:ext uri="{FF2B5EF4-FFF2-40B4-BE49-F238E27FC236}">
                    <a16:creationId xmlns:a16="http://schemas.microsoft.com/office/drawing/2014/main" id="{1AFDBBEF-9BC7-1951-E144-EB9991A1E4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68">
              <a:extLst>
                <a:ext uri="{FF2B5EF4-FFF2-40B4-BE49-F238E27FC236}">
                  <a16:creationId xmlns:a16="http://schemas.microsoft.com/office/drawing/2014/main" id="{2D318104-5864-B833-0F13-11C3D92507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0" name="Oval 1569">
                <a:extLst>
                  <a:ext uri="{FF2B5EF4-FFF2-40B4-BE49-F238E27FC236}">
                    <a16:creationId xmlns:a16="http://schemas.microsoft.com/office/drawing/2014/main" id="{D143446F-DE99-1CC8-8820-E8774EB605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" name="Oval 1570">
                <a:extLst>
                  <a:ext uri="{FF2B5EF4-FFF2-40B4-BE49-F238E27FC236}">
                    <a16:creationId xmlns:a16="http://schemas.microsoft.com/office/drawing/2014/main" id="{C8780797-6FAB-5B58-8CF9-E323A76A1F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" name="Freeform 1571">
                <a:extLst>
                  <a:ext uri="{FF2B5EF4-FFF2-40B4-BE49-F238E27FC236}">
                    <a16:creationId xmlns:a16="http://schemas.microsoft.com/office/drawing/2014/main" id="{156C8F89-11C4-2545-694B-B4637694A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Freeform 1572">
                <a:extLst>
                  <a:ext uri="{FF2B5EF4-FFF2-40B4-BE49-F238E27FC236}">
                    <a16:creationId xmlns:a16="http://schemas.microsoft.com/office/drawing/2014/main" id="{CB666901-7142-F6C8-1421-E0E400D76C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" name="Freeform 1573">
                <a:extLst>
                  <a:ext uri="{FF2B5EF4-FFF2-40B4-BE49-F238E27FC236}">
                    <a16:creationId xmlns:a16="http://schemas.microsoft.com/office/drawing/2014/main" id="{0C2B82E8-B9FA-84B0-C580-816512BB9C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" name="Oval 1574">
                <a:extLst>
                  <a:ext uri="{FF2B5EF4-FFF2-40B4-BE49-F238E27FC236}">
                    <a16:creationId xmlns:a16="http://schemas.microsoft.com/office/drawing/2014/main" id="{76D42F86-5237-CDE7-BF16-BD0D077D1D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575">
              <a:extLst>
                <a:ext uri="{FF2B5EF4-FFF2-40B4-BE49-F238E27FC236}">
                  <a16:creationId xmlns:a16="http://schemas.microsoft.com/office/drawing/2014/main" id="{4F6EF126-0624-D886-632A-C12F4BB83E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4" name="Oval 1576">
                <a:extLst>
                  <a:ext uri="{FF2B5EF4-FFF2-40B4-BE49-F238E27FC236}">
                    <a16:creationId xmlns:a16="http://schemas.microsoft.com/office/drawing/2014/main" id="{EB8C08B7-8101-B815-4714-851487AD8F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" name="Oval 1577">
                <a:extLst>
                  <a:ext uri="{FF2B5EF4-FFF2-40B4-BE49-F238E27FC236}">
                    <a16:creationId xmlns:a16="http://schemas.microsoft.com/office/drawing/2014/main" id="{A18F34C6-AB52-F39F-AF62-6DD98AA28A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" name="Freeform 1578">
                <a:extLst>
                  <a:ext uri="{FF2B5EF4-FFF2-40B4-BE49-F238E27FC236}">
                    <a16:creationId xmlns:a16="http://schemas.microsoft.com/office/drawing/2014/main" id="{77C5E125-70EF-159A-A364-0286EB6732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Freeform 1579">
                <a:extLst>
                  <a:ext uri="{FF2B5EF4-FFF2-40B4-BE49-F238E27FC236}">
                    <a16:creationId xmlns:a16="http://schemas.microsoft.com/office/drawing/2014/main" id="{B5889D96-7A90-9682-5976-D14551A19D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" name="Freeform 1580">
                <a:extLst>
                  <a:ext uri="{FF2B5EF4-FFF2-40B4-BE49-F238E27FC236}">
                    <a16:creationId xmlns:a16="http://schemas.microsoft.com/office/drawing/2014/main" id="{2235ED28-46EA-41C2-F100-971367D56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Oval 1581">
                <a:extLst>
                  <a:ext uri="{FF2B5EF4-FFF2-40B4-BE49-F238E27FC236}">
                    <a16:creationId xmlns:a16="http://schemas.microsoft.com/office/drawing/2014/main" id="{A0C6FC91-A2D1-5DDF-9D1C-3D4832D0A4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" name="Group 1582">
              <a:extLst>
                <a:ext uri="{FF2B5EF4-FFF2-40B4-BE49-F238E27FC236}">
                  <a16:creationId xmlns:a16="http://schemas.microsoft.com/office/drawing/2014/main" id="{48256A88-D603-C51D-E393-DC83891C58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8" name="Oval 1583">
                <a:extLst>
                  <a:ext uri="{FF2B5EF4-FFF2-40B4-BE49-F238E27FC236}">
                    <a16:creationId xmlns:a16="http://schemas.microsoft.com/office/drawing/2014/main" id="{B3CB18CC-3C32-8AE5-7FC7-ECC1046BE8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" name="Oval 1584">
                <a:extLst>
                  <a:ext uri="{FF2B5EF4-FFF2-40B4-BE49-F238E27FC236}">
                    <a16:creationId xmlns:a16="http://schemas.microsoft.com/office/drawing/2014/main" id="{388D7A75-1A2C-840C-B81B-A129BE108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" name="Freeform 1585">
                <a:extLst>
                  <a:ext uri="{FF2B5EF4-FFF2-40B4-BE49-F238E27FC236}">
                    <a16:creationId xmlns:a16="http://schemas.microsoft.com/office/drawing/2014/main" id="{705CD79B-5AD4-D2AD-258B-F357C567A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Freeform 1586">
                <a:extLst>
                  <a:ext uri="{FF2B5EF4-FFF2-40B4-BE49-F238E27FC236}">
                    <a16:creationId xmlns:a16="http://schemas.microsoft.com/office/drawing/2014/main" id="{72BDB268-9D14-2E0C-AC4E-7971B3F7E3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Freeform 1587">
                <a:extLst>
                  <a:ext uri="{FF2B5EF4-FFF2-40B4-BE49-F238E27FC236}">
                    <a16:creationId xmlns:a16="http://schemas.microsoft.com/office/drawing/2014/main" id="{B23885B4-3355-9207-22A5-D089E0ADDD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" name="Oval 1588">
                <a:extLst>
                  <a:ext uri="{FF2B5EF4-FFF2-40B4-BE49-F238E27FC236}">
                    <a16:creationId xmlns:a16="http://schemas.microsoft.com/office/drawing/2014/main" id="{08960785-05C0-3B4C-1A0F-991BBC2F52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7" name="Group 1589">
              <a:extLst>
                <a:ext uri="{FF2B5EF4-FFF2-40B4-BE49-F238E27FC236}">
                  <a16:creationId xmlns:a16="http://schemas.microsoft.com/office/drawing/2014/main" id="{BBA8E9D9-9A29-E993-C995-6471B30F06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2" name="Oval 1590">
                <a:extLst>
                  <a:ext uri="{FF2B5EF4-FFF2-40B4-BE49-F238E27FC236}">
                    <a16:creationId xmlns:a16="http://schemas.microsoft.com/office/drawing/2014/main" id="{3E3BF6FC-E60D-75DA-7270-44E15FBCA1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" name="Oval 1591">
                <a:extLst>
                  <a:ext uri="{FF2B5EF4-FFF2-40B4-BE49-F238E27FC236}">
                    <a16:creationId xmlns:a16="http://schemas.microsoft.com/office/drawing/2014/main" id="{BD8A9A78-7822-8476-80A9-9446D9031C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" name="Freeform 1592">
                <a:extLst>
                  <a:ext uri="{FF2B5EF4-FFF2-40B4-BE49-F238E27FC236}">
                    <a16:creationId xmlns:a16="http://schemas.microsoft.com/office/drawing/2014/main" id="{AF684796-B88C-0C5B-595C-464D0D9E52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Freeform 1593">
                <a:extLst>
                  <a:ext uri="{FF2B5EF4-FFF2-40B4-BE49-F238E27FC236}">
                    <a16:creationId xmlns:a16="http://schemas.microsoft.com/office/drawing/2014/main" id="{454EAF6F-0400-E46D-8F24-465AC3ACB1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Freeform 1594">
                <a:extLst>
                  <a:ext uri="{FF2B5EF4-FFF2-40B4-BE49-F238E27FC236}">
                    <a16:creationId xmlns:a16="http://schemas.microsoft.com/office/drawing/2014/main" id="{0D825111-302F-9EE2-3774-CB229810AF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" name="Oval 1595">
                <a:extLst>
                  <a:ext uri="{FF2B5EF4-FFF2-40B4-BE49-F238E27FC236}">
                    <a16:creationId xmlns:a16="http://schemas.microsoft.com/office/drawing/2014/main" id="{23C07D6F-F058-DAF1-1895-5752D25542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8" name="Group 1596">
              <a:extLst>
                <a:ext uri="{FF2B5EF4-FFF2-40B4-BE49-F238E27FC236}">
                  <a16:creationId xmlns:a16="http://schemas.microsoft.com/office/drawing/2014/main" id="{E5C62167-7784-5456-88DB-9ACA5A1EEA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6" name="Oval 1597">
                <a:extLst>
                  <a:ext uri="{FF2B5EF4-FFF2-40B4-BE49-F238E27FC236}">
                    <a16:creationId xmlns:a16="http://schemas.microsoft.com/office/drawing/2014/main" id="{71123A85-7E53-6B03-ADB2-5BD1C3667F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" name="Oval 1598">
                <a:extLst>
                  <a:ext uri="{FF2B5EF4-FFF2-40B4-BE49-F238E27FC236}">
                    <a16:creationId xmlns:a16="http://schemas.microsoft.com/office/drawing/2014/main" id="{240C4618-FD39-8F99-6810-374FD2F93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" name="Freeform 1599">
                <a:extLst>
                  <a:ext uri="{FF2B5EF4-FFF2-40B4-BE49-F238E27FC236}">
                    <a16:creationId xmlns:a16="http://schemas.microsoft.com/office/drawing/2014/main" id="{F4CB7EAA-E72B-3E0C-BC55-6BB3510F80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Freeform 1600">
                <a:extLst>
                  <a:ext uri="{FF2B5EF4-FFF2-40B4-BE49-F238E27FC236}">
                    <a16:creationId xmlns:a16="http://schemas.microsoft.com/office/drawing/2014/main" id="{9AE48EC8-C6D7-DE95-69EC-A6894C0E2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Freeform 1601">
                <a:extLst>
                  <a:ext uri="{FF2B5EF4-FFF2-40B4-BE49-F238E27FC236}">
                    <a16:creationId xmlns:a16="http://schemas.microsoft.com/office/drawing/2014/main" id="{99E3651B-4811-2690-EB75-1F7C1CB472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Oval 1602">
                <a:extLst>
                  <a:ext uri="{FF2B5EF4-FFF2-40B4-BE49-F238E27FC236}">
                    <a16:creationId xmlns:a16="http://schemas.microsoft.com/office/drawing/2014/main" id="{FBE31F59-24CA-F8C0-EB8E-D11959C9F8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9" name="Group 1603">
              <a:extLst>
                <a:ext uri="{FF2B5EF4-FFF2-40B4-BE49-F238E27FC236}">
                  <a16:creationId xmlns:a16="http://schemas.microsoft.com/office/drawing/2014/main" id="{96D49E66-F64D-783F-E351-B5B14D826F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0" name="Oval 1604">
                <a:extLst>
                  <a:ext uri="{FF2B5EF4-FFF2-40B4-BE49-F238E27FC236}">
                    <a16:creationId xmlns:a16="http://schemas.microsoft.com/office/drawing/2014/main" id="{591174AE-DA35-E3DB-7537-A09F8DA149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" name="Oval 1605">
                <a:extLst>
                  <a:ext uri="{FF2B5EF4-FFF2-40B4-BE49-F238E27FC236}">
                    <a16:creationId xmlns:a16="http://schemas.microsoft.com/office/drawing/2014/main" id="{086663D6-B34C-17DA-AB7A-4EADFB44AE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" name="Freeform 1606">
                <a:extLst>
                  <a:ext uri="{FF2B5EF4-FFF2-40B4-BE49-F238E27FC236}">
                    <a16:creationId xmlns:a16="http://schemas.microsoft.com/office/drawing/2014/main" id="{C0273490-ED04-0C8F-4485-E0974F1502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1607">
                <a:extLst>
                  <a:ext uri="{FF2B5EF4-FFF2-40B4-BE49-F238E27FC236}">
                    <a16:creationId xmlns:a16="http://schemas.microsoft.com/office/drawing/2014/main" id="{991460BD-E29A-0930-6F59-ADD7D86322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1608">
                <a:extLst>
                  <a:ext uri="{FF2B5EF4-FFF2-40B4-BE49-F238E27FC236}">
                    <a16:creationId xmlns:a16="http://schemas.microsoft.com/office/drawing/2014/main" id="{9B09E6AA-66F1-A7EA-4867-7B97AE1048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Oval 1609">
                <a:extLst>
                  <a:ext uri="{FF2B5EF4-FFF2-40B4-BE49-F238E27FC236}">
                    <a16:creationId xmlns:a16="http://schemas.microsoft.com/office/drawing/2014/main" id="{AC474D68-E0A8-EE76-978B-44CEAB7498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32" name="Group 1385">
            <a:extLst>
              <a:ext uri="{FF2B5EF4-FFF2-40B4-BE49-F238E27FC236}">
                <a16:creationId xmlns:a16="http://schemas.microsoft.com/office/drawing/2014/main" id="{E6634172-1E86-AA5A-56DA-F1483ACBDC8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33" name="Group 1386">
              <a:extLst>
                <a:ext uri="{FF2B5EF4-FFF2-40B4-BE49-F238E27FC236}">
                  <a16:creationId xmlns:a16="http://schemas.microsoft.com/office/drawing/2014/main" id="{9568EB3E-04CA-2D99-BD28-89EC75BC110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51" name="Oval 1387">
                <a:extLst>
                  <a:ext uri="{FF2B5EF4-FFF2-40B4-BE49-F238E27FC236}">
                    <a16:creationId xmlns:a16="http://schemas.microsoft.com/office/drawing/2014/main" id="{54E5125A-5615-BB9A-D8A2-C92EC6F3B8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2" name="Oval 1388">
                <a:extLst>
                  <a:ext uri="{FF2B5EF4-FFF2-40B4-BE49-F238E27FC236}">
                    <a16:creationId xmlns:a16="http://schemas.microsoft.com/office/drawing/2014/main" id="{824C8C19-D4F2-F137-D390-720E905ACB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3" name="Freeform 1389">
                <a:extLst>
                  <a:ext uri="{FF2B5EF4-FFF2-40B4-BE49-F238E27FC236}">
                    <a16:creationId xmlns:a16="http://schemas.microsoft.com/office/drawing/2014/main" id="{4D482614-4E31-1296-B920-DBDB559EE9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Freeform 1390">
                <a:extLst>
                  <a:ext uri="{FF2B5EF4-FFF2-40B4-BE49-F238E27FC236}">
                    <a16:creationId xmlns:a16="http://schemas.microsoft.com/office/drawing/2014/main" id="{656F9452-C1EA-FD9E-A5AE-7F47FCD6B9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5" name="Freeform 1391">
                <a:extLst>
                  <a:ext uri="{FF2B5EF4-FFF2-40B4-BE49-F238E27FC236}">
                    <a16:creationId xmlns:a16="http://schemas.microsoft.com/office/drawing/2014/main" id="{17F74C6C-2C3B-D685-407B-45FB70905F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6" name="Oval 1392">
                <a:extLst>
                  <a:ext uri="{FF2B5EF4-FFF2-40B4-BE49-F238E27FC236}">
                    <a16:creationId xmlns:a16="http://schemas.microsoft.com/office/drawing/2014/main" id="{99D6B852-9172-F770-8809-2B13B50DC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393">
              <a:extLst>
                <a:ext uri="{FF2B5EF4-FFF2-40B4-BE49-F238E27FC236}">
                  <a16:creationId xmlns:a16="http://schemas.microsoft.com/office/drawing/2014/main" id="{7EC16489-4114-3A16-2CB2-25D736CE47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5" name="Oval 1394">
                <a:extLst>
                  <a:ext uri="{FF2B5EF4-FFF2-40B4-BE49-F238E27FC236}">
                    <a16:creationId xmlns:a16="http://schemas.microsoft.com/office/drawing/2014/main" id="{A7D8CC91-D056-AFFD-BEDE-A38462D161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6" name="Oval 1395">
                <a:extLst>
                  <a:ext uri="{FF2B5EF4-FFF2-40B4-BE49-F238E27FC236}">
                    <a16:creationId xmlns:a16="http://schemas.microsoft.com/office/drawing/2014/main" id="{D301AC4B-600F-FE6C-E5A4-B2CC6BE90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7" name="Freeform 1396">
                <a:extLst>
                  <a:ext uri="{FF2B5EF4-FFF2-40B4-BE49-F238E27FC236}">
                    <a16:creationId xmlns:a16="http://schemas.microsoft.com/office/drawing/2014/main" id="{678D7244-4A30-FB69-8A61-36C72AAC8B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Freeform 1397">
                <a:extLst>
                  <a:ext uri="{FF2B5EF4-FFF2-40B4-BE49-F238E27FC236}">
                    <a16:creationId xmlns:a16="http://schemas.microsoft.com/office/drawing/2014/main" id="{E3C1D90D-53AF-9011-5C21-235DBDF1C1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9" name="Freeform 1398">
                <a:extLst>
                  <a:ext uri="{FF2B5EF4-FFF2-40B4-BE49-F238E27FC236}">
                    <a16:creationId xmlns:a16="http://schemas.microsoft.com/office/drawing/2014/main" id="{21843820-927A-C38F-C1D6-E1B3DE7C6B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" name="Oval 1399">
                <a:extLst>
                  <a:ext uri="{FF2B5EF4-FFF2-40B4-BE49-F238E27FC236}">
                    <a16:creationId xmlns:a16="http://schemas.microsoft.com/office/drawing/2014/main" id="{0BCE4DED-7767-0653-8CCA-0659BF91BF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00">
              <a:extLst>
                <a:ext uri="{FF2B5EF4-FFF2-40B4-BE49-F238E27FC236}">
                  <a16:creationId xmlns:a16="http://schemas.microsoft.com/office/drawing/2014/main" id="{C60030F4-96F4-D4D2-CAE7-3919E86DEE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9" name="Oval 1401">
                <a:extLst>
                  <a:ext uri="{FF2B5EF4-FFF2-40B4-BE49-F238E27FC236}">
                    <a16:creationId xmlns:a16="http://schemas.microsoft.com/office/drawing/2014/main" id="{10149429-84F1-D203-9708-F46DC6CC5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0" name="Oval 1402">
                <a:extLst>
                  <a:ext uri="{FF2B5EF4-FFF2-40B4-BE49-F238E27FC236}">
                    <a16:creationId xmlns:a16="http://schemas.microsoft.com/office/drawing/2014/main" id="{A5E0932E-EE64-6B68-30FC-4D32FFCEC9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1" name="Freeform 1403">
                <a:extLst>
                  <a:ext uri="{FF2B5EF4-FFF2-40B4-BE49-F238E27FC236}">
                    <a16:creationId xmlns:a16="http://schemas.microsoft.com/office/drawing/2014/main" id="{6BCE408F-F742-254D-5D98-846FBF7937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Freeform 1404">
                <a:extLst>
                  <a:ext uri="{FF2B5EF4-FFF2-40B4-BE49-F238E27FC236}">
                    <a16:creationId xmlns:a16="http://schemas.microsoft.com/office/drawing/2014/main" id="{F9C71FEF-EA61-B4E7-4B10-7CD82496DD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3" name="Freeform 1405">
                <a:extLst>
                  <a:ext uri="{FF2B5EF4-FFF2-40B4-BE49-F238E27FC236}">
                    <a16:creationId xmlns:a16="http://schemas.microsoft.com/office/drawing/2014/main" id="{D242A0BB-5920-10D1-DAAE-E633A96C1D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4" name="Oval 1406">
                <a:extLst>
                  <a:ext uri="{FF2B5EF4-FFF2-40B4-BE49-F238E27FC236}">
                    <a16:creationId xmlns:a16="http://schemas.microsoft.com/office/drawing/2014/main" id="{F4204C80-6DDD-FFC1-A28B-1BE528A94F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07">
              <a:extLst>
                <a:ext uri="{FF2B5EF4-FFF2-40B4-BE49-F238E27FC236}">
                  <a16:creationId xmlns:a16="http://schemas.microsoft.com/office/drawing/2014/main" id="{CA0D1FD2-51E4-C23F-E14E-8D6230E156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33" name="Oval 1408">
                <a:extLst>
                  <a:ext uri="{FF2B5EF4-FFF2-40B4-BE49-F238E27FC236}">
                    <a16:creationId xmlns:a16="http://schemas.microsoft.com/office/drawing/2014/main" id="{8B7354B2-CDBB-1D4D-8E7B-2B2E018541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4" name="Oval 1409">
                <a:extLst>
                  <a:ext uri="{FF2B5EF4-FFF2-40B4-BE49-F238E27FC236}">
                    <a16:creationId xmlns:a16="http://schemas.microsoft.com/office/drawing/2014/main" id="{D50F8BEC-97D7-A6FE-5001-03E4D36FB3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5" name="Freeform 1410">
                <a:extLst>
                  <a:ext uri="{FF2B5EF4-FFF2-40B4-BE49-F238E27FC236}">
                    <a16:creationId xmlns:a16="http://schemas.microsoft.com/office/drawing/2014/main" id="{BE9F16B5-3E18-AB3C-86A5-E7EC4388DE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Freeform 1411">
                <a:extLst>
                  <a:ext uri="{FF2B5EF4-FFF2-40B4-BE49-F238E27FC236}">
                    <a16:creationId xmlns:a16="http://schemas.microsoft.com/office/drawing/2014/main" id="{571A0F80-0EEA-D15E-E4B6-181445946A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7" name="Freeform 1412">
                <a:extLst>
                  <a:ext uri="{FF2B5EF4-FFF2-40B4-BE49-F238E27FC236}">
                    <a16:creationId xmlns:a16="http://schemas.microsoft.com/office/drawing/2014/main" id="{FD549226-1AA2-95FC-F55B-0A719EC712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8" name="Oval 1413">
                <a:extLst>
                  <a:ext uri="{FF2B5EF4-FFF2-40B4-BE49-F238E27FC236}">
                    <a16:creationId xmlns:a16="http://schemas.microsoft.com/office/drawing/2014/main" id="{27A4A23A-CFAE-6EBA-146E-4044D721F1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14">
              <a:extLst>
                <a:ext uri="{FF2B5EF4-FFF2-40B4-BE49-F238E27FC236}">
                  <a16:creationId xmlns:a16="http://schemas.microsoft.com/office/drawing/2014/main" id="{EFBA1CCA-4DAB-2144-23B0-82809C1C7F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7" name="Oval 1415">
                <a:extLst>
                  <a:ext uri="{FF2B5EF4-FFF2-40B4-BE49-F238E27FC236}">
                    <a16:creationId xmlns:a16="http://schemas.microsoft.com/office/drawing/2014/main" id="{BECBAF06-BB5B-02E9-7351-267298CC99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8" name="Oval 1416">
                <a:extLst>
                  <a:ext uri="{FF2B5EF4-FFF2-40B4-BE49-F238E27FC236}">
                    <a16:creationId xmlns:a16="http://schemas.microsoft.com/office/drawing/2014/main" id="{38D4E602-B0EF-91C6-8550-137D1A0EC2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9" name="Freeform 1417">
                <a:extLst>
                  <a:ext uri="{FF2B5EF4-FFF2-40B4-BE49-F238E27FC236}">
                    <a16:creationId xmlns:a16="http://schemas.microsoft.com/office/drawing/2014/main" id="{66792D8D-9DDA-6262-4DBA-03C2122BBD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Freeform 1418">
                <a:extLst>
                  <a:ext uri="{FF2B5EF4-FFF2-40B4-BE49-F238E27FC236}">
                    <a16:creationId xmlns:a16="http://schemas.microsoft.com/office/drawing/2014/main" id="{E3355D3C-1450-3DF4-850F-8BB1695CB7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1" name="Freeform 1419">
                <a:extLst>
                  <a:ext uri="{FF2B5EF4-FFF2-40B4-BE49-F238E27FC236}">
                    <a16:creationId xmlns:a16="http://schemas.microsoft.com/office/drawing/2014/main" id="{F62605DA-071D-1D90-4688-B264DEC6F5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2" name="Oval 1420">
                <a:extLst>
                  <a:ext uri="{FF2B5EF4-FFF2-40B4-BE49-F238E27FC236}">
                    <a16:creationId xmlns:a16="http://schemas.microsoft.com/office/drawing/2014/main" id="{6D31FC2D-7F38-35FA-0BC1-EF33AE86A9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21">
              <a:extLst>
                <a:ext uri="{FF2B5EF4-FFF2-40B4-BE49-F238E27FC236}">
                  <a16:creationId xmlns:a16="http://schemas.microsoft.com/office/drawing/2014/main" id="{7889A42C-67D1-2949-7D39-A5CD5C2E8E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21" name="Oval 1422">
                <a:extLst>
                  <a:ext uri="{FF2B5EF4-FFF2-40B4-BE49-F238E27FC236}">
                    <a16:creationId xmlns:a16="http://schemas.microsoft.com/office/drawing/2014/main" id="{7C725024-116A-C420-F40C-8C0EA15643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2" name="Oval 1423">
                <a:extLst>
                  <a:ext uri="{FF2B5EF4-FFF2-40B4-BE49-F238E27FC236}">
                    <a16:creationId xmlns:a16="http://schemas.microsoft.com/office/drawing/2014/main" id="{AD1DE19C-7365-F040-C4CC-F81F2E933A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3" name="Freeform 1424">
                <a:extLst>
                  <a:ext uri="{FF2B5EF4-FFF2-40B4-BE49-F238E27FC236}">
                    <a16:creationId xmlns:a16="http://schemas.microsoft.com/office/drawing/2014/main" id="{EF3970D5-39E0-5B58-23AA-C68F7F297A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Freeform 1425">
                <a:extLst>
                  <a:ext uri="{FF2B5EF4-FFF2-40B4-BE49-F238E27FC236}">
                    <a16:creationId xmlns:a16="http://schemas.microsoft.com/office/drawing/2014/main" id="{A51E6677-40DA-01CF-5260-684FEF2F4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5" name="Freeform 1426">
                <a:extLst>
                  <a:ext uri="{FF2B5EF4-FFF2-40B4-BE49-F238E27FC236}">
                    <a16:creationId xmlns:a16="http://schemas.microsoft.com/office/drawing/2014/main" id="{1B049D5B-6931-87BB-43F7-68FBAD6BE7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6" name="Oval 1427">
                <a:extLst>
                  <a:ext uri="{FF2B5EF4-FFF2-40B4-BE49-F238E27FC236}">
                    <a16:creationId xmlns:a16="http://schemas.microsoft.com/office/drawing/2014/main" id="{E80A226A-7477-A97F-7137-653A447EED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28">
              <a:extLst>
                <a:ext uri="{FF2B5EF4-FFF2-40B4-BE49-F238E27FC236}">
                  <a16:creationId xmlns:a16="http://schemas.microsoft.com/office/drawing/2014/main" id="{840B0C64-3A87-B1FB-490C-A2E2903D8D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5" name="Oval 1429">
                <a:extLst>
                  <a:ext uri="{FF2B5EF4-FFF2-40B4-BE49-F238E27FC236}">
                    <a16:creationId xmlns:a16="http://schemas.microsoft.com/office/drawing/2014/main" id="{58B7247B-C3E6-0BDA-2C98-7B327CF895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6" name="Oval 1430">
                <a:extLst>
                  <a:ext uri="{FF2B5EF4-FFF2-40B4-BE49-F238E27FC236}">
                    <a16:creationId xmlns:a16="http://schemas.microsoft.com/office/drawing/2014/main" id="{878EE656-FF32-FB4F-4E9A-ADDAA114EA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7" name="Freeform 1431">
                <a:extLst>
                  <a:ext uri="{FF2B5EF4-FFF2-40B4-BE49-F238E27FC236}">
                    <a16:creationId xmlns:a16="http://schemas.microsoft.com/office/drawing/2014/main" id="{2B964558-EDC2-E7F7-5D8C-A5C5B88681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Freeform 1432">
                <a:extLst>
                  <a:ext uri="{FF2B5EF4-FFF2-40B4-BE49-F238E27FC236}">
                    <a16:creationId xmlns:a16="http://schemas.microsoft.com/office/drawing/2014/main" id="{C8D0496C-D3C6-E6CE-40FA-3E1204D07F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9" name="Freeform 1433">
                <a:extLst>
                  <a:ext uri="{FF2B5EF4-FFF2-40B4-BE49-F238E27FC236}">
                    <a16:creationId xmlns:a16="http://schemas.microsoft.com/office/drawing/2014/main" id="{C258C6AB-A30E-ACAF-278D-AFA94E3BB9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0" name="Oval 1434">
                <a:extLst>
                  <a:ext uri="{FF2B5EF4-FFF2-40B4-BE49-F238E27FC236}">
                    <a16:creationId xmlns:a16="http://schemas.microsoft.com/office/drawing/2014/main" id="{AFB8ED4B-2FDB-DBBA-7212-EBED76052B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35">
              <a:extLst>
                <a:ext uri="{FF2B5EF4-FFF2-40B4-BE49-F238E27FC236}">
                  <a16:creationId xmlns:a16="http://schemas.microsoft.com/office/drawing/2014/main" id="{E505158B-77C0-F6B2-8BD9-4F77E6B74D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9" name="Oval 1436">
                <a:extLst>
                  <a:ext uri="{FF2B5EF4-FFF2-40B4-BE49-F238E27FC236}">
                    <a16:creationId xmlns:a16="http://schemas.microsoft.com/office/drawing/2014/main" id="{FCC122D9-2419-C13E-70B7-F1DBE200E5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0" name="Oval 1437">
                <a:extLst>
                  <a:ext uri="{FF2B5EF4-FFF2-40B4-BE49-F238E27FC236}">
                    <a16:creationId xmlns:a16="http://schemas.microsoft.com/office/drawing/2014/main" id="{7E45220F-26A6-20DC-6B21-C9309BF9D5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1" name="Freeform 1438">
                <a:extLst>
                  <a:ext uri="{FF2B5EF4-FFF2-40B4-BE49-F238E27FC236}">
                    <a16:creationId xmlns:a16="http://schemas.microsoft.com/office/drawing/2014/main" id="{2899CD8B-FBB7-B22F-8532-98B18413D6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Freeform 1439">
                <a:extLst>
                  <a:ext uri="{FF2B5EF4-FFF2-40B4-BE49-F238E27FC236}">
                    <a16:creationId xmlns:a16="http://schemas.microsoft.com/office/drawing/2014/main" id="{E3801EC6-08CA-4966-CBA3-D2EB2432FD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3" name="Freeform 1440">
                <a:extLst>
                  <a:ext uri="{FF2B5EF4-FFF2-40B4-BE49-F238E27FC236}">
                    <a16:creationId xmlns:a16="http://schemas.microsoft.com/office/drawing/2014/main" id="{971A3D8D-81E0-64A7-5B12-43F48D717A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4" name="Oval 1441">
                <a:extLst>
                  <a:ext uri="{FF2B5EF4-FFF2-40B4-BE49-F238E27FC236}">
                    <a16:creationId xmlns:a16="http://schemas.microsoft.com/office/drawing/2014/main" id="{F9DF62CB-467E-3B98-DBF0-6379256C93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42">
              <a:extLst>
                <a:ext uri="{FF2B5EF4-FFF2-40B4-BE49-F238E27FC236}">
                  <a16:creationId xmlns:a16="http://schemas.microsoft.com/office/drawing/2014/main" id="{1E1CC300-E5B9-2C83-ADAF-7B2279992C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403" name="Oval 1443">
                <a:extLst>
                  <a:ext uri="{FF2B5EF4-FFF2-40B4-BE49-F238E27FC236}">
                    <a16:creationId xmlns:a16="http://schemas.microsoft.com/office/drawing/2014/main" id="{E658BD66-2215-FA00-1931-320C8AF2ED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4" name="Oval 1444">
                <a:extLst>
                  <a:ext uri="{FF2B5EF4-FFF2-40B4-BE49-F238E27FC236}">
                    <a16:creationId xmlns:a16="http://schemas.microsoft.com/office/drawing/2014/main" id="{85C2CB65-F63A-A0A9-69E0-5DCBEBC2A9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5" name="Freeform 1445">
                <a:extLst>
                  <a:ext uri="{FF2B5EF4-FFF2-40B4-BE49-F238E27FC236}">
                    <a16:creationId xmlns:a16="http://schemas.microsoft.com/office/drawing/2014/main" id="{77BB3195-C449-089A-1145-6A04205F7B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Freeform 1446">
                <a:extLst>
                  <a:ext uri="{FF2B5EF4-FFF2-40B4-BE49-F238E27FC236}">
                    <a16:creationId xmlns:a16="http://schemas.microsoft.com/office/drawing/2014/main" id="{14DB1D04-191F-CA9E-DEB5-5B4F3A1D18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7" name="Freeform 1447">
                <a:extLst>
                  <a:ext uri="{FF2B5EF4-FFF2-40B4-BE49-F238E27FC236}">
                    <a16:creationId xmlns:a16="http://schemas.microsoft.com/office/drawing/2014/main" id="{D2DE11E2-C2DF-838C-31C9-0976548673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8" name="Oval 1448">
                <a:extLst>
                  <a:ext uri="{FF2B5EF4-FFF2-40B4-BE49-F238E27FC236}">
                    <a16:creationId xmlns:a16="http://schemas.microsoft.com/office/drawing/2014/main" id="{0787DE9A-5153-17B3-EE7E-4D12C8A2C4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49">
              <a:extLst>
                <a:ext uri="{FF2B5EF4-FFF2-40B4-BE49-F238E27FC236}">
                  <a16:creationId xmlns:a16="http://schemas.microsoft.com/office/drawing/2014/main" id="{E70CD1C6-B716-8F4B-E586-DBDC4C0E07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7" name="Oval 1450">
                <a:extLst>
                  <a:ext uri="{FF2B5EF4-FFF2-40B4-BE49-F238E27FC236}">
                    <a16:creationId xmlns:a16="http://schemas.microsoft.com/office/drawing/2014/main" id="{3B9EC576-1A94-234C-B685-61901F4879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8" name="Oval 1451">
                <a:extLst>
                  <a:ext uri="{FF2B5EF4-FFF2-40B4-BE49-F238E27FC236}">
                    <a16:creationId xmlns:a16="http://schemas.microsoft.com/office/drawing/2014/main" id="{B1A26CCC-CF34-DFCB-D604-0A05B96588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9" name="Freeform 1452">
                <a:extLst>
                  <a:ext uri="{FF2B5EF4-FFF2-40B4-BE49-F238E27FC236}">
                    <a16:creationId xmlns:a16="http://schemas.microsoft.com/office/drawing/2014/main" id="{8EE771BD-1B8C-88A5-B7A1-5B542D9BFE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Freeform 1453">
                <a:extLst>
                  <a:ext uri="{FF2B5EF4-FFF2-40B4-BE49-F238E27FC236}">
                    <a16:creationId xmlns:a16="http://schemas.microsoft.com/office/drawing/2014/main" id="{EBABEBF3-7D87-D5C0-2AC3-38728ACE40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1" name="Freeform 1454">
                <a:extLst>
                  <a:ext uri="{FF2B5EF4-FFF2-40B4-BE49-F238E27FC236}">
                    <a16:creationId xmlns:a16="http://schemas.microsoft.com/office/drawing/2014/main" id="{4832E0B9-643D-E78A-8C9A-F96867386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2" name="Oval 1455">
                <a:extLst>
                  <a:ext uri="{FF2B5EF4-FFF2-40B4-BE49-F238E27FC236}">
                    <a16:creationId xmlns:a16="http://schemas.microsoft.com/office/drawing/2014/main" id="{A084826C-B62B-6E93-FE4A-FBE458B403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56">
              <a:extLst>
                <a:ext uri="{FF2B5EF4-FFF2-40B4-BE49-F238E27FC236}">
                  <a16:creationId xmlns:a16="http://schemas.microsoft.com/office/drawing/2014/main" id="{C84A6098-D336-3263-5F34-9AB1D5274D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91" name="Oval 1457">
                <a:extLst>
                  <a:ext uri="{FF2B5EF4-FFF2-40B4-BE49-F238E27FC236}">
                    <a16:creationId xmlns:a16="http://schemas.microsoft.com/office/drawing/2014/main" id="{0C20D495-181F-6786-9CEB-59340962AE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2" name="Oval 1458">
                <a:extLst>
                  <a:ext uri="{FF2B5EF4-FFF2-40B4-BE49-F238E27FC236}">
                    <a16:creationId xmlns:a16="http://schemas.microsoft.com/office/drawing/2014/main" id="{DAB1C826-8524-AD99-4F3C-B833DCDD6C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3" name="Freeform 1459">
                <a:extLst>
                  <a:ext uri="{FF2B5EF4-FFF2-40B4-BE49-F238E27FC236}">
                    <a16:creationId xmlns:a16="http://schemas.microsoft.com/office/drawing/2014/main" id="{9F9B8B2D-2559-F9EA-7401-7ED9097405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Freeform 1460">
                <a:extLst>
                  <a:ext uri="{FF2B5EF4-FFF2-40B4-BE49-F238E27FC236}">
                    <a16:creationId xmlns:a16="http://schemas.microsoft.com/office/drawing/2014/main" id="{CB244C8A-B348-CA1E-F1A7-C763CD1C25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5" name="Freeform 1461">
                <a:extLst>
                  <a:ext uri="{FF2B5EF4-FFF2-40B4-BE49-F238E27FC236}">
                    <a16:creationId xmlns:a16="http://schemas.microsoft.com/office/drawing/2014/main" id="{A09DA3EC-370D-7D7A-52CC-5BE6AF508E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6" name="Oval 1462">
                <a:extLst>
                  <a:ext uri="{FF2B5EF4-FFF2-40B4-BE49-F238E27FC236}">
                    <a16:creationId xmlns:a16="http://schemas.microsoft.com/office/drawing/2014/main" id="{4E697C26-CA7F-45EA-399C-5E9089153D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63">
              <a:extLst>
                <a:ext uri="{FF2B5EF4-FFF2-40B4-BE49-F238E27FC236}">
                  <a16:creationId xmlns:a16="http://schemas.microsoft.com/office/drawing/2014/main" id="{6552DF69-2D47-56B8-5FC3-DF1104FE96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5" name="Oval 1464">
                <a:extLst>
                  <a:ext uri="{FF2B5EF4-FFF2-40B4-BE49-F238E27FC236}">
                    <a16:creationId xmlns:a16="http://schemas.microsoft.com/office/drawing/2014/main" id="{698D778D-2DA5-F566-1E29-75A52FD7B5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6" name="Oval 1465">
                <a:extLst>
                  <a:ext uri="{FF2B5EF4-FFF2-40B4-BE49-F238E27FC236}">
                    <a16:creationId xmlns:a16="http://schemas.microsoft.com/office/drawing/2014/main" id="{248E3864-054D-23D5-22F3-CB38566747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7" name="Freeform 1466">
                <a:extLst>
                  <a:ext uri="{FF2B5EF4-FFF2-40B4-BE49-F238E27FC236}">
                    <a16:creationId xmlns:a16="http://schemas.microsoft.com/office/drawing/2014/main" id="{1725A974-540E-0BBB-9F08-B0CE1383E8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Freeform 1467">
                <a:extLst>
                  <a:ext uri="{FF2B5EF4-FFF2-40B4-BE49-F238E27FC236}">
                    <a16:creationId xmlns:a16="http://schemas.microsoft.com/office/drawing/2014/main" id="{CB7C5A36-BCC8-EBD3-7F9D-78590A6ADE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" name="Freeform 1468">
                <a:extLst>
                  <a:ext uri="{FF2B5EF4-FFF2-40B4-BE49-F238E27FC236}">
                    <a16:creationId xmlns:a16="http://schemas.microsoft.com/office/drawing/2014/main" id="{DB32BF9F-022A-081D-AA95-3A0698DE7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0" name="Oval 1469">
                <a:extLst>
                  <a:ext uri="{FF2B5EF4-FFF2-40B4-BE49-F238E27FC236}">
                    <a16:creationId xmlns:a16="http://schemas.microsoft.com/office/drawing/2014/main" id="{39B481C7-7583-BA68-3E3E-80FC3CF48B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70">
              <a:extLst>
                <a:ext uri="{FF2B5EF4-FFF2-40B4-BE49-F238E27FC236}">
                  <a16:creationId xmlns:a16="http://schemas.microsoft.com/office/drawing/2014/main" id="{EA7174C9-8A92-45C7-D31B-07BD633521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9" name="Oval 1471">
                <a:extLst>
                  <a:ext uri="{FF2B5EF4-FFF2-40B4-BE49-F238E27FC236}">
                    <a16:creationId xmlns:a16="http://schemas.microsoft.com/office/drawing/2014/main" id="{072DDD82-5A8D-4B5E-651C-F5912A07D1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0" name="Oval 1472">
                <a:extLst>
                  <a:ext uri="{FF2B5EF4-FFF2-40B4-BE49-F238E27FC236}">
                    <a16:creationId xmlns:a16="http://schemas.microsoft.com/office/drawing/2014/main" id="{9563E639-D50B-8722-1D02-9A6D693C6C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1" name="Freeform 1473">
                <a:extLst>
                  <a:ext uri="{FF2B5EF4-FFF2-40B4-BE49-F238E27FC236}">
                    <a16:creationId xmlns:a16="http://schemas.microsoft.com/office/drawing/2014/main" id="{81FC75A8-EA45-D24B-8D2A-4250536F4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Freeform 1474">
                <a:extLst>
                  <a:ext uri="{FF2B5EF4-FFF2-40B4-BE49-F238E27FC236}">
                    <a16:creationId xmlns:a16="http://schemas.microsoft.com/office/drawing/2014/main" id="{C4A81073-59E6-B471-5504-4F402D240D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3" name="Freeform 1475">
                <a:extLst>
                  <a:ext uri="{FF2B5EF4-FFF2-40B4-BE49-F238E27FC236}">
                    <a16:creationId xmlns:a16="http://schemas.microsoft.com/office/drawing/2014/main" id="{B949A89F-B515-90F7-89CD-0DA5BEAC87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4" name="Oval 1476">
                <a:extLst>
                  <a:ext uri="{FF2B5EF4-FFF2-40B4-BE49-F238E27FC236}">
                    <a16:creationId xmlns:a16="http://schemas.microsoft.com/office/drawing/2014/main" id="{3C554971-601A-DC8B-B0ED-62272E48C8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477">
              <a:extLst>
                <a:ext uri="{FF2B5EF4-FFF2-40B4-BE49-F238E27FC236}">
                  <a16:creationId xmlns:a16="http://schemas.microsoft.com/office/drawing/2014/main" id="{492625ED-AAB6-4B23-A68D-1A2541B12B4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73" name="Oval 1478">
                <a:extLst>
                  <a:ext uri="{FF2B5EF4-FFF2-40B4-BE49-F238E27FC236}">
                    <a16:creationId xmlns:a16="http://schemas.microsoft.com/office/drawing/2014/main" id="{EF9B9702-D45C-BBF9-9646-0768948651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4" name="Oval 1479">
                <a:extLst>
                  <a:ext uri="{FF2B5EF4-FFF2-40B4-BE49-F238E27FC236}">
                    <a16:creationId xmlns:a16="http://schemas.microsoft.com/office/drawing/2014/main" id="{73D711E4-643C-8427-C776-D8EBC1740C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5" name="Freeform 1480">
                <a:extLst>
                  <a:ext uri="{FF2B5EF4-FFF2-40B4-BE49-F238E27FC236}">
                    <a16:creationId xmlns:a16="http://schemas.microsoft.com/office/drawing/2014/main" id="{73939389-C897-6D15-8487-71FBB4A4F8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Freeform 1481">
                <a:extLst>
                  <a:ext uri="{FF2B5EF4-FFF2-40B4-BE49-F238E27FC236}">
                    <a16:creationId xmlns:a16="http://schemas.microsoft.com/office/drawing/2014/main" id="{9F1E213D-6576-52B6-59CF-29B8755BD7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7" name="Freeform 1482">
                <a:extLst>
                  <a:ext uri="{FF2B5EF4-FFF2-40B4-BE49-F238E27FC236}">
                    <a16:creationId xmlns:a16="http://schemas.microsoft.com/office/drawing/2014/main" id="{314FEBA8-0A40-2399-0E48-2920CB89C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8" name="Oval 1483">
                <a:extLst>
                  <a:ext uri="{FF2B5EF4-FFF2-40B4-BE49-F238E27FC236}">
                    <a16:creationId xmlns:a16="http://schemas.microsoft.com/office/drawing/2014/main" id="{FF5B1E79-4946-9960-0C88-33ABCACCB2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484">
              <a:extLst>
                <a:ext uri="{FF2B5EF4-FFF2-40B4-BE49-F238E27FC236}">
                  <a16:creationId xmlns:a16="http://schemas.microsoft.com/office/drawing/2014/main" id="{654EB72C-5B5B-2F48-B899-4F4CA1D4FD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7" name="Oval 1485">
                <a:extLst>
                  <a:ext uri="{FF2B5EF4-FFF2-40B4-BE49-F238E27FC236}">
                    <a16:creationId xmlns:a16="http://schemas.microsoft.com/office/drawing/2014/main" id="{48138CFE-9D7A-0549-C112-14B2402CA4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8" name="Oval 1486">
                <a:extLst>
                  <a:ext uri="{FF2B5EF4-FFF2-40B4-BE49-F238E27FC236}">
                    <a16:creationId xmlns:a16="http://schemas.microsoft.com/office/drawing/2014/main" id="{CCC8FFB6-EB79-3901-AD2F-AD7069C5E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9" name="Freeform 1487">
                <a:extLst>
                  <a:ext uri="{FF2B5EF4-FFF2-40B4-BE49-F238E27FC236}">
                    <a16:creationId xmlns:a16="http://schemas.microsoft.com/office/drawing/2014/main" id="{E9AFCF0F-D93B-4CDD-BD8C-5648E9AFF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Freeform 1488">
                <a:extLst>
                  <a:ext uri="{FF2B5EF4-FFF2-40B4-BE49-F238E27FC236}">
                    <a16:creationId xmlns:a16="http://schemas.microsoft.com/office/drawing/2014/main" id="{511684A7-1CA7-A104-0CEB-048A492498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1" name="Freeform 1489">
                <a:extLst>
                  <a:ext uri="{FF2B5EF4-FFF2-40B4-BE49-F238E27FC236}">
                    <a16:creationId xmlns:a16="http://schemas.microsoft.com/office/drawing/2014/main" id="{904544B1-8EFF-1BC1-10E7-4DDAB6165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2" name="Oval 1490">
                <a:extLst>
                  <a:ext uri="{FF2B5EF4-FFF2-40B4-BE49-F238E27FC236}">
                    <a16:creationId xmlns:a16="http://schemas.microsoft.com/office/drawing/2014/main" id="{729D9B82-2FB8-A85C-AFD9-8B49E9FBF9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491">
              <a:extLst>
                <a:ext uri="{FF2B5EF4-FFF2-40B4-BE49-F238E27FC236}">
                  <a16:creationId xmlns:a16="http://schemas.microsoft.com/office/drawing/2014/main" id="{CF30D0E9-07DF-30C3-7D77-E8E0303FB6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61" name="Oval 1492">
                <a:extLst>
                  <a:ext uri="{FF2B5EF4-FFF2-40B4-BE49-F238E27FC236}">
                    <a16:creationId xmlns:a16="http://schemas.microsoft.com/office/drawing/2014/main" id="{BE90EEFC-90DA-F8C2-6900-3183B8D4A4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2" name="Oval 1493">
                <a:extLst>
                  <a:ext uri="{FF2B5EF4-FFF2-40B4-BE49-F238E27FC236}">
                    <a16:creationId xmlns:a16="http://schemas.microsoft.com/office/drawing/2014/main" id="{D90D0A13-425B-F04D-991D-7A5748A6C1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3" name="Freeform 1494">
                <a:extLst>
                  <a:ext uri="{FF2B5EF4-FFF2-40B4-BE49-F238E27FC236}">
                    <a16:creationId xmlns:a16="http://schemas.microsoft.com/office/drawing/2014/main" id="{6E58F64B-4504-DD97-E7F3-EC28A643D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Freeform 1495">
                <a:extLst>
                  <a:ext uri="{FF2B5EF4-FFF2-40B4-BE49-F238E27FC236}">
                    <a16:creationId xmlns:a16="http://schemas.microsoft.com/office/drawing/2014/main" id="{7113C9F2-10E9-C413-1993-FF767EA458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5" name="Freeform 1496">
                <a:extLst>
                  <a:ext uri="{FF2B5EF4-FFF2-40B4-BE49-F238E27FC236}">
                    <a16:creationId xmlns:a16="http://schemas.microsoft.com/office/drawing/2014/main" id="{EFBF169E-1BF8-B31C-7061-CFEA827958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6" name="Oval 1497">
                <a:extLst>
                  <a:ext uri="{FF2B5EF4-FFF2-40B4-BE49-F238E27FC236}">
                    <a16:creationId xmlns:a16="http://schemas.microsoft.com/office/drawing/2014/main" id="{CB08769D-5897-22EE-F244-C738F8AF41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498">
              <a:extLst>
                <a:ext uri="{FF2B5EF4-FFF2-40B4-BE49-F238E27FC236}">
                  <a16:creationId xmlns:a16="http://schemas.microsoft.com/office/drawing/2014/main" id="{FEF29068-03F8-0AD3-3F83-3AE2332416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5" name="Oval 1499">
                <a:extLst>
                  <a:ext uri="{FF2B5EF4-FFF2-40B4-BE49-F238E27FC236}">
                    <a16:creationId xmlns:a16="http://schemas.microsoft.com/office/drawing/2014/main" id="{89B7DF70-DA76-AD17-0FB2-3982C1BBA7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6" name="Oval 1500">
                <a:extLst>
                  <a:ext uri="{FF2B5EF4-FFF2-40B4-BE49-F238E27FC236}">
                    <a16:creationId xmlns:a16="http://schemas.microsoft.com/office/drawing/2014/main" id="{5E525A97-B5D4-EEA5-750E-3FF7120D17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7" name="Freeform 1501">
                <a:extLst>
                  <a:ext uri="{FF2B5EF4-FFF2-40B4-BE49-F238E27FC236}">
                    <a16:creationId xmlns:a16="http://schemas.microsoft.com/office/drawing/2014/main" id="{0A0767C6-7B6F-C0A3-6043-989A1D5043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Freeform 1502">
                <a:extLst>
                  <a:ext uri="{FF2B5EF4-FFF2-40B4-BE49-F238E27FC236}">
                    <a16:creationId xmlns:a16="http://schemas.microsoft.com/office/drawing/2014/main" id="{0FE0E36F-EB7C-9820-E589-8F9B6545A2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9" name="Freeform 1503">
                <a:extLst>
                  <a:ext uri="{FF2B5EF4-FFF2-40B4-BE49-F238E27FC236}">
                    <a16:creationId xmlns:a16="http://schemas.microsoft.com/office/drawing/2014/main" id="{89CCF06D-6EEF-F310-883C-15A393DD9D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0" name="Oval 1504">
                <a:extLst>
                  <a:ext uri="{FF2B5EF4-FFF2-40B4-BE49-F238E27FC236}">
                    <a16:creationId xmlns:a16="http://schemas.microsoft.com/office/drawing/2014/main" id="{069A115F-4EA5-E5F2-E962-AE538AD94E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05">
              <a:extLst>
                <a:ext uri="{FF2B5EF4-FFF2-40B4-BE49-F238E27FC236}">
                  <a16:creationId xmlns:a16="http://schemas.microsoft.com/office/drawing/2014/main" id="{68D90FE3-DEBD-3AF8-6577-AD91212452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9" name="Oval 1506">
                <a:extLst>
                  <a:ext uri="{FF2B5EF4-FFF2-40B4-BE49-F238E27FC236}">
                    <a16:creationId xmlns:a16="http://schemas.microsoft.com/office/drawing/2014/main" id="{443CD182-9045-E114-AA1C-A35338F4A5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0" name="Oval 1507">
                <a:extLst>
                  <a:ext uri="{FF2B5EF4-FFF2-40B4-BE49-F238E27FC236}">
                    <a16:creationId xmlns:a16="http://schemas.microsoft.com/office/drawing/2014/main" id="{D29CCAA6-313D-27C0-F2CE-725C316862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1" name="Freeform 1508">
                <a:extLst>
                  <a:ext uri="{FF2B5EF4-FFF2-40B4-BE49-F238E27FC236}">
                    <a16:creationId xmlns:a16="http://schemas.microsoft.com/office/drawing/2014/main" id="{9FD2506D-D573-1741-4894-DAF7176374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Freeform 1509">
                <a:extLst>
                  <a:ext uri="{FF2B5EF4-FFF2-40B4-BE49-F238E27FC236}">
                    <a16:creationId xmlns:a16="http://schemas.microsoft.com/office/drawing/2014/main" id="{11213708-EACE-0FC9-5BF7-5AD7899BA3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3" name="Freeform 1510">
                <a:extLst>
                  <a:ext uri="{FF2B5EF4-FFF2-40B4-BE49-F238E27FC236}">
                    <a16:creationId xmlns:a16="http://schemas.microsoft.com/office/drawing/2014/main" id="{7CBD6824-D549-CF58-4002-19F461110B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4" name="Oval 1511">
                <a:extLst>
                  <a:ext uri="{FF2B5EF4-FFF2-40B4-BE49-F238E27FC236}">
                    <a16:creationId xmlns:a16="http://schemas.microsoft.com/office/drawing/2014/main" id="{1EE0BFDD-0184-EAC2-2374-E6E871222F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12">
              <a:extLst>
                <a:ext uri="{FF2B5EF4-FFF2-40B4-BE49-F238E27FC236}">
                  <a16:creationId xmlns:a16="http://schemas.microsoft.com/office/drawing/2014/main" id="{7134A19E-2E38-925E-8425-FDF6A39B6F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43" name="Oval 1513">
                <a:extLst>
                  <a:ext uri="{FF2B5EF4-FFF2-40B4-BE49-F238E27FC236}">
                    <a16:creationId xmlns:a16="http://schemas.microsoft.com/office/drawing/2014/main" id="{3139C6D5-7577-62E0-F274-97AB6C2D42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4" name="Oval 1514">
                <a:extLst>
                  <a:ext uri="{FF2B5EF4-FFF2-40B4-BE49-F238E27FC236}">
                    <a16:creationId xmlns:a16="http://schemas.microsoft.com/office/drawing/2014/main" id="{AAEEEB00-4BB0-4D52-51D7-4977AA4D5A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5" name="Freeform 1515">
                <a:extLst>
                  <a:ext uri="{FF2B5EF4-FFF2-40B4-BE49-F238E27FC236}">
                    <a16:creationId xmlns:a16="http://schemas.microsoft.com/office/drawing/2014/main" id="{D213835B-31B6-E9EC-9B96-D19B30D88A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Freeform 1516">
                <a:extLst>
                  <a:ext uri="{FF2B5EF4-FFF2-40B4-BE49-F238E27FC236}">
                    <a16:creationId xmlns:a16="http://schemas.microsoft.com/office/drawing/2014/main" id="{73C82261-383D-E7F7-4A62-DBC86E5815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7" name="Freeform 1517">
                <a:extLst>
                  <a:ext uri="{FF2B5EF4-FFF2-40B4-BE49-F238E27FC236}">
                    <a16:creationId xmlns:a16="http://schemas.microsoft.com/office/drawing/2014/main" id="{B08DB61D-2CA8-5156-9EBB-7437804CB5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" name="Oval 1518">
                <a:extLst>
                  <a:ext uri="{FF2B5EF4-FFF2-40B4-BE49-F238E27FC236}">
                    <a16:creationId xmlns:a16="http://schemas.microsoft.com/office/drawing/2014/main" id="{E397BE23-0A5A-D5A3-6C61-A92BEDB66F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19">
              <a:extLst>
                <a:ext uri="{FF2B5EF4-FFF2-40B4-BE49-F238E27FC236}">
                  <a16:creationId xmlns:a16="http://schemas.microsoft.com/office/drawing/2014/main" id="{BB37D405-755B-B3FB-E356-EF0053AD85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7" name="Oval 1520">
                <a:extLst>
                  <a:ext uri="{FF2B5EF4-FFF2-40B4-BE49-F238E27FC236}">
                    <a16:creationId xmlns:a16="http://schemas.microsoft.com/office/drawing/2014/main" id="{BF5F5C8B-B806-C14C-8B24-FC52AD6B5C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8" name="Oval 1521">
                <a:extLst>
                  <a:ext uri="{FF2B5EF4-FFF2-40B4-BE49-F238E27FC236}">
                    <a16:creationId xmlns:a16="http://schemas.microsoft.com/office/drawing/2014/main" id="{5C9FBC1C-231A-EE47-962D-F07A8E2250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9" name="Freeform 1522">
                <a:extLst>
                  <a:ext uri="{FF2B5EF4-FFF2-40B4-BE49-F238E27FC236}">
                    <a16:creationId xmlns:a16="http://schemas.microsoft.com/office/drawing/2014/main" id="{D7940313-A701-DC1E-E373-83FEBEC88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Freeform 1523">
                <a:extLst>
                  <a:ext uri="{FF2B5EF4-FFF2-40B4-BE49-F238E27FC236}">
                    <a16:creationId xmlns:a16="http://schemas.microsoft.com/office/drawing/2014/main" id="{D6768254-D00E-84FA-EC1A-9312B3BFEA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1" name="Freeform 1524">
                <a:extLst>
                  <a:ext uri="{FF2B5EF4-FFF2-40B4-BE49-F238E27FC236}">
                    <a16:creationId xmlns:a16="http://schemas.microsoft.com/office/drawing/2014/main" id="{CFDCF99A-ACC8-C6C7-40B1-68B69D8B9D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2" name="Oval 1525">
                <a:extLst>
                  <a:ext uri="{FF2B5EF4-FFF2-40B4-BE49-F238E27FC236}">
                    <a16:creationId xmlns:a16="http://schemas.microsoft.com/office/drawing/2014/main" id="{93D84FBB-A4A2-3526-3BE1-8CF2EF8526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26">
              <a:extLst>
                <a:ext uri="{FF2B5EF4-FFF2-40B4-BE49-F238E27FC236}">
                  <a16:creationId xmlns:a16="http://schemas.microsoft.com/office/drawing/2014/main" id="{8B9BC0DC-9F32-057A-72EE-EBB1C585BD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31" name="Oval 1527">
                <a:extLst>
                  <a:ext uri="{FF2B5EF4-FFF2-40B4-BE49-F238E27FC236}">
                    <a16:creationId xmlns:a16="http://schemas.microsoft.com/office/drawing/2014/main" id="{6AF95514-25B0-82F8-1130-97C90F521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2" name="Oval 1528">
                <a:extLst>
                  <a:ext uri="{FF2B5EF4-FFF2-40B4-BE49-F238E27FC236}">
                    <a16:creationId xmlns:a16="http://schemas.microsoft.com/office/drawing/2014/main" id="{1310573C-B8CC-CC46-889F-3C78D7C055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3" name="Freeform 1529">
                <a:extLst>
                  <a:ext uri="{FF2B5EF4-FFF2-40B4-BE49-F238E27FC236}">
                    <a16:creationId xmlns:a16="http://schemas.microsoft.com/office/drawing/2014/main" id="{AD875B8B-918F-7083-5115-D9DB63AFCC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Freeform 1530">
                <a:extLst>
                  <a:ext uri="{FF2B5EF4-FFF2-40B4-BE49-F238E27FC236}">
                    <a16:creationId xmlns:a16="http://schemas.microsoft.com/office/drawing/2014/main" id="{CD4B3DFC-F92B-0C27-72B8-CBBFDCE9BE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5" name="Freeform 1531">
                <a:extLst>
                  <a:ext uri="{FF2B5EF4-FFF2-40B4-BE49-F238E27FC236}">
                    <a16:creationId xmlns:a16="http://schemas.microsoft.com/office/drawing/2014/main" id="{0ADAE8E5-29D3-F6F6-29E4-C629525C1A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6" name="Oval 1532">
                <a:extLst>
                  <a:ext uri="{FF2B5EF4-FFF2-40B4-BE49-F238E27FC236}">
                    <a16:creationId xmlns:a16="http://schemas.microsoft.com/office/drawing/2014/main" id="{90F3E9C2-900A-3A19-46B4-8AD28186A9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33">
              <a:extLst>
                <a:ext uri="{FF2B5EF4-FFF2-40B4-BE49-F238E27FC236}">
                  <a16:creationId xmlns:a16="http://schemas.microsoft.com/office/drawing/2014/main" id="{2164F095-561E-01A2-B037-D63684194C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5" name="Oval 1534">
                <a:extLst>
                  <a:ext uri="{FF2B5EF4-FFF2-40B4-BE49-F238E27FC236}">
                    <a16:creationId xmlns:a16="http://schemas.microsoft.com/office/drawing/2014/main" id="{19F15645-C15A-4627-E6F0-637A3ABE53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6" name="Oval 1535">
                <a:extLst>
                  <a:ext uri="{FF2B5EF4-FFF2-40B4-BE49-F238E27FC236}">
                    <a16:creationId xmlns:a16="http://schemas.microsoft.com/office/drawing/2014/main" id="{48D4E7CC-DA32-58CB-CBFC-6D241D44DC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7" name="Freeform 1536">
                <a:extLst>
                  <a:ext uri="{FF2B5EF4-FFF2-40B4-BE49-F238E27FC236}">
                    <a16:creationId xmlns:a16="http://schemas.microsoft.com/office/drawing/2014/main" id="{1E54BD45-5216-F3FF-0D97-8D9E9D4B09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Freeform 1537">
                <a:extLst>
                  <a:ext uri="{FF2B5EF4-FFF2-40B4-BE49-F238E27FC236}">
                    <a16:creationId xmlns:a16="http://schemas.microsoft.com/office/drawing/2014/main" id="{42826680-F229-1ACE-99DF-AC73BCF86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9" name="Freeform 1538">
                <a:extLst>
                  <a:ext uri="{FF2B5EF4-FFF2-40B4-BE49-F238E27FC236}">
                    <a16:creationId xmlns:a16="http://schemas.microsoft.com/office/drawing/2014/main" id="{FCFEE15B-1059-2A14-1CB1-2896C278B3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0" name="Oval 1539">
                <a:extLst>
                  <a:ext uri="{FF2B5EF4-FFF2-40B4-BE49-F238E27FC236}">
                    <a16:creationId xmlns:a16="http://schemas.microsoft.com/office/drawing/2014/main" id="{7AD3C148-DEB5-71F2-3F36-818322B40C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40">
              <a:extLst>
                <a:ext uri="{FF2B5EF4-FFF2-40B4-BE49-F238E27FC236}">
                  <a16:creationId xmlns:a16="http://schemas.microsoft.com/office/drawing/2014/main" id="{AC59BCAA-4FCB-190A-2675-30C3684203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9" name="Oval 1541">
                <a:extLst>
                  <a:ext uri="{FF2B5EF4-FFF2-40B4-BE49-F238E27FC236}">
                    <a16:creationId xmlns:a16="http://schemas.microsoft.com/office/drawing/2014/main" id="{9A0C899B-16DF-4466-452F-A524FBCFDE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0" name="Oval 1542">
                <a:extLst>
                  <a:ext uri="{FF2B5EF4-FFF2-40B4-BE49-F238E27FC236}">
                    <a16:creationId xmlns:a16="http://schemas.microsoft.com/office/drawing/2014/main" id="{841EA4B4-E1ED-6E9D-6723-085C7A493B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1" name="Freeform 1543">
                <a:extLst>
                  <a:ext uri="{FF2B5EF4-FFF2-40B4-BE49-F238E27FC236}">
                    <a16:creationId xmlns:a16="http://schemas.microsoft.com/office/drawing/2014/main" id="{627106B0-0F66-F88A-5AB6-6A8EA8BDC9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Freeform 1544">
                <a:extLst>
                  <a:ext uri="{FF2B5EF4-FFF2-40B4-BE49-F238E27FC236}">
                    <a16:creationId xmlns:a16="http://schemas.microsoft.com/office/drawing/2014/main" id="{34506C23-22D8-598C-6825-01D070C1D2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3" name="Freeform 1545">
                <a:extLst>
                  <a:ext uri="{FF2B5EF4-FFF2-40B4-BE49-F238E27FC236}">
                    <a16:creationId xmlns:a16="http://schemas.microsoft.com/office/drawing/2014/main" id="{1A9D1A80-8E6B-9769-2ECF-F0DA347BD8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4" name="Oval 1546">
                <a:extLst>
                  <a:ext uri="{FF2B5EF4-FFF2-40B4-BE49-F238E27FC236}">
                    <a16:creationId xmlns:a16="http://schemas.microsoft.com/office/drawing/2014/main" id="{26DCFF9E-1ED8-C970-BFA3-6C9A9C8D01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47">
              <a:extLst>
                <a:ext uri="{FF2B5EF4-FFF2-40B4-BE49-F238E27FC236}">
                  <a16:creationId xmlns:a16="http://schemas.microsoft.com/office/drawing/2014/main" id="{CAA0D709-50B6-2867-7414-051907F683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13" name="Oval 1548">
                <a:extLst>
                  <a:ext uri="{FF2B5EF4-FFF2-40B4-BE49-F238E27FC236}">
                    <a16:creationId xmlns:a16="http://schemas.microsoft.com/office/drawing/2014/main" id="{6DB371F6-1EDB-DCF3-CE15-939C97FEB8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4" name="Oval 1549">
                <a:extLst>
                  <a:ext uri="{FF2B5EF4-FFF2-40B4-BE49-F238E27FC236}">
                    <a16:creationId xmlns:a16="http://schemas.microsoft.com/office/drawing/2014/main" id="{A769590F-2D23-E01F-EB38-5882657E33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5" name="Freeform 1550">
                <a:extLst>
                  <a:ext uri="{FF2B5EF4-FFF2-40B4-BE49-F238E27FC236}">
                    <a16:creationId xmlns:a16="http://schemas.microsoft.com/office/drawing/2014/main" id="{E0EDFAB9-226C-2036-2A4E-D7FD1E59C5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Freeform 1551">
                <a:extLst>
                  <a:ext uri="{FF2B5EF4-FFF2-40B4-BE49-F238E27FC236}">
                    <a16:creationId xmlns:a16="http://schemas.microsoft.com/office/drawing/2014/main" id="{7185A28B-64BA-9454-6975-232BB0163C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" name="Freeform 1552">
                <a:extLst>
                  <a:ext uri="{FF2B5EF4-FFF2-40B4-BE49-F238E27FC236}">
                    <a16:creationId xmlns:a16="http://schemas.microsoft.com/office/drawing/2014/main" id="{716B9E03-4FB9-F64F-13EE-352714C91D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8" name="Oval 1553">
                <a:extLst>
                  <a:ext uri="{FF2B5EF4-FFF2-40B4-BE49-F238E27FC236}">
                    <a16:creationId xmlns:a16="http://schemas.microsoft.com/office/drawing/2014/main" id="{62AF7ABD-BA49-9974-B364-664595A534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54">
              <a:extLst>
                <a:ext uri="{FF2B5EF4-FFF2-40B4-BE49-F238E27FC236}">
                  <a16:creationId xmlns:a16="http://schemas.microsoft.com/office/drawing/2014/main" id="{C3AC4FFE-EA3A-5E25-EA94-08C67F1596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7" name="Oval 1555">
                <a:extLst>
                  <a:ext uri="{FF2B5EF4-FFF2-40B4-BE49-F238E27FC236}">
                    <a16:creationId xmlns:a16="http://schemas.microsoft.com/office/drawing/2014/main" id="{FC39244F-6A4F-C56D-09A4-A6DD835260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8" name="Oval 1556">
                <a:extLst>
                  <a:ext uri="{FF2B5EF4-FFF2-40B4-BE49-F238E27FC236}">
                    <a16:creationId xmlns:a16="http://schemas.microsoft.com/office/drawing/2014/main" id="{2748A587-FFBF-32D2-FD86-DBA4CC9CE5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9" name="Freeform 1557">
                <a:extLst>
                  <a:ext uri="{FF2B5EF4-FFF2-40B4-BE49-F238E27FC236}">
                    <a16:creationId xmlns:a16="http://schemas.microsoft.com/office/drawing/2014/main" id="{6E55DFD3-251B-8E32-020D-4634498C09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Freeform 1558">
                <a:extLst>
                  <a:ext uri="{FF2B5EF4-FFF2-40B4-BE49-F238E27FC236}">
                    <a16:creationId xmlns:a16="http://schemas.microsoft.com/office/drawing/2014/main" id="{2C9BC31F-8E6B-F8A9-91F1-16A18764A8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1" name="Freeform 1559">
                <a:extLst>
                  <a:ext uri="{FF2B5EF4-FFF2-40B4-BE49-F238E27FC236}">
                    <a16:creationId xmlns:a16="http://schemas.microsoft.com/office/drawing/2014/main" id="{ADA40102-3BCD-38DE-B248-2FF8441A89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2" name="Oval 1560">
                <a:extLst>
                  <a:ext uri="{FF2B5EF4-FFF2-40B4-BE49-F238E27FC236}">
                    <a16:creationId xmlns:a16="http://schemas.microsoft.com/office/drawing/2014/main" id="{58174D0F-BB62-BFC2-09F6-4A4DB5F7E8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61">
              <a:extLst>
                <a:ext uri="{FF2B5EF4-FFF2-40B4-BE49-F238E27FC236}">
                  <a16:creationId xmlns:a16="http://schemas.microsoft.com/office/drawing/2014/main" id="{5B30C56F-A0B5-2D22-D246-0F2880E269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01" name="Oval 1562">
                <a:extLst>
                  <a:ext uri="{FF2B5EF4-FFF2-40B4-BE49-F238E27FC236}">
                    <a16:creationId xmlns:a16="http://schemas.microsoft.com/office/drawing/2014/main" id="{F8FDCE97-ECEE-ED75-203B-D0EFE1A619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2" name="Oval 1563">
                <a:extLst>
                  <a:ext uri="{FF2B5EF4-FFF2-40B4-BE49-F238E27FC236}">
                    <a16:creationId xmlns:a16="http://schemas.microsoft.com/office/drawing/2014/main" id="{8BC53171-F827-CA49-5D08-305FC2CD40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3" name="Freeform 1564">
                <a:extLst>
                  <a:ext uri="{FF2B5EF4-FFF2-40B4-BE49-F238E27FC236}">
                    <a16:creationId xmlns:a16="http://schemas.microsoft.com/office/drawing/2014/main" id="{8DBC8FC3-32A8-325A-1AF7-17CFB92548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Freeform 1565">
                <a:extLst>
                  <a:ext uri="{FF2B5EF4-FFF2-40B4-BE49-F238E27FC236}">
                    <a16:creationId xmlns:a16="http://schemas.microsoft.com/office/drawing/2014/main" id="{AFFC0027-9B50-B19A-5AE4-671ADECECB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5" name="Freeform 1566">
                <a:extLst>
                  <a:ext uri="{FF2B5EF4-FFF2-40B4-BE49-F238E27FC236}">
                    <a16:creationId xmlns:a16="http://schemas.microsoft.com/office/drawing/2014/main" id="{199D7DE9-97FF-5CB2-1993-E90A10B568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6" name="Oval 1567">
                <a:extLst>
                  <a:ext uri="{FF2B5EF4-FFF2-40B4-BE49-F238E27FC236}">
                    <a16:creationId xmlns:a16="http://schemas.microsoft.com/office/drawing/2014/main" id="{9DBF3D9B-FF3D-521F-2F93-CCDC91581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68">
              <a:extLst>
                <a:ext uri="{FF2B5EF4-FFF2-40B4-BE49-F238E27FC236}">
                  <a16:creationId xmlns:a16="http://schemas.microsoft.com/office/drawing/2014/main" id="{AAC26BC7-8936-0C96-C4F5-1A8CA2C38C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5" name="Oval 1569">
                <a:extLst>
                  <a:ext uri="{FF2B5EF4-FFF2-40B4-BE49-F238E27FC236}">
                    <a16:creationId xmlns:a16="http://schemas.microsoft.com/office/drawing/2014/main" id="{80D6774B-15EA-B148-6588-DA0B7EF322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6" name="Oval 1570">
                <a:extLst>
                  <a:ext uri="{FF2B5EF4-FFF2-40B4-BE49-F238E27FC236}">
                    <a16:creationId xmlns:a16="http://schemas.microsoft.com/office/drawing/2014/main" id="{83EA2669-67D6-DA55-30E5-E52C7A2B5C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7" name="Freeform 1571">
                <a:extLst>
                  <a:ext uri="{FF2B5EF4-FFF2-40B4-BE49-F238E27FC236}">
                    <a16:creationId xmlns:a16="http://schemas.microsoft.com/office/drawing/2014/main" id="{8C1CA7DE-000D-2412-3D5B-F692A90E39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Freeform 1572">
                <a:extLst>
                  <a:ext uri="{FF2B5EF4-FFF2-40B4-BE49-F238E27FC236}">
                    <a16:creationId xmlns:a16="http://schemas.microsoft.com/office/drawing/2014/main" id="{E4C2E8EC-F771-3400-8F6E-2D635EEA50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9" name="Freeform 1573">
                <a:extLst>
                  <a:ext uri="{FF2B5EF4-FFF2-40B4-BE49-F238E27FC236}">
                    <a16:creationId xmlns:a16="http://schemas.microsoft.com/office/drawing/2014/main" id="{63342901-CBF8-E4E0-4F0F-50679A0151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0" name="Oval 1574">
                <a:extLst>
                  <a:ext uri="{FF2B5EF4-FFF2-40B4-BE49-F238E27FC236}">
                    <a16:creationId xmlns:a16="http://schemas.microsoft.com/office/drawing/2014/main" id="{0F267248-BDBA-2753-CE86-70A56D5EF6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575">
              <a:extLst>
                <a:ext uri="{FF2B5EF4-FFF2-40B4-BE49-F238E27FC236}">
                  <a16:creationId xmlns:a16="http://schemas.microsoft.com/office/drawing/2014/main" id="{856F4FF8-E488-1378-9A6D-59FA0595340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9" name="Oval 1576">
                <a:extLst>
                  <a:ext uri="{FF2B5EF4-FFF2-40B4-BE49-F238E27FC236}">
                    <a16:creationId xmlns:a16="http://schemas.microsoft.com/office/drawing/2014/main" id="{F9FEFE51-43A6-5907-00DF-818C262A31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0" name="Oval 1577">
                <a:extLst>
                  <a:ext uri="{FF2B5EF4-FFF2-40B4-BE49-F238E27FC236}">
                    <a16:creationId xmlns:a16="http://schemas.microsoft.com/office/drawing/2014/main" id="{549AA64E-6CAC-F1A1-4852-37FB73E960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1" name="Freeform 1578">
                <a:extLst>
                  <a:ext uri="{FF2B5EF4-FFF2-40B4-BE49-F238E27FC236}">
                    <a16:creationId xmlns:a16="http://schemas.microsoft.com/office/drawing/2014/main" id="{D53860BA-FABF-66DF-572A-516B5FC401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Freeform 1579">
                <a:extLst>
                  <a:ext uri="{FF2B5EF4-FFF2-40B4-BE49-F238E27FC236}">
                    <a16:creationId xmlns:a16="http://schemas.microsoft.com/office/drawing/2014/main" id="{66B74BE4-E664-2213-A3E9-0F3164FB2E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3" name="Freeform 1580">
                <a:extLst>
                  <a:ext uri="{FF2B5EF4-FFF2-40B4-BE49-F238E27FC236}">
                    <a16:creationId xmlns:a16="http://schemas.microsoft.com/office/drawing/2014/main" id="{66C1AE39-1F1E-865C-BB94-1B702BAF5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4" name="Oval 1581">
                <a:extLst>
                  <a:ext uri="{FF2B5EF4-FFF2-40B4-BE49-F238E27FC236}">
                    <a16:creationId xmlns:a16="http://schemas.microsoft.com/office/drawing/2014/main" id="{14B27495-C27B-7C6E-EC1B-7F503B2072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1" name="Group 1582">
              <a:extLst>
                <a:ext uri="{FF2B5EF4-FFF2-40B4-BE49-F238E27FC236}">
                  <a16:creationId xmlns:a16="http://schemas.microsoft.com/office/drawing/2014/main" id="{4752AF78-5265-D13C-E7DC-76E6B9129F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3" name="Oval 1583">
                <a:extLst>
                  <a:ext uri="{FF2B5EF4-FFF2-40B4-BE49-F238E27FC236}">
                    <a16:creationId xmlns:a16="http://schemas.microsoft.com/office/drawing/2014/main" id="{C38DA83C-87F0-D13F-175D-124F6BF877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4" name="Oval 1584">
                <a:extLst>
                  <a:ext uri="{FF2B5EF4-FFF2-40B4-BE49-F238E27FC236}">
                    <a16:creationId xmlns:a16="http://schemas.microsoft.com/office/drawing/2014/main" id="{C63F6F5C-7295-4EAC-B0AB-99C813C3B4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5" name="Freeform 1585">
                <a:extLst>
                  <a:ext uri="{FF2B5EF4-FFF2-40B4-BE49-F238E27FC236}">
                    <a16:creationId xmlns:a16="http://schemas.microsoft.com/office/drawing/2014/main" id="{5884EF84-6566-1BF2-BB8C-9312647A1B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Freeform 1586">
                <a:extLst>
                  <a:ext uri="{FF2B5EF4-FFF2-40B4-BE49-F238E27FC236}">
                    <a16:creationId xmlns:a16="http://schemas.microsoft.com/office/drawing/2014/main" id="{C3D20E14-A066-820B-BDAD-737ACC0D81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" name="Freeform 1587">
                <a:extLst>
                  <a:ext uri="{FF2B5EF4-FFF2-40B4-BE49-F238E27FC236}">
                    <a16:creationId xmlns:a16="http://schemas.microsoft.com/office/drawing/2014/main" id="{D3283E46-E908-F301-C443-5DF370049F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" name="Oval 1588">
                <a:extLst>
                  <a:ext uri="{FF2B5EF4-FFF2-40B4-BE49-F238E27FC236}">
                    <a16:creationId xmlns:a16="http://schemas.microsoft.com/office/drawing/2014/main" id="{C6BD424D-D3AE-DF05-7AE4-77BCFB5623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2" name="Group 1589">
              <a:extLst>
                <a:ext uri="{FF2B5EF4-FFF2-40B4-BE49-F238E27FC236}">
                  <a16:creationId xmlns:a16="http://schemas.microsoft.com/office/drawing/2014/main" id="{FF876E62-9FED-17AB-6ED7-23366E0976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7" name="Oval 1590">
                <a:extLst>
                  <a:ext uri="{FF2B5EF4-FFF2-40B4-BE49-F238E27FC236}">
                    <a16:creationId xmlns:a16="http://schemas.microsoft.com/office/drawing/2014/main" id="{1465172D-141A-521E-848B-5FB90E522F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" name="Oval 1591">
                <a:extLst>
                  <a:ext uri="{FF2B5EF4-FFF2-40B4-BE49-F238E27FC236}">
                    <a16:creationId xmlns:a16="http://schemas.microsoft.com/office/drawing/2014/main" id="{7A49F1B6-9ADD-84F0-34CB-2FFDD142E7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" name="Freeform 1592">
                <a:extLst>
                  <a:ext uri="{FF2B5EF4-FFF2-40B4-BE49-F238E27FC236}">
                    <a16:creationId xmlns:a16="http://schemas.microsoft.com/office/drawing/2014/main" id="{B32D89C5-7DCE-5DF4-4903-D5C0C949D0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1593">
                <a:extLst>
                  <a:ext uri="{FF2B5EF4-FFF2-40B4-BE49-F238E27FC236}">
                    <a16:creationId xmlns:a16="http://schemas.microsoft.com/office/drawing/2014/main" id="{9B6CE951-EFCE-0D97-D6C5-F9C68EC561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594">
                <a:extLst>
                  <a:ext uri="{FF2B5EF4-FFF2-40B4-BE49-F238E27FC236}">
                    <a16:creationId xmlns:a16="http://schemas.microsoft.com/office/drawing/2014/main" id="{5349FD31-33F9-B1D9-8183-3E51BFAF1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Oval 1595">
                <a:extLst>
                  <a:ext uri="{FF2B5EF4-FFF2-40B4-BE49-F238E27FC236}">
                    <a16:creationId xmlns:a16="http://schemas.microsoft.com/office/drawing/2014/main" id="{475094D1-D7E2-B730-42DB-1AF8A5CBE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3" name="Group 1596">
              <a:extLst>
                <a:ext uri="{FF2B5EF4-FFF2-40B4-BE49-F238E27FC236}">
                  <a16:creationId xmlns:a16="http://schemas.microsoft.com/office/drawing/2014/main" id="{04E2E1ED-945A-996E-D3D4-F56BFFC4F7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71" name="Oval 1597">
                <a:extLst>
                  <a:ext uri="{FF2B5EF4-FFF2-40B4-BE49-F238E27FC236}">
                    <a16:creationId xmlns:a16="http://schemas.microsoft.com/office/drawing/2014/main" id="{53FC4026-4109-F65A-8D59-9BD6D32C44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" name="Oval 1598">
                <a:extLst>
                  <a:ext uri="{FF2B5EF4-FFF2-40B4-BE49-F238E27FC236}">
                    <a16:creationId xmlns:a16="http://schemas.microsoft.com/office/drawing/2014/main" id="{68D313C7-6B34-5BFD-3E14-E11E12E5DD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" name="Freeform 1599">
                <a:extLst>
                  <a:ext uri="{FF2B5EF4-FFF2-40B4-BE49-F238E27FC236}">
                    <a16:creationId xmlns:a16="http://schemas.microsoft.com/office/drawing/2014/main" id="{B1BD8FC2-1D63-C34F-9E31-00C3A98E9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600">
                <a:extLst>
                  <a:ext uri="{FF2B5EF4-FFF2-40B4-BE49-F238E27FC236}">
                    <a16:creationId xmlns:a16="http://schemas.microsoft.com/office/drawing/2014/main" id="{AF0FF41C-9062-6DD9-9EC9-E42D2F67C5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601">
                <a:extLst>
                  <a:ext uri="{FF2B5EF4-FFF2-40B4-BE49-F238E27FC236}">
                    <a16:creationId xmlns:a16="http://schemas.microsoft.com/office/drawing/2014/main" id="{770889C4-AF73-9893-220A-DC64326CE6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Oval 1602">
                <a:extLst>
                  <a:ext uri="{FF2B5EF4-FFF2-40B4-BE49-F238E27FC236}">
                    <a16:creationId xmlns:a16="http://schemas.microsoft.com/office/drawing/2014/main" id="{48609D32-D350-1897-19D9-C44BAD52FD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4" name="Group 1603">
              <a:extLst>
                <a:ext uri="{FF2B5EF4-FFF2-40B4-BE49-F238E27FC236}">
                  <a16:creationId xmlns:a16="http://schemas.microsoft.com/office/drawing/2014/main" id="{78DA07EE-3485-0F58-29A7-7C214AF4CF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5" name="Oval 1604">
                <a:extLst>
                  <a:ext uri="{FF2B5EF4-FFF2-40B4-BE49-F238E27FC236}">
                    <a16:creationId xmlns:a16="http://schemas.microsoft.com/office/drawing/2014/main" id="{2BD08925-853A-DC90-B109-B6A6B59538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" name="Oval 1605">
                <a:extLst>
                  <a:ext uri="{FF2B5EF4-FFF2-40B4-BE49-F238E27FC236}">
                    <a16:creationId xmlns:a16="http://schemas.microsoft.com/office/drawing/2014/main" id="{5765106F-E4F1-8418-423F-A42A7DA105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" name="Freeform 1606">
                <a:extLst>
                  <a:ext uri="{FF2B5EF4-FFF2-40B4-BE49-F238E27FC236}">
                    <a16:creationId xmlns:a16="http://schemas.microsoft.com/office/drawing/2014/main" id="{BBCE2911-B7CA-93E1-9F04-B7328DAA64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1607">
                <a:extLst>
                  <a:ext uri="{FF2B5EF4-FFF2-40B4-BE49-F238E27FC236}">
                    <a16:creationId xmlns:a16="http://schemas.microsoft.com/office/drawing/2014/main" id="{2209A6FE-2459-A89F-9DDD-13AB7257A6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608">
                <a:extLst>
                  <a:ext uri="{FF2B5EF4-FFF2-40B4-BE49-F238E27FC236}">
                    <a16:creationId xmlns:a16="http://schemas.microsoft.com/office/drawing/2014/main" id="{2CADCB3B-0DDA-728A-A218-A9672F6546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Oval 1609">
                <a:extLst>
                  <a:ext uri="{FF2B5EF4-FFF2-40B4-BE49-F238E27FC236}">
                    <a16:creationId xmlns:a16="http://schemas.microsoft.com/office/drawing/2014/main" id="{C605C41E-15AB-8F38-EF53-D097DADA11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7" name="Group 1385">
            <a:extLst>
              <a:ext uri="{FF2B5EF4-FFF2-40B4-BE49-F238E27FC236}">
                <a16:creationId xmlns:a16="http://schemas.microsoft.com/office/drawing/2014/main" id="{19E6E7B2-871F-D781-40C5-A5B568D1EC9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8" name="Group 1386">
              <a:extLst>
                <a:ext uri="{FF2B5EF4-FFF2-40B4-BE49-F238E27FC236}">
                  <a16:creationId xmlns:a16="http://schemas.microsoft.com/office/drawing/2014/main" id="{8B2482E3-15A9-A5C5-2C42-2F1335A88A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6" name="Oval 1387">
                <a:extLst>
                  <a:ext uri="{FF2B5EF4-FFF2-40B4-BE49-F238E27FC236}">
                    <a16:creationId xmlns:a16="http://schemas.microsoft.com/office/drawing/2014/main" id="{AC42DB05-081D-91B3-FF21-87707C66AB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7" name="Oval 1388">
                <a:extLst>
                  <a:ext uri="{FF2B5EF4-FFF2-40B4-BE49-F238E27FC236}">
                    <a16:creationId xmlns:a16="http://schemas.microsoft.com/office/drawing/2014/main" id="{916090E7-22BB-66D7-419F-5AB0ADA56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8" name="Freeform 1389">
                <a:extLst>
                  <a:ext uri="{FF2B5EF4-FFF2-40B4-BE49-F238E27FC236}">
                    <a16:creationId xmlns:a16="http://schemas.microsoft.com/office/drawing/2014/main" id="{F5269E42-5E43-8036-33B0-EA125704B8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Freeform 1390">
                <a:extLst>
                  <a:ext uri="{FF2B5EF4-FFF2-40B4-BE49-F238E27FC236}">
                    <a16:creationId xmlns:a16="http://schemas.microsoft.com/office/drawing/2014/main" id="{22795484-9B5F-3EFF-D50E-BD92722B11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0" name="Freeform 1391">
                <a:extLst>
                  <a:ext uri="{FF2B5EF4-FFF2-40B4-BE49-F238E27FC236}">
                    <a16:creationId xmlns:a16="http://schemas.microsoft.com/office/drawing/2014/main" id="{8BD7C492-7A89-03C7-B0C6-8B78739427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1" name="Oval 1392">
                <a:extLst>
                  <a:ext uri="{FF2B5EF4-FFF2-40B4-BE49-F238E27FC236}">
                    <a16:creationId xmlns:a16="http://schemas.microsoft.com/office/drawing/2014/main" id="{79422164-3735-B6B9-85C5-D1B7473FD8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393">
              <a:extLst>
                <a:ext uri="{FF2B5EF4-FFF2-40B4-BE49-F238E27FC236}">
                  <a16:creationId xmlns:a16="http://schemas.microsoft.com/office/drawing/2014/main" id="{A757B821-B55B-DB59-35D3-6182EF9192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70" name="Oval 1394">
                <a:extLst>
                  <a:ext uri="{FF2B5EF4-FFF2-40B4-BE49-F238E27FC236}">
                    <a16:creationId xmlns:a16="http://schemas.microsoft.com/office/drawing/2014/main" id="{A966DDB4-7069-6920-98C7-74CE878827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1" name="Oval 1395">
                <a:extLst>
                  <a:ext uri="{FF2B5EF4-FFF2-40B4-BE49-F238E27FC236}">
                    <a16:creationId xmlns:a16="http://schemas.microsoft.com/office/drawing/2014/main" id="{FFD36E89-937B-B159-BB1B-306F1D8F6C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2" name="Freeform 1396">
                <a:extLst>
                  <a:ext uri="{FF2B5EF4-FFF2-40B4-BE49-F238E27FC236}">
                    <a16:creationId xmlns:a16="http://schemas.microsoft.com/office/drawing/2014/main" id="{579985EF-DD61-C51F-DBEC-343150F163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Freeform 1397">
                <a:extLst>
                  <a:ext uri="{FF2B5EF4-FFF2-40B4-BE49-F238E27FC236}">
                    <a16:creationId xmlns:a16="http://schemas.microsoft.com/office/drawing/2014/main" id="{EA51B7FB-9C24-FD38-E078-D9E3044AAD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4" name="Freeform 1398">
                <a:extLst>
                  <a:ext uri="{FF2B5EF4-FFF2-40B4-BE49-F238E27FC236}">
                    <a16:creationId xmlns:a16="http://schemas.microsoft.com/office/drawing/2014/main" id="{F79158D1-293B-686A-1E53-F9061EFCDA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5" name="Oval 1399">
                <a:extLst>
                  <a:ext uri="{FF2B5EF4-FFF2-40B4-BE49-F238E27FC236}">
                    <a16:creationId xmlns:a16="http://schemas.microsoft.com/office/drawing/2014/main" id="{3B21F446-437B-317D-7822-38D24DD4B1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00">
              <a:extLst>
                <a:ext uri="{FF2B5EF4-FFF2-40B4-BE49-F238E27FC236}">
                  <a16:creationId xmlns:a16="http://schemas.microsoft.com/office/drawing/2014/main" id="{BCF8AC8D-732A-E197-97EB-474F769CD0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4" name="Oval 1401">
                <a:extLst>
                  <a:ext uri="{FF2B5EF4-FFF2-40B4-BE49-F238E27FC236}">
                    <a16:creationId xmlns:a16="http://schemas.microsoft.com/office/drawing/2014/main" id="{609A6867-1BC3-B06B-464E-3AE8F55E37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5" name="Oval 1402">
                <a:extLst>
                  <a:ext uri="{FF2B5EF4-FFF2-40B4-BE49-F238E27FC236}">
                    <a16:creationId xmlns:a16="http://schemas.microsoft.com/office/drawing/2014/main" id="{287B6CD6-6DA0-22DF-3FB9-6FFA7C5406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6" name="Freeform 1403">
                <a:extLst>
                  <a:ext uri="{FF2B5EF4-FFF2-40B4-BE49-F238E27FC236}">
                    <a16:creationId xmlns:a16="http://schemas.microsoft.com/office/drawing/2014/main" id="{657903AC-76D7-CCAF-8CD4-9714B2BA46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Freeform 1404">
                <a:extLst>
                  <a:ext uri="{FF2B5EF4-FFF2-40B4-BE49-F238E27FC236}">
                    <a16:creationId xmlns:a16="http://schemas.microsoft.com/office/drawing/2014/main" id="{05AEB21F-8C1D-979C-97CA-9FDF766B18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8" name="Freeform 1405">
                <a:extLst>
                  <a:ext uri="{FF2B5EF4-FFF2-40B4-BE49-F238E27FC236}">
                    <a16:creationId xmlns:a16="http://schemas.microsoft.com/office/drawing/2014/main" id="{9D5385F6-FD70-9AF1-2D28-B27A2D35E1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9" name="Oval 1406">
                <a:extLst>
                  <a:ext uri="{FF2B5EF4-FFF2-40B4-BE49-F238E27FC236}">
                    <a16:creationId xmlns:a16="http://schemas.microsoft.com/office/drawing/2014/main" id="{BD3B7B1D-0201-45DB-98E7-B6CB3BD850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07">
              <a:extLst>
                <a:ext uri="{FF2B5EF4-FFF2-40B4-BE49-F238E27FC236}">
                  <a16:creationId xmlns:a16="http://schemas.microsoft.com/office/drawing/2014/main" id="{18F5155E-8199-0347-EE61-06EE807F99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8" name="Oval 1408">
                <a:extLst>
                  <a:ext uri="{FF2B5EF4-FFF2-40B4-BE49-F238E27FC236}">
                    <a16:creationId xmlns:a16="http://schemas.microsoft.com/office/drawing/2014/main" id="{B6BC427F-5C43-5265-A11A-7EB3206B6C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9" name="Oval 1409">
                <a:extLst>
                  <a:ext uri="{FF2B5EF4-FFF2-40B4-BE49-F238E27FC236}">
                    <a16:creationId xmlns:a16="http://schemas.microsoft.com/office/drawing/2014/main" id="{CC52AF15-7CF4-F268-9B44-52B655E16E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0" name="Freeform 1410">
                <a:extLst>
                  <a:ext uri="{FF2B5EF4-FFF2-40B4-BE49-F238E27FC236}">
                    <a16:creationId xmlns:a16="http://schemas.microsoft.com/office/drawing/2014/main" id="{10645773-8867-62CD-CF65-0CC11CFF2B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Freeform 1411">
                <a:extLst>
                  <a:ext uri="{FF2B5EF4-FFF2-40B4-BE49-F238E27FC236}">
                    <a16:creationId xmlns:a16="http://schemas.microsoft.com/office/drawing/2014/main" id="{FC3919BB-9E6D-AC3C-FF51-48909FEEC4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2" name="Freeform 1412">
                <a:extLst>
                  <a:ext uri="{FF2B5EF4-FFF2-40B4-BE49-F238E27FC236}">
                    <a16:creationId xmlns:a16="http://schemas.microsoft.com/office/drawing/2014/main" id="{8A98ABA3-6C72-5566-9B78-2960223ED8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3" name="Oval 1413">
                <a:extLst>
                  <a:ext uri="{FF2B5EF4-FFF2-40B4-BE49-F238E27FC236}">
                    <a16:creationId xmlns:a16="http://schemas.microsoft.com/office/drawing/2014/main" id="{0F1440A7-8F5D-4E5E-7423-40FFF28621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14">
              <a:extLst>
                <a:ext uri="{FF2B5EF4-FFF2-40B4-BE49-F238E27FC236}">
                  <a16:creationId xmlns:a16="http://schemas.microsoft.com/office/drawing/2014/main" id="{35EA4D63-688B-777F-4833-A04C93C20E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52" name="Oval 1415">
                <a:extLst>
                  <a:ext uri="{FF2B5EF4-FFF2-40B4-BE49-F238E27FC236}">
                    <a16:creationId xmlns:a16="http://schemas.microsoft.com/office/drawing/2014/main" id="{F583618C-A678-555D-52DE-3C5C71A081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3" name="Oval 1416">
                <a:extLst>
                  <a:ext uri="{FF2B5EF4-FFF2-40B4-BE49-F238E27FC236}">
                    <a16:creationId xmlns:a16="http://schemas.microsoft.com/office/drawing/2014/main" id="{BF0123AE-0280-89A5-9EB2-37726ABEE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4" name="Freeform 1417">
                <a:extLst>
                  <a:ext uri="{FF2B5EF4-FFF2-40B4-BE49-F238E27FC236}">
                    <a16:creationId xmlns:a16="http://schemas.microsoft.com/office/drawing/2014/main" id="{D4EC8D34-491A-2AD4-8A01-73E3EEC398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Freeform 1418">
                <a:extLst>
                  <a:ext uri="{FF2B5EF4-FFF2-40B4-BE49-F238E27FC236}">
                    <a16:creationId xmlns:a16="http://schemas.microsoft.com/office/drawing/2014/main" id="{EA98932B-88EE-858B-A325-0E654B492D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6" name="Freeform 1419">
                <a:extLst>
                  <a:ext uri="{FF2B5EF4-FFF2-40B4-BE49-F238E27FC236}">
                    <a16:creationId xmlns:a16="http://schemas.microsoft.com/office/drawing/2014/main" id="{922E4C9A-4088-BD61-5C6A-A84C78237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7" name="Oval 1420">
                <a:extLst>
                  <a:ext uri="{FF2B5EF4-FFF2-40B4-BE49-F238E27FC236}">
                    <a16:creationId xmlns:a16="http://schemas.microsoft.com/office/drawing/2014/main" id="{DBE070FD-FE62-3DA5-A4A3-40624EC529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21">
              <a:extLst>
                <a:ext uri="{FF2B5EF4-FFF2-40B4-BE49-F238E27FC236}">
                  <a16:creationId xmlns:a16="http://schemas.microsoft.com/office/drawing/2014/main" id="{37B15567-E06A-E491-79E1-034C514C6E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6" name="Oval 1422">
                <a:extLst>
                  <a:ext uri="{FF2B5EF4-FFF2-40B4-BE49-F238E27FC236}">
                    <a16:creationId xmlns:a16="http://schemas.microsoft.com/office/drawing/2014/main" id="{D055720F-5146-E09D-8974-587CAC33D6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7" name="Oval 1423">
                <a:extLst>
                  <a:ext uri="{FF2B5EF4-FFF2-40B4-BE49-F238E27FC236}">
                    <a16:creationId xmlns:a16="http://schemas.microsoft.com/office/drawing/2014/main" id="{681AD6F5-F7A0-2DE2-700D-94AFE23D32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8" name="Freeform 1424">
                <a:extLst>
                  <a:ext uri="{FF2B5EF4-FFF2-40B4-BE49-F238E27FC236}">
                    <a16:creationId xmlns:a16="http://schemas.microsoft.com/office/drawing/2014/main" id="{594186F1-0B89-DFE1-A268-34775DD7B4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Freeform 1425">
                <a:extLst>
                  <a:ext uri="{FF2B5EF4-FFF2-40B4-BE49-F238E27FC236}">
                    <a16:creationId xmlns:a16="http://schemas.microsoft.com/office/drawing/2014/main" id="{75F0FAD5-3CC6-34F0-92BE-5697ABC86E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0" name="Freeform 1426">
                <a:extLst>
                  <a:ext uri="{FF2B5EF4-FFF2-40B4-BE49-F238E27FC236}">
                    <a16:creationId xmlns:a16="http://schemas.microsoft.com/office/drawing/2014/main" id="{B6952FF7-0019-E27A-6354-9C76C0C907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1" name="Oval 1427">
                <a:extLst>
                  <a:ext uri="{FF2B5EF4-FFF2-40B4-BE49-F238E27FC236}">
                    <a16:creationId xmlns:a16="http://schemas.microsoft.com/office/drawing/2014/main" id="{2FEDEC92-66F5-9F8C-1AC7-7ADFC819D6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28">
              <a:extLst>
                <a:ext uri="{FF2B5EF4-FFF2-40B4-BE49-F238E27FC236}">
                  <a16:creationId xmlns:a16="http://schemas.microsoft.com/office/drawing/2014/main" id="{3F5A21A0-FBE6-21C5-4CFC-DEBFE46F99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40" name="Oval 1429">
                <a:extLst>
                  <a:ext uri="{FF2B5EF4-FFF2-40B4-BE49-F238E27FC236}">
                    <a16:creationId xmlns:a16="http://schemas.microsoft.com/office/drawing/2014/main" id="{6C6F8CFB-46A2-DC0B-92DB-555C56C7D7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1" name="Oval 1430">
                <a:extLst>
                  <a:ext uri="{FF2B5EF4-FFF2-40B4-BE49-F238E27FC236}">
                    <a16:creationId xmlns:a16="http://schemas.microsoft.com/office/drawing/2014/main" id="{347584D5-7780-7C38-7D86-5896826FFB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2" name="Freeform 1431">
                <a:extLst>
                  <a:ext uri="{FF2B5EF4-FFF2-40B4-BE49-F238E27FC236}">
                    <a16:creationId xmlns:a16="http://schemas.microsoft.com/office/drawing/2014/main" id="{E074B459-DCD3-711B-17B6-C09A6D031E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Freeform 1432">
                <a:extLst>
                  <a:ext uri="{FF2B5EF4-FFF2-40B4-BE49-F238E27FC236}">
                    <a16:creationId xmlns:a16="http://schemas.microsoft.com/office/drawing/2014/main" id="{6C590EDF-B8A1-F2E9-F0DF-5CD8F2E741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4" name="Freeform 1433">
                <a:extLst>
                  <a:ext uri="{FF2B5EF4-FFF2-40B4-BE49-F238E27FC236}">
                    <a16:creationId xmlns:a16="http://schemas.microsoft.com/office/drawing/2014/main" id="{B834907B-87EC-9D59-513D-C633F8AF2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5" name="Oval 1434">
                <a:extLst>
                  <a:ext uri="{FF2B5EF4-FFF2-40B4-BE49-F238E27FC236}">
                    <a16:creationId xmlns:a16="http://schemas.microsoft.com/office/drawing/2014/main" id="{F21215A7-FADB-53BE-4451-462F9FC25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35">
              <a:extLst>
                <a:ext uri="{FF2B5EF4-FFF2-40B4-BE49-F238E27FC236}">
                  <a16:creationId xmlns:a16="http://schemas.microsoft.com/office/drawing/2014/main" id="{CE32E1C6-BD38-17B1-1BCD-A87F10E249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4" name="Oval 1436">
                <a:extLst>
                  <a:ext uri="{FF2B5EF4-FFF2-40B4-BE49-F238E27FC236}">
                    <a16:creationId xmlns:a16="http://schemas.microsoft.com/office/drawing/2014/main" id="{EA241472-1CB7-772B-2D4E-FD2CFD8166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5" name="Oval 1437">
                <a:extLst>
                  <a:ext uri="{FF2B5EF4-FFF2-40B4-BE49-F238E27FC236}">
                    <a16:creationId xmlns:a16="http://schemas.microsoft.com/office/drawing/2014/main" id="{DE5472E9-9A62-B464-85CE-762C9969D2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6" name="Freeform 1438">
                <a:extLst>
                  <a:ext uri="{FF2B5EF4-FFF2-40B4-BE49-F238E27FC236}">
                    <a16:creationId xmlns:a16="http://schemas.microsoft.com/office/drawing/2014/main" id="{BA22DE1C-209D-6C94-3A69-46F046F98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7" name="Freeform 1439">
                <a:extLst>
                  <a:ext uri="{FF2B5EF4-FFF2-40B4-BE49-F238E27FC236}">
                    <a16:creationId xmlns:a16="http://schemas.microsoft.com/office/drawing/2014/main" id="{3419DDF8-C710-ECE5-E6F2-F7DFC70E32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8" name="Freeform 1440">
                <a:extLst>
                  <a:ext uri="{FF2B5EF4-FFF2-40B4-BE49-F238E27FC236}">
                    <a16:creationId xmlns:a16="http://schemas.microsoft.com/office/drawing/2014/main" id="{F6245CF2-D71D-DC21-DD74-2FC16BD237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9" name="Oval 1441">
                <a:extLst>
                  <a:ext uri="{FF2B5EF4-FFF2-40B4-BE49-F238E27FC236}">
                    <a16:creationId xmlns:a16="http://schemas.microsoft.com/office/drawing/2014/main" id="{83400E25-2095-8E77-0129-6DF752CECF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42">
              <a:extLst>
                <a:ext uri="{FF2B5EF4-FFF2-40B4-BE49-F238E27FC236}">
                  <a16:creationId xmlns:a16="http://schemas.microsoft.com/office/drawing/2014/main" id="{F1C48047-6580-4DD4-3DA5-B994C4239F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8" name="Oval 1443">
                <a:extLst>
                  <a:ext uri="{FF2B5EF4-FFF2-40B4-BE49-F238E27FC236}">
                    <a16:creationId xmlns:a16="http://schemas.microsoft.com/office/drawing/2014/main" id="{CC03BE10-4378-17DF-09E1-7827EC732F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9" name="Oval 1444">
                <a:extLst>
                  <a:ext uri="{FF2B5EF4-FFF2-40B4-BE49-F238E27FC236}">
                    <a16:creationId xmlns:a16="http://schemas.microsoft.com/office/drawing/2014/main" id="{681B5F60-A809-06CA-2E4C-5465267D00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0" name="Freeform 1445">
                <a:extLst>
                  <a:ext uri="{FF2B5EF4-FFF2-40B4-BE49-F238E27FC236}">
                    <a16:creationId xmlns:a16="http://schemas.microsoft.com/office/drawing/2014/main" id="{851DF25F-87EB-5CCB-7089-D213B62732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Freeform 1446">
                <a:extLst>
                  <a:ext uri="{FF2B5EF4-FFF2-40B4-BE49-F238E27FC236}">
                    <a16:creationId xmlns:a16="http://schemas.microsoft.com/office/drawing/2014/main" id="{B3A7F7A9-106A-C89D-A97A-B07114044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" name="Freeform 1447">
                <a:extLst>
                  <a:ext uri="{FF2B5EF4-FFF2-40B4-BE49-F238E27FC236}">
                    <a16:creationId xmlns:a16="http://schemas.microsoft.com/office/drawing/2014/main" id="{4E9C773B-2AD8-CB73-AD9E-2F54F1A338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" name="Oval 1448">
                <a:extLst>
                  <a:ext uri="{FF2B5EF4-FFF2-40B4-BE49-F238E27FC236}">
                    <a16:creationId xmlns:a16="http://schemas.microsoft.com/office/drawing/2014/main" id="{79885193-E460-65BE-B91C-765363F51C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49">
              <a:extLst>
                <a:ext uri="{FF2B5EF4-FFF2-40B4-BE49-F238E27FC236}">
                  <a16:creationId xmlns:a16="http://schemas.microsoft.com/office/drawing/2014/main" id="{5F6D6E7E-5C8E-B27B-9BAA-04B456C144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22" name="Oval 1450">
                <a:extLst>
                  <a:ext uri="{FF2B5EF4-FFF2-40B4-BE49-F238E27FC236}">
                    <a16:creationId xmlns:a16="http://schemas.microsoft.com/office/drawing/2014/main" id="{5F6573B3-7963-846E-15BF-F167F75ACD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3" name="Oval 1451">
                <a:extLst>
                  <a:ext uri="{FF2B5EF4-FFF2-40B4-BE49-F238E27FC236}">
                    <a16:creationId xmlns:a16="http://schemas.microsoft.com/office/drawing/2014/main" id="{2D4646C8-B188-D88A-A8F6-6EBE236348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4" name="Freeform 1452">
                <a:extLst>
                  <a:ext uri="{FF2B5EF4-FFF2-40B4-BE49-F238E27FC236}">
                    <a16:creationId xmlns:a16="http://schemas.microsoft.com/office/drawing/2014/main" id="{8F6B4B37-6134-23BE-84F3-7A06768509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Freeform 1453">
                <a:extLst>
                  <a:ext uri="{FF2B5EF4-FFF2-40B4-BE49-F238E27FC236}">
                    <a16:creationId xmlns:a16="http://schemas.microsoft.com/office/drawing/2014/main" id="{35EAC180-DB51-0666-2129-96AD9E6CEC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" name="Freeform 1454">
                <a:extLst>
                  <a:ext uri="{FF2B5EF4-FFF2-40B4-BE49-F238E27FC236}">
                    <a16:creationId xmlns:a16="http://schemas.microsoft.com/office/drawing/2014/main" id="{82C4B8D5-2889-4D1B-804B-64C37E6AC3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" name="Oval 1455">
                <a:extLst>
                  <a:ext uri="{FF2B5EF4-FFF2-40B4-BE49-F238E27FC236}">
                    <a16:creationId xmlns:a16="http://schemas.microsoft.com/office/drawing/2014/main" id="{CF2DCF4D-D377-FCA1-8224-AA6DBA5F90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56">
              <a:extLst>
                <a:ext uri="{FF2B5EF4-FFF2-40B4-BE49-F238E27FC236}">
                  <a16:creationId xmlns:a16="http://schemas.microsoft.com/office/drawing/2014/main" id="{0C61219E-C2BD-D118-64E5-48D0B95088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6" name="Oval 1457">
                <a:extLst>
                  <a:ext uri="{FF2B5EF4-FFF2-40B4-BE49-F238E27FC236}">
                    <a16:creationId xmlns:a16="http://schemas.microsoft.com/office/drawing/2014/main" id="{ED808607-9397-90C4-B4FA-1F08F5FF7B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7" name="Oval 1458">
                <a:extLst>
                  <a:ext uri="{FF2B5EF4-FFF2-40B4-BE49-F238E27FC236}">
                    <a16:creationId xmlns:a16="http://schemas.microsoft.com/office/drawing/2014/main" id="{64C76B10-E9A6-B315-86DC-713D5B0EC9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8" name="Freeform 1459">
                <a:extLst>
                  <a:ext uri="{FF2B5EF4-FFF2-40B4-BE49-F238E27FC236}">
                    <a16:creationId xmlns:a16="http://schemas.microsoft.com/office/drawing/2014/main" id="{B7A26AFA-C645-A198-F373-7D8CB1036D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Freeform 1460">
                <a:extLst>
                  <a:ext uri="{FF2B5EF4-FFF2-40B4-BE49-F238E27FC236}">
                    <a16:creationId xmlns:a16="http://schemas.microsoft.com/office/drawing/2014/main" id="{C10C706E-691D-8A2F-71D9-91887EEDC2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" name="Freeform 1461">
                <a:extLst>
                  <a:ext uri="{FF2B5EF4-FFF2-40B4-BE49-F238E27FC236}">
                    <a16:creationId xmlns:a16="http://schemas.microsoft.com/office/drawing/2014/main" id="{429FB8C5-FD51-AC5B-9CA4-53B9A14225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" name="Oval 1462">
                <a:extLst>
                  <a:ext uri="{FF2B5EF4-FFF2-40B4-BE49-F238E27FC236}">
                    <a16:creationId xmlns:a16="http://schemas.microsoft.com/office/drawing/2014/main" id="{95B4EA41-CB8A-7C0B-E6B1-2616AE52A0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63">
              <a:extLst>
                <a:ext uri="{FF2B5EF4-FFF2-40B4-BE49-F238E27FC236}">
                  <a16:creationId xmlns:a16="http://schemas.microsoft.com/office/drawing/2014/main" id="{D92F4A30-7634-2FF1-55EA-3512B5EB1A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10" name="Oval 1464">
                <a:extLst>
                  <a:ext uri="{FF2B5EF4-FFF2-40B4-BE49-F238E27FC236}">
                    <a16:creationId xmlns:a16="http://schemas.microsoft.com/office/drawing/2014/main" id="{99B6CCC6-2C11-EFC5-30F4-D3850C1760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1" name="Oval 1465">
                <a:extLst>
                  <a:ext uri="{FF2B5EF4-FFF2-40B4-BE49-F238E27FC236}">
                    <a16:creationId xmlns:a16="http://schemas.microsoft.com/office/drawing/2014/main" id="{4EDAF817-66A2-2F5F-7F2A-7615BF5020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2" name="Freeform 1466">
                <a:extLst>
                  <a:ext uri="{FF2B5EF4-FFF2-40B4-BE49-F238E27FC236}">
                    <a16:creationId xmlns:a16="http://schemas.microsoft.com/office/drawing/2014/main" id="{40CA965C-0484-8FFD-64F4-49B6464BFF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Freeform 1467">
                <a:extLst>
                  <a:ext uri="{FF2B5EF4-FFF2-40B4-BE49-F238E27FC236}">
                    <a16:creationId xmlns:a16="http://schemas.microsoft.com/office/drawing/2014/main" id="{9FF2CDA1-F2A3-F92B-768A-80C5F8EC9D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4" name="Freeform 1468">
                <a:extLst>
                  <a:ext uri="{FF2B5EF4-FFF2-40B4-BE49-F238E27FC236}">
                    <a16:creationId xmlns:a16="http://schemas.microsoft.com/office/drawing/2014/main" id="{94F9E5ED-9D8F-F5DC-881E-2B75704C81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5" name="Oval 1469">
                <a:extLst>
                  <a:ext uri="{FF2B5EF4-FFF2-40B4-BE49-F238E27FC236}">
                    <a16:creationId xmlns:a16="http://schemas.microsoft.com/office/drawing/2014/main" id="{BBAFBFA6-AE7C-A15F-CCA3-D0776B9A24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70">
              <a:extLst>
                <a:ext uri="{FF2B5EF4-FFF2-40B4-BE49-F238E27FC236}">
                  <a16:creationId xmlns:a16="http://schemas.microsoft.com/office/drawing/2014/main" id="{EA8273C8-1D49-4CD0-A700-3565FF29B6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4" name="Oval 1471">
                <a:extLst>
                  <a:ext uri="{FF2B5EF4-FFF2-40B4-BE49-F238E27FC236}">
                    <a16:creationId xmlns:a16="http://schemas.microsoft.com/office/drawing/2014/main" id="{2A0E95DF-94B8-6C97-CE27-02102F89C6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5" name="Oval 1472">
                <a:extLst>
                  <a:ext uri="{FF2B5EF4-FFF2-40B4-BE49-F238E27FC236}">
                    <a16:creationId xmlns:a16="http://schemas.microsoft.com/office/drawing/2014/main" id="{A86DA55D-F51E-8648-C7A9-7BF1FB5346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6" name="Freeform 1473">
                <a:extLst>
                  <a:ext uri="{FF2B5EF4-FFF2-40B4-BE49-F238E27FC236}">
                    <a16:creationId xmlns:a16="http://schemas.microsoft.com/office/drawing/2014/main" id="{3D011D0B-E87B-4D59-1771-21BBFDE404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Freeform 1474">
                <a:extLst>
                  <a:ext uri="{FF2B5EF4-FFF2-40B4-BE49-F238E27FC236}">
                    <a16:creationId xmlns:a16="http://schemas.microsoft.com/office/drawing/2014/main" id="{BB1BB486-8ECB-491E-6470-653989F872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8" name="Freeform 1475">
                <a:extLst>
                  <a:ext uri="{FF2B5EF4-FFF2-40B4-BE49-F238E27FC236}">
                    <a16:creationId xmlns:a16="http://schemas.microsoft.com/office/drawing/2014/main" id="{A5CF4B9E-4D02-07F9-6DCB-D80E66FF25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9" name="Oval 1476">
                <a:extLst>
                  <a:ext uri="{FF2B5EF4-FFF2-40B4-BE49-F238E27FC236}">
                    <a16:creationId xmlns:a16="http://schemas.microsoft.com/office/drawing/2014/main" id="{02F4A950-B81B-80D5-7E0C-80C0750D50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477">
              <a:extLst>
                <a:ext uri="{FF2B5EF4-FFF2-40B4-BE49-F238E27FC236}">
                  <a16:creationId xmlns:a16="http://schemas.microsoft.com/office/drawing/2014/main" id="{2F8C992B-D054-8CEC-7B94-AA6BEF3CCD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8" name="Oval 1478">
                <a:extLst>
                  <a:ext uri="{FF2B5EF4-FFF2-40B4-BE49-F238E27FC236}">
                    <a16:creationId xmlns:a16="http://schemas.microsoft.com/office/drawing/2014/main" id="{4D0436DA-E538-BC92-09CA-DE266F352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9" name="Oval 1479">
                <a:extLst>
                  <a:ext uri="{FF2B5EF4-FFF2-40B4-BE49-F238E27FC236}">
                    <a16:creationId xmlns:a16="http://schemas.microsoft.com/office/drawing/2014/main" id="{DB20605E-D13D-3B1C-A501-EEC27B1D25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0" name="Freeform 1480">
                <a:extLst>
                  <a:ext uri="{FF2B5EF4-FFF2-40B4-BE49-F238E27FC236}">
                    <a16:creationId xmlns:a16="http://schemas.microsoft.com/office/drawing/2014/main" id="{FADCE712-BDD5-930B-3F03-1C41A807DB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1" name="Freeform 1481">
                <a:extLst>
                  <a:ext uri="{FF2B5EF4-FFF2-40B4-BE49-F238E27FC236}">
                    <a16:creationId xmlns:a16="http://schemas.microsoft.com/office/drawing/2014/main" id="{A6541D4F-DED2-FDEB-05D6-77B3F89FF3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2" name="Freeform 1482">
                <a:extLst>
                  <a:ext uri="{FF2B5EF4-FFF2-40B4-BE49-F238E27FC236}">
                    <a16:creationId xmlns:a16="http://schemas.microsoft.com/office/drawing/2014/main" id="{AEDB0841-8E3A-1A11-589E-364D6998EE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3" name="Oval 1483">
                <a:extLst>
                  <a:ext uri="{FF2B5EF4-FFF2-40B4-BE49-F238E27FC236}">
                    <a16:creationId xmlns:a16="http://schemas.microsoft.com/office/drawing/2014/main" id="{191F15BE-2A67-4F01-A54C-D7164F4FC0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484">
              <a:extLst>
                <a:ext uri="{FF2B5EF4-FFF2-40B4-BE49-F238E27FC236}">
                  <a16:creationId xmlns:a16="http://schemas.microsoft.com/office/drawing/2014/main" id="{C99399BA-09D6-389C-111A-FA9F46A128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92" name="Oval 1485">
                <a:extLst>
                  <a:ext uri="{FF2B5EF4-FFF2-40B4-BE49-F238E27FC236}">
                    <a16:creationId xmlns:a16="http://schemas.microsoft.com/office/drawing/2014/main" id="{B3633E10-C60E-0387-DD1D-A4FF614ED7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3" name="Oval 1486">
                <a:extLst>
                  <a:ext uri="{FF2B5EF4-FFF2-40B4-BE49-F238E27FC236}">
                    <a16:creationId xmlns:a16="http://schemas.microsoft.com/office/drawing/2014/main" id="{BB021FA9-20D6-D120-0C08-FB55408764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4" name="Freeform 1487">
                <a:extLst>
                  <a:ext uri="{FF2B5EF4-FFF2-40B4-BE49-F238E27FC236}">
                    <a16:creationId xmlns:a16="http://schemas.microsoft.com/office/drawing/2014/main" id="{091988EE-52AB-E4D4-FB9C-C46A923AA4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Freeform 1488">
                <a:extLst>
                  <a:ext uri="{FF2B5EF4-FFF2-40B4-BE49-F238E27FC236}">
                    <a16:creationId xmlns:a16="http://schemas.microsoft.com/office/drawing/2014/main" id="{84C15165-5848-8374-CB0A-56C606A868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6" name="Freeform 1489">
                <a:extLst>
                  <a:ext uri="{FF2B5EF4-FFF2-40B4-BE49-F238E27FC236}">
                    <a16:creationId xmlns:a16="http://schemas.microsoft.com/office/drawing/2014/main" id="{E76B7A6B-52E3-B2B1-BAAA-9A597A29CB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7" name="Oval 1490">
                <a:extLst>
                  <a:ext uri="{FF2B5EF4-FFF2-40B4-BE49-F238E27FC236}">
                    <a16:creationId xmlns:a16="http://schemas.microsoft.com/office/drawing/2014/main" id="{B017F96C-37E0-AD29-8164-BA0C19F211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491">
              <a:extLst>
                <a:ext uri="{FF2B5EF4-FFF2-40B4-BE49-F238E27FC236}">
                  <a16:creationId xmlns:a16="http://schemas.microsoft.com/office/drawing/2014/main" id="{A47DE852-4986-703E-F053-BBF291B077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6" name="Oval 1492">
                <a:extLst>
                  <a:ext uri="{FF2B5EF4-FFF2-40B4-BE49-F238E27FC236}">
                    <a16:creationId xmlns:a16="http://schemas.microsoft.com/office/drawing/2014/main" id="{77FC6EB9-778D-3D08-B6A5-81A674CF2B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7" name="Oval 1493">
                <a:extLst>
                  <a:ext uri="{FF2B5EF4-FFF2-40B4-BE49-F238E27FC236}">
                    <a16:creationId xmlns:a16="http://schemas.microsoft.com/office/drawing/2014/main" id="{0CE12527-0DD1-EEDB-FE1E-24850BE23B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8" name="Freeform 1494">
                <a:extLst>
                  <a:ext uri="{FF2B5EF4-FFF2-40B4-BE49-F238E27FC236}">
                    <a16:creationId xmlns:a16="http://schemas.microsoft.com/office/drawing/2014/main" id="{7D362234-084A-FFAB-453A-AF83D1B988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Freeform 1495">
                <a:extLst>
                  <a:ext uri="{FF2B5EF4-FFF2-40B4-BE49-F238E27FC236}">
                    <a16:creationId xmlns:a16="http://schemas.microsoft.com/office/drawing/2014/main" id="{E45FC0D6-74C0-390B-3FD8-259C52F23E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0" name="Freeform 1496">
                <a:extLst>
                  <a:ext uri="{FF2B5EF4-FFF2-40B4-BE49-F238E27FC236}">
                    <a16:creationId xmlns:a16="http://schemas.microsoft.com/office/drawing/2014/main" id="{D6FC02AA-939F-D08D-CC56-D9AE469D93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1" name="Oval 1497">
                <a:extLst>
                  <a:ext uri="{FF2B5EF4-FFF2-40B4-BE49-F238E27FC236}">
                    <a16:creationId xmlns:a16="http://schemas.microsoft.com/office/drawing/2014/main" id="{9F8D8BAB-4192-592D-7BFB-F9C8A8D406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498">
              <a:extLst>
                <a:ext uri="{FF2B5EF4-FFF2-40B4-BE49-F238E27FC236}">
                  <a16:creationId xmlns:a16="http://schemas.microsoft.com/office/drawing/2014/main" id="{A1CC7660-9A22-1D8F-00A4-722A97AA13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80" name="Oval 1499">
                <a:extLst>
                  <a:ext uri="{FF2B5EF4-FFF2-40B4-BE49-F238E27FC236}">
                    <a16:creationId xmlns:a16="http://schemas.microsoft.com/office/drawing/2014/main" id="{2457B7D1-EDB2-947A-A8D4-77D46B6BB2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1" name="Oval 1500">
                <a:extLst>
                  <a:ext uri="{FF2B5EF4-FFF2-40B4-BE49-F238E27FC236}">
                    <a16:creationId xmlns:a16="http://schemas.microsoft.com/office/drawing/2014/main" id="{7C1042D9-B048-DF04-9283-1D6235D400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2" name="Freeform 1501">
                <a:extLst>
                  <a:ext uri="{FF2B5EF4-FFF2-40B4-BE49-F238E27FC236}">
                    <a16:creationId xmlns:a16="http://schemas.microsoft.com/office/drawing/2014/main" id="{AC0DC876-4734-DB2F-C5F6-81BD277BA4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Freeform 1502">
                <a:extLst>
                  <a:ext uri="{FF2B5EF4-FFF2-40B4-BE49-F238E27FC236}">
                    <a16:creationId xmlns:a16="http://schemas.microsoft.com/office/drawing/2014/main" id="{6E332E59-9558-11C5-7E08-0249C2F076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4" name="Freeform 1503">
                <a:extLst>
                  <a:ext uri="{FF2B5EF4-FFF2-40B4-BE49-F238E27FC236}">
                    <a16:creationId xmlns:a16="http://schemas.microsoft.com/office/drawing/2014/main" id="{85A41BE0-9C3B-ABBF-58CC-8C23DE7598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5" name="Oval 1504">
                <a:extLst>
                  <a:ext uri="{FF2B5EF4-FFF2-40B4-BE49-F238E27FC236}">
                    <a16:creationId xmlns:a16="http://schemas.microsoft.com/office/drawing/2014/main" id="{338DA6F5-2C09-1664-FCA0-A72503150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05">
              <a:extLst>
                <a:ext uri="{FF2B5EF4-FFF2-40B4-BE49-F238E27FC236}">
                  <a16:creationId xmlns:a16="http://schemas.microsoft.com/office/drawing/2014/main" id="{D222BD6D-E647-7EE7-BAFE-D9DEFD2003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4" name="Oval 1506">
                <a:extLst>
                  <a:ext uri="{FF2B5EF4-FFF2-40B4-BE49-F238E27FC236}">
                    <a16:creationId xmlns:a16="http://schemas.microsoft.com/office/drawing/2014/main" id="{15B81A21-2442-900C-5816-B65A2630C7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5" name="Oval 1507">
                <a:extLst>
                  <a:ext uri="{FF2B5EF4-FFF2-40B4-BE49-F238E27FC236}">
                    <a16:creationId xmlns:a16="http://schemas.microsoft.com/office/drawing/2014/main" id="{D3429A5B-F1EA-561F-787C-94EAAD722D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6" name="Freeform 1508">
                <a:extLst>
                  <a:ext uri="{FF2B5EF4-FFF2-40B4-BE49-F238E27FC236}">
                    <a16:creationId xmlns:a16="http://schemas.microsoft.com/office/drawing/2014/main" id="{75BFD673-5FA3-E257-D995-8BB4356A12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Freeform 1509">
                <a:extLst>
                  <a:ext uri="{FF2B5EF4-FFF2-40B4-BE49-F238E27FC236}">
                    <a16:creationId xmlns:a16="http://schemas.microsoft.com/office/drawing/2014/main" id="{B7A19F87-5183-03F6-D4F0-A0FDDDEBC8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8" name="Freeform 1510">
                <a:extLst>
                  <a:ext uri="{FF2B5EF4-FFF2-40B4-BE49-F238E27FC236}">
                    <a16:creationId xmlns:a16="http://schemas.microsoft.com/office/drawing/2014/main" id="{30AE2203-81DA-7AE8-E407-D756FAD62A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9" name="Oval 1511">
                <a:extLst>
                  <a:ext uri="{FF2B5EF4-FFF2-40B4-BE49-F238E27FC236}">
                    <a16:creationId xmlns:a16="http://schemas.microsoft.com/office/drawing/2014/main" id="{46579503-AEAF-7608-2EB3-4B7F818F2E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12">
              <a:extLst>
                <a:ext uri="{FF2B5EF4-FFF2-40B4-BE49-F238E27FC236}">
                  <a16:creationId xmlns:a16="http://schemas.microsoft.com/office/drawing/2014/main" id="{BC08FBE6-F862-9AD0-E4FE-78D073DE1E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8" name="Oval 1513">
                <a:extLst>
                  <a:ext uri="{FF2B5EF4-FFF2-40B4-BE49-F238E27FC236}">
                    <a16:creationId xmlns:a16="http://schemas.microsoft.com/office/drawing/2014/main" id="{56CFA3D7-0078-CB39-BC3F-6B9E50C80C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9" name="Oval 1514">
                <a:extLst>
                  <a:ext uri="{FF2B5EF4-FFF2-40B4-BE49-F238E27FC236}">
                    <a16:creationId xmlns:a16="http://schemas.microsoft.com/office/drawing/2014/main" id="{B754172A-D03B-137C-9D9F-6291AE5A4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0" name="Freeform 1515">
                <a:extLst>
                  <a:ext uri="{FF2B5EF4-FFF2-40B4-BE49-F238E27FC236}">
                    <a16:creationId xmlns:a16="http://schemas.microsoft.com/office/drawing/2014/main" id="{F9806E45-08B1-6E5E-BEEF-AC22888B73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Freeform 1516">
                <a:extLst>
                  <a:ext uri="{FF2B5EF4-FFF2-40B4-BE49-F238E27FC236}">
                    <a16:creationId xmlns:a16="http://schemas.microsoft.com/office/drawing/2014/main" id="{D52473A9-1EC4-FA88-CDBC-2D0A9DC87A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2" name="Freeform 1517">
                <a:extLst>
                  <a:ext uri="{FF2B5EF4-FFF2-40B4-BE49-F238E27FC236}">
                    <a16:creationId xmlns:a16="http://schemas.microsoft.com/office/drawing/2014/main" id="{B223341C-C982-C916-E3E0-39591E2476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3" name="Oval 1518">
                <a:extLst>
                  <a:ext uri="{FF2B5EF4-FFF2-40B4-BE49-F238E27FC236}">
                    <a16:creationId xmlns:a16="http://schemas.microsoft.com/office/drawing/2014/main" id="{0A0CA653-CE02-82BC-9013-ED0F5BFDD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19">
              <a:extLst>
                <a:ext uri="{FF2B5EF4-FFF2-40B4-BE49-F238E27FC236}">
                  <a16:creationId xmlns:a16="http://schemas.microsoft.com/office/drawing/2014/main" id="{AFA6378F-EAE6-0B8B-8F16-26DA6709F5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62" name="Oval 1520">
                <a:extLst>
                  <a:ext uri="{FF2B5EF4-FFF2-40B4-BE49-F238E27FC236}">
                    <a16:creationId xmlns:a16="http://schemas.microsoft.com/office/drawing/2014/main" id="{23090BBB-0BCA-E92B-7EFB-0D3DC620AD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3" name="Oval 1521">
                <a:extLst>
                  <a:ext uri="{FF2B5EF4-FFF2-40B4-BE49-F238E27FC236}">
                    <a16:creationId xmlns:a16="http://schemas.microsoft.com/office/drawing/2014/main" id="{5F892295-A1C3-FDB5-D0A2-3C31E798B5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4" name="Freeform 1522">
                <a:extLst>
                  <a:ext uri="{FF2B5EF4-FFF2-40B4-BE49-F238E27FC236}">
                    <a16:creationId xmlns:a16="http://schemas.microsoft.com/office/drawing/2014/main" id="{B5B70A2D-3192-7CB6-3E08-313BE0F1C8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" name="Freeform 1523">
                <a:extLst>
                  <a:ext uri="{FF2B5EF4-FFF2-40B4-BE49-F238E27FC236}">
                    <a16:creationId xmlns:a16="http://schemas.microsoft.com/office/drawing/2014/main" id="{DFDA7430-A000-C6B1-C0F7-9360D4CDC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6" name="Freeform 1524">
                <a:extLst>
                  <a:ext uri="{FF2B5EF4-FFF2-40B4-BE49-F238E27FC236}">
                    <a16:creationId xmlns:a16="http://schemas.microsoft.com/office/drawing/2014/main" id="{6B0B0C29-6AAA-6748-977C-F577081AB6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7" name="Oval 1525">
                <a:extLst>
                  <a:ext uri="{FF2B5EF4-FFF2-40B4-BE49-F238E27FC236}">
                    <a16:creationId xmlns:a16="http://schemas.microsoft.com/office/drawing/2014/main" id="{5DBF6418-F0E1-BF7A-D40C-6C76434899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26">
              <a:extLst>
                <a:ext uri="{FF2B5EF4-FFF2-40B4-BE49-F238E27FC236}">
                  <a16:creationId xmlns:a16="http://schemas.microsoft.com/office/drawing/2014/main" id="{23ED439E-E726-F1A0-8399-A6DF506CC4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6" name="Oval 1527">
                <a:extLst>
                  <a:ext uri="{FF2B5EF4-FFF2-40B4-BE49-F238E27FC236}">
                    <a16:creationId xmlns:a16="http://schemas.microsoft.com/office/drawing/2014/main" id="{693262F1-7710-003F-A6B2-2CD1D28B00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7" name="Oval 1528">
                <a:extLst>
                  <a:ext uri="{FF2B5EF4-FFF2-40B4-BE49-F238E27FC236}">
                    <a16:creationId xmlns:a16="http://schemas.microsoft.com/office/drawing/2014/main" id="{D65DEF3C-3350-6490-E263-95CDB785B9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8" name="Freeform 1529">
                <a:extLst>
                  <a:ext uri="{FF2B5EF4-FFF2-40B4-BE49-F238E27FC236}">
                    <a16:creationId xmlns:a16="http://schemas.microsoft.com/office/drawing/2014/main" id="{41E87A44-40DE-ED0E-C60C-E2F8E45C23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Freeform 1530">
                <a:extLst>
                  <a:ext uri="{FF2B5EF4-FFF2-40B4-BE49-F238E27FC236}">
                    <a16:creationId xmlns:a16="http://schemas.microsoft.com/office/drawing/2014/main" id="{B7E2B49F-5949-EA0B-5C00-871B838DCA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0" name="Freeform 1531">
                <a:extLst>
                  <a:ext uri="{FF2B5EF4-FFF2-40B4-BE49-F238E27FC236}">
                    <a16:creationId xmlns:a16="http://schemas.microsoft.com/office/drawing/2014/main" id="{B013B1EE-39AF-3907-5188-0C04B41019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1" name="Oval 1532">
                <a:extLst>
                  <a:ext uri="{FF2B5EF4-FFF2-40B4-BE49-F238E27FC236}">
                    <a16:creationId xmlns:a16="http://schemas.microsoft.com/office/drawing/2014/main" id="{1389FE9E-F554-56D3-7AB2-8B10E5AF6E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33">
              <a:extLst>
                <a:ext uri="{FF2B5EF4-FFF2-40B4-BE49-F238E27FC236}">
                  <a16:creationId xmlns:a16="http://schemas.microsoft.com/office/drawing/2014/main" id="{341CEED6-837E-37A5-0976-57D20E9B73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50" name="Oval 1534">
                <a:extLst>
                  <a:ext uri="{FF2B5EF4-FFF2-40B4-BE49-F238E27FC236}">
                    <a16:creationId xmlns:a16="http://schemas.microsoft.com/office/drawing/2014/main" id="{C34167CD-0192-FE2A-C235-7F7D78042F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1" name="Oval 1535">
                <a:extLst>
                  <a:ext uri="{FF2B5EF4-FFF2-40B4-BE49-F238E27FC236}">
                    <a16:creationId xmlns:a16="http://schemas.microsoft.com/office/drawing/2014/main" id="{8AD169F0-3B64-923D-46F3-8F65F2C6BE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2" name="Freeform 1536">
                <a:extLst>
                  <a:ext uri="{FF2B5EF4-FFF2-40B4-BE49-F238E27FC236}">
                    <a16:creationId xmlns:a16="http://schemas.microsoft.com/office/drawing/2014/main" id="{D9C9827C-56D2-D4E4-C12A-3B6F675BA3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Freeform 1537">
                <a:extLst>
                  <a:ext uri="{FF2B5EF4-FFF2-40B4-BE49-F238E27FC236}">
                    <a16:creationId xmlns:a16="http://schemas.microsoft.com/office/drawing/2014/main" id="{FB70831F-5A6C-B8E6-74EA-4DD397FD73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4" name="Freeform 1538">
                <a:extLst>
                  <a:ext uri="{FF2B5EF4-FFF2-40B4-BE49-F238E27FC236}">
                    <a16:creationId xmlns:a16="http://schemas.microsoft.com/office/drawing/2014/main" id="{41C74F78-0BAA-07F3-6919-6D27F78AD7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5" name="Oval 1539">
                <a:extLst>
                  <a:ext uri="{FF2B5EF4-FFF2-40B4-BE49-F238E27FC236}">
                    <a16:creationId xmlns:a16="http://schemas.microsoft.com/office/drawing/2014/main" id="{8F5BDC1E-6386-5433-2302-718B984600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40">
              <a:extLst>
                <a:ext uri="{FF2B5EF4-FFF2-40B4-BE49-F238E27FC236}">
                  <a16:creationId xmlns:a16="http://schemas.microsoft.com/office/drawing/2014/main" id="{218F1175-F86B-90FE-5D5E-FD4C392DAB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4" name="Oval 1541">
                <a:extLst>
                  <a:ext uri="{FF2B5EF4-FFF2-40B4-BE49-F238E27FC236}">
                    <a16:creationId xmlns:a16="http://schemas.microsoft.com/office/drawing/2014/main" id="{05A73DA3-14D5-992C-5C98-734B7E9FDF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5" name="Oval 1542">
                <a:extLst>
                  <a:ext uri="{FF2B5EF4-FFF2-40B4-BE49-F238E27FC236}">
                    <a16:creationId xmlns:a16="http://schemas.microsoft.com/office/drawing/2014/main" id="{52A552B6-9084-BE5C-C774-0CF01CD790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6" name="Freeform 1543">
                <a:extLst>
                  <a:ext uri="{FF2B5EF4-FFF2-40B4-BE49-F238E27FC236}">
                    <a16:creationId xmlns:a16="http://schemas.microsoft.com/office/drawing/2014/main" id="{B8EAE04C-6DDC-42F3-B192-CFF5F5171E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Freeform 1544">
                <a:extLst>
                  <a:ext uri="{FF2B5EF4-FFF2-40B4-BE49-F238E27FC236}">
                    <a16:creationId xmlns:a16="http://schemas.microsoft.com/office/drawing/2014/main" id="{A3114DE4-17A8-BD37-83E1-8ECD0EF3C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8" name="Freeform 1545">
                <a:extLst>
                  <a:ext uri="{FF2B5EF4-FFF2-40B4-BE49-F238E27FC236}">
                    <a16:creationId xmlns:a16="http://schemas.microsoft.com/office/drawing/2014/main" id="{8E7148AD-5ED6-E495-1D86-3E1889353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9" name="Oval 1546">
                <a:extLst>
                  <a:ext uri="{FF2B5EF4-FFF2-40B4-BE49-F238E27FC236}">
                    <a16:creationId xmlns:a16="http://schemas.microsoft.com/office/drawing/2014/main" id="{293C7F5C-44A0-0E67-6C38-E93CAC6EA2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47">
              <a:extLst>
                <a:ext uri="{FF2B5EF4-FFF2-40B4-BE49-F238E27FC236}">
                  <a16:creationId xmlns:a16="http://schemas.microsoft.com/office/drawing/2014/main" id="{24CB7ED7-467C-F502-9FE9-E831072E93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8" name="Oval 1548">
                <a:extLst>
                  <a:ext uri="{FF2B5EF4-FFF2-40B4-BE49-F238E27FC236}">
                    <a16:creationId xmlns:a16="http://schemas.microsoft.com/office/drawing/2014/main" id="{B8C2619B-77B3-77F9-AD9B-553A5EE72A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9" name="Oval 1549">
                <a:extLst>
                  <a:ext uri="{FF2B5EF4-FFF2-40B4-BE49-F238E27FC236}">
                    <a16:creationId xmlns:a16="http://schemas.microsoft.com/office/drawing/2014/main" id="{4EE76B80-92A5-0EF0-A3C2-00C0F2DE66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0" name="Freeform 1550">
                <a:extLst>
                  <a:ext uri="{FF2B5EF4-FFF2-40B4-BE49-F238E27FC236}">
                    <a16:creationId xmlns:a16="http://schemas.microsoft.com/office/drawing/2014/main" id="{E66A4A95-D5C0-3DCD-3C97-11741CD5D4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Freeform 1551">
                <a:extLst>
                  <a:ext uri="{FF2B5EF4-FFF2-40B4-BE49-F238E27FC236}">
                    <a16:creationId xmlns:a16="http://schemas.microsoft.com/office/drawing/2014/main" id="{D942776A-4AAB-295C-9D18-A1CD9D9C39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2" name="Freeform 1552">
                <a:extLst>
                  <a:ext uri="{FF2B5EF4-FFF2-40B4-BE49-F238E27FC236}">
                    <a16:creationId xmlns:a16="http://schemas.microsoft.com/office/drawing/2014/main" id="{3D66CCC9-445C-5258-711F-62A25A8032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3" name="Oval 1553">
                <a:extLst>
                  <a:ext uri="{FF2B5EF4-FFF2-40B4-BE49-F238E27FC236}">
                    <a16:creationId xmlns:a16="http://schemas.microsoft.com/office/drawing/2014/main" id="{320D7877-C488-236C-5C42-B6AA301C6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54">
              <a:extLst>
                <a:ext uri="{FF2B5EF4-FFF2-40B4-BE49-F238E27FC236}">
                  <a16:creationId xmlns:a16="http://schemas.microsoft.com/office/drawing/2014/main" id="{BC91600D-89C7-2FD1-6296-5B3E6FCAE9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32" name="Oval 1555">
                <a:extLst>
                  <a:ext uri="{FF2B5EF4-FFF2-40B4-BE49-F238E27FC236}">
                    <a16:creationId xmlns:a16="http://schemas.microsoft.com/office/drawing/2014/main" id="{DBB2E8CA-10E3-10A6-E081-E412D1AB15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3" name="Oval 1556">
                <a:extLst>
                  <a:ext uri="{FF2B5EF4-FFF2-40B4-BE49-F238E27FC236}">
                    <a16:creationId xmlns:a16="http://schemas.microsoft.com/office/drawing/2014/main" id="{F28E755A-4083-A604-BFB0-A1D3989A29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4" name="Freeform 1557">
                <a:extLst>
                  <a:ext uri="{FF2B5EF4-FFF2-40B4-BE49-F238E27FC236}">
                    <a16:creationId xmlns:a16="http://schemas.microsoft.com/office/drawing/2014/main" id="{B8404B1C-18F2-6996-07C1-3BFE4287CD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Freeform 1558">
                <a:extLst>
                  <a:ext uri="{FF2B5EF4-FFF2-40B4-BE49-F238E27FC236}">
                    <a16:creationId xmlns:a16="http://schemas.microsoft.com/office/drawing/2014/main" id="{E0E965C3-0769-4A46-322D-61D11423B5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6" name="Freeform 1559">
                <a:extLst>
                  <a:ext uri="{FF2B5EF4-FFF2-40B4-BE49-F238E27FC236}">
                    <a16:creationId xmlns:a16="http://schemas.microsoft.com/office/drawing/2014/main" id="{EFE4FA3A-2523-1F59-BA69-C18D26DB84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7" name="Oval 1560">
                <a:extLst>
                  <a:ext uri="{FF2B5EF4-FFF2-40B4-BE49-F238E27FC236}">
                    <a16:creationId xmlns:a16="http://schemas.microsoft.com/office/drawing/2014/main" id="{578E3B34-B2D1-7923-CF1A-DA225D73D5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61">
              <a:extLst>
                <a:ext uri="{FF2B5EF4-FFF2-40B4-BE49-F238E27FC236}">
                  <a16:creationId xmlns:a16="http://schemas.microsoft.com/office/drawing/2014/main" id="{EFB55683-3E6A-339C-155D-5D4824BC0D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6" name="Oval 1562">
                <a:extLst>
                  <a:ext uri="{FF2B5EF4-FFF2-40B4-BE49-F238E27FC236}">
                    <a16:creationId xmlns:a16="http://schemas.microsoft.com/office/drawing/2014/main" id="{D07EE877-5A99-C1D3-B4B2-2CBE87194F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7" name="Oval 1563">
                <a:extLst>
                  <a:ext uri="{FF2B5EF4-FFF2-40B4-BE49-F238E27FC236}">
                    <a16:creationId xmlns:a16="http://schemas.microsoft.com/office/drawing/2014/main" id="{416C0AAC-5562-C40C-6490-EB6C3A11E3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8" name="Freeform 1564">
                <a:extLst>
                  <a:ext uri="{FF2B5EF4-FFF2-40B4-BE49-F238E27FC236}">
                    <a16:creationId xmlns:a16="http://schemas.microsoft.com/office/drawing/2014/main" id="{37176C76-DF15-CF00-E90B-6D565B60CC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Freeform 1565">
                <a:extLst>
                  <a:ext uri="{FF2B5EF4-FFF2-40B4-BE49-F238E27FC236}">
                    <a16:creationId xmlns:a16="http://schemas.microsoft.com/office/drawing/2014/main" id="{AEEB6627-2F89-2A4A-9D49-30BBC4979E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0" name="Freeform 1566">
                <a:extLst>
                  <a:ext uri="{FF2B5EF4-FFF2-40B4-BE49-F238E27FC236}">
                    <a16:creationId xmlns:a16="http://schemas.microsoft.com/office/drawing/2014/main" id="{D03176B5-AC01-9C87-2131-589FB730F0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1" name="Oval 1567">
                <a:extLst>
                  <a:ext uri="{FF2B5EF4-FFF2-40B4-BE49-F238E27FC236}">
                    <a16:creationId xmlns:a16="http://schemas.microsoft.com/office/drawing/2014/main" id="{03D818CB-5F57-7DDC-D1AD-F478F2C1EE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68">
              <a:extLst>
                <a:ext uri="{FF2B5EF4-FFF2-40B4-BE49-F238E27FC236}">
                  <a16:creationId xmlns:a16="http://schemas.microsoft.com/office/drawing/2014/main" id="{A60346FA-A5A3-AFCA-5ED3-B080F62CFB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20" name="Oval 1569">
                <a:extLst>
                  <a:ext uri="{FF2B5EF4-FFF2-40B4-BE49-F238E27FC236}">
                    <a16:creationId xmlns:a16="http://schemas.microsoft.com/office/drawing/2014/main" id="{0DABDCBF-EAD0-11D5-FB61-7184358A78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1" name="Oval 1570">
                <a:extLst>
                  <a:ext uri="{FF2B5EF4-FFF2-40B4-BE49-F238E27FC236}">
                    <a16:creationId xmlns:a16="http://schemas.microsoft.com/office/drawing/2014/main" id="{F33CE60D-7330-80C9-2E39-3A0C3F6812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2" name="Freeform 1571">
                <a:extLst>
                  <a:ext uri="{FF2B5EF4-FFF2-40B4-BE49-F238E27FC236}">
                    <a16:creationId xmlns:a16="http://schemas.microsoft.com/office/drawing/2014/main" id="{3D299907-8695-50C1-23F7-EAE5624295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Freeform 1572">
                <a:extLst>
                  <a:ext uri="{FF2B5EF4-FFF2-40B4-BE49-F238E27FC236}">
                    <a16:creationId xmlns:a16="http://schemas.microsoft.com/office/drawing/2014/main" id="{E30BCFFB-7CD7-35E9-5376-1FECB98AB8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4" name="Freeform 1573">
                <a:extLst>
                  <a:ext uri="{FF2B5EF4-FFF2-40B4-BE49-F238E27FC236}">
                    <a16:creationId xmlns:a16="http://schemas.microsoft.com/office/drawing/2014/main" id="{332DAE72-2B28-8D75-71FA-1960B5F86B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5" name="Oval 1574">
                <a:extLst>
                  <a:ext uri="{FF2B5EF4-FFF2-40B4-BE49-F238E27FC236}">
                    <a16:creationId xmlns:a16="http://schemas.microsoft.com/office/drawing/2014/main" id="{701B37BB-97E1-1F35-F161-3EDB517B84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575">
              <a:extLst>
                <a:ext uri="{FF2B5EF4-FFF2-40B4-BE49-F238E27FC236}">
                  <a16:creationId xmlns:a16="http://schemas.microsoft.com/office/drawing/2014/main" id="{19C87BE5-AD95-5D82-8406-866A6EC5A4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4" name="Oval 1576">
                <a:extLst>
                  <a:ext uri="{FF2B5EF4-FFF2-40B4-BE49-F238E27FC236}">
                    <a16:creationId xmlns:a16="http://schemas.microsoft.com/office/drawing/2014/main" id="{F4F2FF43-08EF-4D61-95A4-FCF8BF0A7A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5" name="Oval 1577">
                <a:extLst>
                  <a:ext uri="{FF2B5EF4-FFF2-40B4-BE49-F238E27FC236}">
                    <a16:creationId xmlns:a16="http://schemas.microsoft.com/office/drawing/2014/main" id="{CC4AB848-2408-CCD0-FC85-4290F5E71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6" name="Freeform 1578">
                <a:extLst>
                  <a:ext uri="{FF2B5EF4-FFF2-40B4-BE49-F238E27FC236}">
                    <a16:creationId xmlns:a16="http://schemas.microsoft.com/office/drawing/2014/main" id="{15DE6AB4-CE9A-675D-5865-D9793D0860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1579">
                <a:extLst>
                  <a:ext uri="{FF2B5EF4-FFF2-40B4-BE49-F238E27FC236}">
                    <a16:creationId xmlns:a16="http://schemas.microsoft.com/office/drawing/2014/main" id="{7E44E244-B8C8-B362-4611-D6139F531B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580">
                <a:extLst>
                  <a:ext uri="{FF2B5EF4-FFF2-40B4-BE49-F238E27FC236}">
                    <a16:creationId xmlns:a16="http://schemas.microsoft.com/office/drawing/2014/main" id="{94CF1373-62CB-E8B4-0917-5BB75F93ED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Oval 1581">
                <a:extLst>
                  <a:ext uri="{FF2B5EF4-FFF2-40B4-BE49-F238E27FC236}">
                    <a16:creationId xmlns:a16="http://schemas.microsoft.com/office/drawing/2014/main" id="{F43096C8-0D74-D8E9-AD99-18DCB8CDDA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6" name="Group 1582">
              <a:extLst>
                <a:ext uri="{FF2B5EF4-FFF2-40B4-BE49-F238E27FC236}">
                  <a16:creationId xmlns:a16="http://schemas.microsoft.com/office/drawing/2014/main" id="{A6E03BC2-7237-127B-5951-66528052C5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8" name="Oval 1583">
                <a:extLst>
                  <a:ext uri="{FF2B5EF4-FFF2-40B4-BE49-F238E27FC236}">
                    <a16:creationId xmlns:a16="http://schemas.microsoft.com/office/drawing/2014/main" id="{CBEFCF4B-FE51-2E70-7FCC-20D578D5F2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9" name="Oval 1584">
                <a:extLst>
                  <a:ext uri="{FF2B5EF4-FFF2-40B4-BE49-F238E27FC236}">
                    <a16:creationId xmlns:a16="http://schemas.microsoft.com/office/drawing/2014/main" id="{630CCAE8-B8CF-0D07-7014-97E94CF232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0" name="Freeform 1585">
                <a:extLst>
                  <a:ext uri="{FF2B5EF4-FFF2-40B4-BE49-F238E27FC236}">
                    <a16:creationId xmlns:a16="http://schemas.microsoft.com/office/drawing/2014/main" id="{E0787C02-8B21-9583-36C0-27695581E4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Freeform 1586">
                <a:extLst>
                  <a:ext uri="{FF2B5EF4-FFF2-40B4-BE49-F238E27FC236}">
                    <a16:creationId xmlns:a16="http://schemas.microsoft.com/office/drawing/2014/main" id="{0288F7B2-80F9-7E37-E20A-222470D47B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" name="Freeform 1587">
                <a:extLst>
                  <a:ext uri="{FF2B5EF4-FFF2-40B4-BE49-F238E27FC236}">
                    <a16:creationId xmlns:a16="http://schemas.microsoft.com/office/drawing/2014/main" id="{1476D821-4264-1A4C-CA71-5BD547F826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3" name="Oval 1588">
                <a:extLst>
                  <a:ext uri="{FF2B5EF4-FFF2-40B4-BE49-F238E27FC236}">
                    <a16:creationId xmlns:a16="http://schemas.microsoft.com/office/drawing/2014/main" id="{EB6E191D-97C0-201C-0805-458542A9F6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7" name="Group 1589">
              <a:extLst>
                <a:ext uri="{FF2B5EF4-FFF2-40B4-BE49-F238E27FC236}">
                  <a16:creationId xmlns:a16="http://schemas.microsoft.com/office/drawing/2014/main" id="{2E2E6533-3023-EA40-272F-FC5A76967B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02" name="Oval 1590">
                <a:extLst>
                  <a:ext uri="{FF2B5EF4-FFF2-40B4-BE49-F238E27FC236}">
                    <a16:creationId xmlns:a16="http://schemas.microsoft.com/office/drawing/2014/main" id="{83970A97-6FD8-4039-CD04-F39DE52BD2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3" name="Oval 1591">
                <a:extLst>
                  <a:ext uri="{FF2B5EF4-FFF2-40B4-BE49-F238E27FC236}">
                    <a16:creationId xmlns:a16="http://schemas.microsoft.com/office/drawing/2014/main" id="{75BA2ABE-8B8B-BEFD-A703-A47D97DC27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4" name="Freeform 1592">
                <a:extLst>
                  <a:ext uri="{FF2B5EF4-FFF2-40B4-BE49-F238E27FC236}">
                    <a16:creationId xmlns:a16="http://schemas.microsoft.com/office/drawing/2014/main" id="{FD804121-8F48-25E0-4EBF-343F966BD7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1593">
                <a:extLst>
                  <a:ext uri="{FF2B5EF4-FFF2-40B4-BE49-F238E27FC236}">
                    <a16:creationId xmlns:a16="http://schemas.microsoft.com/office/drawing/2014/main" id="{44FEA361-5FB5-7E10-5629-0C2E9A6584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594">
                <a:extLst>
                  <a:ext uri="{FF2B5EF4-FFF2-40B4-BE49-F238E27FC236}">
                    <a16:creationId xmlns:a16="http://schemas.microsoft.com/office/drawing/2014/main" id="{9C392836-6527-A987-8F24-A760CC7D71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Oval 1595">
                <a:extLst>
                  <a:ext uri="{FF2B5EF4-FFF2-40B4-BE49-F238E27FC236}">
                    <a16:creationId xmlns:a16="http://schemas.microsoft.com/office/drawing/2014/main" id="{48D199DB-1C8A-11FB-BCC9-102C51F0F5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8" name="Group 1596">
              <a:extLst>
                <a:ext uri="{FF2B5EF4-FFF2-40B4-BE49-F238E27FC236}">
                  <a16:creationId xmlns:a16="http://schemas.microsoft.com/office/drawing/2014/main" id="{5D2D0BEB-593A-9950-646C-73550F0458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6" name="Oval 1597">
                <a:extLst>
                  <a:ext uri="{FF2B5EF4-FFF2-40B4-BE49-F238E27FC236}">
                    <a16:creationId xmlns:a16="http://schemas.microsoft.com/office/drawing/2014/main" id="{1367FC76-2262-87C4-BD8A-EC10AED9CE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7" name="Oval 1598">
                <a:extLst>
                  <a:ext uri="{FF2B5EF4-FFF2-40B4-BE49-F238E27FC236}">
                    <a16:creationId xmlns:a16="http://schemas.microsoft.com/office/drawing/2014/main" id="{5C9A9443-A46B-24E8-5940-F2F62CC934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8" name="Freeform 1599">
                <a:extLst>
                  <a:ext uri="{FF2B5EF4-FFF2-40B4-BE49-F238E27FC236}">
                    <a16:creationId xmlns:a16="http://schemas.microsoft.com/office/drawing/2014/main" id="{9E149A98-4C92-CEF9-6BAA-0275988E41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1600">
                <a:extLst>
                  <a:ext uri="{FF2B5EF4-FFF2-40B4-BE49-F238E27FC236}">
                    <a16:creationId xmlns:a16="http://schemas.microsoft.com/office/drawing/2014/main" id="{4755421B-1D50-C316-A1F5-41667708DC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601">
                <a:extLst>
                  <a:ext uri="{FF2B5EF4-FFF2-40B4-BE49-F238E27FC236}">
                    <a16:creationId xmlns:a16="http://schemas.microsoft.com/office/drawing/2014/main" id="{81E55556-CB89-A7E8-ADB5-53D7E2828A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Oval 1602">
                <a:extLst>
                  <a:ext uri="{FF2B5EF4-FFF2-40B4-BE49-F238E27FC236}">
                    <a16:creationId xmlns:a16="http://schemas.microsoft.com/office/drawing/2014/main" id="{4576938E-74C2-7547-A64F-70E9BF5F92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9" name="Group 1603">
              <a:extLst>
                <a:ext uri="{FF2B5EF4-FFF2-40B4-BE49-F238E27FC236}">
                  <a16:creationId xmlns:a16="http://schemas.microsoft.com/office/drawing/2014/main" id="{BAA9E004-1ED1-C4C2-3C24-5EBCE880CF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90" name="Oval 1604">
                <a:extLst>
                  <a:ext uri="{FF2B5EF4-FFF2-40B4-BE49-F238E27FC236}">
                    <a16:creationId xmlns:a16="http://schemas.microsoft.com/office/drawing/2014/main" id="{A927D08B-B6AE-6757-5F8C-E0B0797FE5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1" name="Oval 1605">
                <a:extLst>
                  <a:ext uri="{FF2B5EF4-FFF2-40B4-BE49-F238E27FC236}">
                    <a16:creationId xmlns:a16="http://schemas.microsoft.com/office/drawing/2014/main" id="{EB9FCFEA-B1EA-B07D-7EAC-2D18609379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2" name="Freeform 1606">
                <a:extLst>
                  <a:ext uri="{FF2B5EF4-FFF2-40B4-BE49-F238E27FC236}">
                    <a16:creationId xmlns:a16="http://schemas.microsoft.com/office/drawing/2014/main" id="{3E7D1280-ECFD-1E6C-A266-3D3324B5B9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1607">
                <a:extLst>
                  <a:ext uri="{FF2B5EF4-FFF2-40B4-BE49-F238E27FC236}">
                    <a16:creationId xmlns:a16="http://schemas.microsoft.com/office/drawing/2014/main" id="{30E8BAE5-75C0-2FD1-7658-0E258F8816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608">
                <a:extLst>
                  <a:ext uri="{FF2B5EF4-FFF2-40B4-BE49-F238E27FC236}">
                    <a16:creationId xmlns:a16="http://schemas.microsoft.com/office/drawing/2014/main" id="{4F9058BF-082C-895D-7BD1-E56FDA08B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Oval 1609">
                <a:extLst>
                  <a:ext uri="{FF2B5EF4-FFF2-40B4-BE49-F238E27FC236}">
                    <a16:creationId xmlns:a16="http://schemas.microsoft.com/office/drawing/2014/main" id="{A75E4B98-3477-329D-83A9-96AC15FB28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82" name="Group 2122">
            <a:extLst>
              <a:ext uri="{FF2B5EF4-FFF2-40B4-BE49-F238E27FC236}">
                <a16:creationId xmlns:a16="http://schemas.microsoft.com/office/drawing/2014/main" id="{ECC2FF14-C0EA-B75C-1BAB-9E88366BCC74}"/>
              </a:ext>
            </a:extLst>
          </p:cNvPr>
          <p:cNvGrpSpPr>
            <a:grpSpLocks/>
          </p:cNvGrpSpPr>
          <p:nvPr/>
        </p:nvGrpSpPr>
        <p:grpSpPr bwMode="auto">
          <a:xfrm>
            <a:off x="2763313" y="372733"/>
            <a:ext cx="406226" cy="476265"/>
            <a:chOff x="1931" y="2992"/>
            <a:chExt cx="614" cy="738"/>
          </a:xfrm>
        </p:grpSpPr>
        <p:sp>
          <p:nvSpPr>
            <p:cNvPr id="683" name="Freeform 2123">
              <a:extLst>
                <a:ext uri="{FF2B5EF4-FFF2-40B4-BE49-F238E27FC236}">
                  <a16:creationId xmlns:a16="http://schemas.microsoft.com/office/drawing/2014/main" id="{826926B7-D2C7-7896-26EE-91806201F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4" name="Freeform 2124">
              <a:extLst>
                <a:ext uri="{FF2B5EF4-FFF2-40B4-BE49-F238E27FC236}">
                  <a16:creationId xmlns:a16="http://schemas.microsoft.com/office/drawing/2014/main" id="{D0C32BD6-C46D-743B-406E-D5881D453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5" name="Freeform 2125">
              <a:extLst>
                <a:ext uri="{FF2B5EF4-FFF2-40B4-BE49-F238E27FC236}">
                  <a16:creationId xmlns:a16="http://schemas.microsoft.com/office/drawing/2014/main" id="{B73B78D4-B462-903A-8B4D-1BB331861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" name="Freeform 2126">
              <a:extLst>
                <a:ext uri="{FF2B5EF4-FFF2-40B4-BE49-F238E27FC236}">
                  <a16:creationId xmlns:a16="http://schemas.microsoft.com/office/drawing/2014/main" id="{8DFD4769-E999-F13D-9B54-B5937FAE9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7" name="Freeform 2127">
              <a:extLst>
                <a:ext uri="{FF2B5EF4-FFF2-40B4-BE49-F238E27FC236}">
                  <a16:creationId xmlns:a16="http://schemas.microsoft.com/office/drawing/2014/main" id="{6D1302E7-486D-6D3E-2FFB-380D7CE40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8" name="Freeform 2128">
              <a:extLst>
                <a:ext uri="{FF2B5EF4-FFF2-40B4-BE49-F238E27FC236}">
                  <a16:creationId xmlns:a16="http://schemas.microsoft.com/office/drawing/2014/main" id="{9DBAC95F-1B8C-C913-5148-0F2FCE9C7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25"/>
              <a:ext cx="213" cy="699"/>
            </a:xfrm>
            <a:custGeom>
              <a:avLst/>
              <a:gdLst>
                <a:gd name="T0" fmla="*/ 784 w 109"/>
                <a:gd name="T1" fmla="*/ 3000 h 336"/>
                <a:gd name="T2" fmla="*/ 717 w 109"/>
                <a:gd name="T3" fmla="*/ 2467 h 336"/>
                <a:gd name="T4" fmla="*/ 389 w 109"/>
                <a:gd name="T5" fmla="*/ 917 h 336"/>
                <a:gd name="T6" fmla="*/ 381 w 109"/>
                <a:gd name="T7" fmla="*/ 17 h 336"/>
                <a:gd name="T8" fmla="*/ 217 w 109"/>
                <a:gd name="T9" fmla="*/ 73 h 336"/>
                <a:gd name="T10" fmla="*/ 260 w 109"/>
                <a:gd name="T11" fmla="*/ 926 h 336"/>
                <a:gd name="T12" fmla="*/ 657 w 109"/>
                <a:gd name="T13" fmla="*/ 2501 h 336"/>
                <a:gd name="T14" fmla="*/ 784 w 109"/>
                <a:gd name="T15" fmla="*/ 3000 h 336"/>
                <a:gd name="T16" fmla="*/ 784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105" y="333"/>
                  </a:moveTo>
                  <a:cubicBezTo>
                    <a:pt x="94" y="326"/>
                    <a:pt x="99" y="306"/>
                    <a:pt x="96" y="274"/>
                  </a:cubicBezTo>
                  <a:cubicBezTo>
                    <a:pt x="91" y="222"/>
                    <a:pt x="77" y="140"/>
                    <a:pt x="52" y="102"/>
                  </a:cubicBezTo>
                  <a:cubicBezTo>
                    <a:pt x="27" y="64"/>
                    <a:pt x="13" y="10"/>
                    <a:pt x="51" y="2"/>
                  </a:cubicBezTo>
                  <a:cubicBezTo>
                    <a:pt x="46" y="0"/>
                    <a:pt x="35" y="3"/>
                    <a:pt x="29" y="8"/>
                  </a:cubicBezTo>
                  <a:cubicBezTo>
                    <a:pt x="0" y="29"/>
                    <a:pt x="10" y="65"/>
                    <a:pt x="35" y="103"/>
                  </a:cubicBezTo>
                  <a:cubicBezTo>
                    <a:pt x="60" y="141"/>
                    <a:pt x="83" y="226"/>
                    <a:pt x="88" y="278"/>
                  </a:cubicBezTo>
                  <a:cubicBezTo>
                    <a:pt x="92" y="318"/>
                    <a:pt x="93" y="330"/>
                    <a:pt x="105" y="333"/>
                  </a:cubicBezTo>
                  <a:cubicBezTo>
                    <a:pt x="108" y="334"/>
                    <a:pt x="109" y="336"/>
                    <a:pt x="105" y="333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9" name="Freeform 2129">
              <a:extLst>
                <a:ext uri="{FF2B5EF4-FFF2-40B4-BE49-F238E27FC236}">
                  <a16:creationId xmlns:a16="http://schemas.microsoft.com/office/drawing/2014/main" id="{8FE74181-FF37-5493-7D54-445D25A25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031"/>
              <a:ext cx="168" cy="686"/>
            </a:xfrm>
            <a:custGeom>
              <a:avLst/>
              <a:gdLst>
                <a:gd name="T0" fmla="*/ 580 w 86"/>
                <a:gd name="T1" fmla="*/ 1715 h 330"/>
                <a:gd name="T2" fmla="*/ 416 w 86"/>
                <a:gd name="T3" fmla="*/ 1418 h 330"/>
                <a:gd name="T4" fmla="*/ 492 w 86"/>
                <a:gd name="T5" fmla="*/ 1206 h 330"/>
                <a:gd name="T6" fmla="*/ 531 w 86"/>
                <a:gd name="T7" fmla="*/ 1089 h 330"/>
                <a:gd name="T8" fmla="*/ 289 w 86"/>
                <a:gd name="T9" fmla="*/ 333 h 330"/>
                <a:gd name="T10" fmla="*/ 0 w 86"/>
                <a:gd name="T11" fmla="*/ 0 h 330"/>
                <a:gd name="T12" fmla="*/ 203 w 86"/>
                <a:gd name="T13" fmla="*/ 268 h 330"/>
                <a:gd name="T14" fmla="*/ 381 w 86"/>
                <a:gd name="T15" fmla="*/ 890 h 330"/>
                <a:gd name="T16" fmla="*/ 408 w 86"/>
                <a:gd name="T17" fmla="*/ 1193 h 330"/>
                <a:gd name="T18" fmla="*/ 352 w 86"/>
                <a:gd name="T19" fmla="*/ 1418 h 330"/>
                <a:gd name="T20" fmla="*/ 477 w 86"/>
                <a:gd name="T21" fmla="*/ 1771 h 330"/>
                <a:gd name="T22" fmla="*/ 565 w 86"/>
                <a:gd name="T23" fmla="*/ 2039 h 330"/>
                <a:gd name="T24" fmla="*/ 596 w 86"/>
                <a:gd name="T25" fmla="*/ 2532 h 330"/>
                <a:gd name="T26" fmla="*/ 477 w 86"/>
                <a:gd name="T27" fmla="*/ 2964 h 330"/>
                <a:gd name="T28" fmla="*/ 641 w 86"/>
                <a:gd name="T29" fmla="*/ 2540 h 330"/>
                <a:gd name="T30" fmla="*/ 633 w 86"/>
                <a:gd name="T31" fmla="*/ 1806 h 330"/>
                <a:gd name="T32" fmla="*/ 580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78" y="191"/>
                  </a:moveTo>
                  <a:cubicBezTo>
                    <a:pt x="65" y="187"/>
                    <a:pt x="56" y="172"/>
                    <a:pt x="56" y="158"/>
                  </a:cubicBezTo>
                  <a:cubicBezTo>
                    <a:pt x="56" y="148"/>
                    <a:pt x="60" y="140"/>
                    <a:pt x="66" y="134"/>
                  </a:cubicBezTo>
                  <a:cubicBezTo>
                    <a:pt x="70" y="130"/>
                    <a:pt x="72" y="127"/>
                    <a:pt x="71" y="121"/>
                  </a:cubicBezTo>
                  <a:cubicBezTo>
                    <a:pt x="58" y="81"/>
                    <a:pt x="49" y="56"/>
                    <a:pt x="39" y="37"/>
                  </a:cubicBezTo>
                  <a:cubicBezTo>
                    <a:pt x="29" y="19"/>
                    <a:pt x="15" y="6"/>
                    <a:pt x="0" y="0"/>
                  </a:cubicBezTo>
                  <a:cubicBezTo>
                    <a:pt x="9" y="6"/>
                    <a:pt x="17" y="11"/>
                    <a:pt x="27" y="30"/>
                  </a:cubicBezTo>
                  <a:cubicBezTo>
                    <a:pt x="36" y="47"/>
                    <a:pt x="40" y="63"/>
                    <a:pt x="51" y="99"/>
                  </a:cubicBezTo>
                  <a:cubicBezTo>
                    <a:pt x="55" y="110"/>
                    <a:pt x="61" y="122"/>
                    <a:pt x="55" y="133"/>
                  </a:cubicBezTo>
                  <a:cubicBezTo>
                    <a:pt x="51" y="139"/>
                    <a:pt x="47" y="145"/>
                    <a:pt x="47" y="158"/>
                  </a:cubicBezTo>
                  <a:cubicBezTo>
                    <a:pt x="47" y="180"/>
                    <a:pt x="55" y="191"/>
                    <a:pt x="64" y="197"/>
                  </a:cubicBezTo>
                  <a:cubicBezTo>
                    <a:pt x="73" y="203"/>
                    <a:pt x="75" y="216"/>
                    <a:pt x="76" y="227"/>
                  </a:cubicBezTo>
                  <a:cubicBezTo>
                    <a:pt x="76" y="256"/>
                    <a:pt x="80" y="282"/>
                    <a:pt x="80" y="282"/>
                  </a:cubicBezTo>
                  <a:cubicBezTo>
                    <a:pt x="80" y="302"/>
                    <a:pt x="78" y="320"/>
                    <a:pt x="64" y="330"/>
                  </a:cubicBezTo>
                  <a:cubicBezTo>
                    <a:pt x="79" y="323"/>
                    <a:pt x="86" y="306"/>
                    <a:pt x="86" y="283"/>
                  </a:cubicBezTo>
                  <a:cubicBezTo>
                    <a:pt x="86" y="283"/>
                    <a:pt x="85" y="207"/>
                    <a:pt x="85" y="201"/>
                  </a:cubicBezTo>
                  <a:cubicBezTo>
                    <a:pt x="85" y="195"/>
                    <a:pt x="83" y="193"/>
                    <a:pt x="78" y="191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0" name="Freeform 2130">
              <a:extLst>
                <a:ext uri="{FF2B5EF4-FFF2-40B4-BE49-F238E27FC236}">
                  <a16:creationId xmlns:a16="http://schemas.microsoft.com/office/drawing/2014/main" id="{A08B6D65-6FA1-DABA-A2A5-D44481753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0" y="3042"/>
              <a:ext cx="137" cy="378"/>
            </a:xfrm>
            <a:custGeom>
              <a:avLst/>
              <a:gdLst>
                <a:gd name="T0" fmla="*/ 525 w 70"/>
                <a:gd name="T1" fmla="*/ 1630 h 182"/>
                <a:gd name="T2" fmla="*/ 264 w 70"/>
                <a:gd name="T3" fmla="*/ 849 h 182"/>
                <a:gd name="T4" fmla="*/ 219 w 70"/>
                <a:gd name="T5" fmla="*/ 0 h 182"/>
                <a:gd name="T6" fmla="*/ 196 w 70"/>
                <a:gd name="T7" fmla="*/ 609 h 182"/>
                <a:gd name="T8" fmla="*/ 525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70" y="182"/>
                  </a:moveTo>
                  <a:cubicBezTo>
                    <a:pt x="61" y="148"/>
                    <a:pt x="48" y="115"/>
                    <a:pt x="35" y="95"/>
                  </a:cubicBezTo>
                  <a:cubicBezTo>
                    <a:pt x="10" y="57"/>
                    <a:pt x="0" y="21"/>
                    <a:pt x="29" y="0"/>
                  </a:cubicBezTo>
                  <a:cubicBezTo>
                    <a:pt x="19" y="8"/>
                    <a:pt x="12" y="40"/>
                    <a:pt x="26" y="68"/>
                  </a:cubicBezTo>
                  <a:cubicBezTo>
                    <a:pt x="39" y="96"/>
                    <a:pt x="56" y="125"/>
                    <a:pt x="70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1" name="Freeform 2131">
              <a:extLst>
                <a:ext uri="{FF2B5EF4-FFF2-40B4-BE49-F238E27FC236}">
                  <a16:creationId xmlns:a16="http://schemas.microsoft.com/office/drawing/2014/main" id="{F2FD7073-B7CB-2CC3-478A-1BC19BC45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5" y="3025"/>
              <a:ext cx="213" cy="699"/>
            </a:xfrm>
            <a:custGeom>
              <a:avLst/>
              <a:gdLst>
                <a:gd name="T0" fmla="*/ 31 w 109"/>
                <a:gd name="T1" fmla="*/ 3000 h 336"/>
                <a:gd name="T2" fmla="*/ 96 w 109"/>
                <a:gd name="T3" fmla="*/ 2467 h 336"/>
                <a:gd name="T4" fmla="*/ 424 w 109"/>
                <a:gd name="T5" fmla="*/ 917 h 336"/>
                <a:gd name="T6" fmla="*/ 432 w 109"/>
                <a:gd name="T7" fmla="*/ 17 h 336"/>
                <a:gd name="T8" fmla="*/ 596 w 109"/>
                <a:gd name="T9" fmla="*/ 73 h 336"/>
                <a:gd name="T10" fmla="*/ 553 w 109"/>
                <a:gd name="T11" fmla="*/ 926 h 336"/>
                <a:gd name="T12" fmla="*/ 156 w 109"/>
                <a:gd name="T13" fmla="*/ 2501 h 336"/>
                <a:gd name="T14" fmla="*/ 31 w 109"/>
                <a:gd name="T15" fmla="*/ 3000 h 336"/>
                <a:gd name="T16" fmla="*/ 31 w 109"/>
                <a:gd name="T17" fmla="*/ 3000 h 3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9" h="336">
                  <a:moveTo>
                    <a:pt x="4" y="333"/>
                  </a:moveTo>
                  <a:cubicBezTo>
                    <a:pt x="15" y="326"/>
                    <a:pt x="10" y="306"/>
                    <a:pt x="13" y="274"/>
                  </a:cubicBezTo>
                  <a:cubicBezTo>
                    <a:pt x="18" y="222"/>
                    <a:pt x="32" y="140"/>
                    <a:pt x="57" y="102"/>
                  </a:cubicBezTo>
                  <a:cubicBezTo>
                    <a:pt x="82" y="64"/>
                    <a:pt x="96" y="10"/>
                    <a:pt x="58" y="2"/>
                  </a:cubicBezTo>
                  <a:cubicBezTo>
                    <a:pt x="63" y="0"/>
                    <a:pt x="74" y="3"/>
                    <a:pt x="80" y="8"/>
                  </a:cubicBezTo>
                  <a:cubicBezTo>
                    <a:pt x="109" y="29"/>
                    <a:pt x="99" y="65"/>
                    <a:pt x="74" y="103"/>
                  </a:cubicBezTo>
                  <a:cubicBezTo>
                    <a:pt x="49" y="141"/>
                    <a:pt x="26" y="226"/>
                    <a:pt x="21" y="278"/>
                  </a:cubicBezTo>
                  <a:cubicBezTo>
                    <a:pt x="17" y="318"/>
                    <a:pt x="16" y="330"/>
                    <a:pt x="4" y="333"/>
                  </a:cubicBezTo>
                  <a:cubicBezTo>
                    <a:pt x="1" y="334"/>
                    <a:pt x="0" y="336"/>
                    <a:pt x="4" y="333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2" name="Freeform 2132">
              <a:extLst>
                <a:ext uri="{FF2B5EF4-FFF2-40B4-BE49-F238E27FC236}">
                  <a16:creationId xmlns:a16="http://schemas.microsoft.com/office/drawing/2014/main" id="{D47C3B93-7D45-1798-983F-B57E9E7B1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031"/>
              <a:ext cx="168" cy="686"/>
            </a:xfrm>
            <a:custGeom>
              <a:avLst/>
              <a:gdLst>
                <a:gd name="T0" fmla="*/ 61 w 86"/>
                <a:gd name="T1" fmla="*/ 1715 h 330"/>
                <a:gd name="T2" fmla="*/ 225 w 86"/>
                <a:gd name="T3" fmla="*/ 1418 h 330"/>
                <a:gd name="T4" fmla="*/ 148 w 86"/>
                <a:gd name="T5" fmla="*/ 1206 h 330"/>
                <a:gd name="T6" fmla="*/ 111 w 86"/>
                <a:gd name="T7" fmla="*/ 1089 h 330"/>
                <a:gd name="T8" fmla="*/ 352 w 86"/>
                <a:gd name="T9" fmla="*/ 333 h 330"/>
                <a:gd name="T10" fmla="*/ 641 w 86"/>
                <a:gd name="T11" fmla="*/ 0 h 330"/>
                <a:gd name="T12" fmla="*/ 440 w 86"/>
                <a:gd name="T13" fmla="*/ 268 h 330"/>
                <a:gd name="T14" fmla="*/ 260 w 86"/>
                <a:gd name="T15" fmla="*/ 890 h 330"/>
                <a:gd name="T16" fmla="*/ 232 w 86"/>
                <a:gd name="T17" fmla="*/ 1193 h 330"/>
                <a:gd name="T18" fmla="*/ 289 w 86"/>
                <a:gd name="T19" fmla="*/ 1418 h 330"/>
                <a:gd name="T20" fmla="*/ 164 w 86"/>
                <a:gd name="T21" fmla="*/ 1771 h 330"/>
                <a:gd name="T22" fmla="*/ 80 w 86"/>
                <a:gd name="T23" fmla="*/ 2039 h 330"/>
                <a:gd name="T24" fmla="*/ 45 w 86"/>
                <a:gd name="T25" fmla="*/ 2532 h 330"/>
                <a:gd name="T26" fmla="*/ 164 w 86"/>
                <a:gd name="T27" fmla="*/ 2964 h 330"/>
                <a:gd name="T28" fmla="*/ 0 w 86"/>
                <a:gd name="T29" fmla="*/ 2540 h 330"/>
                <a:gd name="T30" fmla="*/ 8 w 86"/>
                <a:gd name="T31" fmla="*/ 1806 h 330"/>
                <a:gd name="T32" fmla="*/ 61 w 86"/>
                <a:gd name="T33" fmla="*/ 1715 h 33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6" h="330">
                  <a:moveTo>
                    <a:pt x="8" y="191"/>
                  </a:moveTo>
                  <a:cubicBezTo>
                    <a:pt x="21" y="187"/>
                    <a:pt x="30" y="172"/>
                    <a:pt x="30" y="158"/>
                  </a:cubicBezTo>
                  <a:cubicBezTo>
                    <a:pt x="30" y="148"/>
                    <a:pt x="26" y="140"/>
                    <a:pt x="20" y="134"/>
                  </a:cubicBezTo>
                  <a:cubicBezTo>
                    <a:pt x="16" y="130"/>
                    <a:pt x="14" y="127"/>
                    <a:pt x="15" y="121"/>
                  </a:cubicBezTo>
                  <a:cubicBezTo>
                    <a:pt x="28" y="81"/>
                    <a:pt x="37" y="56"/>
                    <a:pt x="47" y="37"/>
                  </a:cubicBezTo>
                  <a:cubicBezTo>
                    <a:pt x="57" y="19"/>
                    <a:pt x="71" y="6"/>
                    <a:pt x="86" y="0"/>
                  </a:cubicBezTo>
                  <a:cubicBezTo>
                    <a:pt x="77" y="6"/>
                    <a:pt x="69" y="11"/>
                    <a:pt x="59" y="30"/>
                  </a:cubicBezTo>
                  <a:cubicBezTo>
                    <a:pt x="50" y="47"/>
                    <a:pt x="47" y="63"/>
                    <a:pt x="35" y="99"/>
                  </a:cubicBezTo>
                  <a:cubicBezTo>
                    <a:pt x="31" y="110"/>
                    <a:pt x="25" y="122"/>
                    <a:pt x="31" y="133"/>
                  </a:cubicBezTo>
                  <a:cubicBezTo>
                    <a:pt x="35" y="139"/>
                    <a:pt x="39" y="145"/>
                    <a:pt x="39" y="158"/>
                  </a:cubicBezTo>
                  <a:cubicBezTo>
                    <a:pt x="39" y="180"/>
                    <a:pt x="31" y="191"/>
                    <a:pt x="22" y="197"/>
                  </a:cubicBezTo>
                  <a:cubicBezTo>
                    <a:pt x="13" y="203"/>
                    <a:pt x="11" y="216"/>
                    <a:pt x="11" y="227"/>
                  </a:cubicBezTo>
                  <a:cubicBezTo>
                    <a:pt x="10" y="256"/>
                    <a:pt x="6" y="282"/>
                    <a:pt x="6" y="282"/>
                  </a:cubicBezTo>
                  <a:cubicBezTo>
                    <a:pt x="6" y="302"/>
                    <a:pt x="8" y="320"/>
                    <a:pt x="22" y="330"/>
                  </a:cubicBezTo>
                  <a:cubicBezTo>
                    <a:pt x="7" y="323"/>
                    <a:pt x="0" y="306"/>
                    <a:pt x="0" y="283"/>
                  </a:cubicBezTo>
                  <a:cubicBezTo>
                    <a:pt x="0" y="283"/>
                    <a:pt x="1" y="207"/>
                    <a:pt x="1" y="201"/>
                  </a:cubicBezTo>
                  <a:cubicBezTo>
                    <a:pt x="1" y="195"/>
                    <a:pt x="3" y="193"/>
                    <a:pt x="8" y="191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3" name="Freeform 2133">
              <a:extLst>
                <a:ext uri="{FF2B5EF4-FFF2-40B4-BE49-F238E27FC236}">
                  <a16:creationId xmlns:a16="http://schemas.microsoft.com/office/drawing/2014/main" id="{CC12DFB3-95B0-848D-393D-7D4AD6719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3042"/>
              <a:ext cx="137" cy="378"/>
            </a:xfrm>
            <a:custGeom>
              <a:avLst/>
              <a:gdLst>
                <a:gd name="T0" fmla="*/ 0 w 70"/>
                <a:gd name="T1" fmla="*/ 1630 h 182"/>
                <a:gd name="T2" fmla="*/ 264 w 70"/>
                <a:gd name="T3" fmla="*/ 849 h 182"/>
                <a:gd name="T4" fmla="*/ 307 w 70"/>
                <a:gd name="T5" fmla="*/ 0 h 182"/>
                <a:gd name="T6" fmla="*/ 329 w 70"/>
                <a:gd name="T7" fmla="*/ 609 h 182"/>
                <a:gd name="T8" fmla="*/ 0 w 70"/>
                <a:gd name="T9" fmla="*/ 1630 h 1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" h="182">
                  <a:moveTo>
                    <a:pt x="0" y="182"/>
                  </a:moveTo>
                  <a:cubicBezTo>
                    <a:pt x="9" y="148"/>
                    <a:pt x="22" y="115"/>
                    <a:pt x="35" y="95"/>
                  </a:cubicBezTo>
                  <a:cubicBezTo>
                    <a:pt x="60" y="57"/>
                    <a:pt x="70" y="21"/>
                    <a:pt x="41" y="0"/>
                  </a:cubicBezTo>
                  <a:cubicBezTo>
                    <a:pt x="51" y="8"/>
                    <a:pt x="58" y="40"/>
                    <a:pt x="44" y="68"/>
                  </a:cubicBezTo>
                  <a:cubicBezTo>
                    <a:pt x="31" y="96"/>
                    <a:pt x="14" y="125"/>
                    <a:pt x="0" y="18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4" name="Freeform 2134">
              <a:extLst>
                <a:ext uri="{FF2B5EF4-FFF2-40B4-BE49-F238E27FC236}">
                  <a16:creationId xmlns:a16="http://schemas.microsoft.com/office/drawing/2014/main" id="{88F1B995-6E7E-3C98-4A2E-8FFD6B3D9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1" y="3283"/>
              <a:ext cx="66" cy="337"/>
            </a:xfrm>
            <a:custGeom>
              <a:avLst/>
              <a:gdLst>
                <a:gd name="T0" fmla="*/ 248 w 34"/>
                <a:gd name="T1" fmla="*/ 1458 h 162"/>
                <a:gd name="T2" fmla="*/ 241 w 34"/>
                <a:gd name="T3" fmla="*/ 718 h 162"/>
                <a:gd name="T4" fmla="*/ 188 w 34"/>
                <a:gd name="T5" fmla="*/ 632 h 162"/>
                <a:gd name="T6" fmla="*/ 31 w 34"/>
                <a:gd name="T7" fmla="*/ 333 h 162"/>
                <a:gd name="T8" fmla="*/ 101 w 34"/>
                <a:gd name="T9" fmla="*/ 116 h 162"/>
                <a:gd name="T10" fmla="*/ 140 w 34"/>
                <a:gd name="T11" fmla="*/ 0 h 162"/>
                <a:gd name="T12" fmla="*/ 80 w 34"/>
                <a:gd name="T13" fmla="*/ 125 h 162"/>
                <a:gd name="T14" fmla="*/ 0 w 34"/>
                <a:gd name="T15" fmla="*/ 341 h 162"/>
                <a:gd name="T16" fmla="*/ 124 w 34"/>
                <a:gd name="T17" fmla="*/ 632 h 162"/>
                <a:gd name="T18" fmla="*/ 225 w 34"/>
                <a:gd name="T19" fmla="*/ 774 h 162"/>
                <a:gd name="T20" fmla="*/ 248 w 34"/>
                <a:gd name="T21" fmla="*/ 1458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4" h="162">
                  <a:moveTo>
                    <a:pt x="34" y="162"/>
                  </a:moveTo>
                  <a:cubicBezTo>
                    <a:pt x="34" y="162"/>
                    <a:pt x="33" y="86"/>
                    <a:pt x="33" y="80"/>
                  </a:cubicBezTo>
                  <a:cubicBezTo>
                    <a:pt x="33" y="74"/>
                    <a:pt x="31" y="72"/>
                    <a:pt x="26" y="70"/>
                  </a:cubicBezTo>
                  <a:cubicBezTo>
                    <a:pt x="13" y="66"/>
                    <a:pt x="4" y="51"/>
                    <a:pt x="4" y="37"/>
                  </a:cubicBezTo>
                  <a:cubicBezTo>
                    <a:pt x="4" y="27"/>
                    <a:pt x="8" y="19"/>
                    <a:pt x="14" y="13"/>
                  </a:cubicBezTo>
                  <a:cubicBezTo>
                    <a:pt x="18" y="9"/>
                    <a:pt x="20" y="6"/>
                    <a:pt x="19" y="0"/>
                  </a:cubicBezTo>
                  <a:cubicBezTo>
                    <a:pt x="19" y="3"/>
                    <a:pt x="17" y="7"/>
                    <a:pt x="11" y="14"/>
                  </a:cubicBezTo>
                  <a:cubicBezTo>
                    <a:pt x="4" y="20"/>
                    <a:pt x="0" y="27"/>
                    <a:pt x="0" y="38"/>
                  </a:cubicBezTo>
                  <a:cubicBezTo>
                    <a:pt x="0" y="49"/>
                    <a:pt x="7" y="65"/>
                    <a:pt x="17" y="70"/>
                  </a:cubicBezTo>
                  <a:cubicBezTo>
                    <a:pt x="27" y="75"/>
                    <a:pt x="31" y="78"/>
                    <a:pt x="31" y="86"/>
                  </a:cubicBezTo>
                  <a:cubicBezTo>
                    <a:pt x="32" y="94"/>
                    <a:pt x="34" y="162"/>
                    <a:pt x="34" y="16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5" name="Freeform 2135">
              <a:extLst>
                <a:ext uri="{FF2B5EF4-FFF2-40B4-BE49-F238E27FC236}">
                  <a16:creationId xmlns:a16="http://schemas.microsoft.com/office/drawing/2014/main" id="{613E5672-9AC2-FA0A-4169-E3D1B8AFB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3310"/>
              <a:ext cx="72" cy="310"/>
            </a:xfrm>
            <a:custGeom>
              <a:avLst/>
              <a:gdLst>
                <a:gd name="T0" fmla="*/ 0 w 37"/>
                <a:gd name="T1" fmla="*/ 1342 h 149"/>
                <a:gd name="T2" fmla="*/ 8 w 37"/>
                <a:gd name="T3" fmla="*/ 601 h 149"/>
                <a:gd name="T4" fmla="*/ 60 w 37"/>
                <a:gd name="T5" fmla="*/ 516 h 149"/>
                <a:gd name="T6" fmla="*/ 220 w 37"/>
                <a:gd name="T7" fmla="*/ 216 h 149"/>
                <a:gd name="T8" fmla="*/ 148 w 37"/>
                <a:gd name="T9" fmla="*/ 0 h 149"/>
                <a:gd name="T10" fmla="*/ 220 w 37"/>
                <a:gd name="T11" fmla="*/ 416 h 149"/>
                <a:gd name="T12" fmla="*/ 60 w 37"/>
                <a:gd name="T13" fmla="*/ 568 h 149"/>
                <a:gd name="T14" fmla="*/ 23 w 37"/>
                <a:gd name="T15" fmla="*/ 766 h 149"/>
                <a:gd name="T16" fmla="*/ 0 w 37"/>
                <a:gd name="T17" fmla="*/ 1342 h 1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7" h="149">
                  <a:moveTo>
                    <a:pt x="0" y="149"/>
                  </a:moveTo>
                  <a:cubicBezTo>
                    <a:pt x="0" y="149"/>
                    <a:pt x="1" y="73"/>
                    <a:pt x="1" y="67"/>
                  </a:cubicBezTo>
                  <a:cubicBezTo>
                    <a:pt x="1" y="61"/>
                    <a:pt x="3" y="59"/>
                    <a:pt x="8" y="57"/>
                  </a:cubicBezTo>
                  <a:cubicBezTo>
                    <a:pt x="21" y="53"/>
                    <a:pt x="30" y="38"/>
                    <a:pt x="30" y="24"/>
                  </a:cubicBezTo>
                  <a:cubicBezTo>
                    <a:pt x="30" y="14"/>
                    <a:pt x="26" y="6"/>
                    <a:pt x="20" y="0"/>
                  </a:cubicBezTo>
                  <a:cubicBezTo>
                    <a:pt x="33" y="12"/>
                    <a:pt x="37" y="33"/>
                    <a:pt x="30" y="46"/>
                  </a:cubicBezTo>
                  <a:cubicBezTo>
                    <a:pt x="22" y="59"/>
                    <a:pt x="13" y="60"/>
                    <a:pt x="8" y="63"/>
                  </a:cubicBezTo>
                  <a:cubicBezTo>
                    <a:pt x="4" y="65"/>
                    <a:pt x="4" y="73"/>
                    <a:pt x="3" y="85"/>
                  </a:cubicBezTo>
                  <a:cubicBezTo>
                    <a:pt x="3" y="97"/>
                    <a:pt x="0" y="149"/>
                    <a:pt x="0" y="14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" name="Freeform 2136">
              <a:extLst>
                <a:ext uri="{FF2B5EF4-FFF2-40B4-BE49-F238E27FC236}">
                  <a16:creationId xmlns:a16="http://schemas.microsoft.com/office/drawing/2014/main" id="{D9A0D7D8-C4C0-79A2-0DB1-8E7CCE2A8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3042"/>
              <a:ext cx="97" cy="174"/>
            </a:xfrm>
            <a:custGeom>
              <a:avLst/>
              <a:gdLst>
                <a:gd name="T0" fmla="*/ 365 w 50"/>
                <a:gd name="T1" fmla="*/ 0 h 84"/>
                <a:gd name="T2" fmla="*/ 0 w 50"/>
                <a:gd name="T3" fmla="*/ 746 h 84"/>
                <a:gd name="T4" fmla="*/ 365 w 50"/>
                <a:gd name="T5" fmla="*/ 0 h 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38" y="7"/>
                    <a:pt x="21" y="24"/>
                    <a:pt x="0" y="84"/>
                  </a:cubicBezTo>
                  <a:cubicBezTo>
                    <a:pt x="10" y="60"/>
                    <a:pt x="33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" name="Freeform 2137">
              <a:extLst>
                <a:ext uri="{FF2B5EF4-FFF2-40B4-BE49-F238E27FC236}">
                  <a16:creationId xmlns:a16="http://schemas.microsoft.com/office/drawing/2014/main" id="{3A3ACFE2-5A35-079A-3C5C-936CCF03A5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1" y="3034"/>
              <a:ext cx="279" cy="409"/>
            </a:xfrm>
            <a:custGeom>
              <a:avLst/>
              <a:gdLst>
                <a:gd name="T0" fmla="*/ 499 w 143"/>
                <a:gd name="T1" fmla="*/ 866 h 197"/>
                <a:gd name="T2" fmla="*/ 8 w 143"/>
                <a:gd name="T3" fmla="*/ 0 h 197"/>
                <a:gd name="T4" fmla="*/ 0 w 143"/>
                <a:gd name="T5" fmla="*/ 0 h 197"/>
                <a:gd name="T6" fmla="*/ 236 w 143"/>
                <a:gd name="T7" fmla="*/ 324 h 197"/>
                <a:gd name="T8" fmla="*/ 484 w 143"/>
                <a:gd name="T9" fmla="*/ 1073 h 197"/>
                <a:gd name="T10" fmla="*/ 453 w 143"/>
                <a:gd name="T11" fmla="*/ 1190 h 197"/>
                <a:gd name="T12" fmla="*/ 373 w 143"/>
                <a:gd name="T13" fmla="*/ 1406 h 197"/>
                <a:gd name="T14" fmla="*/ 540 w 143"/>
                <a:gd name="T15" fmla="*/ 1673 h 197"/>
                <a:gd name="T16" fmla="*/ 593 w 143"/>
                <a:gd name="T17" fmla="*/ 1763 h 197"/>
                <a:gd name="T18" fmla="*/ 593 w 143"/>
                <a:gd name="T19" fmla="*/ 1109 h 197"/>
                <a:gd name="T20" fmla="*/ 499 w 143"/>
                <a:gd name="T21" fmla="*/ 866 h 197"/>
                <a:gd name="T22" fmla="*/ 960 w 143"/>
                <a:gd name="T23" fmla="*/ 324 h 197"/>
                <a:gd name="T24" fmla="*/ 1061 w 143"/>
                <a:gd name="T25" fmla="*/ 143 h 197"/>
                <a:gd name="T26" fmla="*/ 1048 w 143"/>
                <a:gd name="T27" fmla="*/ 152 h 197"/>
                <a:gd name="T28" fmla="*/ 704 w 143"/>
                <a:gd name="T29" fmla="*/ 905 h 197"/>
                <a:gd name="T30" fmla="*/ 609 w 143"/>
                <a:gd name="T31" fmla="*/ 1121 h 197"/>
                <a:gd name="T32" fmla="*/ 609 w 143"/>
                <a:gd name="T33" fmla="*/ 1215 h 197"/>
                <a:gd name="T34" fmla="*/ 609 w 143"/>
                <a:gd name="T35" fmla="*/ 1763 h 197"/>
                <a:gd name="T36" fmla="*/ 661 w 143"/>
                <a:gd name="T37" fmla="*/ 1673 h 197"/>
                <a:gd name="T38" fmla="*/ 825 w 143"/>
                <a:gd name="T39" fmla="*/ 1406 h 197"/>
                <a:gd name="T40" fmla="*/ 749 w 143"/>
                <a:gd name="T41" fmla="*/ 1190 h 197"/>
                <a:gd name="T42" fmla="*/ 720 w 143"/>
                <a:gd name="T43" fmla="*/ 1146 h 197"/>
                <a:gd name="T44" fmla="*/ 712 w 143"/>
                <a:gd name="T45" fmla="*/ 1146 h 197"/>
                <a:gd name="T46" fmla="*/ 704 w 143"/>
                <a:gd name="T47" fmla="*/ 1146 h 197"/>
                <a:gd name="T48" fmla="*/ 712 w 143"/>
                <a:gd name="T49" fmla="*/ 1138 h 197"/>
                <a:gd name="T50" fmla="*/ 712 w 143"/>
                <a:gd name="T51" fmla="*/ 1073 h 197"/>
                <a:gd name="T52" fmla="*/ 960 w 143"/>
                <a:gd name="T53" fmla="*/ 324 h 19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43" h="197">
                  <a:moveTo>
                    <a:pt x="67" y="97"/>
                  </a:moveTo>
                  <a:cubicBezTo>
                    <a:pt x="61" y="67"/>
                    <a:pt x="30" y="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8"/>
                    <a:pt x="24" y="21"/>
                    <a:pt x="32" y="36"/>
                  </a:cubicBezTo>
                  <a:cubicBezTo>
                    <a:pt x="43" y="55"/>
                    <a:pt x="53" y="80"/>
                    <a:pt x="65" y="120"/>
                  </a:cubicBezTo>
                  <a:cubicBezTo>
                    <a:pt x="67" y="126"/>
                    <a:pt x="65" y="129"/>
                    <a:pt x="61" y="133"/>
                  </a:cubicBezTo>
                  <a:cubicBezTo>
                    <a:pt x="54" y="139"/>
                    <a:pt x="50" y="147"/>
                    <a:pt x="50" y="157"/>
                  </a:cubicBezTo>
                  <a:cubicBezTo>
                    <a:pt x="50" y="171"/>
                    <a:pt x="60" y="183"/>
                    <a:pt x="73" y="187"/>
                  </a:cubicBezTo>
                  <a:cubicBezTo>
                    <a:pt x="78" y="189"/>
                    <a:pt x="80" y="191"/>
                    <a:pt x="80" y="197"/>
                  </a:cubicBezTo>
                  <a:cubicBezTo>
                    <a:pt x="80" y="124"/>
                    <a:pt x="80" y="124"/>
                    <a:pt x="80" y="124"/>
                  </a:cubicBezTo>
                  <a:cubicBezTo>
                    <a:pt x="69" y="117"/>
                    <a:pt x="69" y="107"/>
                    <a:pt x="67" y="97"/>
                  </a:cubicBezTo>
                  <a:close/>
                  <a:moveTo>
                    <a:pt x="129" y="36"/>
                  </a:moveTo>
                  <a:cubicBezTo>
                    <a:pt x="133" y="29"/>
                    <a:pt x="138" y="22"/>
                    <a:pt x="143" y="16"/>
                  </a:cubicBezTo>
                  <a:cubicBezTo>
                    <a:pt x="141" y="17"/>
                    <a:pt x="141" y="17"/>
                    <a:pt x="141" y="17"/>
                  </a:cubicBezTo>
                  <a:cubicBezTo>
                    <a:pt x="128" y="27"/>
                    <a:pt x="110" y="52"/>
                    <a:pt x="95" y="101"/>
                  </a:cubicBezTo>
                  <a:cubicBezTo>
                    <a:pt x="86" y="128"/>
                    <a:pt x="82" y="125"/>
                    <a:pt x="82" y="125"/>
                  </a:cubicBezTo>
                  <a:cubicBezTo>
                    <a:pt x="82" y="132"/>
                    <a:pt x="82" y="136"/>
                    <a:pt x="82" y="136"/>
                  </a:cubicBezTo>
                  <a:cubicBezTo>
                    <a:pt x="82" y="197"/>
                    <a:pt x="82" y="197"/>
                    <a:pt x="82" y="197"/>
                  </a:cubicBezTo>
                  <a:cubicBezTo>
                    <a:pt x="82" y="191"/>
                    <a:pt x="84" y="189"/>
                    <a:pt x="89" y="187"/>
                  </a:cubicBezTo>
                  <a:cubicBezTo>
                    <a:pt x="102" y="183"/>
                    <a:pt x="111" y="171"/>
                    <a:pt x="111" y="157"/>
                  </a:cubicBezTo>
                  <a:cubicBezTo>
                    <a:pt x="111" y="147"/>
                    <a:pt x="107" y="139"/>
                    <a:pt x="101" y="133"/>
                  </a:cubicBezTo>
                  <a:cubicBezTo>
                    <a:pt x="99" y="132"/>
                    <a:pt x="98" y="130"/>
                    <a:pt x="97" y="128"/>
                  </a:cubicBezTo>
                  <a:cubicBezTo>
                    <a:pt x="97" y="128"/>
                    <a:pt x="96" y="128"/>
                    <a:pt x="96" y="128"/>
                  </a:cubicBezTo>
                  <a:cubicBezTo>
                    <a:pt x="96" y="128"/>
                    <a:pt x="96" y="128"/>
                    <a:pt x="95" y="128"/>
                  </a:cubicBezTo>
                  <a:cubicBezTo>
                    <a:pt x="96" y="127"/>
                    <a:pt x="96" y="127"/>
                    <a:pt x="96" y="127"/>
                  </a:cubicBezTo>
                  <a:cubicBezTo>
                    <a:pt x="95" y="125"/>
                    <a:pt x="95" y="122"/>
                    <a:pt x="96" y="120"/>
                  </a:cubicBezTo>
                  <a:cubicBezTo>
                    <a:pt x="109" y="80"/>
                    <a:pt x="119" y="55"/>
                    <a:pt x="129" y="3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8" name="Freeform 2138">
              <a:extLst>
                <a:ext uri="{FF2B5EF4-FFF2-40B4-BE49-F238E27FC236}">
                  <a16:creationId xmlns:a16="http://schemas.microsoft.com/office/drawing/2014/main" id="{5C9E6EB5-69FE-C0AC-A543-0788B7A41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3042"/>
              <a:ext cx="101" cy="208"/>
            </a:xfrm>
            <a:custGeom>
              <a:avLst/>
              <a:gdLst>
                <a:gd name="T0" fmla="*/ 381 w 52"/>
                <a:gd name="T1" fmla="*/ 0 h 100"/>
                <a:gd name="T2" fmla="*/ 16 w 52"/>
                <a:gd name="T3" fmla="*/ 476 h 100"/>
                <a:gd name="T4" fmla="*/ 8 w 52"/>
                <a:gd name="T5" fmla="*/ 901 h 100"/>
                <a:gd name="T6" fmla="*/ 95 w 52"/>
                <a:gd name="T7" fmla="*/ 376 h 100"/>
                <a:gd name="T8" fmla="*/ 381 w 52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00">
                  <a:moveTo>
                    <a:pt x="52" y="0"/>
                  </a:moveTo>
                  <a:cubicBezTo>
                    <a:pt x="36" y="6"/>
                    <a:pt x="7" y="31"/>
                    <a:pt x="2" y="53"/>
                  </a:cubicBezTo>
                  <a:cubicBezTo>
                    <a:pt x="0" y="60"/>
                    <a:pt x="1" y="77"/>
                    <a:pt x="1" y="100"/>
                  </a:cubicBezTo>
                  <a:cubicBezTo>
                    <a:pt x="2" y="85"/>
                    <a:pt x="2" y="63"/>
                    <a:pt x="13" y="42"/>
                  </a:cubicBezTo>
                  <a:cubicBezTo>
                    <a:pt x="25" y="20"/>
                    <a:pt x="52" y="0"/>
                    <a:pt x="52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" name="Freeform 2139">
              <a:extLst>
                <a:ext uri="{FF2B5EF4-FFF2-40B4-BE49-F238E27FC236}">
                  <a16:creationId xmlns:a16="http://schemas.microsoft.com/office/drawing/2014/main" id="{A1DEB910-6B40-69FE-B221-6CE229A15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2992"/>
              <a:ext cx="306" cy="738"/>
            </a:xfrm>
            <a:custGeom>
              <a:avLst/>
              <a:gdLst>
                <a:gd name="T0" fmla="*/ 1109 w 157"/>
                <a:gd name="T1" fmla="*/ 1859 h 355"/>
                <a:gd name="T2" fmla="*/ 941 w 157"/>
                <a:gd name="T3" fmla="*/ 1590 h 355"/>
                <a:gd name="T4" fmla="*/ 1021 w 157"/>
                <a:gd name="T5" fmla="*/ 1374 h 355"/>
                <a:gd name="T6" fmla="*/ 1052 w 157"/>
                <a:gd name="T7" fmla="*/ 1258 h 355"/>
                <a:gd name="T8" fmla="*/ 805 w 157"/>
                <a:gd name="T9" fmla="*/ 501 h 355"/>
                <a:gd name="T10" fmla="*/ 220 w 157"/>
                <a:gd name="T11" fmla="*/ 189 h 355"/>
                <a:gd name="T12" fmla="*/ 259 w 157"/>
                <a:gd name="T13" fmla="*/ 1066 h 355"/>
                <a:gd name="T14" fmla="*/ 653 w 157"/>
                <a:gd name="T15" fmla="*/ 2640 h 355"/>
                <a:gd name="T16" fmla="*/ 897 w 157"/>
                <a:gd name="T17" fmla="*/ 3189 h 355"/>
                <a:gd name="T18" fmla="*/ 1162 w 157"/>
                <a:gd name="T19" fmla="*/ 2715 h 355"/>
                <a:gd name="T20" fmla="*/ 1162 w 157"/>
                <a:gd name="T21" fmla="*/ 1950 h 355"/>
                <a:gd name="T22" fmla="*/ 1109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150" y="207"/>
                  </a:moveTo>
                  <a:cubicBezTo>
                    <a:pt x="137" y="203"/>
                    <a:pt x="127" y="191"/>
                    <a:pt x="127" y="177"/>
                  </a:cubicBezTo>
                  <a:cubicBezTo>
                    <a:pt x="127" y="167"/>
                    <a:pt x="131" y="159"/>
                    <a:pt x="138" y="153"/>
                  </a:cubicBezTo>
                  <a:cubicBezTo>
                    <a:pt x="142" y="149"/>
                    <a:pt x="144" y="146"/>
                    <a:pt x="142" y="140"/>
                  </a:cubicBezTo>
                  <a:cubicBezTo>
                    <a:pt x="130" y="100"/>
                    <a:pt x="120" y="75"/>
                    <a:pt x="109" y="56"/>
                  </a:cubicBezTo>
                  <a:cubicBezTo>
                    <a:pt x="91" y="23"/>
                    <a:pt x="60" y="0"/>
                    <a:pt x="30" y="21"/>
                  </a:cubicBezTo>
                  <a:cubicBezTo>
                    <a:pt x="0" y="43"/>
                    <a:pt x="10" y="81"/>
                    <a:pt x="35" y="119"/>
                  </a:cubicBezTo>
                  <a:cubicBezTo>
                    <a:pt x="60" y="157"/>
                    <a:pt x="83" y="242"/>
                    <a:pt x="88" y="294"/>
                  </a:cubicBezTo>
                  <a:cubicBezTo>
                    <a:pt x="93" y="345"/>
                    <a:pt x="96" y="355"/>
                    <a:pt x="121" y="355"/>
                  </a:cubicBezTo>
                  <a:cubicBezTo>
                    <a:pt x="146" y="355"/>
                    <a:pt x="157" y="332"/>
                    <a:pt x="157" y="302"/>
                  </a:cubicBezTo>
                  <a:cubicBezTo>
                    <a:pt x="157" y="302"/>
                    <a:pt x="157" y="223"/>
                    <a:pt x="157" y="217"/>
                  </a:cubicBezTo>
                  <a:cubicBezTo>
                    <a:pt x="157" y="211"/>
                    <a:pt x="155" y="209"/>
                    <a:pt x="150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0" name="Freeform 2140">
              <a:extLst>
                <a:ext uri="{FF2B5EF4-FFF2-40B4-BE49-F238E27FC236}">
                  <a16:creationId xmlns:a16="http://schemas.microsoft.com/office/drawing/2014/main" id="{C957B24A-3DDA-A032-3812-156B72A00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6" y="3002"/>
              <a:ext cx="211" cy="441"/>
            </a:xfrm>
            <a:custGeom>
              <a:avLst/>
              <a:gdLst>
                <a:gd name="T0" fmla="*/ 0 w 108"/>
                <a:gd name="T1" fmla="*/ 73 h 212"/>
                <a:gd name="T2" fmla="*/ 0 w 108"/>
                <a:gd name="T3" fmla="*/ 73 h 212"/>
                <a:gd name="T4" fmla="*/ 447 w 108"/>
                <a:gd name="T5" fmla="*/ 458 h 212"/>
                <a:gd name="T6" fmla="*/ 696 w 108"/>
                <a:gd name="T7" fmla="*/ 1217 h 212"/>
                <a:gd name="T8" fmla="*/ 664 w 108"/>
                <a:gd name="T9" fmla="*/ 1333 h 212"/>
                <a:gd name="T10" fmla="*/ 580 w 108"/>
                <a:gd name="T11" fmla="*/ 1550 h 212"/>
                <a:gd name="T12" fmla="*/ 752 w 108"/>
                <a:gd name="T13" fmla="*/ 1818 h 212"/>
                <a:gd name="T14" fmla="*/ 805 w 108"/>
                <a:gd name="T15" fmla="*/ 1908 h 212"/>
                <a:gd name="T16" fmla="*/ 805 w 108"/>
                <a:gd name="T17" fmla="*/ 726 h 212"/>
                <a:gd name="T18" fmla="*/ 0 w 108"/>
                <a:gd name="T19" fmla="*/ 73 h 21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8" h="212">
                  <a:moveTo>
                    <a:pt x="0" y="8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24" y="5"/>
                    <a:pt x="46" y="25"/>
                    <a:pt x="60" y="51"/>
                  </a:cubicBezTo>
                  <a:cubicBezTo>
                    <a:pt x="71" y="70"/>
                    <a:pt x="81" y="95"/>
                    <a:pt x="93" y="135"/>
                  </a:cubicBezTo>
                  <a:cubicBezTo>
                    <a:pt x="95" y="141"/>
                    <a:pt x="93" y="144"/>
                    <a:pt x="89" y="148"/>
                  </a:cubicBezTo>
                  <a:cubicBezTo>
                    <a:pt x="82" y="154"/>
                    <a:pt x="78" y="162"/>
                    <a:pt x="78" y="172"/>
                  </a:cubicBezTo>
                  <a:cubicBezTo>
                    <a:pt x="78" y="186"/>
                    <a:pt x="88" y="198"/>
                    <a:pt x="101" y="202"/>
                  </a:cubicBezTo>
                  <a:cubicBezTo>
                    <a:pt x="106" y="204"/>
                    <a:pt x="108" y="206"/>
                    <a:pt x="108" y="212"/>
                  </a:cubicBezTo>
                  <a:cubicBezTo>
                    <a:pt x="108" y="177"/>
                    <a:pt x="108" y="85"/>
                    <a:pt x="108" y="81"/>
                  </a:cubicBezTo>
                  <a:cubicBezTo>
                    <a:pt x="108" y="48"/>
                    <a:pt x="59" y="0"/>
                    <a:pt x="0" y="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1" name="Freeform 2141">
              <a:extLst>
                <a:ext uri="{FF2B5EF4-FFF2-40B4-BE49-F238E27FC236}">
                  <a16:creationId xmlns:a16="http://schemas.microsoft.com/office/drawing/2014/main" id="{BFADDD53-39F3-4054-F90D-2F1361051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992"/>
              <a:ext cx="306" cy="738"/>
            </a:xfrm>
            <a:custGeom>
              <a:avLst/>
              <a:gdLst>
                <a:gd name="T0" fmla="*/ 60 w 157"/>
                <a:gd name="T1" fmla="*/ 1859 h 355"/>
                <a:gd name="T2" fmla="*/ 220 w 157"/>
                <a:gd name="T3" fmla="*/ 1590 h 355"/>
                <a:gd name="T4" fmla="*/ 148 w 157"/>
                <a:gd name="T5" fmla="*/ 1374 h 355"/>
                <a:gd name="T6" fmla="*/ 111 w 157"/>
                <a:gd name="T7" fmla="*/ 1258 h 355"/>
                <a:gd name="T8" fmla="*/ 357 w 157"/>
                <a:gd name="T9" fmla="*/ 501 h 355"/>
                <a:gd name="T10" fmla="*/ 945 w 157"/>
                <a:gd name="T11" fmla="*/ 189 h 355"/>
                <a:gd name="T12" fmla="*/ 912 w 157"/>
                <a:gd name="T13" fmla="*/ 1066 h 355"/>
                <a:gd name="T14" fmla="*/ 516 w 157"/>
                <a:gd name="T15" fmla="*/ 2640 h 355"/>
                <a:gd name="T16" fmla="*/ 273 w 157"/>
                <a:gd name="T17" fmla="*/ 3189 h 355"/>
                <a:gd name="T18" fmla="*/ 0 w 157"/>
                <a:gd name="T19" fmla="*/ 2715 h 355"/>
                <a:gd name="T20" fmla="*/ 8 w 157"/>
                <a:gd name="T21" fmla="*/ 1950 h 355"/>
                <a:gd name="T22" fmla="*/ 60 w 157"/>
                <a:gd name="T23" fmla="*/ 1859 h 3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7" h="355">
                  <a:moveTo>
                    <a:pt x="8" y="207"/>
                  </a:moveTo>
                  <a:cubicBezTo>
                    <a:pt x="21" y="203"/>
                    <a:pt x="30" y="191"/>
                    <a:pt x="30" y="177"/>
                  </a:cubicBezTo>
                  <a:cubicBezTo>
                    <a:pt x="30" y="167"/>
                    <a:pt x="26" y="159"/>
                    <a:pt x="20" y="153"/>
                  </a:cubicBezTo>
                  <a:cubicBezTo>
                    <a:pt x="15" y="149"/>
                    <a:pt x="14" y="146"/>
                    <a:pt x="15" y="140"/>
                  </a:cubicBezTo>
                  <a:cubicBezTo>
                    <a:pt x="28" y="100"/>
                    <a:pt x="38" y="75"/>
                    <a:pt x="48" y="56"/>
                  </a:cubicBezTo>
                  <a:cubicBezTo>
                    <a:pt x="66" y="23"/>
                    <a:pt x="98" y="0"/>
                    <a:pt x="128" y="21"/>
                  </a:cubicBezTo>
                  <a:cubicBezTo>
                    <a:pt x="157" y="43"/>
                    <a:pt x="147" y="81"/>
                    <a:pt x="123" y="119"/>
                  </a:cubicBezTo>
                  <a:cubicBezTo>
                    <a:pt x="98" y="157"/>
                    <a:pt x="75" y="242"/>
                    <a:pt x="70" y="294"/>
                  </a:cubicBezTo>
                  <a:cubicBezTo>
                    <a:pt x="65" y="345"/>
                    <a:pt x="62" y="355"/>
                    <a:pt x="37" y="355"/>
                  </a:cubicBezTo>
                  <a:cubicBezTo>
                    <a:pt x="12" y="355"/>
                    <a:pt x="0" y="332"/>
                    <a:pt x="0" y="302"/>
                  </a:cubicBezTo>
                  <a:cubicBezTo>
                    <a:pt x="0" y="302"/>
                    <a:pt x="1" y="223"/>
                    <a:pt x="1" y="217"/>
                  </a:cubicBezTo>
                  <a:cubicBezTo>
                    <a:pt x="1" y="211"/>
                    <a:pt x="3" y="209"/>
                    <a:pt x="8" y="20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2" name="Freeform 2142">
              <a:extLst>
                <a:ext uri="{FF2B5EF4-FFF2-40B4-BE49-F238E27FC236}">
                  <a16:creationId xmlns:a16="http://schemas.microsoft.com/office/drawing/2014/main" id="{F355EE65-30C3-F3F3-3BCD-BAF4FB214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3002"/>
              <a:ext cx="213" cy="441"/>
            </a:xfrm>
            <a:custGeom>
              <a:avLst/>
              <a:gdLst>
                <a:gd name="T0" fmla="*/ 61 w 109"/>
                <a:gd name="T1" fmla="*/ 1818 h 212"/>
                <a:gd name="T2" fmla="*/ 225 w 109"/>
                <a:gd name="T3" fmla="*/ 1550 h 212"/>
                <a:gd name="T4" fmla="*/ 149 w 109"/>
                <a:gd name="T5" fmla="*/ 1333 h 212"/>
                <a:gd name="T6" fmla="*/ 111 w 109"/>
                <a:gd name="T7" fmla="*/ 1217 h 212"/>
                <a:gd name="T8" fmla="*/ 360 w 109"/>
                <a:gd name="T9" fmla="*/ 458 h 212"/>
                <a:gd name="T10" fmla="*/ 813 w 109"/>
                <a:gd name="T11" fmla="*/ 73 h 212"/>
                <a:gd name="T12" fmla="*/ 813 w 109"/>
                <a:gd name="T13" fmla="*/ 73 h 212"/>
                <a:gd name="T14" fmla="*/ 0 w 109"/>
                <a:gd name="T15" fmla="*/ 726 h 212"/>
                <a:gd name="T16" fmla="*/ 8 w 109"/>
                <a:gd name="T17" fmla="*/ 1358 h 212"/>
                <a:gd name="T18" fmla="*/ 8 w 109"/>
                <a:gd name="T19" fmla="*/ 1908 h 212"/>
                <a:gd name="T20" fmla="*/ 61 w 109"/>
                <a:gd name="T21" fmla="*/ 1818 h 2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9" h="212">
                  <a:moveTo>
                    <a:pt x="8" y="202"/>
                  </a:moveTo>
                  <a:cubicBezTo>
                    <a:pt x="21" y="198"/>
                    <a:pt x="30" y="186"/>
                    <a:pt x="30" y="172"/>
                  </a:cubicBezTo>
                  <a:cubicBezTo>
                    <a:pt x="30" y="162"/>
                    <a:pt x="26" y="154"/>
                    <a:pt x="20" y="148"/>
                  </a:cubicBezTo>
                  <a:cubicBezTo>
                    <a:pt x="15" y="144"/>
                    <a:pt x="14" y="141"/>
                    <a:pt x="15" y="135"/>
                  </a:cubicBezTo>
                  <a:cubicBezTo>
                    <a:pt x="28" y="95"/>
                    <a:pt x="38" y="70"/>
                    <a:pt x="48" y="51"/>
                  </a:cubicBezTo>
                  <a:cubicBezTo>
                    <a:pt x="63" y="25"/>
                    <a:pt x="85" y="5"/>
                    <a:pt x="109" y="8"/>
                  </a:cubicBezTo>
                  <a:cubicBezTo>
                    <a:pt x="109" y="8"/>
                    <a:pt x="109" y="8"/>
                    <a:pt x="109" y="8"/>
                  </a:cubicBezTo>
                  <a:cubicBezTo>
                    <a:pt x="50" y="0"/>
                    <a:pt x="0" y="48"/>
                    <a:pt x="0" y="81"/>
                  </a:cubicBezTo>
                  <a:cubicBezTo>
                    <a:pt x="0" y="86"/>
                    <a:pt x="1" y="151"/>
                    <a:pt x="1" y="151"/>
                  </a:cubicBezTo>
                  <a:cubicBezTo>
                    <a:pt x="1" y="212"/>
                    <a:pt x="1" y="212"/>
                    <a:pt x="1" y="212"/>
                  </a:cubicBezTo>
                  <a:cubicBezTo>
                    <a:pt x="1" y="206"/>
                    <a:pt x="3" y="204"/>
                    <a:pt x="8" y="20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3" name="Freeform 2143">
              <a:extLst>
                <a:ext uri="{FF2B5EF4-FFF2-40B4-BE49-F238E27FC236}">
                  <a16:creationId xmlns:a16="http://schemas.microsoft.com/office/drawing/2014/main" id="{43395D77-ACB8-FEDF-8D75-997E9BFBA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6" y="3512"/>
              <a:ext cx="106" cy="214"/>
            </a:xfrm>
            <a:custGeom>
              <a:avLst/>
              <a:gdLst>
                <a:gd name="T0" fmla="*/ 204 w 54"/>
                <a:gd name="T1" fmla="*/ 465 h 103"/>
                <a:gd name="T2" fmla="*/ 212 w 54"/>
                <a:gd name="T3" fmla="*/ 0 h 103"/>
                <a:gd name="T4" fmla="*/ 196 w 54"/>
                <a:gd name="T5" fmla="*/ 8 h 103"/>
                <a:gd name="T6" fmla="*/ 196 w 54"/>
                <a:gd name="T7" fmla="*/ 465 h 103"/>
                <a:gd name="T8" fmla="*/ 0 w 54"/>
                <a:gd name="T9" fmla="*/ 925 h 103"/>
                <a:gd name="T10" fmla="*/ 0 w 54"/>
                <a:gd name="T11" fmla="*/ 925 h 103"/>
                <a:gd name="T12" fmla="*/ 196 w 54"/>
                <a:gd name="T13" fmla="*/ 889 h 103"/>
                <a:gd name="T14" fmla="*/ 408 w 54"/>
                <a:gd name="T15" fmla="*/ 925 h 103"/>
                <a:gd name="T16" fmla="*/ 408 w 54"/>
                <a:gd name="T17" fmla="*/ 925 h 103"/>
                <a:gd name="T18" fmla="*/ 204 w 54"/>
                <a:gd name="T19" fmla="*/ 465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03">
                  <a:moveTo>
                    <a:pt x="27" y="52"/>
                  </a:moveTo>
                  <a:cubicBezTo>
                    <a:pt x="27" y="52"/>
                    <a:pt x="28" y="33"/>
                    <a:pt x="28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3"/>
                    <a:pt x="26" y="52"/>
                    <a:pt x="26" y="52"/>
                  </a:cubicBezTo>
                  <a:cubicBezTo>
                    <a:pt x="26" y="77"/>
                    <a:pt x="18" y="98"/>
                    <a:pt x="0" y="103"/>
                  </a:cubicBezTo>
                  <a:cubicBezTo>
                    <a:pt x="0" y="103"/>
                    <a:pt x="0" y="103"/>
                    <a:pt x="0" y="103"/>
                  </a:cubicBezTo>
                  <a:cubicBezTo>
                    <a:pt x="8" y="101"/>
                    <a:pt x="18" y="99"/>
                    <a:pt x="26" y="99"/>
                  </a:cubicBezTo>
                  <a:cubicBezTo>
                    <a:pt x="35" y="99"/>
                    <a:pt x="46" y="101"/>
                    <a:pt x="54" y="103"/>
                  </a:cubicBezTo>
                  <a:cubicBezTo>
                    <a:pt x="54" y="103"/>
                    <a:pt x="54" y="103"/>
                    <a:pt x="54" y="103"/>
                  </a:cubicBezTo>
                  <a:cubicBezTo>
                    <a:pt x="36" y="98"/>
                    <a:pt x="27" y="77"/>
                    <a:pt x="27" y="5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04" name="Group 1385">
            <a:extLst>
              <a:ext uri="{FF2B5EF4-FFF2-40B4-BE49-F238E27FC236}">
                <a16:creationId xmlns:a16="http://schemas.microsoft.com/office/drawing/2014/main" id="{1DBFC876-6E8C-9D20-4639-3AB4373BE0B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705" name="Group 1386">
              <a:extLst>
                <a:ext uri="{FF2B5EF4-FFF2-40B4-BE49-F238E27FC236}">
                  <a16:creationId xmlns:a16="http://schemas.microsoft.com/office/drawing/2014/main" id="{38B8D182-35BF-280B-C8B9-C6157D6AFA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923" name="Oval 1387">
                <a:extLst>
                  <a:ext uri="{FF2B5EF4-FFF2-40B4-BE49-F238E27FC236}">
                    <a16:creationId xmlns:a16="http://schemas.microsoft.com/office/drawing/2014/main" id="{2EDFD011-BD7D-905E-6548-A0413C68E7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4" name="Oval 1388">
                <a:extLst>
                  <a:ext uri="{FF2B5EF4-FFF2-40B4-BE49-F238E27FC236}">
                    <a16:creationId xmlns:a16="http://schemas.microsoft.com/office/drawing/2014/main" id="{7DFF43A7-CA9A-EAE1-F772-3D2207578B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5" name="Freeform 1389">
                <a:extLst>
                  <a:ext uri="{FF2B5EF4-FFF2-40B4-BE49-F238E27FC236}">
                    <a16:creationId xmlns:a16="http://schemas.microsoft.com/office/drawing/2014/main" id="{CABFB15F-D7B4-F2A0-41B4-48255C7A94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Freeform 1390">
                <a:extLst>
                  <a:ext uri="{FF2B5EF4-FFF2-40B4-BE49-F238E27FC236}">
                    <a16:creationId xmlns:a16="http://schemas.microsoft.com/office/drawing/2014/main" id="{33722A90-2E10-1AC5-BA50-975B8174F5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Freeform 1391">
                <a:extLst>
                  <a:ext uri="{FF2B5EF4-FFF2-40B4-BE49-F238E27FC236}">
                    <a16:creationId xmlns:a16="http://schemas.microsoft.com/office/drawing/2014/main" id="{7445A46A-97D8-4D58-D088-B66A89586B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" name="Oval 1392">
                <a:extLst>
                  <a:ext uri="{FF2B5EF4-FFF2-40B4-BE49-F238E27FC236}">
                    <a16:creationId xmlns:a16="http://schemas.microsoft.com/office/drawing/2014/main" id="{31D17DF2-0B82-5D14-9AA9-8E19BDA483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393">
              <a:extLst>
                <a:ext uri="{FF2B5EF4-FFF2-40B4-BE49-F238E27FC236}">
                  <a16:creationId xmlns:a16="http://schemas.microsoft.com/office/drawing/2014/main" id="{03842E92-167F-D487-3F2E-06CAC4A0BFA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917" name="Oval 1394">
                <a:extLst>
                  <a:ext uri="{FF2B5EF4-FFF2-40B4-BE49-F238E27FC236}">
                    <a16:creationId xmlns:a16="http://schemas.microsoft.com/office/drawing/2014/main" id="{02274628-8CF3-8901-C3C5-350D0A9849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" name="Oval 1395">
                <a:extLst>
                  <a:ext uri="{FF2B5EF4-FFF2-40B4-BE49-F238E27FC236}">
                    <a16:creationId xmlns:a16="http://schemas.microsoft.com/office/drawing/2014/main" id="{A65219ED-FE13-FDFC-5F8B-E40CA82A11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9" name="Freeform 1396">
                <a:extLst>
                  <a:ext uri="{FF2B5EF4-FFF2-40B4-BE49-F238E27FC236}">
                    <a16:creationId xmlns:a16="http://schemas.microsoft.com/office/drawing/2014/main" id="{9C8AF2A5-6042-E3B7-25EB-75D9FB40AD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Freeform 1397">
                <a:extLst>
                  <a:ext uri="{FF2B5EF4-FFF2-40B4-BE49-F238E27FC236}">
                    <a16:creationId xmlns:a16="http://schemas.microsoft.com/office/drawing/2014/main" id="{56B71DBF-6145-7AED-5170-93BF6CF5C4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Freeform 1398">
                <a:extLst>
                  <a:ext uri="{FF2B5EF4-FFF2-40B4-BE49-F238E27FC236}">
                    <a16:creationId xmlns:a16="http://schemas.microsoft.com/office/drawing/2014/main" id="{5CDE0F61-527E-E2D8-CB19-4B13D04775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" name="Oval 1399">
                <a:extLst>
                  <a:ext uri="{FF2B5EF4-FFF2-40B4-BE49-F238E27FC236}">
                    <a16:creationId xmlns:a16="http://schemas.microsoft.com/office/drawing/2014/main" id="{BCA1B5BA-0304-9A9B-5961-7AFA1CB0E9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400">
              <a:extLst>
                <a:ext uri="{FF2B5EF4-FFF2-40B4-BE49-F238E27FC236}">
                  <a16:creationId xmlns:a16="http://schemas.microsoft.com/office/drawing/2014/main" id="{865F9317-2CC7-B272-6550-1049C43899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911" name="Oval 1401">
                <a:extLst>
                  <a:ext uri="{FF2B5EF4-FFF2-40B4-BE49-F238E27FC236}">
                    <a16:creationId xmlns:a16="http://schemas.microsoft.com/office/drawing/2014/main" id="{FF9018A4-894A-2A88-10D7-1775F1F33F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2" name="Oval 1402">
                <a:extLst>
                  <a:ext uri="{FF2B5EF4-FFF2-40B4-BE49-F238E27FC236}">
                    <a16:creationId xmlns:a16="http://schemas.microsoft.com/office/drawing/2014/main" id="{ED420E92-D8DB-26A8-C371-51741E1F78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3" name="Freeform 1403">
                <a:extLst>
                  <a:ext uri="{FF2B5EF4-FFF2-40B4-BE49-F238E27FC236}">
                    <a16:creationId xmlns:a16="http://schemas.microsoft.com/office/drawing/2014/main" id="{5E0CE15A-157F-81EA-48D3-3C6A28F5EF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" name="Freeform 1404">
                <a:extLst>
                  <a:ext uri="{FF2B5EF4-FFF2-40B4-BE49-F238E27FC236}">
                    <a16:creationId xmlns:a16="http://schemas.microsoft.com/office/drawing/2014/main" id="{7068DE21-2E70-5F92-66B3-F6F40E1873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" name="Freeform 1405">
                <a:extLst>
                  <a:ext uri="{FF2B5EF4-FFF2-40B4-BE49-F238E27FC236}">
                    <a16:creationId xmlns:a16="http://schemas.microsoft.com/office/drawing/2014/main" id="{1B815CCC-FE1C-0683-2102-D75E87A832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" name="Oval 1406">
                <a:extLst>
                  <a:ext uri="{FF2B5EF4-FFF2-40B4-BE49-F238E27FC236}">
                    <a16:creationId xmlns:a16="http://schemas.microsoft.com/office/drawing/2014/main" id="{82B9E931-9AB3-845A-A77B-D435DCD674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407">
              <a:extLst>
                <a:ext uri="{FF2B5EF4-FFF2-40B4-BE49-F238E27FC236}">
                  <a16:creationId xmlns:a16="http://schemas.microsoft.com/office/drawing/2014/main" id="{66EDB6D2-52CE-8D24-3459-11048D65EE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905" name="Oval 1408">
                <a:extLst>
                  <a:ext uri="{FF2B5EF4-FFF2-40B4-BE49-F238E27FC236}">
                    <a16:creationId xmlns:a16="http://schemas.microsoft.com/office/drawing/2014/main" id="{587C1EBD-E189-5CE9-E72E-61749C1AD0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6" name="Oval 1409">
                <a:extLst>
                  <a:ext uri="{FF2B5EF4-FFF2-40B4-BE49-F238E27FC236}">
                    <a16:creationId xmlns:a16="http://schemas.microsoft.com/office/drawing/2014/main" id="{8CF3594D-3B13-178C-B921-4BC0582A1C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7" name="Freeform 1410">
                <a:extLst>
                  <a:ext uri="{FF2B5EF4-FFF2-40B4-BE49-F238E27FC236}">
                    <a16:creationId xmlns:a16="http://schemas.microsoft.com/office/drawing/2014/main" id="{BA211F6B-75A6-F8F6-A7FF-02C3FFD943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Freeform 1411">
                <a:extLst>
                  <a:ext uri="{FF2B5EF4-FFF2-40B4-BE49-F238E27FC236}">
                    <a16:creationId xmlns:a16="http://schemas.microsoft.com/office/drawing/2014/main" id="{17A979AB-FA3C-5E06-19A8-EFD40F30BA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" name="Freeform 1412">
                <a:extLst>
                  <a:ext uri="{FF2B5EF4-FFF2-40B4-BE49-F238E27FC236}">
                    <a16:creationId xmlns:a16="http://schemas.microsoft.com/office/drawing/2014/main" id="{E326F338-EDDA-BCBF-4274-A9BB93630B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" name="Oval 1413">
                <a:extLst>
                  <a:ext uri="{FF2B5EF4-FFF2-40B4-BE49-F238E27FC236}">
                    <a16:creationId xmlns:a16="http://schemas.microsoft.com/office/drawing/2014/main" id="{8F915259-D767-C431-D090-43726526E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414">
              <a:extLst>
                <a:ext uri="{FF2B5EF4-FFF2-40B4-BE49-F238E27FC236}">
                  <a16:creationId xmlns:a16="http://schemas.microsoft.com/office/drawing/2014/main" id="{2B614EAD-B780-F9B0-0FE9-EF6C580879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99" name="Oval 1415">
                <a:extLst>
                  <a:ext uri="{FF2B5EF4-FFF2-40B4-BE49-F238E27FC236}">
                    <a16:creationId xmlns:a16="http://schemas.microsoft.com/office/drawing/2014/main" id="{0BC7B569-B291-113D-2A1B-D77C5C2D4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0" name="Oval 1416">
                <a:extLst>
                  <a:ext uri="{FF2B5EF4-FFF2-40B4-BE49-F238E27FC236}">
                    <a16:creationId xmlns:a16="http://schemas.microsoft.com/office/drawing/2014/main" id="{B901B2F4-7927-8428-2735-87071EE35E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1" name="Freeform 1417">
                <a:extLst>
                  <a:ext uri="{FF2B5EF4-FFF2-40B4-BE49-F238E27FC236}">
                    <a16:creationId xmlns:a16="http://schemas.microsoft.com/office/drawing/2014/main" id="{3635F911-5244-B964-CC50-F3D3C6C0C7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Freeform 1418">
                <a:extLst>
                  <a:ext uri="{FF2B5EF4-FFF2-40B4-BE49-F238E27FC236}">
                    <a16:creationId xmlns:a16="http://schemas.microsoft.com/office/drawing/2014/main" id="{8EC93D84-6233-75A2-DFB3-404EC944FA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Freeform 1419">
                <a:extLst>
                  <a:ext uri="{FF2B5EF4-FFF2-40B4-BE49-F238E27FC236}">
                    <a16:creationId xmlns:a16="http://schemas.microsoft.com/office/drawing/2014/main" id="{DA16940D-64A0-F044-68EF-43135E1733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Oval 1420">
                <a:extLst>
                  <a:ext uri="{FF2B5EF4-FFF2-40B4-BE49-F238E27FC236}">
                    <a16:creationId xmlns:a16="http://schemas.microsoft.com/office/drawing/2014/main" id="{212D9A41-C156-9110-604E-4CB6934854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421">
              <a:extLst>
                <a:ext uri="{FF2B5EF4-FFF2-40B4-BE49-F238E27FC236}">
                  <a16:creationId xmlns:a16="http://schemas.microsoft.com/office/drawing/2014/main" id="{6F4B5B9A-6E21-0176-2DF0-50D3E172C8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93" name="Oval 1422">
                <a:extLst>
                  <a:ext uri="{FF2B5EF4-FFF2-40B4-BE49-F238E27FC236}">
                    <a16:creationId xmlns:a16="http://schemas.microsoft.com/office/drawing/2014/main" id="{E08A1F1D-2AE7-C4EA-AC4F-4D3AE6E278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4" name="Oval 1423">
                <a:extLst>
                  <a:ext uri="{FF2B5EF4-FFF2-40B4-BE49-F238E27FC236}">
                    <a16:creationId xmlns:a16="http://schemas.microsoft.com/office/drawing/2014/main" id="{1D1366F8-056B-DB80-B90F-EC5C1E00D7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5" name="Freeform 1424">
                <a:extLst>
                  <a:ext uri="{FF2B5EF4-FFF2-40B4-BE49-F238E27FC236}">
                    <a16:creationId xmlns:a16="http://schemas.microsoft.com/office/drawing/2014/main" id="{8F15108E-A412-6D4E-7DCE-4AA80FC7DA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Freeform 1425">
                <a:extLst>
                  <a:ext uri="{FF2B5EF4-FFF2-40B4-BE49-F238E27FC236}">
                    <a16:creationId xmlns:a16="http://schemas.microsoft.com/office/drawing/2014/main" id="{1851031A-D24F-97C7-B523-3BFF098B96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" name="Freeform 1426">
                <a:extLst>
                  <a:ext uri="{FF2B5EF4-FFF2-40B4-BE49-F238E27FC236}">
                    <a16:creationId xmlns:a16="http://schemas.microsoft.com/office/drawing/2014/main" id="{990A2F8A-5285-482B-03BA-1FA63E2D0A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Oval 1427">
                <a:extLst>
                  <a:ext uri="{FF2B5EF4-FFF2-40B4-BE49-F238E27FC236}">
                    <a16:creationId xmlns:a16="http://schemas.microsoft.com/office/drawing/2014/main" id="{70F08958-5522-F67F-E64B-25A7F64031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1" name="Group 1428">
              <a:extLst>
                <a:ext uri="{FF2B5EF4-FFF2-40B4-BE49-F238E27FC236}">
                  <a16:creationId xmlns:a16="http://schemas.microsoft.com/office/drawing/2014/main" id="{1ED73681-CABC-076A-C98F-46AA234713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87" name="Oval 1429">
                <a:extLst>
                  <a:ext uri="{FF2B5EF4-FFF2-40B4-BE49-F238E27FC236}">
                    <a16:creationId xmlns:a16="http://schemas.microsoft.com/office/drawing/2014/main" id="{F5E8CC17-D5CD-6474-1C8E-E41F828EE2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8" name="Oval 1430">
                <a:extLst>
                  <a:ext uri="{FF2B5EF4-FFF2-40B4-BE49-F238E27FC236}">
                    <a16:creationId xmlns:a16="http://schemas.microsoft.com/office/drawing/2014/main" id="{AB36EAC5-01E1-782E-E688-1BD1842BB0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9" name="Freeform 1431">
                <a:extLst>
                  <a:ext uri="{FF2B5EF4-FFF2-40B4-BE49-F238E27FC236}">
                    <a16:creationId xmlns:a16="http://schemas.microsoft.com/office/drawing/2014/main" id="{90B99D87-1907-BC37-58E8-3CDD35B26F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Freeform 1432">
                <a:extLst>
                  <a:ext uri="{FF2B5EF4-FFF2-40B4-BE49-F238E27FC236}">
                    <a16:creationId xmlns:a16="http://schemas.microsoft.com/office/drawing/2014/main" id="{9C987837-0DEC-8EC2-B8F9-E1F8A51FA3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Freeform 1433">
                <a:extLst>
                  <a:ext uri="{FF2B5EF4-FFF2-40B4-BE49-F238E27FC236}">
                    <a16:creationId xmlns:a16="http://schemas.microsoft.com/office/drawing/2014/main" id="{C29EEADF-09B9-40FB-DE3D-4B1FBFAB5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Oval 1434">
                <a:extLst>
                  <a:ext uri="{FF2B5EF4-FFF2-40B4-BE49-F238E27FC236}">
                    <a16:creationId xmlns:a16="http://schemas.microsoft.com/office/drawing/2014/main" id="{AB3F40A6-E233-CBB2-5B0B-B9D8A1EB4D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2" name="Group 1435">
              <a:extLst>
                <a:ext uri="{FF2B5EF4-FFF2-40B4-BE49-F238E27FC236}">
                  <a16:creationId xmlns:a16="http://schemas.microsoft.com/office/drawing/2014/main" id="{6A24837C-48A2-1FCF-AE6C-C1ED22F9A0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81" name="Oval 1436">
                <a:extLst>
                  <a:ext uri="{FF2B5EF4-FFF2-40B4-BE49-F238E27FC236}">
                    <a16:creationId xmlns:a16="http://schemas.microsoft.com/office/drawing/2014/main" id="{D63A673F-7C73-0BA1-B0C5-951F1E83B1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2" name="Oval 1437">
                <a:extLst>
                  <a:ext uri="{FF2B5EF4-FFF2-40B4-BE49-F238E27FC236}">
                    <a16:creationId xmlns:a16="http://schemas.microsoft.com/office/drawing/2014/main" id="{42C841A0-05AA-C0F0-E67D-0568070B8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3" name="Freeform 1438">
                <a:extLst>
                  <a:ext uri="{FF2B5EF4-FFF2-40B4-BE49-F238E27FC236}">
                    <a16:creationId xmlns:a16="http://schemas.microsoft.com/office/drawing/2014/main" id="{3D0845EE-A6CE-DE72-B222-4368F4A40E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Freeform 1439">
                <a:extLst>
                  <a:ext uri="{FF2B5EF4-FFF2-40B4-BE49-F238E27FC236}">
                    <a16:creationId xmlns:a16="http://schemas.microsoft.com/office/drawing/2014/main" id="{62EDFD33-069D-8F29-3F7A-45052BA9CE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" name="Freeform 1440">
                <a:extLst>
                  <a:ext uri="{FF2B5EF4-FFF2-40B4-BE49-F238E27FC236}">
                    <a16:creationId xmlns:a16="http://schemas.microsoft.com/office/drawing/2014/main" id="{560A5CB0-6463-996F-FBCE-70C7CA545E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Oval 1441">
                <a:extLst>
                  <a:ext uri="{FF2B5EF4-FFF2-40B4-BE49-F238E27FC236}">
                    <a16:creationId xmlns:a16="http://schemas.microsoft.com/office/drawing/2014/main" id="{6B157C47-DA04-4267-03AC-18F77859CE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3" name="Group 1442">
              <a:extLst>
                <a:ext uri="{FF2B5EF4-FFF2-40B4-BE49-F238E27FC236}">
                  <a16:creationId xmlns:a16="http://schemas.microsoft.com/office/drawing/2014/main" id="{0C69ADCB-15C2-842A-FB8D-6DE40E1E0E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75" name="Oval 1443">
                <a:extLst>
                  <a:ext uri="{FF2B5EF4-FFF2-40B4-BE49-F238E27FC236}">
                    <a16:creationId xmlns:a16="http://schemas.microsoft.com/office/drawing/2014/main" id="{86E8D891-5410-2CE2-338C-FF441842EB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6" name="Oval 1444">
                <a:extLst>
                  <a:ext uri="{FF2B5EF4-FFF2-40B4-BE49-F238E27FC236}">
                    <a16:creationId xmlns:a16="http://schemas.microsoft.com/office/drawing/2014/main" id="{14BFFD09-3DFC-AA05-6C72-F220FBAFC0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7" name="Freeform 1445">
                <a:extLst>
                  <a:ext uri="{FF2B5EF4-FFF2-40B4-BE49-F238E27FC236}">
                    <a16:creationId xmlns:a16="http://schemas.microsoft.com/office/drawing/2014/main" id="{07222E49-4D15-6905-3BD5-95AAE6486B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Freeform 1446">
                <a:extLst>
                  <a:ext uri="{FF2B5EF4-FFF2-40B4-BE49-F238E27FC236}">
                    <a16:creationId xmlns:a16="http://schemas.microsoft.com/office/drawing/2014/main" id="{AF475EF9-1D46-8ED5-1743-ED22260A33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" name="Freeform 1447">
                <a:extLst>
                  <a:ext uri="{FF2B5EF4-FFF2-40B4-BE49-F238E27FC236}">
                    <a16:creationId xmlns:a16="http://schemas.microsoft.com/office/drawing/2014/main" id="{5F7C057F-1F09-7551-D9E7-C17CE823BF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Oval 1448">
                <a:extLst>
                  <a:ext uri="{FF2B5EF4-FFF2-40B4-BE49-F238E27FC236}">
                    <a16:creationId xmlns:a16="http://schemas.microsoft.com/office/drawing/2014/main" id="{D3E2B474-287F-08A9-3A09-B3893B73DE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4" name="Group 1449">
              <a:extLst>
                <a:ext uri="{FF2B5EF4-FFF2-40B4-BE49-F238E27FC236}">
                  <a16:creationId xmlns:a16="http://schemas.microsoft.com/office/drawing/2014/main" id="{C53860BC-46DD-42E2-1513-9AC7DB052B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69" name="Oval 1450">
                <a:extLst>
                  <a:ext uri="{FF2B5EF4-FFF2-40B4-BE49-F238E27FC236}">
                    <a16:creationId xmlns:a16="http://schemas.microsoft.com/office/drawing/2014/main" id="{4F37CEBD-6D0D-6BE1-8183-BD015743CF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0" name="Oval 1451">
                <a:extLst>
                  <a:ext uri="{FF2B5EF4-FFF2-40B4-BE49-F238E27FC236}">
                    <a16:creationId xmlns:a16="http://schemas.microsoft.com/office/drawing/2014/main" id="{F91C989A-9AC1-7CEB-EFBB-574961AC02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1" name="Freeform 1452">
                <a:extLst>
                  <a:ext uri="{FF2B5EF4-FFF2-40B4-BE49-F238E27FC236}">
                    <a16:creationId xmlns:a16="http://schemas.microsoft.com/office/drawing/2014/main" id="{4A0E4B6A-1357-BE72-B763-D5069DB41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Freeform 1453">
                <a:extLst>
                  <a:ext uri="{FF2B5EF4-FFF2-40B4-BE49-F238E27FC236}">
                    <a16:creationId xmlns:a16="http://schemas.microsoft.com/office/drawing/2014/main" id="{11A5EBF1-107F-B0F4-A1DB-3664A029EC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" name="Freeform 1454">
                <a:extLst>
                  <a:ext uri="{FF2B5EF4-FFF2-40B4-BE49-F238E27FC236}">
                    <a16:creationId xmlns:a16="http://schemas.microsoft.com/office/drawing/2014/main" id="{05EF5B07-1A97-D354-0F68-9815AEC7D8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Oval 1455">
                <a:extLst>
                  <a:ext uri="{FF2B5EF4-FFF2-40B4-BE49-F238E27FC236}">
                    <a16:creationId xmlns:a16="http://schemas.microsoft.com/office/drawing/2014/main" id="{A9B19258-AB19-DC59-A461-3571DFEF1D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5" name="Group 1456">
              <a:extLst>
                <a:ext uri="{FF2B5EF4-FFF2-40B4-BE49-F238E27FC236}">
                  <a16:creationId xmlns:a16="http://schemas.microsoft.com/office/drawing/2014/main" id="{F3220C41-0968-C5AE-0710-0C05B7B70D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63" name="Oval 1457">
                <a:extLst>
                  <a:ext uri="{FF2B5EF4-FFF2-40B4-BE49-F238E27FC236}">
                    <a16:creationId xmlns:a16="http://schemas.microsoft.com/office/drawing/2014/main" id="{E54BC724-9D52-C55D-BD8F-D1FBC03A87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4" name="Oval 1458">
                <a:extLst>
                  <a:ext uri="{FF2B5EF4-FFF2-40B4-BE49-F238E27FC236}">
                    <a16:creationId xmlns:a16="http://schemas.microsoft.com/office/drawing/2014/main" id="{F991842F-7630-63A3-BA8C-F6BCFA7B70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5" name="Freeform 1459">
                <a:extLst>
                  <a:ext uri="{FF2B5EF4-FFF2-40B4-BE49-F238E27FC236}">
                    <a16:creationId xmlns:a16="http://schemas.microsoft.com/office/drawing/2014/main" id="{422B24BC-9684-8A61-F766-7392350A19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Freeform 1460">
                <a:extLst>
                  <a:ext uri="{FF2B5EF4-FFF2-40B4-BE49-F238E27FC236}">
                    <a16:creationId xmlns:a16="http://schemas.microsoft.com/office/drawing/2014/main" id="{53C10450-FC68-9FFF-365D-C0E1948DD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" name="Freeform 1461">
                <a:extLst>
                  <a:ext uri="{FF2B5EF4-FFF2-40B4-BE49-F238E27FC236}">
                    <a16:creationId xmlns:a16="http://schemas.microsoft.com/office/drawing/2014/main" id="{DC3FABB4-D920-B74C-7082-013C2429B8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Oval 1462">
                <a:extLst>
                  <a:ext uri="{FF2B5EF4-FFF2-40B4-BE49-F238E27FC236}">
                    <a16:creationId xmlns:a16="http://schemas.microsoft.com/office/drawing/2014/main" id="{939DFC1F-6CD5-08AF-9288-1783F954DD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6" name="Group 1463">
              <a:extLst>
                <a:ext uri="{FF2B5EF4-FFF2-40B4-BE49-F238E27FC236}">
                  <a16:creationId xmlns:a16="http://schemas.microsoft.com/office/drawing/2014/main" id="{F9F1E936-368F-A4E4-D268-D0705BC802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57" name="Oval 1464">
                <a:extLst>
                  <a:ext uri="{FF2B5EF4-FFF2-40B4-BE49-F238E27FC236}">
                    <a16:creationId xmlns:a16="http://schemas.microsoft.com/office/drawing/2014/main" id="{AD0BEC24-0CAA-B98F-1063-3BE1FEB0AA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8" name="Oval 1465">
                <a:extLst>
                  <a:ext uri="{FF2B5EF4-FFF2-40B4-BE49-F238E27FC236}">
                    <a16:creationId xmlns:a16="http://schemas.microsoft.com/office/drawing/2014/main" id="{01C37584-7297-5028-6BFC-1FBC83A28F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9" name="Freeform 1466">
                <a:extLst>
                  <a:ext uri="{FF2B5EF4-FFF2-40B4-BE49-F238E27FC236}">
                    <a16:creationId xmlns:a16="http://schemas.microsoft.com/office/drawing/2014/main" id="{FE17655D-3327-9D06-BF83-9FC47E7BC6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Freeform 1467">
                <a:extLst>
                  <a:ext uri="{FF2B5EF4-FFF2-40B4-BE49-F238E27FC236}">
                    <a16:creationId xmlns:a16="http://schemas.microsoft.com/office/drawing/2014/main" id="{493BC519-F2CE-5554-6037-19B4B6CFD6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" name="Freeform 1468">
                <a:extLst>
                  <a:ext uri="{FF2B5EF4-FFF2-40B4-BE49-F238E27FC236}">
                    <a16:creationId xmlns:a16="http://schemas.microsoft.com/office/drawing/2014/main" id="{32DF0766-142A-333C-AFE5-938E53EA88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Oval 1469">
                <a:extLst>
                  <a:ext uri="{FF2B5EF4-FFF2-40B4-BE49-F238E27FC236}">
                    <a16:creationId xmlns:a16="http://schemas.microsoft.com/office/drawing/2014/main" id="{B4694106-7C1C-8EC2-B35A-894F9F985E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7" name="Group 1470">
              <a:extLst>
                <a:ext uri="{FF2B5EF4-FFF2-40B4-BE49-F238E27FC236}">
                  <a16:creationId xmlns:a16="http://schemas.microsoft.com/office/drawing/2014/main" id="{8D1794A0-05F4-F1EA-E6A5-D64AE23E043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51" name="Oval 1471">
                <a:extLst>
                  <a:ext uri="{FF2B5EF4-FFF2-40B4-BE49-F238E27FC236}">
                    <a16:creationId xmlns:a16="http://schemas.microsoft.com/office/drawing/2014/main" id="{19F7963C-A886-EF99-F6D2-4C1E862FC6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2" name="Oval 1472">
                <a:extLst>
                  <a:ext uri="{FF2B5EF4-FFF2-40B4-BE49-F238E27FC236}">
                    <a16:creationId xmlns:a16="http://schemas.microsoft.com/office/drawing/2014/main" id="{AFDF0DAC-DB9E-8EEA-EA00-EF0B0F2C28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3" name="Freeform 1473">
                <a:extLst>
                  <a:ext uri="{FF2B5EF4-FFF2-40B4-BE49-F238E27FC236}">
                    <a16:creationId xmlns:a16="http://schemas.microsoft.com/office/drawing/2014/main" id="{89AD2519-E384-6265-51C5-5549C26F63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Freeform 1474">
                <a:extLst>
                  <a:ext uri="{FF2B5EF4-FFF2-40B4-BE49-F238E27FC236}">
                    <a16:creationId xmlns:a16="http://schemas.microsoft.com/office/drawing/2014/main" id="{6077BA62-BDB2-1493-7768-786D613D90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Freeform 1475">
                <a:extLst>
                  <a:ext uri="{FF2B5EF4-FFF2-40B4-BE49-F238E27FC236}">
                    <a16:creationId xmlns:a16="http://schemas.microsoft.com/office/drawing/2014/main" id="{C57759CF-251F-E5A4-F5D3-0BB91E86C0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Oval 1476">
                <a:extLst>
                  <a:ext uri="{FF2B5EF4-FFF2-40B4-BE49-F238E27FC236}">
                    <a16:creationId xmlns:a16="http://schemas.microsoft.com/office/drawing/2014/main" id="{7D8AE4FA-B505-F5EB-A228-FED3D36E75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8" name="Group 1477">
              <a:extLst>
                <a:ext uri="{FF2B5EF4-FFF2-40B4-BE49-F238E27FC236}">
                  <a16:creationId xmlns:a16="http://schemas.microsoft.com/office/drawing/2014/main" id="{10F4F4FD-EE4D-A03B-5224-6D82BA7D7A3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45" name="Oval 1478">
                <a:extLst>
                  <a:ext uri="{FF2B5EF4-FFF2-40B4-BE49-F238E27FC236}">
                    <a16:creationId xmlns:a16="http://schemas.microsoft.com/office/drawing/2014/main" id="{783877DA-6101-3312-9D91-44E333DB08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6" name="Oval 1479">
                <a:extLst>
                  <a:ext uri="{FF2B5EF4-FFF2-40B4-BE49-F238E27FC236}">
                    <a16:creationId xmlns:a16="http://schemas.microsoft.com/office/drawing/2014/main" id="{787C38FC-0690-E604-3885-BDB9E8DC2F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7" name="Freeform 1480">
                <a:extLst>
                  <a:ext uri="{FF2B5EF4-FFF2-40B4-BE49-F238E27FC236}">
                    <a16:creationId xmlns:a16="http://schemas.microsoft.com/office/drawing/2014/main" id="{5EACFFAA-FAFD-F0BB-F1F7-0EE2C5E720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1481">
                <a:extLst>
                  <a:ext uri="{FF2B5EF4-FFF2-40B4-BE49-F238E27FC236}">
                    <a16:creationId xmlns:a16="http://schemas.microsoft.com/office/drawing/2014/main" id="{3BE63C0D-21B0-7800-5B34-F1A9E50A89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Freeform 1482">
                <a:extLst>
                  <a:ext uri="{FF2B5EF4-FFF2-40B4-BE49-F238E27FC236}">
                    <a16:creationId xmlns:a16="http://schemas.microsoft.com/office/drawing/2014/main" id="{EB1EB69F-797A-D2C3-7D25-19ECF2438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Oval 1483">
                <a:extLst>
                  <a:ext uri="{FF2B5EF4-FFF2-40B4-BE49-F238E27FC236}">
                    <a16:creationId xmlns:a16="http://schemas.microsoft.com/office/drawing/2014/main" id="{A8D5D044-4C72-4845-1E32-AB2487F1A0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9" name="Group 1484">
              <a:extLst>
                <a:ext uri="{FF2B5EF4-FFF2-40B4-BE49-F238E27FC236}">
                  <a16:creationId xmlns:a16="http://schemas.microsoft.com/office/drawing/2014/main" id="{38F15C31-D7DA-BDBB-77EB-A1C0863C66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39" name="Oval 1485">
                <a:extLst>
                  <a:ext uri="{FF2B5EF4-FFF2-40B4-BE49-F238E27FC236}">
                    <a16:creationId xmlns:a16="http://schemas.microsoft.com/office/drawing/2014/main" id="{362F9CFF-EB31-BA44-9777-6CDCCFF6A7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0" name="Oval 1486">
                <a:extLst>
                  <a:ext uri="{FF2B5EF4-FFF2-40B4-BE49-F238E27FC236}">
                    <a16:creationId xmlns:a16="http://schemas.microsoft.com/office/drawing/2014/main" id="{38AE4963-DA6B-7701-D071-2D72EF311E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1" name="Freeform 1487">
                <a:extLst>
                  <a:ext uri="{FF2B5EF4-FFF2-40B4-BE49-F238E27FC236}">
                    <a16:creationId xmlns:a16="http://schemas.microsoft.com/office/drawing/2014/main" id="{3C230016-41DF-E0FD-5494-8A9447953E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1488">
                <a:extLst>
                  <a:ext uri="{FF2B5EF4-FFF2-40B4-BE49-F238E27FC236}">
                    <a16:creationId xmlns:a16="http://schemas.microsoft.com/office/drawing/2014/main" id="{50FFC2B4-BCAC-EB2A-71CA-B1181E42CB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Freeform 1489">
                <a:extLst>
                  <a:ext uri="{FF2B5EF4-FFF2-40B4-BE49-F238E27FC236}">
                    <a16:creationId xmlns:a16="http://schemas.microsoft.com/office/drawing/2014/main" id="{15BB220F-80E4-5383-8805-99AF2B2D41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Oval 1490">
                <a:extLst>
                  <a:ext uri="{FF2B5EF4-FFF2-40B4-BE49-F238E27FC236}">
                    <a16:creationId xmlns:a16="http://schemas.microsoft.com/office/drawing/2014/main" id="{A16FAE52-DAE8-8031-0361-ED43CE937C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0" name="Group 1491">
              <a:extLst>
                <a:ext uri="{FF2B5EF4-FFF2-40B4-BE49-F238E27FC236}">
                  <a16:creationId xmlns:a16="http://schemas.microsoft.com/office/drawing/2014/main" id="{28B1608E-54A6-D0C5-20B9-66AF3D4EE8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33" name="Oval 1492">
                <a:extLst>
                  <a:ext uri="{FF2B5EF4-FFF2-40B4-BE49-F238E27FC236}">
                    <a16:creationId xmlns:a16="http://schemas.microsoft.com/office/drawing/2014/main" id="{093B7089-AC6A-C346-010A-03F74B258F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4" name="Oval 1493">
                <a:extLst>
                  <a:ext uri="{FF2B5EF4-FFF2-40B4-BE49-F238E27FC236}">
                    <a16:creationId xmlns:a16="http://schemas.microsoft.com/office/drawing/2014/main" id="{C7155C3A-02AF-DD04-2F14-A0B518B99D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5" name="Freeform 1494">
                <a:extLst>
                  <a:ext uri="{FF2B5EF4-FFF2-40B4-BE49-F238E27FC236}">
                    <a16:creationId xmlns:a16="http://schemas.microsoft.com/office/drawing/2014/main" id="{BDA61149-BC7B-380C-B451-6425621169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1495">
                <a:extLst>
                  <a:ext uri="{FF2B5EF4-FFF2-40B4-BE49-F238E27FC236}">
                    <a16:creationId xmlns:a16="http://schemas.microsoft.com/office/drawing/2014/main" id="{53718741-F04C-5810-F4AD-97819F26C5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Freeform 1496">
                <a:extLst>
                  <a:ext uri="{FF2B5EF4-FFF2-40B4-BE49-F238E27FC236}">
                    <a16:creationId xmlns:a16="http://schemas.microsoft.com/office/drawing/2014/main" id="{95D3BCFA-BC3B-F1F9-08E3-AFC2E48CB2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Oval 1497">
                <a:extLst>
                  <a:ext uri="{FF2B5EF4-FFF2-40B4-BE49-F238E27FC236}">
                    <a16:creationId xmlns:a16="http://schemas.microsoft.com/office/drawing/2014/main" id="{240BA0F9-A22A-D0FF-DD01-954BDBB508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1" name="Group 1498">
              <a:extLst>
                <a:ext uri="{FF2B5EF4-FFF2-40B4-BE49-F238E27FC236}">
                  <a16:creationId xmlns:a16="http://schemas.microsoft.com/office/drawing/2014/main" id="{60061943-991D-8F36-9CB7-EE54B9BD64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27" name="Oval 1499">
                <a:extLst>
                  <a:ext uri="{FF2B5EF4-FFF2-40B4-BE49-F238E27FC236}">
                    <a16:creationId xmlns:a16="http://schemas.microsoft.com/office/drawing/2014/main" id="{10C471B4-300E-31C8-7527-F49BA70CC7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8" name="Oval 1500">
                <a:extLst>
                  <a:ext uri="{FF2B5EF4-FFF2-40B4-BE49-F238E27FC236}">
                    <a16:creationId xmlns:a16="http://schemas.microsoft.com/office/drawing/2014/main" id="{C4077AF0-E85C-E06F-DB6B-9326B40B9D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9" name="Freeform 1501">
                <a:extLst>
                  <a:ext uri="{FF2B5EF4-FFF2-40B4-BE49-F238E27FC236}">
                    <a16:creationId xmlns:a16="http://schemas.microsoft.com/office/drawing/2014/main" id="{5B1928E2-E681-2A57-EA09-C0A796EE2C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1502">
                <a:extLst>
                  <a:ext uri="{FF2B5EF4-FFF2-40B4-BE49-F238E27FC236}">
                    <a16:creationId xmlns:a16="http://schemas.microsoft.com/office/drawing/2014/main" id="{50B41D8C-5015-3106-9A00-04195CB0E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Freeform 1503">
                <a:extLst>
                  <a:ext uri="{FF2B5EF4-FFF2-40B4-BE49-F238E27FC236}">
                    <a16:creationId xmlns:a16="http://schemas.microsoft.com/office/drawing/2014/main" id="{32A85DD8-D9E2-AE6E-B33C-84B5966142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Oval 1504">
                <a:extLst>
                  <a:ext uri="{FF2B5EF4-FFF2-40B4-BE49-F238E27FC236}">
                    <a16:creationId xmlns:a16="http://schemas.microsoft.com/office/drawing/2014/main" id="{13FBAA29-E132-D840-A36C-1CD01B317C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2" name="Group 1505">
              <a:extLst>
                <a:ext uri="{FF2B5EF4-FFF2-40B4-BE49-F238E27FC236}">
                  <a16:creationId xmlns:a16="http://schemas.microsoft.com/office/drawing/2014/main" id="{1D69D2ED-F40D-815A-CE77-2100FF308B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821" name="Oval 1506">
                <a:extLst>
                  <a:ext uri="{FF2B5EF4-FFF2-40B4-BE49-F238E27FC236}">
                    <a16:creationId xmlns:a16="http://schemas.microsoft.com/office/drawing/2014/main" id="{D5204730-CA0C-A284-E1A2-FCCA567F08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2" name="Oval 1507">
                <a:extLst>
                  <a:ext uri="{FF2B5EF4-FFF2-40B4-BE49-F238E27FC236}">
                    <a16:creationId xmlns:a16="http://schemas.microsoft.com/office/drawing/2014/main" id="{8EDC4BFC-62BF-536A-45C0-EF60D8E81B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3" name="Freeform 1508">
                <a:extLst>
                  <a:ext uri="{FF2B5EF4-FFF2-40B4-BE49-F238E27FC236}">
                    <a16:creationId xmlns:a16="http://schemas.microsoft.com/office/drawing/2014/main" id="{BD01D487-69A0-94A3-362E-5288A1F1CF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1509">
                <a:extLst>
                  <a:ext uri="{FF2B5EF4-FFF2-40B4-BE49-F238E27FC236}">
                    <a16:creationId xmlns:a16="http://schemas.microsoft.com/office/drawing/2014/main" id="{8909DE91-AFFD-4E1F-EF14-6AD4458F62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Freeform 1510">
                <a:extLst>
                  <a:ext uri="{FF2B5EF4-FFF2-40B4-BE49-F238E27FC236}">
                    <a16:creationId xmlns:a16="http://schemas.microsoft.com/office/drawing/2014/main" id="{D034CAD1-A0A7-4F24-7046-5569637E8F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Oval 1511">
                <a:extLst>
                  <a:ext uri="{FF2B5EF4-FFF2-40B4-BE49-F238E27FC236}">
                    <a16:creationId xmlns:a16="http://schemas.microsoft.com/office/drawing/2014/main" id="{E6FFB621-80B8-57C9-34B8-019AAF2A62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3" name="Group 1512">
              <a:extLst>
                <a:ext uri="{FF2B5EF4-FFF2-40B4-BE49-F238E27FC236}">
                  <a16:creationId xmlns:a16="http://schemas.microsoft.com/office/drawing/2014/main" id="{BE872EC1-127E-79AF-8982-4A74BF316A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815" name="Oval 1513">
                <a:extLst>
                  <a:ext uri="{FF2B5EF4-FFF2-40B4-BE49-F238E27FC236}">
                    <a16:creationId xmlns:a16="http://schemas.microsoft.com/office/drawing/2014/main" id="{6A31EAA7-01E1-9272-1781-7FA81121E9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6" name="Oval 1514">
                <a:extLst>
                  <a:ext uri="{FF2B5EF4-FFF2-40B4-BE49-F238E27FC236}">
                    <a16:creationId xmlns:a16="http://schemas.microsoft.com/office/drawing/2014/main" id="{C0C9CBA2-611B-6808-866D-C015EDD5ED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7" name="Freeform 1515">
                <a:extLst>
                  <a:ext uri="{FF2B5EF4-FFF2-40B4-BE49-F238E27FC236}">
                    <a16:creationId xmlns:a16="http://schemas.microsoft.com/office/drawing/2014/main" id="{BA70195E-39EF-B80C-988F-F54A35CC08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1516">
                <a:extLst>
                  <a:ext uri="{FF2B5EF4-FFF2-40B4-BE49-F238E27FC236}">
                    <a16:creationId xmlns:a16="http://schemas.microsoft.com/office/drawing/2014/main" id="{0197BBE9-B75A-059F-72DF-C640327676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Freeform 1517">
                <a:extLst>
                  <a:ext uri="{FF2B5EF4-FFF2-40B4-BE49-F238E27FC236}">
                    <a16:creationId xmlns:a16="http://schemas.microsoft.com/office/drawing/2014/main" id="{E0C9F2E2-4A9B-383F-6895-B7C9134C24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Oval 1518">
                <a:extLst>
                  <a:ext uri="{FF2B5EF4-FFF2-40B4-BE49-F238E27FC236}">
                    <a16:creationId xmlns:a16="http://schemas.microsoft.com/office/drawing/2014/main" id="{1E0E5BE0-811E-F397-1422-023BBFBCEF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4" name="Group 1519">
              <a:extLst>
                <a:ext uri="{FF2B5EF4-FFF2-40B4-BE49-F238E27FC236}">
                  <a16:creationId xmlns:a16="http://schemas.microsoft.com/office/drawing/2014/main" id="{83CE70F0-0C19-F262-67EB-623A65569F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809" name="Oval 1520">
                <a:extLst>
                  <a:ext uri="{FF2B5EF4-FFF2-40B4-BE49-F238E27FC236}">
                    <a16:creationId xmlns:a16="http://schemas.microsoft.com/office/drawing/2014/main" id="{22ED7CFF-1BF3-E52E-3091-4F21066C9A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0" name="Oval 1521">
                <a:extLst>
                  <a:ext uri="{FF2B5EF4-FFF2-40B4-BE49-F238E27FC236}">
                    <a16:creationId xmlns:a16="http://schemas.microsoft.com/office/drawing/2014/main" id="{B337A82C-5871-2476-4C72-3A48E68864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1" name="Freeform 1522">
                <a:extLst>
                  <a:ext uri="{FF2B5EF4-FFF2-40B4-BE49-F238E27FC236}">
                    <a16:creationId xmlns:a16="http://schemas.microsoft.com/office/drawing/2014/main" id="{EFD951DB-A2EF-08D3-D6B0-12732AA3BF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1523">
                <a:extLst>
                  <a:ext uri="{FF2B5EF4-FFF2-40B4-BE49-F238E27FC236}">
                    <a16:creationId xmlns:a16="http://schemas.microsoft.com/office/drawing/2014/main" id="{C599DF4B-34BF-1C54-5DCF-0A6DED0EBF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Freeform 1524">
                <a:extLst>
                  <a:ext uri="{FF2B5EF4-FFF2-40B4-BE49-F238E27FC236}">
                    <a16:creationId xmlns:a16="http://schemas.microsoft.com/office/drawing/2014/main" id="{99C1E599-A8C3-FA95-7B3A-2D5BAF7EA1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Oval 1525">
                <a:extLst>
                  <a:ext uri="{FF2B5EF4-FFF2-40B4-BE49-F238E27FC236}">
                    <a16:creationId xmlns:a16="http://schemas.microsoft.com/office/drawing/2014/main" id="{3661389C-ABF1-D7E9-D186-EA309EACE7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5" name="Group 1526">
              <a:extLst>
                <a:ext uri="{FF2B5EF4-FFF2-40B4-BE49-F238E27FC236}">
                  <a16:creationId xmlns:a16="http://schemas.microsoft.com/office/drawing/2014/main" id="{11CB57D6-E160-B1B9-66B2-702893A94D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803" name="Oval 1527">
                <a:extLst>
                  <a:ext uri="{FF2B5EF4-FFF2-40B4-BE49-F238E27FC236}">
                    <a16:creationId xmlns:a16="http://schemas.microsoft.com/office/drawing/2014/main" id="{291D0C7A-9237-1A76-BE09-0B270F1925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4" name="Oval 1528">
                <a:extLst>
                  <a:ext uri="{FF2B5EF4-FFF2-40B4-BE49-F238E27FC236}">
                    <a16:creationId xmlns:a16="http://schemas.microsoft.com/office/drawing/2014/main" id="{AB6D6D46-A00D-B0F8-7AEB-0325ED5CAD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5" name="Freeform 1529">
                <a:extLst>
                  <a:ext uri="{FF2B5EF4-FFF2-40B4-BE49-F238E27FC236}">
                    <a16:creationId xmlns:a16="http://schemas.microsoft.com/office/drawing/2014/main" id="{DB35DB26-4166-390B-8A9E-03EAB87115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1530">
                <a:extLst>
                  <a:ext uri="{FF2B5EF4-FFF2-40B4-BE49-F238E27FC236}">
                    <a16:creationId xmlns:a16="http://schemas.microsoft.com/office/drawing/2014/main" id="{2AB5BB83-663C-DA5B-DB6D-CF154C89CD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Freeform 1531">
                <a:extLst>
                  <a:ext uri="{FF2B5EF4-FFF2-40B4-BE49-F238E27FC236}">
                    <a16:creationId xmlns:a16="http://schemas.microsoft.com/office/drawing/2014/main" id="{D108FEBE-57CC-EC56-613D-0D323140C3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Oval 1532">
                <a:extLst>
                  <a:ext uri="{FF2B5EF4-FFF2-40B4-BE49-F238E27FC236}">
                    <a16:creationId xmlns:a16="http://schemas.microsoft.com/office/drawing/2014/main" id="{91D9AFC9-31ED-3A2E-BF16-813E20845A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6" name="Group 1533">
              <a:extLst>
                <a:ext uri="{FF2B5EF4-FFF2-40B4-BE49-F238E27FC236}">
                  <a16:creationId xmlns:a16="http://schemas.microsoft.com/office/drawing/2014/main" id="{7FEB109E-C9A3-E488-E68C-DD770EB3F2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97" name="Oval 1534">
                <a:extLst>
                  <a:ext uri="{FF2B5EF4-FFF2-40B4-BE49-F238E27FC236}">
                    <a16:creationId xmlns:a16="http://schemas.microsoft.com/office/drawing/2014/main" id="{3BFC928D-55BB-2F07-6987-383C9F5A85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8" name="Oval 1535">
                <a:extLst>
                  <a:ext uri="{FF2B5EF4-FFF2-40B4-BE49-F238E27FC236}">
                    <a16:creationId xmlns:a16="http://schemas.microsoft.com/office/drawing/2014/main" id="{A9EA913D-2B8B-099A-7824-4C5AF9EA04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9" name="Freeform 1536">
                <a:extLst>
                  <a:ext uri="{FF2B5EF4-FFF2-40B4-BE49-F238E27FC236}">
                    <a16:creationId xmlns:a16="http://schemas.microsoft.com/office/drawing/2014/main" id="{C9DD14AE-6F50-307B-3600-11C79A3526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1537">
                <a:extLst>
                  <a:ext uri="{FF2B5EF4-FFF2-40B4-BE49-F238E27FC236}">
                    <a16:creationId xmlns:a16="http://schemas.microsoft.com/office/drawing/2014/main" id="{B817690D-265C-C954-CA11-B32A11B4BC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Freeform 1538">
                <a:extLst>
                  <a:ext uri="{FF2B5EF4-FFF2-40B4-BE49-F238E27FC236}">
                    <a16:creationId xmlns:a16="http://schemas.microsoft.com/office/drawing/2014/main" id="{74A1544D-BCE9-FCC5-7A89-F1593DF9CA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Oval 1539">
                <a:extLst>
                  <a:ext uri="{FF2B5EF4-FFF2-40B4-BE49-F238E27FC236}">
                    <a16:creationId xmlns:a16="http://schemas.microsoft.com/office/drawing/2014/main" id="{F5280AC2-61FD-6AC0-4B82-FCA6DE2FED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7" name="Group 1540">
              <a:extLst>
                <a:ext uri="{FF2B5EF4-FFF2-40B4-BE49-F238E27FC236}">
                  <a16:creationId xmlns:a16="http://schemas.microsoft.com/office/drawing/2014/main" id="{8F8B8D83-0595-8324-008D-48BF53185D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91" name="Oval 1541">
                <a:extLst>
                  <a:ext uri="{FF2B5EF4-FFF2-40B4-BE49-F238E27FC236}">
                    <a16:creationId xmlns:a16="http://schemas.microsoft.com/office/drawing/2014/main" id="{22F93267-56F0-472D-EE00-70B6866360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2" name="Oval 1542">
                <a:extLst>
                  <a:ext uri="{FF2B5EF4-FFF2-40B4-BE49-F238E27FC236}">
                    <a16:creationId xmlns:a16="http://schemas.microsoft.com/office/drawing/2014/main" id="{F06A790E-D81E-A9F7-4014-BA6CE452C8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3" name="Freeform 1543">
                <a:extLst>
                  <a:ext uri="{FF2B5EF4-FFF2-40B4-BE49-F238E27FC236}">
                    <a16:creationId xmlns:a16="http://schemas.microsoft.com/office/drawing/2014/main" id="{79CDD1E9-6077-B6EF-47C4-5BFCB280AE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1544">
                <a:extLst>
                  <a:ext uri="{FF2B5EF4-FFF2-40B4-BE49-F238E27FC236}">
                    <a16:creationId xmlns:a16="http://schemas.microsoft.com/office/drawing/2014/main" id="{3BC2773D-F43D-9D67-61F2-2F41EB4590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Freeform 1545">
                <a:extLst>
                  <a:ext uri="{FF2B5EF4-FFF2-40B4-BE49-F238E27FC236}">
                    <a16:creationId xmlns:a16="http://schemas.microsoft.com/office/drawing/2014/main" id="{F047A348-5EB8-A37B-A3EC-1EE7440A88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Oval 1546">
                <a:extLst>
                  <a:ext uri="{FF2B5EF4-FFF2-40B4-BE49-F238E27FC236}">
                    <a16:creationId xmlns:a16="http://schemas.microsoft.com/office/drawing/2014/main" id="{9D0E458E-5488-EB99-0E38-35164ED9EE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8" name="Group 1547">
              <a:extLst>
                <a:ext uri="{FF2B5EF4-FFF2-40B4-BE49-F238E27FC236}">
                  <a16:creationId xmlns:a16="http://schemas.microsoft.com/office/drawing/2014/main" id="{85C8EDD0-9186-7D86-F447-4848BE0DD35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85" name="Oval 1548">
                <a:extLst>
                  <a:ext uri="{FF2B5EF4-FFF2-40B4-BE49-F238E27FC236}">
                    <a16:creationId xmlns:a16="http://schemas.microsoft.com/office/drawing/2014/main" id="{6229D553-6AC8-2286-B1DD-E3E170CC25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6" name="Oval 1549">
                <a:extLst>
                  <a:ext uri="{FF2B5EF4-FFF2-40B4-BE49-F238E27FC236}">
                    <a16:creationId xmlns:a16="http://schemas.microsoft.com/office/drawing/2014/main" id="{A44725D2-2BF5-5BD8-21BB-8A5AFB1D4A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7" name="Freeform 1550">
                <a:extLst>
                  <a:ext uri="{FF2B5EF4-FFF2-40B4-BE49-F238E27FC236}">
                    <a16:creationId xmlns:a16="http://schemas.microsoft.com/office/drawing/2014/main" id="{E8D39144-930F-8783-CBC3-1ED70E5F78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1551">
                <a:extLst>
                  <a:ext uri="{FF2B5EF4-FFF2-40B4-BE49-F238E27FC236}">
                    <a16:creationId xmlns:a16="http://schemas.microsoft.com/office/drawing/2014/main" id="{A9F012B4-F876-619D-4628-0AE8A67B24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Freeform 1552">
                <a:extLst>
                  <a:ext uri="{FF2B5EF4-FFF2-40B4-BE49-F238E27FC236}">
                    <a16:creationId xmlns:a16="http://schemas.microsoft.com/office/drawing/2014/main" id="{5D9591DD-9E6F-8D99-0D6F-68CECE2201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Oval 1553">
                <a:extLst>
                  <a:ext uri="{FF2B5EF4-FFF2-40B4-BE49-F238E27FC236}">
                    <a16:creationId xmlns:a16="http://schemas.microsoft.com/office/drawing/2014/main" id="{3118DC4B-6569-DFC9-5C73-FF72661402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9" name="Group 1554">
              <a:extLst>
                <a:ext uri="{FF2B5EF4-FFF2-40B4-BE49-F238E27FC236}">
                  <a16:creationId xmlns:a16="http://schemas.microsoft.com/office/drawing/2014/main" id="{CAA16CCD-37AC-3A69-B21C-E628E170B8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79" name="Oval 1555">
                <a:extLst>
                  <a:ext uri="{FF2B5EF4-FFF2-40B4-BE49-F238E27FC236}">
                    <a16:creationId xmlns:a16="http://schemas.microsoft.com/office/drawing/2014/main" id="{A1D680EC-2E51-FA7C-E732-E9CCCC90AE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0" name="Oval 1556">
                <a:extLst>
                  <a:ext uri="{FF2B5EF4-FFF2-40B4-BE49-F238E27FC236}">
                    <a16:creationId xmlns:a16="http://schemas.microsoft.com/office/drawing/2014/main" id="{28B8EECA-AC31-1AC0-2615-207FA47197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1" name="Freeform 1557">
                <a:extLst>
                  <a:ext uri="{FF2B5EF4-FFF2-40B4-BE49-F238E27FC236}">
                    <a16:creationId xmlns:a16="http://schemas.microsoft.com/office/drawing/2014/main" id="{C55E3A2D-7754-8686-CB4C-4558A9DC09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1558">
                <a:extLst>
                  <a:ext uri="{FF2B5EF4-FFF2-40B4-BE49-F238E27FC236}">
                    <a16:creationId xmlns:a16="http://schemas.microsoft.com/office/drawing/2014/main" id="{A0B45125-2795-60DC-35EA-F1F2A66539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Freeform 1559">
                <a:extLst>
                  <a:ext uri="{FF2B5EF4-FFF2-40B4-BE49-F238E27FC236}">
                    <a16:creationId xmlns:a16="http://schemas.microsoft.com/office/drawing/2014/main" id="{6C56FDC7-4208-0F32-3777-A42A22496F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Oval 1560">
                <a:extLst>
                  <a:ext uri="{FF2B5EF4-FFF2-40B4-BE49-F238E27FC236}">
                    <a16:creationId xmlns:a16="http://schemas.microsoft.com/office/drawing/2014/main" id="{1982259C-2733-8104-9316-4FE9C11D36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0" name="Group 1561">
              <a:extLst>
                <a:ext uri="{FF2B5EF4-FFF2-40B4-BE49-F238E27FC236}">
                  <a16:creationId xmlns:a16="http://schemas.microsoft.com/office/drawing/2014/main" id="{DC599253-CFCD-E89A-0D5B-C19633AE0C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73" name="Oval 1562">
                <a:extLst>
                  <a:ext uri="{FF2B5EF4-FFF2-40B4-BE49-F238E27FC236}">
                    <a16:creationId xmlns:a16="http://schemas.microsoft.com/office/drawing/2014/main" id="{336397C7-F62E-FEF8-BC91-BEF5C0E0AF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4" name="Oval 1563">
                <a:extLst>
                  <a:ext uri="{FF2B5EF4-FFF2-40B4-BE49-F238E27FC236}">
                    <a16:creationId xmlns:a16="http://schemas.microsoft.com/office/drawing/2014/main" id="{10F0BFC0-62D4-BAC0-71FD-A961C4BDB5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5" name="Freeform 1564">
                <a:extLst>
                  <a:ext uri="{FF2B5EF4-FFF2-40B4-BE49-F238E27FC236}">
                    <a16:creationId xmlns:a16="http://schemas.microsoft.com/office/drawing/2014/main" id="{B2C6FB02-4F9C-78D3-AA18-650B4E13EB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1565">
                <a:extLst>
                  <a:ext uri="{FF2B5EF4-FFF2-40B4-BE49-F238E27FC236}">
                    <a16:creationId xmlns:a16="http://schemas.microsoft.com/office/drawing/2014/main" id="{77763DCD-32F3-17A7-5801-DA1819736C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Freeform 1566">
                <a:extLst>
                  <a:ext uri="{FF2B5EF4-FFF2-40B4-BE49-F238E27FC236}">
                    <a16:creationId xmlns:a16="http://schemas.microsoft.com/office/drawing/2014/main" id="{C3CEC306-AF7F-EBAE-E034-22C382542B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Oval 1567">
                <a:extLst>
                  <a:ext uri="{FF2B5EF4-FFF2-40B4-BE49-F238E27FC236}">
                    <a16:creationId xmlns:a16="http://schemas.microsoft.com/office/drawing/2014/main" id="{246686C5-75EB-A161-166B-1A4734CD08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1" name="Group 1568">
              <a:extLst>
                <a:ext uri="{FF2B5EF4-FFF2-40B4-BE49-F238E27FC236}">
                  <a16:creationId xmlns:a16="http://schemas.microsoft.com/office/drawing/2014/main" id="{A734191A-0D2F-1DBF-7F4D-C010D1DAB2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67" name="Oval 1569">
                <a:extLst>
                  <a:ext uri="{FF2B5EF4-FFF2-40B4-BE49-F238E27FC236}">
                    <a16:creationId xmlns:a16="http://schemas.microsoft.com/office/drawing/2014/main" id="{19043D0D-F072-CACA-2D29-ADD8F0104C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8" name="Oval 1570">
                <a:extLst>
                  <a:ext uri="{FF2B5EF4-FFF2-40B4-BE49-F238E27FC236}">
                    <a16:creationId xmlns:a16="http://schemas.microsoft.com/office/drawing/2014/main" id="{076B88F1-2A68-6F64-5AB9-F32588336E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9" name="Freeform 1571">
                <a:extLst>
                  <a:ext uri="{FF2B5EF4-FFF2-40B4-BE49-F238E27FC236}">
                    <a16:creationId xmlns:a16="http://schemas.microsoft.com/office/drawing/2014/main" id="{3B41D015-4F8D-D870-5E93-F8CF7D5DB7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1572">
                <a:extLst>
                  <a:ext uri="{FF2B5EF4-FFF2-40B4-BE49-F238E27FC236}">
                    <a16:creationId xmlns:a16="http://schemas.microsoft.com/office/drawing/2014/main" id="{B2DEB54A-EF18-DC93-828B-4E9BF6BAEF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Freeform 1573">
                <a:extLst>
                  <a:ext uri="{FF2B5EF4-FFF2-40B4-BE49-F238E27FC236}">
                    <a16:creationId xmlns:a16="http://schemas.microsoft.com/office/drawing/2014/main" id="{1AB0E7F1-6819-01FD-EE64-7D4490C5B1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Oval 1574">
                <a:extLst>
                  <a:ext uri="{FF2B5EF4-FFF2-40B4-BE49-F238E27FC236}">
                    <a16:creationId xmlns:a16="http://schemas.microsoft.com/office/drawing/2014/main" id="{4A4B34A5-2804-BCBF-9F5E-E48686CAA1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2" name="Group 1575">
              <a:extLst>
                <a:ext uri="{FF2B5EF4-FFF2-40B4-BE49-F238E27FC236}">
                  <a16:creationId xmlns:a16="http://schemas.microsoft.com/office/drawing/2014/main" id="{8DEA2097-D94D-3E45-C818-095CE7D3BA8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61" name="Oval 1576">
                <a:extLst>
                  <a:ext uri="{FF2B5EF4-FFF2-40B4-BE49-F238E27FC236}">
                    <a16:creationId xmlns:a16="http://schemas.microsoft.com/office/drawing/2014/main" id="{4794DE26-B821-270F-03CA-9E68C3B6B2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" name="Oval 1577">
                <a:extLst>
                  <a:ext uri="{FF2B5EF4-FFF2-40B4-BE49-F238E27FC236}">
                    <a16:creationId xmlns:a16="http://schemas.microsoft.com/office/drawing/2014/main" id="{61336524-1F0D-D094-F018-22E578AEA5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" name="Freeform 1578">
                <a:extLst>
                  <a:ext uri="{FF2B5EF4-FFF2-40B4-BE49-F238E27FC236}">
                    <a16:creationId xmlns:a16="http://schemas.microsoft.com/office/drawing/2014/main" id="{7B1B15A6-666D-328E-ACCA-5A04FFE7BB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Freeform 1579">
                <a:extLst>
                  <a:ext uri="{FF2B5EF4-FFF2-40B4-BE49-F238E27FC236}">
                    <a16:creationId xmlns:a16="http://schemas.microsoft.com/office/drawing/2014/main" id="{E443BF38-EF62-B68C-EE15-4FD3269F1D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Freeform 1580">
                <a:extLst>
                  <a:ext uri="{FF2B5EF4-FFF2-40B4-BE49-F238E27FC236}">
                    <a16:creationId xmlns:a16="http://schemas.microsoft.com/office/drawing/2014/main" id="{8ADA0367-118C-C41B-4BA0-BDA46D91B3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Oval 1581">
                <a:extLst>
                  <a:ext uri="{FF2B5EF4-FFF2-40B4-BE49-F238E27FC236}">
                    <a16:creationId xmlns:a16="http://schemas.microsoft.com/office/drawing/2014/main" id="{1B30E4BD-929A-21D5-93BD-ECFFE46E9B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3" name="Group 1582">
              <a:extLst>
                <a:ext uri="{FF2B5EF4-FFF2-40B4-BE49-F238E27FC236}">
                  <a16:creationId xmlns:a16="http://schemas.microsoft.com/office/drawing/2014/main" id="{13CC8E46-B490-12EC-371D-260BED1160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55" name="Oval 1583">
                <a:extLst>
                  <a:ext uri="{FF2B5EF4-FFF2-40B4-BE49-F238E27FC236}">
                    <a16:creationId xmlns:a16="http://schemas.microsoft.com/office/drawing/2014/main" id="{138D09BA-93D1-109B-347B-2C6E6FFC30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" name="Oval 1584">
                <a:extLst>
                  <a:ext uri="{FF2B5EF4-FFF2-40B4-BE49-F238E27FC236}">
                    <a16:creationId xmlns:a16="http://schemas.microsoft.com/office/drawing/2014/main" id="{888520DF-BC7C-EA03-D184-1A55E81905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" name="Freeform 1585">
                <a:extLst>
                  <a:ext uri="{FF2B5EF4-FFF2-40B4-BE49-F238E27FC236}">
                    <a16:creationId xmlns:a16="http://schemas.microsoft.com/office/drawing/2014/main" id="{24F6A362-8A56-4A9C-0445-FA11A86F6A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Freeform 1586">
                <a:extLst>
                  <a:ext uri="{FF2B5EF4-FFF2-40B4-BE49-F238E27FC236}">
                    <a16:creationId xmlns:a16="http://schemas.microsoft.com/office/drawing/2014/main" id="{C2E827E7-F9D6-ACAC-297B-393A8E9149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Freeform 1587">
                <a:extLst>
                  <a:ext uri="{FF2B5EF4-FFF2-40B4-BE49-F238E27FC236}">
                    <a16:creationId xmlns:a16="http://schemas.microsoft.com/office/drawing/2014/main" id="{46A41B16-29A8-80D4-2228-74F75EAA6E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Oval 1588">
                <a:extLst>
                  <a:ext uri="{FF2B5EF4-FFF2-40B4-BE49-F238E27FC236}">
                    <a16:creationId xmlns:a16="http://schemas.microsoft.com/office/drawing/2014/main" id="{ABDC5531-C00D-504F-0467-A50EDCF15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4" name="Group 1589">
              <a:extLst>
                <a:ext uri="{FF2B5EF4-FFF2-40B4-BE49-F238E27FC236}">
                  <a16:creationId xmlns:a16="http://schemas.microsoft.com/office/drawing/2014/main" id="{A1AE6A05-EFB7-F053-2845-395CCE8CCA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49" name="Oval 1590">
                <a:extLst>
                  <a:ext uri="{FF2B5EF4-FFF2-40B4-BE49-F238E27FC236}">
                    <a16:creationId xmlns:a16="http://schemas.microsoft.com/office/drawing/2014/main" id="{B553B783-7287-364C-EE7B-AD3076E801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0" name="Oval 1591">
                <a:extLst>
                  <a:ext uri="{FF2B5EF4-FFF2-40B4-BE49-F238E27FC236}">
                    <a16:creationId xmlns:a16="http://schemas.microsoft.com/office/drawing/2014/main" id="{9FA7411C-9DD9-190B-B6BE-429936BF3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1" name="Freeform 1592">
                <a:extLst>
                  <a:ext uri="{FF2B5EF4-FFF2-40B4-BE49-F238E27FC236}">
                    <a16:creationId xmlns:a16="http://schemas.microsoft.com/office/drawing/2014/main" id="{0915E7AC-CA52-7D46-D3BC-DE3CE8406E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Freeform 1593">
                <a:extLst>
                  <a:ext uri="{FF2B5EF4-FFF2-40B4-BE49-F238E27FC236}">
                    <a16:creationId xmlns:a16="http://schemas.microsoft.com/office/drawing/2014/main" id="{89019836-2263-AC68-02C2-B32DC8E271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Freeform 1594">
                <a:extLst>
                  <a:ext uri="{FF2B5EF4-FFF2-40B4-BE49-F238E27FC236}">
                    <a16:creationId xmlns:a16="http://schemas.microsoft.com/office/drawing/2014/main" id="{1E8FE4F8-F9DF-1F6B-EA13-25FB0E11C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Oval 1595">
                <a:extLst>
                  <a:ext uri="{FF2B5EF4-FFF2-40B4-BE49-F238E27FC236}">
                    <a16:creationId xmlns:a16="http://schemas.microsoft.com/office/drawing/2014/main" id="{A99E21A7-B2E3-FA4B-302B-F140DEF041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5" name="Group 1596">
              <a:extLst>
                <a:ext uri="{FF2B5EF4-FFF2-40B4-BE49-F238E27FC236}">
                  <a16:creationId xmlns:a16="http://schemas.microsoft.com/office/drawing/2014/main" id="{EBD24DA1-2BE3-664D-A923-BA42A606E9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43" name="Oval 1597">
                <a:extLst>
                  <a:ext uri="{FF2B5EF4-FFF2-40B4-BE49-F238E27FC236}">
                    <a16:creationId xmlns:a16="http://schemas.microsoft.com/office/drawing/2014/main" id="{174757E8-9D20-3678-FB67-035EB2FD83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4" name="Oval 1598">
                <a:extLst>
                  <a:ext uri="{FF2B5EF4-FFF2-40B4-BE49-F238E27FC236}">
                    <a16:creationId xmlns:a16="http://schemas.microsoft.com/office/drawing/2014/main" id="{3F534B6A-BC84-6C10-1EBA-6EE63CCA2E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5" name="Freeform 1599">
                <a:extLst>
                  <a:ext uri="{FF2B5EF4-FFF2-40B4-BE49-F238E27FC236}">
                    <a16:creationId xmlns:a16="http://schemas.microsoft.com/office/drawing/2014/main" id="{FEDE58A2-0132-E062-6741-575861B6C8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Freeform 1600">
                <a:extLst>
                  <a:ext uri="{FF2B5EF4-FFF2-40B4-BE49-F238E27FC236}">
                    <a16:creationId xmlns:a16="http://schemas.microsoft.com/office/drawing/2014/main" id="{0D84849C-C08F-2AB2-BA1D-DA197FC0D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Freeform 1601">
                <a:extLst>
                  <a:ext uri="{FF2B5EF4-FFF2-40B4-BE49-F238E27FC236}">
                    <a16:creationId xmlns:a16="http://schemas.microsoft.com/office/drawing/2014/main" id="{D78D8144-41B6-998B-78E6-B0F73A05EB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Oval 1602">
                <a:extLst>
                  <a:ext uri="{FF2B5EF4-FFF2-40B4-BE49-F238E27FC236}">
                    <a16:creationId xmlns:a16="http://schemas.microsoft.com/office/drawing/2014/main" id="{1CC0DB76-23DE-8552-822E-824AFE7C42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6" name="Group 1603">
              <a:extLst>
                <a:ext uri="{FF2B5EF4-FFF2-40B4-BE49-F238E27FC236}">
                  <a16:creationId xmlns:a16="http://schemas.microsoft.com/office/drawing/2014/main" id="{B45F3FBD-5518-813E-5A32-98671FEE49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37" name="Oval 1604">
                <a:extLst>
                  <a:ext uri="{FF2B5EF4-FFF2-40B4-BE49-F238E27FC236}">
                    <a16:creationId xmlns:a16="http://schemas.microsoft.com/office/drawing/2014/main" id="{1E92A07B-0161-AB9E-2E49-9562F1D1C7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8" name="Oval 1605">
                <a:extLst>
                  <a:ext uri="{FF2B5EF4-FFF2-40B4-BE49-F238E27FC236}">
                    <a16:creationId xmlns:a16="http://schemas.microsoft.com/office/drawing/2014/main" id="{1BAA3188-2F4D-0C1F-4165-BF565E58F7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9" name="Freeform 1606">
                <a:extLst>
                  <a:ext uri="{FF2B5EF4-FFF2-40B4-BE49-F238E27FC236}">
                    <a16:creationId xmlns:a16="http://schemas.microsoft.com/office/drawing/2014/main" id="{ABD5F2BB-1363-3062-30C5-B0BB54FB7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Freeform 1607">
                <a:extLst>
                  <a:ext uri="{FF2B5EF4-FFF2-40B4-BE49-F238E27FC236}">
                    <a16:creationId xmlns:a16="http://schemas.microsoft.com/office/drawing/2014/main" id="{D5EA07D9-BBEE-EDA7-7875-0A9508F3E1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Freeform 1608">
                <a:extLst>
                  <a:ext uri="{FF2B5EF4-FFF2-40B4-BE49-F238E27FC236}">
                    <a16:creationId xmlns:a16="http://schemas.microsoft.com/office/drawing/2014/main" id="{BCB6B55D-D165-C90F-9B64-78C24E93C6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Oval 1609">
                <a:extLst>
                  <a:ext uri="{FF2B5EF4-FFF2-40B4-BE49-F238E27FC236}">
                    <a16:creationId xmlns:a16="http://schemas.microsoft.com/office/drawing/2014/main" id="{D6F0E3AE-557F-C07C-C208-1FD0D258CD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29" name="Group 1385">
            <a:extLst>
              <a:ext uri="{FF2B5EF4-FFF2-40B4-BE49-F238E27FC236}">
                <a16:creationId xmlns:a16="http://schemas.microsoft.com/office/drawing/2014/main" id="{3C3C1A0E-B428-7C3D-9B9C-62C09F53E24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30" name="Group 1386">
              <a:extLst>
                <a:ext uri="{FF2B5EF4-FFF2-40B4-BE49-F238E27FC236}">
                  <a16:creationId xmlns:a16="http://schemas.microsoft.com/office/drawing/2014/main" id="{E45652C9-B09F-2AD6-64CE-D4ECB2EAD9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48" name="Oval 1387">
                <a:extLst>
                  <a:ext uri="{FF2B5EF4-FFF2-40B4-BE49-F238E27FC236}">
                    <a16:creationId xmlns:a16="http://schemas.microsoft.com/office/drawing/2014/main" id="{EEB8E11C-8FB3-C617-E48E-91085C7AF5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9" name="Oval 1388">
                <a:extLst>
                  <a:ext uri="{FF2B5EF4-FFF2-40B4-BE49-F238E27FC236}">
                    <a16:creationId xmlns:a16="http://schemas.microsoft.com/office/drawing/2014/main" id="{DDF2B33E-A2F6-1B68-C919-2ADB17DEC4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0" name="Freeform 1389">
                <a:extLst>
                  <a:ext uri="{FF2B5EF4-FFF2-40B4-BE49-F238E27FC236}">
                    <a16:creationId xmlns:a16="http://schemas.microsoft.com/office/drawing/2014/main" id="{D150661E-4CCC-D596-2540-8D5F1AECD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390">
                <a:extLst>
                  <a:ext uri="{FF2B5EF4-FFF2-40B4-BE49-F238E27FC236}">
                    <a16:creationId xmlns:a16="http://schemas.microsoft.com/office/drawing/2014/main" id="{81F3BF4C-E2FF-E624-D2E8-B5F85FD855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Freeform 1391">
                <a:extLst>
                  <a:ext uri="{FF2B5EF4-FFF2-40B4-BE49-F238E27FC236}">
                    <a16:creationId xmlns:a16="http://schemas.microsoft.com/office/drawing/2014/main" id="{0FB49409-FEAA-F878-499D-965A8B2B71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3" name="Oval 1392">
                <a:extLst>
                  <a:ext uri="{FF2B5EF4-FFF2-40B4-BE49-F238E27FC236}">
                    <a16:creationId xmlns:a16="http://schemas.microsoft.com/office/drawing/2014/main" id="{9C7247DD-407E-8554-A4D8-B6B0C31DA5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393">
              <a:extLst>
                <a:ext uri="{FF2B5EF4-FFF2-40B4-BE49-F238E27FC236}">
                  <a16:creationId xmlns:a16="http://schemas.microsoft.com/office/drawing/2014/main" id="{CD24355F-6DC5-1CA5-39B9-EBFBF0E74A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42" name="Oval 1394">
                <a:extLst>
                  <a:ext uri="{FF2B5EF4-FFF2-40B4-BE49-F238E27FC236}">
                    <a16:creationId xmlns:a16="http://schemas.microsoft.com/office/drawing/2014/main" id="{E685472E-6EC6-5583-599B-A5AFE9EE89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3" name="Oval 1395">
                <a:extLst>
                  <a:ext uri="{FF2B5EF4-FFF2-40B4-BE49-F238E27FC236}">
                    <a16:creationId xmlns:a16="http://schemas.microsoft.com/office/drawing/2014/main" id="{175451E4-66FD-A793-6674-628E73AEF9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4" name="Freeform 1396">
                <a:extLst>
                  <a:ext uri="{FF2B5EF4-FFF2-40B4-BE49-F238E27FC236}">
                    <a16:creationId xmlns:a16="http://schemas.microsoft.com/office/drawing/2014/main" id="{59525124-309C-A320-F945-2FA0659391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397">
                <a:extLst>
                  <a:ext uri="{FF2B5EF4-FFF2-40B4-BE49-F238E27FC236}">
                    <a16:creationId xmlns:a16="http://schemas.microsoft.com/office/drawing/2014/main" id="{37A38BD4-8EDA-1C3F-7CEA-079143786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Freeform 1398">
                <a:extLst>
                  <a:ext uri="{FF2B5EF4-FFF2-40B4-BE49-F238E27FC236}">
                    <a16:creationId xmlns:a16="http://schemas.microsoft.com/office/drawing/2014/main" id="{1F76A3B7-918E-4093-B121-2CE377D5D5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" name="Oval 1399">
                <a:extLst>
                  <a:ext uri="{FF2B5EF4-FFF2-40B4-BE49-F238E27FC236}">
                    <a16:creationId xmlns:a16="http://schemas.microsoft.com/office/drawing/2014/main" id="{A38A78E6-9791-9A9D-433B-29D781F15B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400">
              <a:extLst>
                <a:ext uri="{FF2B5EF4-FFF2-40B4-BE49-F238E27FC236}">
                  <a16:creationId xmlns:a16="http://schemas.microsoft.com/office/drawing/2014/main" id="{0C623937-2C11-3125-ED23-163F6D1C2C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36" name="Oval 1401">
                <a:extLst>
                  <a:ext uri="{FF2B5EF4-FFF2-40B4-BE49-F238E27FC236}">
                    <a16:creationId xmlns:a16="http://schemas.microsoft.com/office/drawing/2014/main" id="{E348A47A-AD05-7E0E-FA7B-6AB2568635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7" name="Oval 1402">
                <a:extLst>
                  <a:ext uri="{FF2B5EF4-FFF2-40B4-BE49-F238E27FC236}">
                    <a16:creationId xmlns:a16="http://schemas.microsoft.com/office/drawing/2014/main" id="{89645E8B-3CE7-1E90-A174-68378AC0E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8" name="Freeform 1403">
                <a:extLst>
                  <a:ext uri="{FF2B5EF4-FFF2-40B4-BE49-F238E27FC236}">
                    <a16:creationId xmlns:a16="http://schemas.microsoft.com/office/drawing/2014/main" id="{D462A7DE-7858-FE7F-95BA-FA728ACB9B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404">
                <a:extLst>
                  <a:ext uri="{FF2B5EF4-FFF2-40B4-BE49-F238E27FC236}">
                    <a16:creationId xmlns:a16="http://schemas.microsoft.com/office/drawing/2014/main" id="{5DE7B95C-8DA7-8053-2F69-C5EDB28B37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Freeform 1405">
                <a:extLst>
                  <a:ext uri="{FF2B5EF4-FFF2-40B4-BE49-F238E27FC236}">
                    <a16:creationId xmlns:a16="http://schemas.microsoft.com/office/drawing/2014/main" id="{7B176E2F-0415-1285-AB1D-22B9EC5AB5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" name="Oval 1406">
                <a:extLst>
                  <a:ext uri="{FF2B5EF4-FFF2-40B4-BE49-F238E27FC236}">
                    <a16:creationId xmlns:a16="http://schemas.microsoft.com/office/drawing/2014/main" id="{DF2B4863-5C24-E813-51CD-D9618E073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407">
              <a:extLst>
                <a:ext uri="{FF2B5EF4-FFF2-40B4-BE49-F238E27FC236}">
                  <a16:creationId xmlns:a16="http://schemas.microsoft.com/office/drawing/2014/main" id="{B1EA1936-62B8-5675-9139-28D8D36891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30" name="Oval 1408">
                <a:extLst>
                  <a:ext uri="{FF2B5EF4-FFF2-40B4-BE49-F238E27FC236}">
                    <a16:creationId xmlns:a16="http://schemas.microsoft.com/office/drawing/2014/main" id="{6D8BFF4E-0B7E-7BA4-71F1-9234D78AFD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1" name="Oval 1409">
                <a:extLst>
                  <a:ext uri="{FF2B5EF4-FFF2-40B4-BE49-F238E27FC236}">
                    <a16:creationId xmlns:a16="http://schemas.microsoft.com/office/drawing/2014/main" id="{D6F2AA59-C9A7-9299-70D2-F2213D1EF2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2" name="Freeform 1410">
                <a:extLst>
                  <a:ext uri="{FF2B5EF4-FFF2-40B4-BE49-F238E27FC236}">
                    <a16:creationId xmlns:a16="http://schemas.microsoft.com/office/drawing/2014/main" id="{8D93BA78-F53E-E1BD-5902-1849AB3EE2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411">
                <a:extLst>
                  <a:ext uri="{FF2B5EF4-FFF2-40B4-BE49-F238E27FC236}">
                    <a16:creationId xmlns:a16="http://schemas.microsoft.com/office/drawing/2014/main" id="{06C903C3-1196-44DE-4881-EEF27722AC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Freeform 1412">
                <a:extLst>
                  <a:ext uri="{FF2B5EF4-FFF2-40B4-BE49-F238E27FC236}">
                    <a16:creationId xmlns:a16="http://schemas.microsoft.com/office/drawing/2014/main" id="{82E33CAC-A9CC-6475-507E-0716E8365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5" name="Oval 1413">
                <a:extLst>
                  <a:ext uri="{FF2B5EF4-FFF2-40B4-BE49-F238E27FC236}">
                    <a16:creationId xmlns:a16="http://schemas.microsoft.com/office/drawing/2014/main" id="{42A178AC-3E28-5B2F-C258-E38DB88C8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414">
              <a:extLst>
                <a:ext uri="{FF2B5EF4-FFF2-40B4-BE49-F238E27FC236}">
                  <a16:creationId xmlns:a16="http://schemas.microsoft.com/office/drawing/2014/main" id="{1C152375-A4E0-B244-819F-1FC0C6F6ED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24" name="Oval 1415">
                <a:extLst>
                  <a:ext uri="{FF2B5EF4-FFF2-40B4-BE49-F238E27FC236}">
                    <a16:creationId xmlns:a16="http://schemas.microsoft.com/office/drawing/2014/main" id="{75CC84EC-9850-275E-17B8-59758E9CEF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Oval 1416">
                <a:extLst>
                  <a:ext uri="{FF2B5EF4-FFF2-40B4-BE49-F238E27FC236}">
                    <a16:creationId xmlns:a16="http://schemas.microsoft.com/office/drawing/2014/main" id="{C8B38628-C82C-4E9D-1F62-4F374F2F29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6" name="Freeform 1417">
                <a:extLst>
                  <a:ext uri="{FF2B5EF4-FFF2-40B4-BE49-F238E27FC236}">
                    <a16:creationId xmlns:a16="http://schemas.microsoft.com/office/drawing/2014/main" id="{A85CD31F-49B1-244A-BB1A-759A848AE9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418">
                <a:extLst>
                  <a:ext uri="{FF2B5EF4-FFF2-40B4-BE49-F238E27FC236}">
                    <a16:creationId xmlns:a16="http://schemas.microsoft.com/office/drawing/2014/main" id="{0F3CB5F0-D981-E232-6434-3E1A1F2478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419">
                <a:extLst>
                  <a:ext uri="{FF2B5EF4-FFF2-40B4-BE49-F238E27FC236}">
                    <a16:creationId xmlns:a16="http://schemas.microsoft.com/office/drawing/2014/main" id="{F0C74E87-BFC8-96E4-9A7C-9E7783CB57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Oval 1420">
                <a:extLst>
                  <a:ext uri="{FF2B5EF4-FFF2-40B4-BE49-F238E27FC236}">
                    <a16:creationId xmlns:a16="http://schemas.microsoft.com/office/drawing/2014/main" id="{4ECA5F86-D723-C154-36B5-5E128EB311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421">
              <a:extLst>
                <a:ext uri="{FF2B5EF4-FFF2-40B4-BE49-F238E27FC236}">
                  <a16:creationId xmlns:a16="http://schemas.microsoft.com/office/drawing/2014/main" id="{3D940B41-A805-21C7-4E55-C5E9DF367F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18" name="Oval 1422">
                <a:extLst>
                  <a:ext uri="{FF2B5EF4-FFF2-40B4-BE49-F238E27FC236}">
                    <a16:creationId xmlns:a16="http://schemas.microsoft.com/office/drawing/2014/main" id="{B861EFFE-E916-50DE-12F7-7F5BFB29ED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Oval 1423">
                <a:extLst>
                  <a:ext uri="{FF2B5EF4-FFF2-40B4-BE49-F238E27FC236}">
                    <a16:creationId xmlns:a16="http://schemas.microsoft.com/office/drawing/2014/main" id="{1D2D91F8-DAA6-7B53-8029-0C4DC81159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0" name="Freeform 1424">
                <a:extLst>
                  <a:ext uri="{FF2B5EF4-FFF2-40B4-BE49-F238E27FC236}">
                    <a16:creationId xmlns:a16="http://schemas.microsoft.com/office/drawing/2014/main" id="{43D7168A-5BC5-4B33-FF4F-B7ABE7103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425">
                <a:extLst>
                  <a:ext uri="{FF2B5EF4-FFF2-40B4-BE49-F238E27FC236}">
                    <a16:creationId xmlns:a16="http://schemas.microsoft.com/office/drawing/2014/main" id="{A24BF8B0-3E82-6C07-7765-24B6D4991D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426">
                <a:extLst>
                  <a:ext uri="{FF2B5EF4-FFF2-40B4-BE49-F238E27FC236}">
                    <a16:creationId xmlns:a16="http://schemas.microsoft.com/office/drawing/2014/main" id="{827D21D6-8E81-B031-7FDB-3A7E3B68B7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Oval 1427">
                <a:extLst>
                  <a:ext uri="{FF2B5EF4-FFF2-40B4-BE49-F238E27FC236}">
                    <a16:creationId xmlns:a16="http://schemas.microsoft.com/office/drawing/2014/main" id="{BFF959CE-5DCC-2B16-357B-956AE1581A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6" name="Group 1428">
              <a:extLst>
                <a:ext uri="{FF2B5EF4-FFF2-40B4-BE49-F238E27FC236}">
                  <a16:creationId xmlns:a16="http://schemas.microsoft.com/office/drawing/2014/main" id="{EACA9FA4-D13F-3F7A-836F-5559557C00A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12" name="Oval 1429">
                <a:extLst>
                  <a:ext uri="{FF2B5EF4-FFF2-40B4-BE49-F238E27FC236}">
                    <a16:creationId xmlns:a16="http://schemas.microsoft.com/office/drawing/2014/main" id="{8BDDE88F-EE2F-9DE1-734D-D2D72037A3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Oval 1430">
                <a:extLst>
                  <a:ext uri="{FF2B5EF4-FFF2-40B4-BE49-F238E27FC236}">
                    <a16:creationId xmlns:a16="http://schemas.microsoft.com/office/drawing/2014/main" id="{7BA33254-80D7-F257-27B4-E4F88402E3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4" name="Freeform 1431">
                <a:extLst>
                  <a:ext uri="{FF2B5EF4-FFF2-40B4-BE49-F238E27FC236}">
                    <a16:creationId xmlns:a16="http://schemas.microsoft.com/office/drawing/2014/main" id="{B9F5DCB1-0E90-5A01-B365-1E9783146E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32">
                <a:extLst>
                  <a:ext uri="{FF2B5EF4-FFF2-40B4-BE49-F238E27FC236}">
                    <a16:creationId xmlns:a16="http://schemas.microsoft.com/office/drawing/2014/main" id="{913E9EEE-AD11-B278-F9BD-FBD5FCC4FC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433">
                <a:extLst>
                  <a:ext uri="{FF2B5EF4-FFF2-40B4-BE49-F238E27FC236}">
                    <a16:creationId xmlns:a16="http://schemas.microsoft.com/office/drawing/2014/main" id="{BA6030F5-9FCD-1D9B-E9B8-24354D6998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Oval 1434">
                <a:extLst>
                  <a:ext uri="{FF2B5EF4-FFF2-40B4-BE49-F238E27FC236}">
                    <a16:creationId xmlns:a16="http://schemas.microsoft.com/office/drawing/2014/main" id="{1FBFFAE1-6CB2-F252-3AD8-F89FCADA31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7" name="Group 1435">
              <a:extLst>
                <a:ext uri="{FF2B5EF4-FFF2-40B4-BE49-F238E27FC236}">
                  <a16:creationId xmlns:a16="http://schemas.microsoft.com/office/drawing/2014/main" id="{F8047CC2-8944-3FFC-176A-FCC231D27A7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06" name="Oval 1436">
                <a:extLst>
                  <a:ext uri="{FF2B5EF4-FFF2-40B4-BE49-F238E27FC236}">
                    <a16:creationId xmlns:a16="http://schemas.microsoft.com/office/drawing/2014/main" id="{BB42CE78-77CE-7C74-4584-BEDA7030F0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Oval 1437">
                <a:extLst>
                  <a:ext uri="{FF2B5EF4-FFF2-40B4-BE49-F238E27FC236}">
                    <a16:creationId xmlns:a16="http://schemas.microsoft.com/office/drawing/2014/main" id="{E7B490B5-038E-90A8-0D42-3F222B71D5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8" name="Freeform 1438">
                <a:extLst>
                  <a:ext uri="{FF2B5EF4-FFF2-40B4-BE49-F238E27FC236}">
                    <a16:creationId xmlns:a16="http://schemas.microsoft.com/office/drawing/2014/main" id="{ECE5D4B8-6DB3-8D1F-A350-56FF651EE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39">
                <a:extLst>
                  <a:ext uri="{FF2B5EF4-FFF2-40B4-BE49-F238E27FC236}">
                    <a16:creationId xmlns:a16="http://schemas.microsoft.com/office/drawing/2014/main" id="{39120025-5172-BE48-47F5-877040A11F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440">
                <a:extLst>
                  <a:ext uri="{FF2B5EF4-FFF2-40B4-BE49-F238E27FC236}">
                    <a16:creationId xmlns:a16="http://schemas.microsoft.com/office/drawing/2014/main" id="{1218EB1E-8765-4F1B-1672-13F770220B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Oval 1441">
                <a:extLst>
                  <a:ext uri="{FF2B5EF4-FFF2-40B4-BE49-F238E27FC236}">
                    <a16:creationId xmlns:a16="http://schemas.microsoft.com/office/drawing/2014/main" id="{6A27B6CC-DD0B-E1BD-C656-57D75D2EF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8" name="Group 1442">
              <a:extLst>
                <a:ext uri="{FF2B5EF4-FFF2-40B4-BE49-F238E27FC236}">
                  <a16:creationId xmlns:a16="http://schemas.microsoft.com/office/drawing/2014/main" id="{FDFE9496-02CA-38D0-DE0F-42B6CE06F6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100" name="Oval 1443">
                <a:extLst>
                  <a:ext uri="{FF2B5EF4-FFF2-40B4-BE49-F238E27FC236}">
                    <a16:creationId xmlns:a16="http://schemas.microsoft.com/office/drawing/2014/main" id="{ABBC838F-4A0F-B163-50A6-7B513F6AAA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Oval 1444">
                <a:extLst>
                  <a:ext uri="{FF2B5EF4-FFF2-40B4-BE49-F238E27FC236}">
                    <a16:creationId xmlns:a16="http://schemas.microsoft.com/office/drawing/2014/main" id="{9A5DC90F-50B8-04B1-F956-391850D628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2" name="Freeform 1445">
                <a:extLst>
                  <a:ext uri="{FF2B5EF4-FFF2-40B4-BE49-F238E27FC236}">
                    <a16:creationId xmlns:a16="http://schemas.microsoft.com/office/drawing/2014/main" id="{EEAB9266-16D2-7B01-F9C8-0CDBED94E3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46">
                <a:extLst>
                  <a:ext uri="{FF2B5EF4-FFF2-40B4-BE49-F238E27FC236}">
                    <a16:creationId xmlns:a16="http://schemas.microsoft.com/office/drawing/2014/main" id="{723886AE-B717-0B22-DD3B-E0831FF55F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447">
                <a:extLst>
                  <a:ext uri="{FF2B5EF4-FFF2-40B4-BE49-F238E27FC236}">
                    <a16:creationId xmlns:a16="http://schemas.microsoft.com/office/drawing/2014/main" id="{6986203F-5019-674F-9B17-C3DC06FDE7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Oval 1448">
                <a:extLst>
                  <a:ext uri="{FF2B5EF4-FFF2-40B4-BE49-F238E27FC236}">
                    <a16:creationId xmlns:a16="http://schemas.microsoft.com/office/drawing/2014/main" id="{54FB565D-60EC-3C3C-FF7F-9AF4ABFF82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9" name="Group 1449">
              <a:extLst>
                <a:ext uri="{FF2B5EF4-FFF2-40B4-BE49-F238E27FC236}">
                  <a16:creationId xmlns:a16="http://schemas.microsoft.com/office/drawing/2014/main" id="{A5CE2E4B-468F-9625-5C6C-F927BDC589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94" name="Oval 1450">
                <a:extLst>
                  <a:ext uri="{FF2B5EF4-FFF2-40B4-BE49-F238E27FC236}">
                    <a16:creationId xmlns:a16="http://schemas.microsoft.com/office/drawing/2014/main" id="{27D311FF-07B5-E44E-4E92-40C969AE7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Oval 1451">
                <a:extLst>
                  <a:ext uri="{FF2B5EF4-FFF2-40B4-BE49-F238E27FC236}">
                    <a16:creationId xmlns:a16="http://schemas.microsoft.com/office/drawing/2014/main" id="{3400F954-EDF5-D836-CEF7-33558A3873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6" name="Freeform 1452">
                <a:extLst>
                  <a:ext uri="{FF2B5EF4-FFF2-40B4-BE49-F238E27FC236}">
                    <a16:creationId xmlns:a16="http://schemas.microsoft.com/office/drawing/2014/main" id="{F506B7DF-F477-39A0-3C20-E3F9746C01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53">
                <a:extLst>
                  <a:ext uri="{FF2B5EF4-FFF2-40B4-BE49-F238E27FC236}">
                    <a16:creationId xmlns:a16="http://schemas.microsoft.com/office/drawing/2014/main" id="{67702684-E34A-CD8A-09CA-37842CD323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454">
                <a:extLst>
                  <a:ext uri="{FF2B5EF4-FFF2-40B4-BE49-F238E27FC236}">
                    <a16:creationId xmlns:a16="http://schemas.microsoft.com/office/drawing/2014/main" id="{DA495740-CEC9-B86D-2DEB-E15BD18BCF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Oval 1455">
                <a:extLst>
                  <a:ext uri="{FF2B5EF4-FFF2-40B4-BE49-F238E27FC236}">
                    <a16:creationId xmlns:a16="http://schemas.microsoft.com/office/drawing/2014/main" id="{A1252A91-F611-B057-D556-B357F7300B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0" name="Group 1456">
              <a:extLst>
                <a:ext uri="{FF2B5EF4-FFF2-40B4-BE49-F238E27FC236}">
                  <a16:creationId xmlns:a16="http://schemas.microsoft.com/office/drawing/2014/main" id="{A506F063-912E-2880-4748-5A0524D8B2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88" name="Oval 1457">
                <a:extLst>
                  <a:ext uri="{FF2B5EF4-FFF2-40B4-BE49-F238E27FC236}">
                    <a16:creationId xmlns:a16="http://schemas.microsoft.com/office/drawing/2014/main" id="{D67E55CC-3FDF-11A1-FE57-3BEE138232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Oval 1458">
                <a:extLst>
                  <a:ext uri="{FF2B5EF4-FFF2-40B4-BE49-F238E27FC236}">
                    <a16:creationId xmlns:a16="http://schemas.microsoft.com/office/drawing/2014/main" id="{0A750FBD-606B-9120-EB0F-59AEDB841E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0" name="Freeform 1459">
                <a:extLst>
                  <a:ext uri="{FF2B5EF4-FFF2-40B4-BE49-F238E27FC236}">
                    <a16:creationId xmlns:a16="http://schemas.microsoft.com/office/drawing/2014/main" id="{B9C13FC2-9806-7E75-79C6-BB947DEF0C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460">
                <a:extLst>
                  <a:ext uri="{FF2B5EF4-FFF2-40B4-BE49-F238E27FC236}">
                    <a16:creationId xmlns:a16="http://schemas.microsoft.com/office/drawing/2014/main" id="{121A4700-4879-CA43-A66A-623DA705D5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461">
                <a:extLst>
                  <a:ext uri="{FF2B5EF4-FFF2-40B4-BE49-F238E27FC236}">
                    <a16:creationId xmlns:a16="http://schemas.microsoft.com/office/drawing/2014/main" id="{2CBBA041-6DA6-AAD4-7930-587D1A2F2B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Oval 1462">
                <a:extLst>
                  <a:ext uri="{FF2B5EF4-FFF2-40B4-BE49-F238E27FC236}">
                    <a16:creationId xmlns:a16="http://schemas.microsoft.com/office/drawing/2014/main" id="{F937E0E1-A4D6-FAF5-BC12-6076314159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1" name="Group 1463">
              <a:extLst>
                <a:ext uri="{FF2B5EF4-FFF2-40B4-BE49-F238E27FC236}">
                  <a16:creationId xmlns:a16="http://schemas.microsoft.com/office/drawing/2014/main" id="{BE3EA351-F89D-472C-FE0A-18E9D90940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82" name="Oval 1464">
                <a:extLst>
                  <a:ext uri="{FF2B5EF4-FFF2-40B4-BE49-F238E27FC236}">
                    <a16:creationId xmlns:a16="http://schemas.microsoft.com/office/drawing/2014/main" id="{783BBB6D-4E4A-3418-5255-A69382EF55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Oval 1465">
                <a:extLst>
                  <a:ext uri="{FF2B5EF4-FFF2-40B4-BE49-F238E27FC236}">
                    <a16:creationId xmlns:a16="http://schemas.microsoft.com/office/drawing/2014/main" id="{864FE45B-0EDC-6335-1C81-A476CA62F4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4" name="Freeform 1466">
                <a:extLst>
                  <a:ext uri="{FF2B5EF4-FFF2-40B4-BE49-F238E27FC236}">
                    <a16:creationId xmlns:a16="http://schemas.microsoft.com/office/drawing/2014/main" id="{0DF5DA72-14DD-9B67-87B7-A74D0A1D9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467">
                <a:extLst>
                  <a:ext uri="{FF2B5EF4-FFF2-40B4-BE49-F238E27FC236}">
                    <a16:creationId xmlns:a16="http://schemas.microsoft.com/office/drawing/2014/main" id="{E5457ABA-F78A-F4BA-C645-CE128191EE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468">
                <a:extLst>
                  <a:ext uri="{FF2B5EF4-FFF2-40B4-BE49-F238E27FC236}">
                    <a16:creationId xmlns:a16="http://schemas.microsoft.com/office/drawing/2014/main" id="{89701E95-7FD0-F4A1-0E2C-830255C61D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Oval 1469">
                <a:extLst>
                  <a:ext uri="{FF2B5EF4-FFF2-40B4-BE49-F238E27FC236}">
                    <a16:creationId xmlns:a16="http://schemas.microsoft.com/office/drawing/2014/main" id="{54B61E59-5FC7-C272-A13E-FDED45FDB9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2" name="Group 1470">
              <a:extLst>
                <a:ext uri="{FF2B5EF4-FFF2-40B4-BE49-F238E27FC236}">
                  <a16:creationId xmlns:a16="http://schemas.microsoft.com/office/drawing/2014/main" id="{4AF2A4DB-9A31-F953-6768-9F0AA75394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76" name="Oval 1471">
                <a:extLst>
                  <a:ext uri="{FF2B5EF4-FFF2-40B4-BE49-F238E27FC236}">
                    <a16:creationId xmlns:a16="http://schemas.microsoft.com/office/drawing/2014/main" id="{C891F72B-43FD-B9F2-D55D-127DCE6F83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Oval 1472">
                <a:extLst>
                  <a:ext uri="{FF2B5EF4-FFF2-40B4-BE49-F238E27FC236}">
                    <a16:creationId xmlns:a16="http://schemas.microsoft.com/office/drawing/2014/main" id="{FBB706CC-FFF8-8DB4-A7C9-7D4C1F7196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8" name="Freeform 1473">
                <a:extLst>
                  <a:ext uri="{FF2B5EF4-FFF2-40B4-BE49-F238E27FC236}">
                    <a16:creationId xmlns:a16="http://schemas.microsoft.com/office/drawing/2014/main" id="{46A6EE55-9BAC-BBE7-DC10-046573ECCA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474">
                <a:extLst>
                  <a:ext uri="{FF2B5EF4-FFF2-40B4-BE49-F238E27FC236}">
                    <a16:creationId xmlns:a16="http://schemas.microsoft.com/office/drawing/2014/main" id="{3C6A7AC8-26E0-4142-1D6D-879BBC8F21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475">
                <a:extLst>
                  <a:ext uri="{FF2B5EF4-FFF2-40B4-BE49-F238E27FC236}">
                    <a16:creationId xmlns:a16="http://schemas.microsoft.com/office/drawing/2014/main" id="{43F41F7A-490B-B4AF-A88F-EB8D43240B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Oval 1476">
                <a:extLst>
                  <a:ext uri="{FF2B5EF4-FFF2-40B4-BE49-F238E27FC236}">
                    <a16:creationId xmlns:a16="http://schemas.microsoft.com/office/drawing/2014/main" id="{6F8BC54D-09E2-55C7-9630-532966C17F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3" name="Group 1477">
              <a:extLst>
                <a:ext uri="{FF2B5EF4-FFF2-40B4-BE49-F238E27FC236}">
                  <a16:creationId xmlns:a16="http://schemas.microsoft.com/office/drawing/2014/main" id="{D6CAA2BA-8FAE-C911-9055-C9E0B6C4D6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70" name="Oval 1478">
                <a:extLst>
                  <a:ext uri="{FF2B5EF4-FFF2-40B4-BE49-F238E27FC236}">
                    <a16:creationId xmlns:a16="http://schemas.microsoft.com/office/drawing/2014/main" id="{89B3E40C-3747-C36F-34CF-B859F3E80B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Oval 1479">
                <a:extLst>
                  <a:ext uri="{FF2B5EF4-FFF2-40B4-BE49-F238E27FC236}">
                    <a16:creationId xmlns:a16="http://schemas.microsoft.com/office/drawing/2014/main" id="{368C6134-9715-4440-1AD9-182D4692DA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2" name="Freeform 1480">
                <a:extLst>
                  <a:ext uri="{FF2B5EF4-FFF2-40B4-BE49-F238E27FC236}">
                    <a16:creationId xmlns:a16="http://schemas.microsoft.com/office/drawing/2014/main" id="{753F273C-7837-FCA4-8464-A7FC35F35F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481">
                <a:extLst>
                  <a:ext uri="{FF2B5EF4-FFF2-40B4-BE49-F238E27FC236}">
                    <a16:creationId xmlns:a16="http://schemas.microsoft.com/office/drawing/2014/main" id="{321AB112-33B8-FFA5-E14A-361857FB9C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482">
                <a:extLst>
                  <a:ext uri="{FF2B5EF4-FFF2-40B4-BE49-F238E27FC236}">
                    <a16:creationId xmlns:a16="http://schemas.microsoft.com/office/drawing/2014/main" id="{2DE24966-F36B-0F47-BB2C-75C91A821F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Oval 1483">
                <a:extLst>
                  <a:ext uri="{FF2B5EF4-FFF2-40B4-BE49-F238E27FC236}">
                    <a16:creationId xmlns:a16="http://schemas.microsoft.com/office/drawing/2014/main" id="{A7C1BBF2-07AC-5C7C-E898-167018E329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4" name="Group 1484">
              <a:extLst>
                <a:ext uri="{FF2B5EF4-FFF2-40B4-BE49-F238E27FC236}">
                  <a16:creationId xmlns:a16="http://schemas.microsoft.com/office/drawing/2014/main" id="{80769AD8-F0A0-58E3-5164-51B505A5A6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64" name="Oval 1485">
                <a:extLst>
                  <a:ext uri="{FF2B5EF4-FFF2-40B4-BE49-F238E27FC236}">
                    <a16:creationId xmlns:a16="http://schemas.microsoft.com/office/drawing/2014/main" id="{CFE35A1E-1C55-CADB-07E5-C318501EF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Oval 1486">
                <a:extLst>
                  <a:ext uri="{FF2B5EF4-FFF2-40B4-BE49-F238E27FC236}">
                    <a16:creationId xmlns:a16="http://schemas.microsoft.com/office/drawing/2014/main" id="{51CD9D8D-C370-6308-589B-5C805A09D4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6" name="Freeform 1487">
                <a:extLst>
                  <a:ext uri="{FF2B5EF4-FFF2-40B4-BE49-F238E27FC236}">
                    <a16:creationId xmlns:a16="http://schemas.microsoft.com/office/drawing/2014/main" id="{AD213B27-0132-DDDE-2ECD-5804BE35B8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488">
                <a:extLst>
                  <a:ext uri="{FF2B5EF4-FFF2-40B4-BE49-F238E27FC236}">
                    <a16:creationId xmlns:a16="http://schemas.microsoft.com/office/drawing/2014/main" id="{12316C61-5277-2056-EF9A-0A27A02D46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489">
                <a:extLst>
                  <a:ext uri="{FF2B5EF4-FFF2-40B4-BE49-F238E27FC236}">
                    <a16:creationId xmlns:a16="http://schemas.microsoft.com/office/drawing/2014/main" id="{4477081F-B6BB-3E2A-653B-FBB77B0841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Oval 1490">
                <a:extLst>
                  <a:ext uri="{FF2B5EF4-FFF2-40B4-BE49-F238E27FC236}">
                    <a16:creationId xmlns:a16="http://schemas.microsoft.com/office/drawing/2014/main" id="{7590DD02-DF98-6819-CA58-964891511C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5" name="Group 1491">
              <a:extLst>
                <a:ext uri="{FF2B5EF4-FFF2-40B4-BE49-F238E27FC236}">
                  <a16:creationId xmlns:a16="http://schemas.microsoft.com/office/drawing/2014/main" id="{5E8A32BE-F0F2-0A49-C768-3A438B1A71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58" name="Oval 1492">
                <a:extLst>
                  <a:ext uri="{FF2B5EF4-FFF2-40B4-BE49-F238E27FC236}">
                    <a16:creationId xmlns:a16="http://schemas.microsoft.com/office/drawing/2014/main" id="{E8FADC49-83BC-12E6-A4C0-956953BBB4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Oval 1493">
                <a:extLst>
                  <a:ext uri="{FF2B5EF4-FFF2-40B4-BE49-F238E27FC236}">
                    <a16:creationId xmlns:a16="http://schemas.microsoft.com/office/drawing/2014/main" id="{0CF7CB61-D14F-D590-13B4-E9E7246876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0" name="Freeform 1494">
                <a:extLst>
                  <a:ext uri="{FF2B5EF4-FFF2-40B4-BE49-F238E27FC236}">
                    <a16:creationId xmlns:a16="http://schemas.microsoft.com/office/drawing/2014/main" id="{3D9DD380-8B73-D2B8-9C4B-74F71EC2EE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495">
                <a:extLst>
                  <a:ext uri="{FF2B5EF4-FFF2-40B4-BE49-F238E27FC236}">
                    <a16:creationId xmlns:a16="http://schemas.microsoft.com/office/drawing/2014/main" id="{6480B7B3-F1AA-1F1E-EE26-5E25CD8C78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496">
                <a:extLst>
                  <a:ext uri="{FF2B5EF4-FFF2-40B4-BE49-F238E27FC236}">
                    <a16:creationId xmlns:a16="http://schemas.microsoft.com/office/drawing/2014/main" id="{D6870778-A8D7-D8A0-1DC1-B1922052BC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Oval 1497">
                <a:extLst>
                  <a:ext uri="{FF2B5EF4-FFF2-40B4-BE49-F238E27FC236}">
                    <a16:creationId xmlns:a16="http://schemas.microsoft.com/office/drawing/2014/main" id="{D035FF17-82DA-2C12-F122-EADACC54A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6" name="Group 1498">
              <a:extLst>
                <a:ext uri="{FF2B5EF4-FFF2-40B4-BE49-F238E27FC236}">
                  <a16:creationId xmlns:a16="http://schemas.microsoft.com/office/drawing/2014/main" id="{CAEE0F92-CDF8-B9B0-7E36-799C2BD31D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52" name="Oval 1499">
                <a:extLst>
                  <a:ext uri="{FF2B5EF4-FFF2-40B4-BE49-F238E27FC236}">
                    <a16:creationId xmlns:a16="http://schemas.microsoft.com/office/drawing/2014/main" id="{28B3AFAE-9B5A-AD36-5A44-7329739535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Oval 1500">
                <a:extLst>
                  <a:ext uri="{FF2B5EF4-FFF2-40B4-BE49-F238E27FC236}">
                    <a16:creationId xmlns:a16="http://schemas.microsoft.com/office/drawing/2014/main" id="{C49F0BC8-61BA-BAE6-3317-274525B1B2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4" name="Freeform 1501">
                <a:extLst>
                  <a:ext uri="{FF2B5EF4-FFF2-40B4-BE49-F238E27FC236}">
                    <a16:creationId xmlns:a16="http://schemas.microsoft.com/office/drawing/2014/main" id="{5B844417-323C-2D0F-001B-5522D0645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502">
                <a:extLst>
                  <a:ext uri="{FF2B5EF4-FFF2-40B4-BE49-F238E27FC236}">
                    <a16:creationId xmlns:a16="http://schemas.microsoft.com/office/drawing/2014/main" id="{2C654FEE-BA98-1441-6D89-4C886044EC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503">
                <a:extLst>
                  <a:ext uri="{FF2B5EF4-FFF2-40B4-BE49-F238E27FC236}">
                    <a16:creationId xmlns:a16="http://schemas.microsoft.com/office/drawing/2014/main" id="{DF57A36E-E791-0AB4-2A30-329A27AC12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Oval 1504">
                <a:extLst>
                  <a:ext uri="{FF2B5EF4-FFF2-40B4-BE49-F238E27FC236}">
                    <a16:creationId xmlns:a16="http://schemas.microsoft.com/office/drawing/2014/main" id="{CBF6CA1B-AAC7-6507-E1D7-CA1A7414DF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7" name="Group 1505">
              <a:extLst>
                <a:ext uri="{FF2B5EF4-FFF2-40B4-BE49-F238E27FC236}">
                  <a16:creationId xmlns:a16="http://schemas.microsoft.com/office/drawing/2014/main" id="{F09E29E7-82DE-6415-2DE9-51581220BE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46" name="Oval 1506">
                <a:extLst>
                  <a:ext uri="{FF2B5EF4-FFF2-40B4-BE49-F238E27FC236}">
                    <a16:creationId xmlns:a16="http://schemas.microsoft.com/office/drawing/2014/main" id="{1B1DC103-BD88-7981-E845-B25A95E154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Oval 1507">
                <a:extLst>
                  <a:ext uri="{FF2B5EF4-FFF2-40B4-BE49-F238E27FC236}">
                    <a16:creationId xmlns:a16="http://schemas.microsoft.com/office/drawing/2014/main" id="{9C60DD10-398E-478B-8C54-EAB3EF3830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8" name="Freeform 1508">
                <a:extLst>
                  <a:ext uri="{FF2B5EF4-FFF2-40B4-BE49-F238E27FC236}">
                    <a16:creationId xmlns:a16="http://schemas.microsoft.com/office/drawing/2014/main" id="{7E3974A6-4C5B-C579-9335-2B4A931ED4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509">
                <a:extLst>
                  <a:ext uri="{FF2B5EF4-FFF2-40B4-BE49-F238E27FC236}">
                    <a16:creationId xmlns:a16="http://schemas.microsoft.com/office/drawing/2014/main" id="{BFB80857-DDB8-073F-93A9-5DEF9C2184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510">
                <a:extLst>
                  <a:ext uri="{FF2B5EF4-FFF2-40B4-BE49-F238E27FC236}">
                    <a16:creationId xmlns:a16="http://schemas.microsoft.com/office/drawing/2014/main" id="{1D284FB6-65A9-3BF8-3A39-F599DB77C0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Oval 1511">
                <a:extLst>
                  <a:ext uri="{FF2B5EF4-FFF2-40B4-BE49-F238E27FC236}">
                    <a16:creationId xmlns:a16="http://schemas.microsoft.com/office/drawing/2014/main" id="{37808E9D-10F1-DF0C-EACD-D3FCC23BAF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8" name="Group 1512">
              <a:extLst>
                <a:ext uri="{FF2B5EF4-FFF2-40B4-BE49-F238E27FC236}">
                  <a16:creationId xmlns:a16="http://schemas.microsoft.com/office/drawing/2014/main" id="{8DFC9164-B5B8-139F-2D93-4BD8F2A534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40" name="Oval 1513">
                <a:extLst>
                  <a:ext uri="{FF2B5EF4-FFF2-40B4-BE49-F238E27FC236}">
                    <a16:creationId xmlns:a16="http://schemas.microsoft.com/office/drawing/2014/main" id="{5988DE15-5262-2338-68AA-CAD043611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Oval 1514">
                <a:extLst>
                  <a:ext uri="{FF2B5EF4-FFF2-40B4-BE49-F238E27FC236}">
                    <a16:creationId xmlns:a16="http://schemas.microsoft.com/office/drawing/2014/main" id="{DDFAD9EC-9F89-ACEF-AE87-9CA7743773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2" name="Freeform 1515">
                <a:extLst>
                  <a:ext uri="{FF2B5EF4-FFF2-40B4-BE49-F238E27FC236}">
                    <a16:creationId xmlns:a16="http://schemas.microsoft.com/office/drawing/2014/main" id="{509D15FC-53C3-698C-802E-E25CF7CE78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516">
                <a:extLst>
                  <a:ext uri="{FF2B5EF4-FFF2-40B4-BE49-F238E27FC236}">
                    <a16:creationId xmlns:a16="http://schemas.microsoft.com/office/drawing/2014/main" id="{7766961C-0D95-5E8B-A1ED-68016C1464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517">
                <a:extLst>
                  <a:ext uri="{FF2B5EF4-FFF2-40B4-BE49-F238E27FC236}">
                    <a16:creationId xmlns:a16="http://schemas.microsoft.com/office/drawing/2014/main" id="{FC3DA158-8F15-FC09-E2ED-2EAD543A75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Oval 1518">
                <a:extLst>
                  <a:ext uri="{FF2B5EF4-FFF2-40B4-BE49-F238E27FC236}">
                    <a16:creationId xmlns:a16="http://schemas.microsoft.com/office/drawing/2014/main" id="{9823CD5D-545E-9338-7425-B0013B4984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49" name="Group 1519">
              <a:extLst>
                <a:ext uri="{FF2B5EF4-FFF2-40B4-BE49-F238E27FC236}">
                  <a16:creationId xmlns:a16="http://schemas.microsoft.com/office/drawing/2014/main" id="{970DDA64-D98F-35C2-05C9-84C6F03330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34" name="Oval 1520">
                <a:extLst>
                  <a:ext uri="{FF2B5EF4-FFF2-40B4-BE49-F238E27FC236}">
                    <a16:creationId xmlns:a16="http://schemas.microsoft.com/office/drawing/2014/main" id="{9C8E6905-AD9A-CFE9-A441-A30CF6C3DA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Oval 1521">
                <a:extLst>
                  <a:ext uri="{FF2B5EF4-FFF2-40B4-BE49-F238E27FC236}">
                    <a16:creationId xmlns:a16="http://schemas.microsoft.com/office/drawing/2014/main" id="{8876FE41-9A89-661E-D3CA-10597CAE4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6" name="Freeform 1522">
                <a:extLst>
                  <a:ext uri="{FF2B5EF4-FFF2-40B4-BE49-F238E27FC236}">
                    <a16:creationId xmlns:a16="http://schemas.microsoft.com/office/drawing/2014/main" id="{EE9928E6-BA2F-3BDB-37BE-4D70036FBB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523">
                <a:extLst>
                  <a:ext uri="{FF2B5EF4-FFF2-40B4-BE49-F238E27FC236}">
                    <a16:creationId xmlns:a16="http://schemas.microsoft.com/office/drawing/2014/main" id="{3E27CC7E-80FD-AD6A-F5B3-B52749A86D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524">
                <a:extLst>
                  <a:ext uri="{FF2B5EF4-FFF2-40B4-BE49-F238E27FC236}">
                    <a16:creationId xmlns:a16="http://schemas.microsoft.com/office/drawing/2014/main" id="{C49823C7-17A2-F24E-EF58-74A6ED398E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1525">
                <a:extLst>
                  <a:ext uri="{FF2B5EF4-FFF2-40B4-BE49-F238E27FC236}">
                    <a16:creationId xmlns:a16="http://schemas.microsoft.com/office/drawing/2014/main" id="{B81315B0-A502-67BE-05D0-AE3FCA1E88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0" name="Group 1526">
              <a:extLst>
                <a:ext uri="{FF2B5EF4-FFF2-40B4-BE49-F238E27FC236}">
                  <a16:creationId xmlns:a16="http://schemas.microsoft.com/office/drawing/2014/main" id="{F52AA23E-2AF7-9523-964B-7DCD8AC4F1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28" name="Oval 1527">
                <a:extLst>
                  <a:ext uri="{FF2B5EF4-FFF2-40B4-BE49-F238E27FC236}">
                    <a16:creationId xmlns:a16="http://schemas.microsoft.com/office/drawing/2014/main" id="{180E78C5-319E-59C7-EA19-25726D3BA2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Oval 1528">
                <a:extLst>
                  <a:ext uri="{FF2B5EF4-FFF2-40B4-BE49-F238E27FC236}">
                    <a16:creationId xmlns:a16="http://schemas.microsoft.com/office/drawing/2014/main" id="{C004CE3F-152F-2FED-D9F5-9C5A729B70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0" name="Freeform 1529">
                <a:extLst>
                  <a:ext uri="{FF2B5EF4-FFF2-40B4-BE49-F238E27FC236}">
                    <a16:creationId xmlns:a16="http://schemas.microsoft.com/office/drawing/2014/main" id="{BEE451F7-4872-066C-5041-B61A0947EF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30">
                <a:extLst>
                  <a:ext uri="{FF2B5EF4-FFF2-40B4-BE49-F238E27FC236}">
                    <a16:creationId xmlns:a16="http://schemas.microsoft.com/office/drawing/2014/main" id="{5533D8DF-5893-C8E5-4281-8E108B5905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531">
                <a:extLst>
                  <a:ext uri="{FF2B5EF4-FFF2-40B4-BE49-F238E27FC236}">
                    <a16:creationId xmlns:a16="http://schemas.microsoft.com/office/drawing/2014/main" id="{0F156655-DA4F-D26D-732E-0E00DAAF4A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Oval 1532">
                <a:extLst>
                  <a:ext uri="{FF2B5EF4-FFF2-40B4-BE49-F238E27FC236}">
                    <a16:creationId xmlns:a16="http://schemas.microsoft.com/office/drawing/2014/main" id="{4EA52914-22AE-56D7-5FC0-B55749B54E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1" name="Group 1533">
              <a:extLst>
                <a:ext uri="{FF2B5EF4-FFF2-40B4-BE49-F238E27FC236}">
                  <a16:creationId xmlns:a16="http://schemas.microsoft.com/office/drawing/2014/main" id="{5087ADB4-F9E3-A895-48B7-98B55C3834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22" name="Oval 1534">
                <a:extLst>
                  <a:ext uri="{FF2B5EF4-FFF2-40B4-BE49-F238E27FC236}">
                    <a16:creationId xmlns:a16="http://schemas.microsoft.com/office/drawing/2014/main" id="{9505C3A1-1840-873A-266E-7E06789B92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3" name="Oval 1535">
                <a:extLst>
                  <a:ext uri="{FF2B5EF4-FFF2-40B4-BE49-F238E27FC236}">
                    <a16:creationId xmlns:a16="http://schemas.microsoft.com/office/drawing/2014/main" id="{99A4B8F0-1991-455E-3CC5-E046AF182D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4" name="Freeform 1536">
                <a:extLst>
                  <a:ext uri="{FF2B5EF4-FFF2-40B4-BE49-F238E27FC236}">
                    <a16:creationId xmlns:a16="http://schemas.microsoft.com/office/drawing/2014/main" id="{59E85F53-4235-2F52-A301-85527E81FC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37">
                <a:extLst>
                  <a:ext uri="{FF2B5EF4-FFF2-40B4-BE49-F238E27FC236}">
                    <a16:creationId xmlns:a16="http://schemas.microsoft.com/office/drawing/2014/main" id="{3916C997-BEED-C3E6-1851-FF6D7F1650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Freeform 1538">
                <a:extLst>
                  <a:ext uri="{FF2B5EF4-FFF2-40B4-BE49-F238E27FC236}">
                    <a16:creationId xmlns:a16="http://schemas.microsoft.com/office/drawing/2014/main" id="{B5956953-4C7F-F4D2-C483-18568BF6E8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Oval 1539">
                <a:extLst>
                  <a:ext uri="{FF2B5EF4-FFF2-40B4-BE49-F238E27FC236}">
                    <a16:creationId xmlns:a16="http://schemas.microsoft.com/office/drawing/2014/main" id="{BCA49813-06F4-FD42-7D6E-A56B662E5E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2" name="Group 1540">
              <a:extLst>
                <a:ext uri="{FF2B5EF4-FFF2-40B4-BE49-F238E27FC236}">
                  <a16:creationId xmlns:a16="http://schemas.microsoft.com/office/drawing/2014/main" id="{05B45FA5-0A72-48A1-F111-BCAB74EAA2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16" name="Oval 1541">
                <a:extLst>
                  <a:ext uri="{FF2B5EF4-FFF2-40B4-BE49-F238E27FC236}">
                    <a16:creationId xmlns:a16="http://schemas.microsoft.com/office/drawing/2014/main" id="{F906BBC3-3696-6491-929F-5B2937A8BE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7" name="Oval 1542">
                <a:extLst>
                  <a:ext uri="{FF2B5EF4-FFF2-40B4-BE49-F238E27FC236}">
                    <a16:creationId xmlns:a16="http://schemas.microsoft.com/office/drawing/2014/main" id="{9AB69B5C-D3BD-A9F5-FECA-E7C66220D8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8" name="Freeform 1543">
                <a:extLst>
                  <a:ext uri="{FF2B5EF4-FFF2-40B4-BE49-F238E27FC236}">
                    <a16:creationId xmlns:a16="http://schemas.microsoft.com/office/drawing/2014/main" id="{4C7768B1-1BD7-01FB-3184-1FADFE5D63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Freeform 1544">
                <a:extLst>
                  <a:ext uri="{FF2B5EF4-FFF2-40B4-BE49-F238E27FC236}">
                    <a16:creationId xmlns:a16="http://schemas.microsoft.com/office/drawing/2014/main" id="{BCCA7F02-267B-3654-77B9-44B195850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Freeform 1545">
                <a:extLst>
                  <a:ext uri="{FF2B5EF4-FFF2-40B4-BE49-F238E27FC236}">
                    <a16:creationId xmlns:a16="http://schemas.microsoft.com/office/drawing/2014/main" id="{36EA356B-FD03-03D5-B625-D04395E92B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Oval 1546">
                <a:extLst>
                  <a:ext uri="{FF2B5EF4-FFF2-40B4-BE49-F238E27FC236}">
                    <a16:creationId xmlns:a16="http://schemas.microsoft.com/office/drawing/2014/main" id="{8E4A1851-5195-79D3-0D2C-B2C97C54B5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3" name="Group 1547">
              <a:extLst>
                <a:ext uri="{FF2B5EF4-FFF2-40B4-BE49-F238E27FC236}">
                  <a16:creationId xmlns:a16="http://schemas.microsoft.com/office/drawing/2014/main" id="{1D9626D0-1EC3-7279-FB2F-38ADD6F54D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10" name="Oval 1548">
                <a:extLst>
                  <a:ext uri="{FF2B5EF4-FFF2-40B4-BE49-F238E27FC236}">
                    <a16:creationId xmlns:a16="http://schemas.microsoft.com/office/drawing/2014/main" id="{05B2B1D2-D8FD-B09F-4AF1-24EE6FA509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1" name="Oval 1549">
                <a:extLst>
                  <a:ext uri="{FF2B5EF4-FFF2-40B4-BE49-F238E27FC236}">
                    <a16:creationId xmlns:a16="http://schemas.microsoft.com/office/drawing/2014/main" id="{3E372D82-5C0F-DF29-655F-D5AC6CAD8B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2" name="Freeform 1550">
                <a:extLst>
                  <a:ext uri="{FF2B5EF4-FFF2-40B4-BE49-F238E27FC236}">
                    <a16:creationId xmlns:a16="http://schemas.microsoft.com/office/drawing/2014/main" id="{A603A393-61CA-7075-8D50-0449853B4C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Freeform 1551">
                <a:extLst>
                  <a:ext uri="{FF2B5EF4-FFF2-40B4-BE49-F238E27FC236}">
                    <a16:creationId xmlns:a16="http://schemas.microsoft.com/office/drawing/2014/main" id="{67A9AC30-0D0D-EAEC-1851-88D9662C13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Freeform 1552">
                <a:extLst>
                  <a:ext uri="{FF2B5EF4-FFF2-40B4-BE49-F238E27FC236}">
                    <a16:creationId xmlns:a16="http://schemas.microsoft.com/office/drawing/2014/main" id="{C822BAB1-2C60-07FA-4AF9-7D4805F0CE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Oval 1553">
                <a:extLst>
                  <a:ext uri="{FF2B5EF4-FFF2-40B4-BE49-F238E27FC236}">
                    <a16:creationId xmlns:a16="http://schemas.microsoft.com/office/drawing/2014/main" id="{8372976C-BD9D-94D6-8B94-6767A1A35A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4" name="Group 1554">
              <a:extLst>
                <a:ext uri="{FF2B5EF4-FFF2-40B4-BE49-F238E27FC236}">
                  <a16:creationId xmlns:a16="http://schemas.microsoft.com/office/drawing/2014/main" id="{E2E2219B-EE7E-75AF-B8DA-3201AB6A4F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04" name="Oval 1555">
                <a:extLst>
                  <a:ext uri="{FF2B5EF4-FFF2-40B4-BE49-F238E27FC236}">
                    <a16:creationId xmlns:a16="http://schemas.microsoft.com/office/drawing/2014/main" id="{20AA8A2A-E7C3-FBF9-01C3-B8AE0E2E01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5" name="Oval 1556">
                <a:extLst>
                  <a:ext uri="{FF2B5EF4-FFF2-40B4-BE49-F238E27FC236}">
                    <a16:creationId xmlns:a16="http://schemas.microsoft.com/office/drawing/2014/main" id="{0E893726-A298-F0F3-710B-F64BC88A1B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6" name="Freeform 1557">
                <a:extLst>
                  <a:ext uri="{FF2B5EF4-FFF2-40B4-BE49-F238E27FC236}">
                    <a16:creationId xmlns:a16="http://schemas.microsoft.com/office/drawing/2014/main" id="{0A736941-B316-D67B-2EAF-4A1F3E9EF1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Freeform 1558">
                <a:extLst>
                  <a:ext uri="{FF2B5EF4-FFF2-40B4-BE49-F238E27FC236}">
                    <a16:creationId xmlns:a16="http://schemas.microsoft.com/office/drawing/2014/main" id="{FDC0693F-6197-81C8-1860-27AAD0EEE8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Freeform 1559">
                <a:extLst>
                  <a:ext uri="{FF2B5EF4-FFF2-40B4-BE49-F238E27FC236}">
                    <a16:creationId xmlns:a16="http://schemas.microsoft.com/office/drawing/2014/main" id="{ED5809B5-CACE-7273-A601-BEA84B9B96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Oval 1560">
                <a:extLst>
                  <a:ext uri="{FF2B5EF4-FFF2-40B4-BE49-F238E27FC236}">
                    <a16:creationId xmlns:a16="http://schemas.microsoft.com/office/drawing/2014/main" id="{9455EDCA-C48A-0DA6-412D-662A488491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5" name="Group 1561">
              <a:extLst>
                <a:ext uri="{FF2B5EF4-FFF2-40B4-BE49-F238E27FC236}">
                  <a16:creationId xmlns:a16="http://schemas.microsoft.com/office/drawing/2014/main" id="{9E72F854-206A-2A35-6B56-AEB10186AF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98" name="Oval 1562">
                <a:extLst>
                  <a:ext uri="{FF2B5EF4-FFF2-40B4-BE49-F238E27FC236}">
                    <a16:creationId xmlns:a16="http://schemas.microsoft.com/office/drawing/2014/main" id="{B97C4E92-BF28-2436-F75C-46E780477F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9" name="Oval 1563">
                <a:extLst>
                  <a:ext uri="{FF2B5EF4-FFF2-40B4-BE49-F238E27FC236}">
                    <a16:creationId xmlns:a16="http://schemas.microsoft.com/office/drawing/2014/main" id="{3A9890A5-1FF2-AF34-5EA3-826143920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0" name="Freeform 1564">
                <a:extLst>
                  <a:ext uri="{FF2B5EF4-FFF2-40B4-BE49-F238E27FC236}">
                    <a16:creationId xmlns:a16="http://schemas.microsoft.com/office/drawing/2014/main" id="{7B34A6C5-7DEF-5E50-1CBC-498F85187D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Freeform 1565">
                <a:extLst>
                  <a:ext uri="{FF2B5EF4-FFF2-40B4-BE49-F238E27FC236}">
                    <a16:creationId xmlns:a16="http://schemas.microsoft.com/office/drawing/2014/main" id="{1F881D9C-3BDE-89C0-44D7-806072450A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Freeform 1566">
                <a:extLst>
                  <a:ext uri="{FF2B5EF4-FFF2-40B4-BE49-F238E27FC236}">
                    <a16:creationId xmlns:a16="http://schemas.microsoft.com/office/drawing/2014/main" id="{F769E191-53A7-C95F-59FA-E1992D38F1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Oval 1567">
                <a:extLst>
                  <a:ext uri="{FF2B5EF4-FFF2-40B4-BE49-F238E27FC236}">
                    <a16:creationId xmlns:a16="http://schemas.microsoft.com/office/drawing/2014/main" id="{5109715B-A9EB-EB49-28C5-4978228379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6" name="Group 1568">
              <a:extLst>
                <a:ext uri="{FF2B5EF4-FFF2-40B4-BE49-F238E27FC236}">
                  <a16:creationId xmlns:a16="http://schemas.microsoft.com/office/drawing/2014/main" id="{00A6707D-46B1-FC3C-65E9-9573DE41AD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92" name="Oval 1569">
                <a:extLst>
                  <a:ext uri="{FF2B5EF4-FFF2-40B4-BE49-F238E27FC236}">
                    <a16:creationId xmlns:a16="http://schemas.microsoft.com/office/drawing/2014/main" id="{363262A0-2658-CA54-E40F-99CF092316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3" name="Oval 1570">
                <a:extLst>
                  <a:ext uri="{FF2B5EF4-FFF2-40B4-BE49-F238E27FC236}">
                    <a16:creationId xmlns:a16="http://schemas.microsoft.com/office/drawing/2014/main" id="{C6B641AC-459D-FFCE-B1F9-54F4F7D187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4" name="Freeform 1571">
                <a:extLst>
                  <a:ext uri="{FF2B5EF4-FFF2-40B4-BE49-F238E27FC236}">
                    <a16:creationId xmlns:a16="http://schemas.microsoft.com/office/drawing/2014/main" id="{9225F7CB-CEFC-3523-69DE-06C2AACC8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Freeform 1572">
                <a:extLst>
                  <a:ext uri="{FF2B5EF4-FFF2-40B4-BE49-F238E27FC236}">
                    <a16:creationId xmlns:a16="http://schemas.microsoft.com/office/drawing/2014/main" id="{6B668BEA-2446-B0D8-6138-AB3DED06B9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Freeform 1573">
                <a:extLst>
                  <a:ext uri="{FF2B5EF4-FFF2-40B4-BE49-F238E27FC236}">
                    <a16:creationId xmlns:a16="http://schemas.microsoft.com/office/drawing/2014/main" id="{ED881E6C-6607-37ED-8E39-696E89F1BD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Oval 1574">
                <a:extLst>
                  <a:ext uri="{FF2B5EF4-FFF2-40B4-BE49-F238E27FC236}">
                    <a16:creationId xmlns:a16="http://schemas.microsoft.com/office/drawing/2014/main" id="{9CC4BA88-DA24-179B-D2A4-8E774AF54C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7" name="Group 1575">
              <a:extLst>
                <a:ext uri="{FF2B5EF4-FFF2-40B4-BE49-F238E27FC236}">
                  <a16:creationId xmlns:a16="http://schemas.microsoft.com/office/drawing/2014/main" id="{9A128E59-62E7-7EF9-0516-1AD569C2A96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86" name="Oval 1576">
                <a:extLst>
                  <a:ext uri="{FF2B5EF4-FFF2-40B4-BE49-F238E27FC236}">
                    <a16:creationId xmlns:a16="http://schemas.microsoft.com/office/drawing/2014/main" id="{38FEDE24-EE1E-9840-FCBC-77A048ED2C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7" name="Oval 1577">
                <a:extLst>
                  <a:ext uri="{FF2B5EF4-FFF2-40B4-BE49-F238E27FC236}">
                    <a16:creationId xmlns:a16="http://schemas.microsoft.com/office/drawing/2014/main" id="{9B8AD69F-5EB2-8FCB-D490-9F54196ED3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8" name="Freeform 1578">
                <a:extLst>
                  <a:ext uri="{FF2B5EF4-FFF2-40B4-BE49-F238E27FC236}">
                    <a16:creationId xmlns:a16="http://schemas.microsoft.com/office/drawing/2014/main" id="{A8144527-DF7E-965A-2140-6C17DD3640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Freeform 1579">
                <a:extLst>
                  <a:ext uri="{FF2B5EF4-FFF2-40B4-BE49-F238E27FC236}">
                    <a16:creationId xmlns:a16="http://schemas.microsoft.com/office/drawing/2014/main" id="{55FF9F01-58C5-FA6E-52A1-79515E554C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0" name="Freeform 1580">
                <a:extLst>
                  <a:ext uri="{FF2B5EF4-FFF2-40B4-BE49-F238E27FC236}">
                    <a16:creationId xmlns:a16="http://schemas.microsoft.com/office/drawing/2014/main" id="{E9E6B925-3E29-0E5B-ABF5-D191E6964C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Oval 1581">
                <a:extLst>
                  <a:ext uri="{FF2B5EF4-FFF2-40B4-BE49-F238E27FC236}">
                    <a16:creationId xmlns:a16="http://schemas.microsoft.com/office/drawing/2014/main" id="{D4472BDD-F2A7-2381-1AA2-5C1B41F8FB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8" name="Group 1582">
              <a:extLst>
                <a:ext uri="{FF2B5EF4-FFF2-40B4-BE49-F238E27FC236}">
                  <a16:creationId xmlns:a16="http://schemas.microsoft.com/office/drawing/2014/main" id="{E608C6BF-C712-7B32-C1D5-DD00609A5D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80" name="Oval 1583">
                <a:extLst>
                  <a:ext uri="{FF2B5EF4-FFF2-40B4-BE49-F238E27FC236}">
                    <a16:creationId xmlns:a16="http://schemas.microsoft.com/office/drawing/2014/main" id="{FC6DAAEE-3804-7481-0C89-FD733ADAAB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1" name="Oval 1584">
                <a:extLst>
                  <a:ext uri="{FF2B5EF4-FFF2-40B4-BE49-F238E27FC236}">
                    <a16:creationId xmlns:a16="http://schemas.microsoft.com/office/drawing/2014/main" id="{98D955A7-CF64-8BE6-4C8D-C1D6C99697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2" name="Freeform 1585">
                <a:extLst>
                  <a:ext uri="{FF2B5EF4-FFF2-40B4-BE49-F238E27FC236}">
                    <a16:creationId xmlns:a16="http://schemas.microsoft.com/office/drawing/2014/main" id="{707ED4EA-3E0C-FD3F-9A01-521B273F7C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Freeform 1586">
                <a:extLst>
                  <a:ext uri="{FF2B5EF4-FFF2-40B4-BE49-F238E27FC236}">
                    <a16:creationId xmlns:a16="http://schemas.microsoft.com/office/drawing/2014/main" id="{137C60A9-D786-2284-70CA-6A4773FA11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" name="Freeform 1587">
                <a:extLst>
                  <a:ext uri="{FF2B5EF4-FFF2-40B4-BE49-F238E27FC236}">
                    <a16:creationId xmlns:a16="http://schemas.microsoft.com/office/drawing/2014/main" id="{93AAD73C-A151-EF19-E0D1-9083E8D5DF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Oval 1588">
                <a:extLst>
                  <a:ext uri="{FF2B5EF4-FFF2-40B4-BE49-F238E27FC236}">
                    <a16:creationId xmlns:a16="http://schemas.microsoft.com/office/drawing/2014/main" id="{EB73B664-829F-33E9-4B11-6313E13ABF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59" name="Group 1589">
              <a:extLst>
                <a:ext uri="{FF2B5EF4-FFF2-40B4-BE49-F238E27FC236}">
                  <a16:creationId xmlns:a16="http://schemas.microsoft.com/office/drawing/2014/main" id="{5B8F7553-F259-6DD8-647A-94B80C8B48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74" name="Oval 1590">
                <a:extLst>
                  <a:ext uri="{FF2B5EF4-FFF2-40B4-BE49-F238E27FC236}">
                    <a16:creationId xmlns:a16="http://schemas.microsoft.com/office/drawing/2014/main" id="{EF861888-7751-44EF-AB23-E278A8E922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5" name="Oval 1591">
                <a:extLst>
                  <a:ext uri="{FF2B5EF4-FFF2-40B4-BE49-F238E27FC236}">
                    <a16:creationId xmlns:a16="http://schemas.microsoft.com/office/drawing/2014/main" id="{A22C05F8-CBA0-5EBF-DBD0-D29DF4EE14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6" name="Freeform 1592">
                <a:extLst>
                  <a:ext uri="{FF2B5EF4-FFF2-40B4-BE49-F238E27FC236}">
                    <a16:creationId xmlns:a16="http://schemas.microsoft.com/office/drawing/2014/main" id="{23B2F7C2-B909-1D52-4174-73E34BF4CE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Freeform 1593">
                <a:extLst>
                  <a:ext uri="{FF2B5EF4-FFF2-40B4-BE49-F238E27FC236}">
                    <a16:creationId xmlns:a16="http://schemas.microsoft.com/office/drawing/2014/main" id="{10EF30C2-8249-766F-14A2-0FB82FF6B8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8" name="Freeform 1594">
                <a:extLst>
                  <a:ext uri="{FF2B5EF4-FFF2-40B4-BE49-F238E27FC236}">
                    <a16:creationId xmlns:a16="http://schemas.microsoft.com/office/drawing/2014/main" id="{CED14CEB-5266-1C88-D570-6CBCC120A4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Oval 1595">
                <a:extLst>
                  <a:ext uri="{FF2B5EF4-FFF2-40B4-BE49-F238E27FC236}">
                    <a16:creationId xmlns:a16="http://schemas.microsoft.com/office/drawing/2014/main" id="{C0120F59-FF7F-475A-AE47-DE44FA0390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0" name="Group 1596">
              <a:extLst>
                <a:ext uri="{FF2B5EF4-FFF2-40B4-BE49-F238E27FC236}">
                  <a16:creationId xmlns:a16="http://schemas.microsoft.com/office/drawing/2014/main" id="{67AB0004-71D7-636F-CE22-569DB2F2E1B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68" name="Oval 1597">
                <a:extLst>
                  <a:ext uri="{FF2B5EF4-FFF2-40B4-BE49-F238E27FC236}">
                    <a16:creationId xmlns:a16="http://schemas.microsoft.com/office/drawing/2014/main" id="{1B865F60-8B90-1F18-328D-E491439A38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9" name="Oval 1598">
                <a:extLst>
                  <a:ext uri="{FF2B5EF4-FFF2-40B4-BE49-F238E27FC236}">
                    <a16:creationId xmlns:a16="http://schemas.microsoft.com/office/drawing/2014/main" id="{A29CEC2E-0603-476E-7B7D-63CE3301C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0" name="Freeform 1599">
                <a:extLst>
                  <a:ext uri="{FF2B5EF4-FFF2-40B4-BE49-F238E27FC236}">
                    <a16:creationId xmlns:a16="http://schemas.microsoft.com/office/drawing/2014/main" id="{BC535257-4B11-3921-2442-CF5ECDDA55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Freeform 1600">
                <a:extLst>
                  <a:ext uri="{FF2B5EF4-FFF2-40B4-BE49-F238E27FC236}">
                    <a16:creationId xmlns:a16="http://schemas.microsoft.com/office/drawing/2014/main" id="{9E4D42F3-0CAB-DF52-8E1D-E9D4E23A50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" name="Freeform 1601">
                <a:extLst>
                  <a:ext uri="{FF2B5EF4-FFF2-40B4-BE49-F238E27FC236}">
                    <a16:creationId xmlns:a16="http://schemas.microsoft.com/office/drawing/2014/main" id="{F3A9316B-3703-70D3-24AD-AB92A7A08B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Oval 1602">
                <a:extLst>
                  <a:ext uri="{FF2B5EF4-FFF2-40B4-BE49-F238E27FC236}">
                    <a16:creationId xmlns:a16="http://schemas.microsoft.com/office/drawing/2014/main" id="{C4F6F485-6C41-A663-C20D-43F633884A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1" name="Group 1603">
              <a:extLst>
                <a:ext uri="{FF2B5EF4-FFF2-40B4-BE49-F238E27FC236}">
                  <a16:creationId xmlns:a16="http://schemas.microsoft.com/office/drawing/2014/main" id="{A94E1F90-DB26-1AFB-6B28-ED71A640DD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62" name="Oval 1604">
                <a:extLst>
                  <a:ext uri="{FF2B5EF4-FFF2-40B4-BE49-F238E27FC236}">
                    <a16:creationId xmlns:a16="http://schemas.microsoft.com/office/drawing/2014/main" id="{879AA464-4FB3-35D6-29AC-B617AC171C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3" name="Oval 1605">
                <a:extLst>
                  <a:ext uri="{FF2B5EF4-FFF2-40B4-BE49-F238E27FC236}">
                    <a16:creationId xmlns:a16="http://schemas.microsoft.com/office/drawing/2014/main" id="{D7D24255-A9AC-B166-0AAC-8BE1E5CCED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4" name="Freeform 1606">
                <a:extLst>
                  <a:ext uri="{FF2B5EF4-FFF2-40B4-BE49-F238E27FC236}">
                    <a16:creationId xmlns:a16="http://schemas.microsoft.com/office/drawing/2014/main" id="{B79C424F-97B5-5797-DDEA-8F2B984442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Freeform 1607">
                <a:extLst>
                  <a:ext uri="{FF2B5EF4-FFF2-40B4-BE49-F238E27FC236}">
                    <a16:creationId xmlns:a16="http://schemas.microsoft.com/office/drawing/2014/main" id="{D8E87447-9BCA-2B3F-BDC8-3B689EDD6B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" name="Freeform 1608">
                <a:extLst>
                  <a:ext uri="{FF2B5EF4-FFF2-40B4-BE49-F238E27FC236}">
                    <a16:creationId xmlns:a16="http://schemas.microsoft.com/office/drawing/2014/main" id="{B251C1CF-0565-1269-8F62-F1DEE0BE77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Oval 1609">
                <a:extLst>
                  <a:ext uri="{FF2B5EF4-FFF2-40B4-BE49-F238E27FC236}">
                    <a16:creationId xmlns:a16="http://schemas.microsoft.com/office/drawing/2014/main" id="{3C6309AB-92C3-B765-5EA8-A483F8663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54" name="Group 1385">
            <a:extLst>
              <a:ext uri="{FF2B5EF4-FFF2-40B4-BE49-F238E27FC236}">
                <a16:creationId xmlns:a16="http://schemas.microsoft.com/office/drawing/2014/main" id="{3A29A73F-90A0-BC54-3B07-8F24BAFC160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55" name="Group 1386">
              <a:extLst>
                <a:ext uri="{FF2B5EF4-FFF2-40B4-BE49-F238E27FC236}">
                  <a16:creationId xmlns:a16="http://schemas.microsoft.com/office/drawing/2014/main" id="{794A158D-7D44-AD3A-2FB6-EAB89BD75F2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73" name="Oval 1387">
                <a:extLst>
                  <a:ext uri="{FF2B5EF4-FFF2-40B4-BE49-F238E27FC236}">
                    <a16:creationId xmlns:a16="http://schemas.microsoft.com/office/drawing/2014/main" id="{17DD280C-1188-32E3-B652-4802BA8BD1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4" name="Oval 1388">
                <a:extLst>
                  <a:ext uri="{FF2B5EF4-FFF2-40B4-BE49-F238E27FC236}">
                    <a16:creationId xmlns:a16="http://schemas.microsoft.com/office/drawing/2014/main" id="{ED377BF4-33E2-D0B5-EBD7-B3C1FED8A3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75" name="Freeform 1389">
                <a:extLst>
                  <a:ext uri="{FF2B5EF4-FFF2-40B4-BE49-F238E27FC236}">
                    <a16:creationId xmlns:a16="http://schemas.microsoft.com/office/drawing/2014/main" id="{6784D276-8F8F-B400-6D21-B617C5F8E7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6" name="Freeform 1390">
                <a:extLst>
                  <a:ext uri="{FF2B5EF4-FFF2-40B4-BE49-F238E27FC236}">
                    <a16:creationId xmlns:a16="http://schemas.microsoft.com/office/drawing/2014/main" id="{B92AD114-F08C-0EF4-9095-6E8C04279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7" name="Freeform 1391">
                <a:extLst>
                  <a:ext uri="{FF2B5EF4-FFF2-40B4-BE49-F238E27FC236}">
                    <a16:creationId xmlns:a16="http://schemas.microsoft.com/office/drawing/2014/main" id="{17FA5B82-DE58-E035-8F3A-9E687F309A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8" name="Oval 1392">
                <a:extLst>
                  <a:ext uri="{FF2B5EF4-FFF2-40B4-BE49-F238E27FC236}">
                    <a16:creationId xmlns:a16="http://schemas.microsoft.com/office/drawing/2014/main" id="{D34E1C26-316C-74A9-4505-E755D518EE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393">
              <a:extLst>
                <a:ext uri="{FF2B5EF4-FFF2-40B4-BE49-F238E27FC236}">
                  <a16:creationId xmlns:a16="http://schemas.microsoft.com/office/drawing/2014/main" id="{71CC0242-F617-AFC4-BC07-2AA3304738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67" name="Oval 1394">
                <a:extLst>
                  <a:ext uri="{FF2B5EF4-FFF2-40B4-BE49-F238E27FC236}">
                    <a16:creationId xmlns:a16="http://schemas.microsoft.com/office/drawing/2014/main" id="{39C5379B-0AB5-B7CE-666E-DB7354495B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8" name="Oval 1395">
                <a:extLst>
                  <a:ext uri="{FF2B5EF4-FFF2-40B4-BE49-F238E27FC236}">
                    <a16:creationId xmlns:a16="http://schemas.microsoft.com/office/drawing/2014/main" id="{8D1CD7DF-CAF0-AE07-3297-7351DD88E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9" name="Freeform 1396">
                <a:extLst>
                  <a:ext uri="{FF2B5EF4-FFF2-40B4-BE49-F238E27FC236}">
                    <a16:creationId xmlns:a16="http://schemas.microsoft.com/office/drawing/2014/main" id="{6164B67E-20F9-77A6-A33E-7B820E50A9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0" name="Freeform 1397">
                <a:extLst>
                  <a:ext uri="{FF2B5EF4-FFF2-40B4-BE49-F238E27FC236}">
                    <a16:creationId xmlns:a16="http://schemas.microsoft.com/office/drawing/2014/main" id="{7DA3E3DB-5FDB-8689-92FA-A7B222AC4D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1" name="Freeform 1398">
                <a:extLst>
                  <a:ext uri="{FF2B5EF4-FFF2-40B4-BE49-F238E27FC236}">
                    <a16:creationId xmlns:a16="http://schemas.microsoft.com/office/drawing/2014/main" id="{469D42A3-6B65-9523-5906-B171291A1F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2" name="Oval 1399">
                <a:extLst>
                  <a:ext uri="{FF2B5EF4-FFF2-40B4-BE49-F238E27FC236}">
                    <a16:creationId xmlns:a16="http://schemas.microsoft.com/office/drawing/2014/main" id="{F72DCE4D-50E8-64AD-45B0-809B0C3895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400">
              <a:extLst>
                <a:ext uri="{FF2B5EF4-FFF2-40B4-BE49-F238E27FC236}">
                  <a16:creationId xmlns:a16="http://schemas.microsoft.com/office/drawing/2014/main" id="{93347B5B-791B-268F-C70A-2AEA72168C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61" name="Oval 1401">
                <a:extLst>
                  <a:ext uri="{FF2B5EF4-FFF2-40B4-BE49-F238E27FC236}">
                    <a16:creationId xmlns:a16="http://schemas.microsoft.com/office/drawing/2014/main" id="{86319E45-8CF5-981F-469F-3B63EB5B69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2" name="Oval 1402">
                <a:extLst>
                  <a:ext uri="{FF2B5EF4-FFF2-40B4-BE49-F238E27FC236}">
                    <a16:creationId xmlns:a16="http://schemas.microsoft.com/office/drawing/2014/main" id="{C7573AD5-16DE-B78A-DC8F-0F19A6B4F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3" name="Freeform 1403">
                <a:extLst>
                  <a:ext uri="{FF2B5EF4-FFF2-40B4-BE49-F238E27FC236}">
                    <a16:creationId xmlns:a16="http://schemas.microsoft.com/office/drawing/2014/main" id="{402B5D97-1B24-1AA9-4FAA-B99AA88A76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Freeform 1404">
                <a:extLst>
                  <a:ext uri="{FF2B5EF4-FFF2-40B4-BE49-F238E27FC236}">
                    <a16:creationId xmlns:a16="http://schemas.microsoft.com/office/drawing/2014/main" id="{2235040A-1C16-20C2-A0A9-ED92B85749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" name="Freeform 1405">
                <a:extLst>
                  <a:ext uri="{FF2B5EF4-FFF2-40B4-BE49-F238E27FC236}">
                    <a16:creationId xmlns:a16="http://schemas.microsoft.com/office/drawing/2014/main" id="{622F5BD3-0083-0BC0-FF85-35F0499BAB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Oval 1406">
                <a:extLst>
                  <a:ext uri="{FF2B5EF4-FFF2-40B4-BE49-F238E27FC236}">
                    <a16:creationId xmlns:a16="http://schemas.microsoft.com/office/drawing/2014/main" id="{89F6A6CE-C90E-E45A-9D3E-A591EBC6AF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407">
              <a:extLst>
                <a:ext uri="{FF2B5EF4-FFF2-40B4-BE49-F238E27FC236}">
                  <a16:creationId xmlns:a16="http://schemas.microsoft.com/office/drawing/2014/main" id="{9B4590E7-5EAD-1693-843A-4C78967FF3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55" name="Oval 1408">
                <a:extLst>
                  <a:ext uri="{FF2B5EF4-FFF2-40B4-BE49-F238E27FC236}">
                    <a16:creationId xmlns:a16="http://schemas.microsoft.com/office/drawing/2014/main" id="{327C84ED-9C64-520B-25D6-BFA4D2341C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6" name="Oval 1409">
                <a:extLst>
                  <a:ext uri="{FF2B5EF4-FFF2-40B4-BE49-F238E27FC236}">
                    <a16:creationId xmlns:a16="http://schemas.microsoft.com/office/drawing/2014/main" id="{29AAD6B5-0CF0-2820-9190-D077F7F47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7" name="Freeform 1410">
                <a:extLst>
                  <a:ext uri="{FF2B5EF4-FFF2-40B4-BE49-F238E27FC236}">
                    <a16:creationId xmlns:a16="http://schemas.microsoft.com/office/drawing/2014/main" id="{33E51F98-0D39-7AE5-C7B2-212F5BA180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Freeform 1411">
                <a:extLst>
                  <a:ext uri="{FF2B5EF4-FFF2-40B4-BE49-F238E27FC236}">
                    <a16:creationId xmlns:a16="http://schemas.microsoft.com/office/drawing/2014/main" id="{3F8C82E6-A213-86AF-1A41-442B01CC4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" name="Freeform 1412">
                <a:extLst>
                  <a:ext uri="{FF2B5EF4-FFF2-40B4-BE49-F238E27FC236}">
                    <a16:creationId xmlns:a16="http://schemas.microsoft.com/office/drawing/2014/main" id="{44F9957C-DD6C-2A58-1FEF-E395249A1F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Oval 1413">
                <a:extLst>
                  <a:ext uri="{FF2B5EF4-FFF2-40B4-BE49-F238E27FC236}">
                    <a16:creationId xmlns:a16="http://schemas.microsoft.com/office/drawing/2014/main" id="{5BA939BC-7C1F-E2E7-8E4E-88B3205330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414">
              <a:extLst>
                <a:ext uri="{FF2B5EF4-FFF2-40B4-BE49-F238E27FC236}">
                  <a16:creationId xmlns:a16="http://schemas.microsoft.com/office/drawing/2014/main" id="{8F234454-3459-12D4-6956-540E7A91A5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49" name="Oval 1415">
                <a:extLst>
                  <a:ext uri="{FF2B5EF4-FFF2-40B4-BE49-F238E27FC236}">
                    <a16:creationId xmlns:a16="http://schemas.microsoft.com/office/drawing/2014/main" id="{D6A18F0B-01DA-CC63-4D44-7D35A5E34B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0" name="Oval 1416">
                <a:extLst>
                  <a:ext uri="{FF2B5EF4-FFF2-40B4-BE49-F238E27FC236}">
                    <a16:creationId xmlns:a16="http://schemas.microsoft.com/office/drawing/2014/main" id="{72FF3373-EEB6-7E73-CDFF-1E9BD05E6B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" name="Freeform 1417">
                <a:extLst>
                  <a:ext uri="{FF2B5EF4-FFF2-40B4-BE49-F238E27FC236}">
                    <a16:creationId xmlns:a16="http://schemas.microsoft.com/office/drawing/2014/main" id="{5F1070BF-E909-0626-68C7-39F144F82A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Freeform 1418">
                <a:extLst>
                  <a:ext uri="{FF2B5EF4-FFF2-40B4-BE49-F238E27FC236}">
                    <a16:creationId xmlns:a16="http://schemas.microsoft.com/office/drawing/2014/main" id="{982D65F1-7AEF-DA9C-01FC-06AE90760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Freeform 1419">
                <a:extLst>
                  <a:ext uri="{FF2B5EF4-FFF2-40B4-BE49-F238E27FC236}">
                    <a16:creationId xmlns:a16="http://schemas.microsoft.com/office/drawing/2014/main" id="{EDDBEF7D-33BC-930F-CFE3-B677A8E089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Oval 1420">
                <a:extLst>
                  <a:ext uri="{FF2B5EF4-FFF2-40B4-BE49-F238E27FC236}">
                    <a16:creationId xmlns:a16="http://schemas.microsoft.com/office/drawing/2014/main" id="{1E557E5A-1A7D-9A6D-69E2-8860856D66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421">
              <a:extLst>
                <a:ext uri="{FF2B5EF4-FFF2-40B4-BE49-F238E27FC236}">
                  <a16:creationId xmlns:a16="http://schemas.microsoft.com/office/drawing/2014/main" id="{04B60977-AFCF-DCAF-7C7D-D323FF4A42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43" name="Oval 1422">
                <a:extLst>
                  <a:ext uri="{FF2B5EF4-FFF2-40B4-BE49-F238E27FC236}">
                    <a16:creationId xmlns:a16="http://schemas.microsoft.com/office/drawing/2014/main" id="{9E0C25BF-C1E5-06B3-E539-94D3EBA775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" name="Oval 1423">
                <a:extLst>
                  <a:ext uri="{FF2B5EF4-FFF2-40B4-BE49-F238E27FC236}">
                    <a16:creationId xmlns:a16="http://schemas.microsoft.com/office/drawing/2014/main" id="{F3387804-6516-839F-8E40-FF0915F06A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" name="Freeform 1424">
                <a:extLst>
                  <a:ext uri="{FF2B5EF4-FFF2-40B4-BE49-F238E27FC236}">
                    <a16:creationId xmlns:a16="http://schemas.microsoft.com/office/drawing/2014/main" id="{927016DD-0F85-6C75-1E29-335F6A295E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Freeform 1425">
                <a:extLst>
                  <a:ext uri="{FF2B5EF4-FFF2-40B4-BE49-F238E27FC236}">
                    <a16:creationId xmlns:a16="http://schemas.microsoft.com/office/drawing/2014/main" id="{8A7EBC1A-B4C4-D97C-5EE9-6C4E0A4A8D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Freeform 1426">
                <a:extLst>
                  <a:ext uri="{FF2B5EF4-FFF2-40B4-BE49-F238E27FC236}">
                    <a16:creationId xmlns:a16="http://schemas.microsoft.com/office/drawing/2014/main" id="{7B623E97-9CC3-1A08-FC74-ED0796ED9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Oval 1427">
                <a:extLst>
                  <a:ext uri="{FF2B5EF4-FFF2-40B4-BE49-F238E27FC236}">
                    <a16:creationId xmlns:a16="http://schemas.microsoft.com/office/drawing/2014/main" id="{AB2CBADE-5B6D-1595-E823-67746E3E86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1" name="Group 1428">
              <a:extLst>
                <a:ext uri="{FF2B5EF4-FFF2-40B4-BE49-F238E27FC236}">
                  <a16:creationId xmlns:a16="http://schemas.microsoft.com/office/drawing/2014/main" id="{E0F17E05-3291-A01F-F025-4F309A926D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37" name="Oval 1429">
                <a:extLst>
                  <a:ext uri="{FF2B5EF4-FFF2-40B4-BE49-F238E27FC236}">
                    <a16:creationId xmlns:a16="http://schemas.microsoft.com/office/drawing/2014/main" id="{586DFE47-8D89-DF26-48DE-E6D4D04C6C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" name="Oval 1430">
                <a:extLst>
                  <a:ext uri="{FF2B5EF4-FFF2-40B4-BE49-F238E27FC236}">
                    <a16:creationId xmlns:a16="http://schemas.microsoft.com/office/drawing/2014/main" id="{462E9EAD-C84A-E182-7BD8-321B0EBE26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" name="Freeform 1431">
                <a:extLst>
                  <a:ext uri="{FF2B5EF4-FFF2-40B4-BE49-F238E27FC236}">
                    <a16:creationId xmlns:a16="http://schemas.microsoft.com/office/drawing/2014/main" id="{86BAD8E9-D083-842D-8CB3-EEBA2F7D0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Freeform 1432">
                <a:extLst>
                  <a:ext uri="{FF2B5EF4-FFF2-40B4-BE49-F238E27FC236}">
                    <a16:creationId xmlns:a16="http://schemas.microsoft.com/office/drawing/2014/main" id="{49C7AA70-31D8-58E7-08C4-CE129F2CC3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Freeform 1433">
                <a:extLst>
                  <a:ext uri="{FF2B5EF4-FFF2-40B4-BE49-F238E27FC236}">
                    <a16:creationId xmlns:a16="http://schemas.microsoft.com/office/drawing/2014/main" id="{D831FC12-CE5B-A4A5-2A6C-C9BC9F7A30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Oval 1434">
                <a:extLst>
                  <a:ext uri="{FF2B5EF4-FFF2-40B4-BE49-F238E27FC236}">
                    <a16:creationId xmlns:a16="http://schemas.microsoft.com/office/drawing/2014/main" id="{B494E1BC-11C6-5C7F-39CF-ADC5F136C5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2" name="Group 1435">
              <a:extLst>
                <a:ext uri="{FF2B5EF4-FFF2-40B4-BE49-F238E27FC236}">
                  <a16:creationId xmlns:a16="http://schemas.microsoft.com/office/drawing/2014/main" id="{688CCADC-F28A-2DA0-D9AF-6A3C9EB4F95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31" name="Oval 1436">
                <a:extLst>
                  <a:ext uri="{FF2B5EF4-FFF2-40B4-BE49-F238E27FC236}">
                    <a16:creationId xmlns:a16="http://schemas.microsoft.com/office/drawing/2014/main" id="{D5518279-40DC-4BFD-0562-73DBD9433D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2" name="Oval 1437">
                <a:extLst>
                  <a:ext uri="{FF2B5EF4-FFF2-40B4-BE49-F238E27FC236}">
                    <a16:creationId xmlns:a16="http://schemas.microsoft.com/office/drawing/2014/main" id="{45D8AD87-F3BD-0D3F-5B0D-44878099FE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3" name="Freeform 1438">
                <a:extLst>
                  <a:ext uri="{FF2B5EF4-FFF2-40B4-BE49-F238E27FC236}">
                    <a16:creationId xmlns:a16="http://schemas.microsoft.com/office/drawing/2014/main" id="{A59D7632-4484-783E-7E74-625AC372FD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Freeform 1439">
                <a:extLst>
                  <a:ext uri="{FF2B5EF4-FFF2-40B4-BE49-F238E27FC236}">
                    <a16:creationId xmlns:a16="http://schemas.microsoft.com/office/drawing/2014/main" id="{F8B709FE-B51A-FF0A-2508-BECD141138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1440">
                <a:extLst>
                  <a:ext uri="{FF2B5EF4-FFF2-40B4-BE49-F238E27FC236}">
                    <a16:creationId xmlns:a16="http://schemas.microsoft.com/office/drawing/2014/main" id="{ADEB0BE2-9CEA-7DD2-27C1-75E769C731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Oval 1441">
                <a:extLst>
                  <a:ext uri="{FF2B5EF4-FFF2-40B4-BE49-F238E27FC236}">
                    <a16:creationId xmlns:a16="http://schemas.microsoft.com/office/drawing/2014/main" id="{0D934FB1-0ACE-9DEB-E4DD-C266C2D3DF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3" name="Group 1442">
              <a:extLst>
                <a:ext uri="{FF2B5EF4-FFF2-40B4-BE49-F238E27FC236}">
                  <a16:creationId xmlns:a16="http://schemas.microsoft.com/office/drawing/2014/main" id="{C569498C-8A9D-531F-CA3B-E7B1D23C92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325" name="Oval 1443">
                <a:extLst>
                  <a:ext uri="{FF2B5EF4-FFF2-40B4-BE49-F238E27FC236}">
                    <a16:creationId xmlns:a16="http://schemas.microsoft.com/office/drawing/2014/main" id="{56CD0173-2CAF-C1BE-1C64-206269B026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6" name="Oval 1444">
                <a:extLst>
                  <a:ext uri="{FF2B5EF4-FFF2-40B4-BE49-F238E27FC236}">
                    <a16:creationId xmlns:a16="http://schemas.microsoft.com/office/drawing/2014/main" id="{32FFD42B-3FD6-3D6C-FB62-B22B81E678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7" name="Freeform 1445">
                <a:extLst>
                  <a:ext uri="{FF2B5EF4-FFF2-40B4-BE49-F238E27FC236}">
                    <a16:creationId xmlns:a16="http://schemas.microsoft.com/office/drawing/2014/main" id="{DD5EECB4-355C-0862-0315-AF0ABFD151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1446">
                <a:extLst>
                  <a:ext uri="{FF2B5EF4-FFF2-40B4-BE49-F238E27FC236}">
                    <a16:creationId xmlns:a16="http://schemas.microsoft.com/office/drawing/2014/main" id="{9EBE9E20-9B75-64EC-B904-62478F9455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1447">
                <a:extLst>
                  <a:ext uri="{FF2B5EF4-FFF2-40B4-BE49-F238E27FC236}">
                    <a16:creationId xmlns:a16="http://schemas.microsoft.com/office/drawing/2014/main" id="{6D481783-E9F1-8B4B-6234-B5C9CB4116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Oval 1448">
                <a:extLst>
                  <a:ext uri="{FF2B5EF4-FFF2-40B4-BE49-F238E27FC236}">
                    <a16:creationId xmlns:a16="http://schemas.microsoft.com/office/drawing/2014/main" id="{00029422-9B65-F0C8-52E2-F951732146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4" name="Group 1449">
              <a:extLst>
                <a:ext uri="{FF2B5EF4-FFF2-40B4-BE49-F238E27FC236}">
                  <a16:creationId xmlns:a16="http://schemas.microsoft.com/office/drawing/2014/main" id="{45F0D2C0-7FFD-ED1A-95D0-F3C12CAD7F4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319" name="Oval 1450">
                <a:extLst>
                  <a:ext uri="{FF2B5EF4-FFF2-40B4-BE49-F238E27FC236}">
                    <a16:creationId xmlns:a16="http://schemas.microsoft.com/office/drawing/2014/main" id="{7A1EB09A-A28A-2964-0CAF-7994330FB4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0" name="Oval 1451">
                <a:extLst>
                  <a:ext uri="{FF2B5EF4-FFF2-40B4-BE49-F238E27FC236}">
                    <a16:creationId xmlns:a16="http://schemas.microsoft.com/office/drawing/2014/main" id="{EB7DA122-B657-9289-63C4-6641F5ACA2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1" name="Freeform 1452">
                <a:extLst>
                  <a:ext uri="{FF2B5EF4-FFF2-40B4-BE49-F238E27FC236}">
                    <a16:creationId xmlns:a16="http://schemas.microsoft.com/office/drawing/2014/main" id="{11DFD8A7-DABA-E8EE-656C-41038938FD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1453">
                <a:extLst>
                  <a:ext uri="{FF2B5EF4-FFF2-40B4-BE49-F238E27FC236}">
                    <a16:creationId xmlns:a16="http://schemas.microsoft.com/office/drawing/2014/main" id="{D5E838B7-81F0-8428-7EE1-BF856E7FEC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1454">
                <a:extLst>
                  <a:ext uri="{FF2B5EF4-FFF2-40B4-BE49-F238E27FC236}">
                    <a16:creationId xmlns:a16="http://schemas.microsoft.com/office/drawing/2014/main" id="{F012D46E-D79E-DE8D-A497-87EA779E43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Oval 1455">
                <a:extLst>
                  <a:ext uri="{FF2B5EF4-FFF2-40B4-BE49-F238E27FC236}">
                    <a16:creationId xmlns:a16="http://schemas.microsoft.com/office/drawing/2014/main" id="{A8A3763C-0208-FD29-80C3-E25A738A78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5" name="Group 1456">
              <a:extLst>
                <a:ext uri="{FF2B5EF4-FFF2-40B4-BE49-F238E27FC236}">
                  <a16:creationId xmlns:a16="http://schemas.microsoft.com/office/drawing/2014/main" id="{FCF10CB7-B54B-206A-BBE1-EA92F2C2FA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313" name="Oval 1457">
                <a:extLst>
                  <a:ext uri="{FF2B5EF4-FFF2-40B4-BE49-F238E27FC236}">
                    <a16:creationId xmlns:a16="http://schemas.microsoft.com/office/drawing/2014/main" id="{656269B5-BEF0-477B-AEF9-78141997DF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4" name="Oval 1458">
                <a:extLst>
                  <a:ext uri="{FF2B5EF4-FFF2-40B4-BE49-F238E27FC236}">
                    <a16:creationId xmlns:a16="http://schemas.microsoft.com/office/drawing/2014/main" id="{5D9D1BA3-E55D-D5FB-6DE6-8BBA30E395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5" name="Freeform 1459">
                <a:extLst>
                  <a:ext uri="{FF2B5EF4-FFF2-40B4-BE49-F238E27FC236}">
                    <a16:creationId xmlns:a16="http://schemas.microsoft.com/office/drawing/2014/main" id="{A4593779-AAF9-5F57-71D6-ED8553AC83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1460">
                <a:extLst>
                  <a:ext uri="{FF2B5EF4-FFF2-40B4-BE49-F238E27FC236}">
                    <a16:creationId xmlns:a16="http://schemas.microsoft.com/office/drawing/2014/main" id="{BBC421EB-6E1B-D05D-4844-5394E346B7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1461">
                <a:extLst>
                  <a:ext uri="{FF2B5EF4-FFF2-40B4-BE49-F238E27FC236}">
                    <a16:creationId xmlns:a16="http://schemas.microsoft.com/office/drawing/2014/main" id="{A453B9C5-F7DA-D4F4-F746-132C47EBD1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Oval 1462">
                <a:extLst>
                  <a:ext uri="{FF2B5EF4-FFF2-40B4-BE49-F238E27FC236}">
                    <a16:creationId xmlns:a16="http://schemas.microsoft.com/office/drawing/2014/main" id="{46EE6C5B-EE3C-B5DE-D958-81F7CF0149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6" name="Group 1463">
              <a:extLst>
                <a:ext uri="{FF2B5EF4-FFF2-40B4-BE49-F238E27FC236}">
                  <a16:creationId xmlns:a16="http://schemas.microsoft.com/office/drawing/2014/main" id="{88E115C5-2F83-A9A6-0F9A-C2CE92D83F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307" name="Oval 1464">
                <a:extLst>
                  <a:ext uri="{FF2B5EF4-FFF2-40B4-BE49-F238E27FC236}">
                    <a16:creationId xmlns:a16="http://schemas.microsoft.com/office/drawing/2014/main" id="{E86CDEA0-D855-F50C-5556-53A851ADF2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8" name="Oval 1465">
                <a:extLst>
                  <a:ext uri="{FF2B5EF4-FFF2-40B4-BE49-F238E27FC236}">
                    <a16:creationId xmlns:a16="http://schemas.microsoft.com/office/drawing/2014/main" id="{DA3AD933-48A4-76AB-815E-4ACA018F9C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9" name="Freeform 1466">
                <a:extLst>
                  <a:ext uri="{FF2B5EF4-FFF2-40B4-BE49-F238E27FC236}">
                    <a16:creationId xmlns:a16="http://schemas.microsoft.com/office/drawing/2014/main" id="{25AC9C19-0799-FDC2-D91B-2FA05E50A1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1467">
                <a:extLst>
                  <a:ext uri="{FF2B5EF4-FFF2-40B4-BE49-F238E27FC236}">
                    <a16:creationId xmlns:a16="http://schemas.microsoft.com/office/drawing/2014/main" id="{A1D8EB29-823D-C01A-22C4-D2EA2798AA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1468">
                <a:extLst>
                  <a:ext uri="{FF2B5EF4-FFF2-40B4-BE49-F238E27FC236}">
                    <a16:creationId xmlns:a16="http://schemas.microsoft.com/office/drawing/2014/main" id="{14BCA960-C363-3C5C-4E1C-0CFF089A3E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Oval 1469">
                <a:extLst>
                  <a:ext uri="{FF2B5EF4-FFF2-40B4-BE49-F238E27FC236}">
                    <a16:creationId xmlns:a16="http://schemas.microsoft.com/office/drawing/2014/main" id="{9BE90AFC-E979-7965-81B2-30F1C02968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7" name="Group 1470">
              <a:extLst>
                <a:ext uri="{FF2B5EF4-FFF2-40B4-BE49-F238E27FC236}">
                  <a16:creationId xmlns:a16="http://schemas.microsoft.com/office/drawing/2014/main" id="{C2023CA1-F6C9-483F-C779-52838A22A6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301" name="Oval 1471">
                <a:extLst>
                  <a:ext uri="{FF2B5EF4-FFF2-40B4-BE49-F238E27FC236}">
                    <a16:creationId xmlns:a16="http://schemas.microsoft.com/office/drawing/2014/main" id="{96C7CB02-5930-5CBF-93EF-86EAB473E3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2" name="Oval 1472">
                <a:extLst>
                  <a:ext uri="{FF2B5EF4-FFF2-40B4-BE49-F238E27FC236}">
                    <a16:creationId xmlns:a16="http://schemas.microsoft.com/office/drawing/2014/main" id="{627E6B04-1D6C-F48A-FA82-C15056109E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3" name="Freeform 1473">
                <a:extLst>
                  <a:ext uri="{FF2B5EF4-FFF2-40B4-BE49-F238E27FC236}">
                    <a16:creationId xmlns:a16="http://schemas.microsoft.com/office/drawing/2014/main" id="{A637BA35-A287-4EA5-FEC2-000A5DE812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1474">
                <a:extLst>
                  <a:ext uri="{FF2B5EF4-FFF2-40B4-BE49-F238E27FC236}">
                    <a16:creationId xmlns:a16="http://schemas.microsoft.com/office/drawing/2014/main" id="{7BB32889-DC8C-A2A4-08A1-6F260B6196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1475">
                <a:extLst>
                  <a:ext uri="{FF2B5EF4-FFF2-40B4-BE49-F238E27FC236}">
                    <a16:creationId xmlns:a16="http://schemas.microsoft.com/office/drawing/2014/main" id="{4961877A-1023-B89C-B251-D28ACF5A8C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Oval 1476">
                <a:extLst>
                  <a:ext uri="{FF2B5EF4-FFF2-40B4-BE49-F238E27FC236}">
                    <a16:creationId xmlns:a16="http://schemas.microsoft.com/office/drawing/2014/main" id="{766D21D0-D5E8-54DF-B6E3-10E54836BF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8" name="Group 1477">
              <a:extLst>
                <a:ext uri="{FF2B5EF4-FFF2-40B4-BE49-F238E27FC236}">
                  <a16:creationId xmlns:a16="http://schemas.microsoft.com/office/drawing/2014/main" id="{2E54C5C1-CEAD-5D76-8C5F-514320342BD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95" name="Oval 1478">
                <a:extLst>
                  <a:ext uri="{FF2B5EF4-FFF2-40B4-BE49-F238E27FC236}">
                    <a16:creationId xmlns:a16="http://schemas.microsoft.com/office/drawing/2014/main" id="{F2096FA5-8DCD-D8A3-3899-19669B1B80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6" name="Oval 1479">
                <a:extLst>
                  <a:ext uri="{FF2B5EF4-FFF2-40B4-BE49-F238E27FC236}">
                    <a16:creationId xmlns:a16="http://schemas.microsoft.com/office/drawing/2014/main" id="{64DE3654-4CED-D5C7-F6CA-526FE74EE6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7" name="Freeform 1480">
                <a:extLst>
                  <a:ext uri="{FF2B5EF4-FFF2-40B4-BE49-F238E27FC236}">
                    <a16:creationId xmlns:a16="http://schemas.microsoft.com/office/drawing/2014/main" id="{77798AEF-BECD-E269-2CD3-AAFFD7EFB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1481">
                <a:extLst>
                  <a:ext uri="{FF2B5EF4-FFF2-40B4-BE49-F238E27FC236}">
                    <a16:creationId xmlns:a16="http://schemas.microsoft.com/office/drawing/2014/main" id="{A9B70E51-9207-9455-6CF0-81F24E686C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1482">
                <a:extLst>
                  <a:ext uri="{FF2B5EF4-FFF2-40B4-BE49-F238E27FC236}">
                    <a16:creationId xmlns:a16="http://schemas.microsoft.com/office/drawing/2014/main" id="{79FEF895-CFAB-630F-92D4-B90FD01E76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Oval 1483">
                <a:extLst>
                  <a:ext uri="{FF2B5EF4-FFF2-40B4-BE49-F238E27FC236}">
                    <a16:creationId xmlns:a16="http://schemas.microsoft.com/office/drawing/2014/main" id="{3FF2AA88-91A7-B67E-45DA-FFEBA0947D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9" name="Group 1484">
              <a:extLst>
                <a:ext uri="{FF2B5EF4-FFF2-40B4-BE49-F238E27FC236}">
                  <a16:creationId xmlns:a16="http://schemas.microsoft.com/office/drawing/2014/main" id="{3266874E-8804-2F0D-94C4-816CC75529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89" name="Oval 1485">
                <a:extLst>
                  <a:ext uri="{FF2B5EF4-FFF2-40B4-BE49-F238E27FC236}">
                    <a16:creationId xmlns:a16="http://schemas.microsoft.com/office/drawing/2014/main" id="{834CD203-8148-16FA-6DF4-A1A1D69D80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0" name="Oval 1486">
                <a:extLst>
                  <a:ext uri="{FF2B5EF4-FFF2-40B4-BE49-F238E27FC236}">
                    <a16:creationId xmlns:a16="http://schemas.microsoft.com/office/drawing/2014/main" id="{FAA56B5E-C778-B8CA-EA49-91CAB03D32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1" name="Freeform 1487">
                <a:extLst>
                  <a:ext uri="{FF2B5EF4-FFF2-40B4-BE49-F238E27FC236}">
                    <a16:creationId xmlns:a16="http://schemas.microsoft.com/office/drawing/2014/main" id="{1D5F4370-7349-AC8F-472B-A5A4B4EBE8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1488">
                <a:extLst>
                  <a:ext uri="{FF2B5EF4-FFF2-40B4-BE49-F238E27FC236}">
                    <a16:creationId xmlns:a16="http://schemas.microsoft.com/office/drawing/2014/main" id="{3F2BE298-CD73-EEBE-7D30-6B635661D8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1489">
                <a:extLst>
                  <a:ext uri="{FF2B5EF4-FFF2-40B4-BE49-F238E27FC236}">
                    <a16:creationId xmlns:a16="http://schemas.microsoft.com/office/drawing/2014/main" id="{92437B70-60DC-7F33-4063-B629020ABF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Oval 1490">
                <a:extLst>
                  <a:ext uri="{FF2B5EF4-FFF2-40B4-BE49-F238E27FC236}">
                    <a16:creationId xmlns:a16="http://schemas.microsoft.com/office/drawing/2014/main" id="{BF8C93CD-C58E-84FF-982F-6DEF3CD71C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0" name="Group 1491">
              <a:extLst>
                <a:ext uri="{FF2B5EF4-FFF2-40B4-BE49-F238E27FC236}">
                  <a16:creationId xmlns:a16="http://schemas.microsoft.com/office/drawing/2014/main" id="{8A371590-D053-1679-E19D-683D568DBD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83" name="Oval 1492">
                <a:extLst>
                  <a:ext uri="{FF2B5EF4-FFF2-40B4-BE49-F238E27FC236}">
                    <a16:creationId xmlns:a16="http://schemas.microsoft.com/office/drawing/2014/main" id="{A66CC583-9CD7-9DC6-6229-5E3E79EE32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4" name="Oval 1493">
                <a:extLst>
                  <a:ext uri="{FF2B5EF4-FFF2-40B4-BE49-F238E27FC236}">
                    <a16:creationId xmlns:a16="http://schemas.microsoft.com/office/drawing/2014/main" id="{CE4BF8AF-DE68-CC08-5D61-46C6292C9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5" name="Freeform 1494">
                <a:extLst>
                  <a:ext uri="{FF2B5EF4-FFF2-40B4-BE49-F238E27FC236}">
                    <a16:creationId xmlns:a16="http://schemas.microsoft.com/office/drawing/2014/main" id="{5BEBBD88-783D-60F1-77B5-1CE07810FC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1495">
                <a:extLst>
                  <a:ext uri="{FF2B5EF4-FFF2-40B4-BE49-F238E27FC236}">
                    <a16:creationId xmlns:a16="http://schemas.microsoft.com/office/drawing/2014/main" id="{74451D39-24F6-973D-9E26-8E4081FFB8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496">
                <a:extLst>
                  <a:ext uri="{FF2B5EF4-FFF2-40B4-BE49-F238E27FC236}">
                    <a16:creationId xmlns:a16="http://schemas.microsoft.com/office/drawing/2014/main" id="{E26B3296-2A3A-DE90-0202-A40AAD2D28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Oval 1497">
                <a:extLst>
                  <a:ext uri="{FF2B5EF4-FFF2-40B4-BE49-F238E27FC236}">
                    <a16:creationId xmlns:a16="http://schemas.microsoft.com/office/drawing/2014/main" id="{E215686F-ED8C-1DF6-6A01-CE1AEFC57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1" name="Group 1498">
              <a:extLst>
                <a:ext uri="{FF2B5EF4-FFF2-40B4-BE49-F238E27FC236}">
                  <a16:creationId xmlns:a16="http://schemas.microsoft.com/office/drawing/2014/main" id="{9F94BF84-088A-0A2C-E74D-DEA19F86A8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77" name="Oval 1499">
                <a:extLst>
                  <a:ext uri="{FF2B5EF4-FFF2-40B4-BE49-F238E27FC236}">
                    <a16:creationId xmlns:a16="http://schemas.microsoft.com/office/drawing/2014/main" id="{C7874A07-4408-8BEF-7584-2D21777895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8" name="Oval 1500">
                <a:extLst>
                  <a:ext uri="{FF2B5EF4-FFF2-40B4-BE49-F238E27FC236}">
                    <a16:creationId xmlns:a16="http://schemas.microsoft.com/office/drawing/2014/main" id="{55C6C3BF-2A5D-02E7-76E9-0F51D7A99B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9" name="Freeform 1501">
                <a:extLst>
                  <a:ext uri="{FF2B5EF4-FFF2-40B4-BE49-F238E27FC236}">
                    <a16:creationId xmlns:a16="http://schemas.microsoft.com/office/drawing/2014/main" id="{E6B8CFFB-D6B4-DB78-8F1F-DA194184A9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Freeform 1502">
                <a:extLst>
                  <a:ext uri="{FF2B5EF4-FFF2-40B4-BE49-F238E27FC236}">
                    <a16:creationId xmlns:a16="http://schemas.microsoft.com/office/drawing/2014/main" id="{58E03B8A-268F-FEF6-499D-286F393852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" name="Freeform 1503">
                <a:extLst>
                  <a:ext uri="{FF2B5EF4-FFF2-40B4-BE49-F238E27FC236}">
                    <a16:creationId xmlns:a16="http://schemas.microsoft.com/office/drawing/2014/main" id="{63F7E8F2-1D7F-A230-3C75-2372501D7D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Oval 1504">
                <a:extLst>
                  <a:ext uri="{FF2B5EF4-FFF2-40B4-BE49-F238E27FC236}">
                    <a16:creationId xmlns:a16="http://schemas.microsoft.com/office/drawing/2014/main" id="{A0936219-AAA7-7D4B-6494-F4AE919A8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2" name="Group 1505">
              <a:extLst>
                <a:ext uri="{FF2B5EF4-FFF2-40B4-BE49-F238E27FC236}">
                  <a16:creationId xmlns:a16="http://schemas.microsoft.com/office/drawing/2014/main" id="{5E09E1A3-EE31-8067-7EDB-13BE526057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71" name="Oval 1506">
                <a:extLst>
                  <a:ext uri="{FF2B5EF4-FFF2-40B4-BE49-F238E27FC236}">
                    <a16:creationId xmlns:a16="http://schemas.microsoft.com/office/drawing/2014/main" id="{0B28CAAA-80C3-9DE9-CB0D-CB64085698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2" name="Oval 1507">
                <a:extLst>
                  <a:ext uri="{FF2B5EF4-FFF2-40B4-BE49-F238E27FC236}">
                    <a16:creationId xmlns:a16="http://schemas.microsoft.com/office/drawing/2014/main" id="{71130E8E-A910-130E-2D1B-76C14403EC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3" name="Freeform 1508">
                <a:extLst>
                  <a:ext uri="{FF2B5EF4-FFF2-40B4-BE49-F238E27FC236}">
                    <a16:creationId xmlns:a16="http://schemas.microsoft.com/office/drawing/2014/main" id="{4DC37336-05B0-46F0-B68D-99D0878679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Freeform 1509">
                <a:extLst>
                  <a:ext uri="{FF2B5EF4-FFF2-40B4-BE49-F238E27FC236}">
                    <a16:creationId xmlns:a16="http://schemas.microsoft.com/office/drawing/2014/main" id="{C82CC937-CDF3-6E1F-674B-6F0C150CF7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" name="Freeform 1510">
                <a:extLst>
                  <a:ext uri="{FF2B5EF4-FFF2-40B4-BE49-F238E27FC236}">
                    <a16:creationId xmlns:a16="http://schemas.microsoft.com/office/drawing/2014/main" id="{D1DAEDA2-152C-3907-8266-6F0D99EF2C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Oval 1511">
                <a:extLst>
                  <a:ext uri="{FF2B5EF4-FFF2-40B4-BE49-F238E27FC236}">
                    <a16:creationId xmlns:a16="http://schemas.microsoft.com/office/drawing/2014/main" id="{E5158B26-004F-1693-F3B1-68CDAB05C1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3" name="Group 1512">
              <a:extLst>
                <a:ext uri="{FF2B5EF4-FFF2-40B4-BE49-F238E27FC236}">
                  <a16:creationId xmlns:a16="http://schemas.microsoft.com/office/drawing/2014/main" id="{C03A55C1-3EA2-458E-4BB5-519E8596DD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65" name="Oval 1513">
                <a:extLst>
                  <a:ext uri="{FF2B5EF4-FFF2-40B4-BE49-F238E27FC236}">
                    <a16:creationId xmlns:a16="http://schemas.microsoft.com/office/drawing/2014/main" id="{E5A8D21D-DFA0-E66F-141A-F10061558C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6" name="Oval 1514">
                <a:extLst>
                  <a:ext uri="{FF2B5EF4-FFF2-40B4-BE49-F238E27FC236}">
                    <a16:creationId xmlns:a16="http://schemas.microsoft.com/office/drawing/2014/main" id="{70140F5F-AF6A-DC92-F272-8B87AFEF11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7" name="Freeform 1515">
                <a:extLst>
                  <a:ext uri="{FF2B5EF4-FFF2-40B4-BE49-F238E27FC236}">
                    <a16:creationId xmlns:a16="http://schemas.microsoft.com/office/drawing/2014/main" id="{BBC12CDB-0ED7-4AD0-5DE1-C5BC56FA7D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Freeform 1516">
                <a:extLst>
                  <a:ext uri="{FF2B5EF4-FFF2-40B4-BE49-F238E27FC236}">
                    <a16:creationId xmlns:a16="http://schemas.microsoft.com/office/drawing/2014/main" id="{6F8354F3-1CD9-AFBA-3D4E-20CE68703A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" name="Freeform 1517">
                <a:extLst>
                  <a:ext uri="{FF2B5EF4-FFF2-40B4-BE49-F238E27FC236}">
                    <a16:creationId xmlns:a16="http://schemas.microsoft.com/office/drawing/2014/main" id="{7F2FC6F6-B836-D1DB-D632-8E9DA6F6E7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Oval 1518">
                <a:extLst>
                  <a:ext uri="{FF2B5EF4-FFF2-40B4-BE49-F238E27FC236}">
                    <a16:creationId xmlns:a16="http://schemas.microsoft.com/office/drawing/2014/main" id="{0EFCF6D8-CE5E-CFC0-A182-CBA0E7DAD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4" name="Group 1519">
              <a:extLst>
                <a:ext uri="{FF2B5EF4-FFF2-40B4-BE49-F238E27FC236}">
                  <a16:creationId xmlns:a16="http://schemas.microsoft.com/office/drawing/2014/main" id="{489CC87A-D079-53AF-3AC4-3B7C0DA4BB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59" name="Oval 1520">
                <a:extLst>
                  <a:ext uri="{FF2B5EF4-FFF2-40B4-BE49-F238E27FC236}">
                    <a16:creationId xmlns:a16="http://schemas.microsoft.com/office/drawing/2014/main" id="{9D1D799D-BC66-002B-97AC-B1FB4CF7BA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0" name="Oval 1521">
                <a:extLst>
                  <a:ext uri="{FF2B5EF4-FFF2-40B4-BE49-F238E27FC236}">
                    <a16:creationId xmlns:a16="http://schemas.microsoft.com/office/drawing/2014/main" id="{C7807A1E-13DD-BFEB-1788-125D1ED8FB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1" name="Freeform 1522">
                <a:extLst>
                  <a:ext uri="{FF2B5EF4-FFF2-40B4-BE49-F238E27FC236}">
                    <a16:creationId xmlns:a16="http://schemas.microsoft.com/office/drawing/2014/main" id="{A0414889-8952-FE90-68E3-C2751DFA81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Freeform 1523">
                <a:extLst>
                  <a:ext uri="{FF2B5EF4-FFF2-40B4-BE49-F238E27FC236}">
                    <a16:creationId xmlns:a16="http://schemas.microsoft.com/office/drawing/2014/main" id="{9141C125-6C3D-ABF1-3FBA-31515F2EFE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" name="Freeform 1524">
                <a:extLst>
                  <a:ext uri="{FF2B5EF4-FFF2-40B4-BE49-F238E27FC236}">
                    <a16:creationId xmlns:a16="http://schemas.microsoft.com/office/drawing/2014/main" id="{F7999FFB-C25A-025C-D7B8-111F6C0D3A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Oval 1525">
                <a:extLst>
                  <a:ext uri="{FF2B5EF4-FFF2-40B4-BE49-F238E27FC236}">
                    <a16:creationId xmlns:a16="http://schemas.microsoft.com/office/drawing/2014/main" id="{1EEB1A0A-8AE8-F758-01BB-7A172B632D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5" name="Group 1526">
              <a:extLst>
                <a:ext uri="{FF2B5EF4-FFF2-40B4-BE49-F238E27FC236}">
                  <a16:creationId xmlns:a16="http://schemas.microsoft.com/office/drawing/2014/main" id="{7A0E095C-E941-20BC-D68B-81A51D8C82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53" name="Oval 1527">
                <a:extLst>
                  <a:ext uri="{FF2B5EF4-FFF2-40B4-BE49-F238E27FC236}">
                    <a16:creationId xmlns:a16="http://schemas.microsoft.com/office/drawing/2014/main" id="{B1B6C339-369F-3096-3D57-B664F3790D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4" name="Oval 1528">
                <a:extLst>
                  <a:ext uri="{FF2B5EF4-FFF2-40B4-BE49-F238E27FC236}">
                    <a16:creationId xmlns:a16="http://schemas.microsoft.com/office/drawing/2014/main" id="{543FB6F5-19A0-0055-CAAC-6F04AF7F99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5" name="Freeform 1529">
                <a:extLst>
                  <a:ext uri="{FF2B5EF4-FFF2-40B4-BE49-F238E27FC236}">
                    <a16:creationId xmlns:a16="http://schemas.microsoft.com/office/drawing/2014/main" id="{F23D17DE-6659-398A-7D2A-308F02134A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Freeform 1530">
                <a:extLst>
                  <a:ext uri="{FF2B5EF4-FFF2-40B4-BE49-F238E27FC236}">
                    <a16:creationId xmlns:a16="http://schemas.microsoft.com/office/drawing/2014/main" id="{6908105A-59F7-707D-9B84-BE7E692033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" name="Freeform 1531">
                <a:extLst>
                  <a:ext uri="{FF2B5EF4-FFF2-40B4-BE49-F238E27FC236}">
                    <a16:creationId xmlns:a16="http://schemas.microsoft.com/office/drawing/2014/main" id="{A95A48C8-D94D-A06C-6728-43959B2B78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Oval 1532">
                <a:extLst>
                  <a:ext uri="{FF2B5EF4-FFF2-40B4-BE49-F238E27FC236}">
                    <a16:creationId xmlns:a16="http://schemas.microsoft.com/office/drawing/2014/main" id="{D92D7CEE-DAA2-ECD0-A3E3-7C0D501407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6" name="Group 1533">
              <a:extLst>
                <a:ext uri="{FF2B5EF4-FFF2-40B4-BE49-F238E27FC236}">
                  <a16:creationId xmlns:a16="http://schemas.microsoft.com/office/drawing/2014/main" id="{51C85B47-3508-843B-A8FB-010595C5C9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47" name="Oval 1534">
                <a:extLst>
                  <a:ext uri="{FF2B5EF4-FFF2-40B4-BE49-F238E27FC236}">
                    <a16:creationId xmlns:a16="http://schemas.microsoft.com/office/drawing/2014/main" id="{7D44B761-C509-7082-FA8A-2C746F21CF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8" name="Oval 1535">
                <a:extLst>
                  <a:ext uri="{FF2B5EF4-FFF2-40B4-BE49-F238E27FC236}">
                    <a16:creationId xmlns:a16="http://schemas.microsoft.com/office/drawing/2014/main" id="{4B7F85D9-374C-9304-02F0-D3B860CE41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9" name="Freeform 1536">
                <a:extLst>
                  <a:ext uri="{FF2B5EF4-FFF2-40B4-BE49-F238E27FC236}">
                    <a16:creationId xmlns:a16="http://schemas.microsoft.com/office/drawing/2014/main" id="{C60947DB-B5D2-EF5A-D288-BB4FB7F00C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Freeform 1537">
                <a:extLst>
                  <a:ext uri="{FF2B5EF4-FFF2-40B4-BE49-F238E27FC236}">
                    <a16:creationId xmlns:a16="http://schemas.microsoft.com/office/drawing/2014/main" id="{0D2E4236-DB79-DCBB-46CD-2B8D796A10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" name="Freeform 1538">
                <a:extLst>
                  <a:ext uri="{FF2B5EF4-FFF2-40B4-BE49-F238E27FC236}">
                    <a16:creationId xmlns:a16="http://schemas.microsoft.com/office/drawing/2014/main" id="{853E540F-E5E4-C2A3-F78D-15D6A2E86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Oval 1539">
                <a:extLst>
                  <a:ext uri="{FF2B5EF4-FFF2-40B4-BE49-F238E27FC236}">
                    <a16:creationId xmlns:a16="http://schemas.microsoft.com/office/drawing/2014/main" id="{5A6DF6C4-B79A-6B19-4662-2CD65856A4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7" name="Group 1540">
              <a:extLst>
                <a:ext uri="{FF2B5EF4-FFF2-40B4-BE49-F238E27FC236}">
                  <a16:creationId xmlns:a16="http://schemas.microsoft.com/office/drawing/2014/main" id="{7FFFE2DF-7050-68E4-C160-DAA9E34A77F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41" name="Oval 1541">
                <a:extLst>
                  <a:ext uri="{FF2B5EF4-FFF2-40B4-BE49-F238E27FC236}">
                    <a16:creationId xmlns:a16="http://schemas.microsoft.com/office/drawing/2014/main" id="{F972D347-541B-4FD9-CD88-6C5750F2ED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2" name="Oval 1542">
                <a:extLst>
                  <a:ext uri="{FF2B5EF4-FFF2-40B4-BE49-F238E27FC236}">
                    <a16:creationId xmlns:a16="http://schemas.microsoft.com/office/drawing/2014/main" id="{6856941B-270F-3DBC-AB7C-A78DC02100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3" name="Freeform 1543">
                <a:extLst>
                  <a:ext uri="{FF2B5EF4-FFF2-40B4-BE49-F238E27FC236}">
                    <a16:creationId xmlns:a16="http://schemas.microsoft.com/office/drawing/2014/main" id="{D95F2FB3-DB47-EC77-DE9D-32FD4F95F4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Freeform 1544">
                <a:extLst>
                  <a:ext uri="{FF2B5EF4-FFF2-40B4-BE49-F238E27FC236}">
                    <a16:creationId xmlns:a16="http://schemas.microsoft.com/office/drawing/2014/main" id="{72836610-A2B0-7080-70CB-8EB492C29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" name="Freeform 1545">
                <a:extLst>
                  <a:ext uri="{FF2B5EF4-FFF2-40B4-BE49-F238E27FC236}">
                    <a16:creationId xmlns:a16="http://schemas.microsoft.com/office/drawing/2014/main" id="{0C00DA4E-4D92-B14E-066B-CD4ECDF40D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Oval 1546">
                <a:extLst>
                  <a:ext uri="{FF2B5EF4-FFF2-40B4-BE49-F238E27FC236}">
                    <a16:creationId xmlns:a16="http://schemas.microsoft.com/office/drawing/2014/main" id="{FAB4E97C-3C0E-090B-8674-FAD0A243E5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8" name="Group 1547">
              <a:extLst>
                <a:ext uri="{FF2B5EF4-FFF2-40B4-BE49-F238E27FC236}">
                  <a16:creationId xmlns:a16="http://schemas.microsoft.com/office/drawing/2014/main" id="{BBDACB08-32EC-90F2-5BBB-132C80258C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35" name="Oval 1548">
                <a:extLst>
                  <a:ext uri="{FF2B5EF4-FFF2-40B4-BE49-F238E27FC236}">
                    <a16:creationId xmlns:a16="http://schemas.microsoft.com/office/drawing/2014/main" id="{E3830515-E045-BA14-1DD7-1A81FEA75B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6" name="Oval 1549">
                <a:extLst>
                  <a:ext uri="{FF2B5EF4-FFF2-40B4-BE49-F238E27FC236}">
                    <a16:creationId xmlns:a16="http://schemas.microsoft.com/office/drawing/2014/main" id="{EB710D04-3554-14C6-BEB9-6A8FFB5934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7" name="Freeform 1550">
                <a:extLst>
                  <a:ext uri="{FF2B5EF4-FFF2-40B4-BE49-F238E27FC236}">
                    <a16:creationId xmlns:a16="http://schemas.microsoft.com/office/drawing/2014/main" id="{CEA30ACE-C640-499F-8958-764AA8E2E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Freeform 1551">
                <a:extLst>
                  <a:ext uri="{FF2B5EF4-FFF2-40B4-BE49-F238E27FC236}">
                    <a16:creationId xmlns:a16="http://schemas.microsoft.com/office/drawing/2014/main" id="{D56F82CD-D5AA-CED3-0013-222420E5A0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" name="Freeform 1552">
                <a:extLst>
                  <a:ext uri="{FF2B5EF4-FFF2-40B4-BE49-F238E27FC236}">
                    <a16:creationId xmlns:a16="http://schemas.microsoft.com/office/drawing/2014/main" id="{8DCD2AC6-96C0-E52C-44DA-5F45EA5C61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Oval 1553">
                <a:extLst>
                  <a:ext uri="{FF2B5EF4-FFF2-40B4-BE49-F238E27FC236}">
                    <a16:creationId xmlns:a16="http://schemas.microsoft.com/office/drawing/2014/main" id="{FA49826F-A786-6656-3B55-555646ACFB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79" name="Group 1554">
              <a:extLst>
                <a:ext uri="{FF2B5EF4-FFF2-40B4-BE49-F238E27FC236}">
                  <a16:creationId xmlns:a16="http://schemas.microsoft.com/office/drawing/2014/main" id="{5C09E3CE-9321-990A-19F4-E0CEB0F952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29" name="Oval 1555">
                <a:extLst>
                  <a:ext uri="{FF2B5EF4-FFF2-40B4-BE49-F238E27FC236}">
                    <a16:creationId xmlns:a16="http://schemas.microsoft.com/office/drawing/2014/main" id="{508EB389-C76C-2A32-E3A6-060223B7F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0" name="Oval 1556">
                <a:extLst>
                  <a:ext uri="{FF2B5EF4-FFF2-40B4-BE49-F238E27FC236}">
                    <a16:creationId xmlns:a16="http://schemas.microsoft.com/office/drawing/2014/main" id="{A09DE670-9E29-E512-5036-EA34860E9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1" name="Freeform 1557">
                <a:extLst>
                  <a:ext uri="{FF2B5EF4-FFF2-40B4-BE49-F238E27FC236}">
                    <a16:creationId xmlns:a16="http://schemas.microsoft.com/office/drawing/2014/main" id="{A0BB579F-8CBF-26A1-BD6C-20D4B73B94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Freeform 1558">
                <a:extLst>
                  <a:ext uri="{FF2B5EF4-FFF2-40B4-BE49-F238E27FC236}">
                    <a16:creationId xmlns:a16="http://schemas.microsoft.com/office/drawing/2014/main" id="{089FA2DA-789A-5047-13E0-085F8FBEF8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" name="Freeform 1559">
                <a:extLst>
                  <a:ext uri="{FF2B5EF4-FFF2-40B4-BE49-F238E27FC236}">
                    <a16:creationId xmlns:a16="http://schemas.microsoft.com/office/drawing/2014/main" id="{43451FA1-601E-52B9-F76B-22169BEA74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Oval 1560">
                <a:extLst>
                  <a:ext uri="{FF2B5EF4-FFF2-40B4-BE49-F238E27FC236}">
                    <a16:creationId xmlns:a16="http://schemas.microsoft.com/office/drawing/2014/main" id="{895F245C-7406-04E2-E031-2C882287F2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0" name="Group 1561">
              <a:extLst>
                <a:ext uri="{FF2B5EF4-FFF2-40B4-BE49-F238E27FC236}">
                  <a16:creationId xmlns:a16="http://schemas.microsoft.com/office/drawing/2014/main" id="{0C62397E-8CBA-4F5A-E2EE-27582DE43E1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223" name="Oval 1562">
                <a:extLst>
                  <a:ext uri="{FF2B5EF4-FFF2-40B4-BE49-F238E27FC236}">
                    <a16:creationId xmlns:a16="http://schemas.microsoft.com/office/drawing/2014/main" id="{EDB73BEC-1FEB-54AF-14D7-47B879BE1B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4" name="Oval 1563">
                <a:extLst>
                  <a:ext uri="{FF2B5EF4-FFF2-40B4-BE49-F238E27FC236}">
                    <a16:creationId xmlns:a16="http://schemas.microsoft.com/office/drawing/2014/main" id="{F0A8D3E6-B59F-F466-2C6A-09DD2EC43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5" name="Freeform 1564">
                <a:extLst>
                  <a:ext uri="{FF2B5EF4-FFF2-40B4-BE49-F238E27FC236}">
                    <a16:creationId xmlns:a16="http://schemas.microsoft.com/office/drawing/2014/main" id="{3A66F982-148C-7803-5583-0857644515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Freeform 1565">
                <a:extLst>
                  <a:ext uri="{FF2B5EF4-FFF2-40B4-BE49-F238E27FC236}">
                    <a16:creationId xmlns:a16="http://schemas.microsoft.com/office/drawing/2014/main" id="{49CD5390-D9D5-2A50-A79C-BEC2DC80CF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7" name="Freeform 1566">
                <a:extLst>
                  <a:ext uri="{FF2B5EF4-FFF2-40B4-BE49-F238E27FC236}">
                    <a16:creationId xmlns:a16="http://schemas.microsoft.com/office/drawing/2014/main" id="{8FE18C42-8646-2DF7-E68F-6415ABBD1C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Oval 1567">
                <a:extLst>
                  <a:ext uri="{FF2B5EF4-FFF2-40B4-BE49-F238E27FC236}">
                    <a16:creationId xmlns:a16="http://schemas.microsoft.com/office/drawing/2014/main" id="{C75EEA8E-085A-D1E9-E0B7-341AC2BDCC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1" name="Group 1568">
              <a:extLst>
                <a:ext uri="{FF2B5EF4-FFF2-40B4-BE49-F238E27FC236}">
                  <a16:creationId xmlns:a16="http://schemas.microsoft.com/office/drawing/2014/main" id="{987A4B2F-C893-151F-2345-F3F60FE90B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217" name="Oval 1569">
                <a:extLst>
                  <a:ext uri="{FF2B5EF4-FFF2-40B4-BE49-F238E27FC236}">
                    <a16:creationId xmlns:a16="http://schemas.microsoft.com/office/drawing/2014/main" id="{8576DE02-519D-4E5D-4DD8-227A68F38A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8" name="Oval 1570">
                <a:extLst>
                  <a:ext uri="{FF2B5EF4-FFF2-40B4-BE49-F238E27FC236}">
                    <a16:creationId xmlns:a16="http://schemas.microsoft.com/office/drawing/2014/main" id="{AA8A36FF-E902-6B81-969B-4FFF0C28A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9" name="Freeform 1571">
                <a:extLst>
                  <a:ext uri="{FF2B5EF4-FFF2-40B4-BE49-F238E27FC236}">
                    <a16:creationId xmlns:a16="http://schemas.microsoft.com/office/drawing/2014/main" id="{4586793C-6485-B7AD-C60A-DEB4689A75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Freeform 1572">
                <a:extLst>
                  <a:ext uri="{FF2B5EF4-FFF2-40B4-BE49-F238E27FC236}">
                    <a16:creationId xmlns:a16="http://schemas.microsoft.com/office/drawing/2014/main" id="{06AC921D-E496-E078-8FC9-E585360B1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1" name="Freeform 1573">
                <a:extLst>
                  <a:ext uri="{FF2B5EF4-FFF2-40B4-BE49-F238E27FC236}">
                    <a16:creationId xmlns:a16="http://schemas.microsoft.com/office/drawing/2014/main" id="{667A87A2-801E-77DA-CC54-9184281373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Oval 1574">
                <a:extLst>
                  <a:ext uri="{FF2B5EF4-FFF2-40B4-BE49-F238E27FC236}">
                    <a16:creationId xmlns:a16="http://schemas.microsoft.com/office/drawing/2014/main" id="{ADD339F5-B9FD-3850-11D1-2007867441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2" name="Group 1575">
              <a:extLst>
                <a:ext uri="{FF2B5EF4-FFF2-40B4-BE49-F238E27FC236}">
                  <a16:creationId xmlns:a16="http://schemas.microsoft.com/office/drawing/2014/main" id="{474E505F-4304-069B-87CD-389CBE715B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211" name="Oval 1576">
                <a:extLst>
                  <a:ext uri="{FF2B5EF4-FFF2-40B4-BE49-F238E27FC236}">
                    <a16:creationId xmlns:a16="http://schemas.microsoft.com/office/drawing/2014/main" id="{6211B5A7-69FB-A93F-A4E8-301D94E3ED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2" name="Oval 1577">
                <a:extLst>
                  <a:ext uri="{FF2B5EF4-FFF2-40B4-BE49-F238E27FC236}">
                    <a16:creationId xmlns:a16="http://schemas.microsoft.com/office/drawing/2014/main" id="{5FA90DAA-1CFE-3F74-65C0-9855F55913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3" name="Freeform 1578">
                <a:extLst>
                  <a:ext uri="{FF2B5EF4-FFF2-40B4-BE49-F238E27FC236}">
                    <a16:creationId xmlns:a16="http://schemas.microsoft.com/office/drawing/2014/main" id="{520671D2-9F92-0F0C-E61B-80F23DEC35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Freeform 1579">
                <a:extLst>
                  <a:ext uri="{FF2B5EF4-FFF2-40B4-BE49-F238E27FC236}">
                    <a16:creationId xmlns:a16="http://schemas.microsoft.com/office/drawing/2014/main" id="{8ED23F26-25D3-AEBB-B684-3A5899C676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" name="Freeform 1580">
                <a:extLst>
                  <a:ext uri="{FF2B5EF4-FFF2-40B4-BE49-F238E27FC236}">
                    <a16:creationId xmlns:a16="http://schemas.microsoft.com/office/drawing/2014/main" id="{6C9D7358-C339-BEC0-1C22-CBA97FA858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Oval 1581">
                <a:extLst>
                  <a:ext uri="{FF2B5EF4-FFF2-40B4-BE49-F238E27FC236}">
                    <a16:creationId xmlns:a16="http://schemas.microsoft.com/office/drawing/2014/main" id="{9A47BD2B-4CF9-4C9F-485A-DEDD0905F8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3" name="Group 1582">
              <a:extLst>
                <a:ext uri="{FF2B5EF4-FFF2-40B4-BE49-F238E27FC236}">
                  <a16:creationId xmlns:a16="http://schemas.microsoft.com/office/drawing/2014/main" id="{4C0E21CE-5609-9623-9BF6-AB4BB6F216F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205" name="Oval 1583">
                <a:extLst>
                  <a:ext uri="{FF2B5EF4-FFF2-40B4-BE49-F238E27FC236}">
                    <a16:creationId xmlns:a16="http://schemas.microsoft.com/office/drawing/2014/main" id="{CC7556CE-AD20-8543-40C9-3757181C84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6" name="Oval 1584">
                <a:extLst>
                  <a:ext uri="{FF2B5EF4-FFF2-40B4-BE49-F238E27FC236}">
                    <a16:creationId xmlns:a16="http://schemas.microsoft.com/office/drawing/2014/main" id="{64AE6CC1-AE4D-3E6E-AFDD-70003C934B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7" name="Freeform 1585">
                <a:extLst>
                  <a:ext uri="{FF2B5EF4-FFF2-40B4-BE49-F238E27FC236}">
                    <a16:creationId xmlns:a16="http://schemas.microsoft.com/office/drawing/2014/main" id="{F404AA0B-A863-1A86-572F-2EF817F55C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Freeform 1586">
                <a:extLst>
                  <a:ext uri="{FF2B5EF4-FFF2-40B4-BE49-F238E27FC236}">
                    <a16:creationId xmlns:a16="http://schemas.microsoft.com/office/drawing/2014/main" id="{85602C76-EAE5-85DA-4185-4A3B36E76B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9" name="Freeform 1587">
                <a:extLst>
                  <a:ext uri="{FF2B5EF4-FFF2-40B4-BE49-F238E27FC236}">
                    <a16:creationId xmlns:a16="http://schemas.microsoft.com/office/drawing/2014/main" id="{9BC4373E-58CC-13BB-4E8D-6FE0555B9F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Oval 1588">
                <a:extLst>
                  <a:ext uri="{FF2B5EF4-FFF2-40B4-BE49-F238E27FC236}">
                    <a16:creationId xmlns:a16="http://schemas.microsoft.com/office/drawing/2014/main" id="{298C462F-0F9F-1D1C-4478-3292F29C9B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4" name="Group 1589">
              <a:extLst>
                <a:ext uri="{FF2B5EF4-FFF2-40B4-BE49-F238E27FC236}">
                  <a16:creationId xmlns:a16="http://schemas.microsoft.com/office/drawing/2014/main" id="{A5957513-94DE-D33A-CAD0-2618EB6AB0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99" name="Oval 1590">
                <a:extLst>
                  <a:ext uri="{FF2B5EF4-FFF2-40B4-BE49-F238E27FC236}">
                    <a16:creationId xmlns:a16="http://schemas.microsoft.com/office/drawing/2014/main" id="{6AE78309-91DF-B32A-1D1E-7E499470C1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0" name="Oval 1591">
                <a:extLst>
                  <a:ext uri="{FF2B5EF4-FFF2-40B4-BE49-F238E27FC236}">
                    <a16:creationId xmlns:a16="http://schemas.microsoft.com/office/drawing/2014/main" id="{D93F545A-546F-051B-0DBF-E9605BEA6B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1" name="Freeform 1592">
                <a:extLst>
                  <a:ext uri="{FF2B5EF4-FFF2-40B4-BE49-F238E27FC236}">
                    <a16:creationId xmlns:a16="http://schemas.microsoft.com/office/drawing/2014/main" id="{721AF4BC-E87F-20C3-D724-126053AF09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Freeform 1593">
                <a:extLst>
                  <a:ext uri="{FF2B5EF4-FFF2-40B4-BE49-F238E27FC236}">
                    <a16:creationId xmlns:a16="http://schemas.microsoft.com/office/drawing/2014/main" id="{C8063199-8599-FDEE-6C17-9FFBBC0095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3" name="Freeform 1594">
                <a:extLst>
                  <a:ext uri="{FF2B5EF4-FFF2-40B4-BE49-F238E27FC236}">
                    <a16:creationId xmlns:a16="http://schemas.microsoft.com/office/drawing/2014/main" id="{38775C92-35A7-FF88-5384-D03F0269F9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Oval 1595">
                <a:extLst>
                  <a:ext uri="{FF2B5EF4-FFF2-40B4-BE49-F238E27FC236}">
                    <a16:creationId xmlns:a16="http://schemas.microsoft.com/office/drawing/2014/main" id="{536741D1-1B96-2CF9-4933-7886AFAB5F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5" name="Group 1596">
              <a:extLst>
                <a:ext uri="{FF2B5EF4-FFF2-40B4-BE49-F238E27FC236}">
                  <a16:creationId xmlns:a16="http://schemas.microsoft.com/office/drawing/2014/main" id="{FED9C89C-F263-ECD0-AD2B-0820D189B20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93" name="Oval 1597">
                <a:extLst>
                  <a:ext uri="{FF2B5EF4-FFF2-40B4-BE49-F238E27FC236}">
                    <a16:creationId xmlns:a16="http://schemas.microsoft.com/office/drawing/2014/main" id="{BB8F61EA-0FA7-9AC5-7C4D-F9548144FD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4" name="Oval 1598">
                <a:extLst>
                  <a:ext uri="{FF2B5EF4-FFF2-40B4-BE49-F238E27FC236}">
                    <a16:creationId xmlns:a16="http://schemas.microsoft.com/office/drawing/2014/main" id="{9E8458A6-1711-78A8-802E-9A34C030F9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5" name="Freeform 1599">
                <a:extLst>
                  <a:ext uri="{FF2B5EF4-FFF2-40B4-BE49-F238E27FC236}">
                    <a16:creationId xmlns:a16="http://schemas.microsoft.com/office/drawing/2014/main" id="{0620CD30-5065-4208-A7F6-2C381B89C1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Freeform 1600">
                <a:extLst>
                  <a:ext uri="{FF2B5EF4-FFF2-40B4-BE49-F238E27FC236}">
                    <a16:creationId xmlns:a16="http://schemas.microsoft.com/office/drawing/2014/main" id="{A2892120-CD16-A092-E33B-8DF8EA0C28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7" name="Freeform 1601">
                <a:extLst>
                  <a:ext uri="{FF2B5EF4-FFF2-40B4-BE49-F238E27FC236}">
                    <a16:creationId xmlns:a16="http://schemas.microsoft.com/office/drawing/2014/main" id="{1BAB6D37-21ED-B542-A2E0-8EF0403229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Oval 1602">
                <a:extLst>
                  <a:ext uri="{FF2B5EF4-FFF2-40B4-BE49-F238E27FC236}">
                    <a16:creationId xmlns:a16="http://schemas.microsoft.com/office/drawing/2014/main" id="{21CB9336-E8C5-BC97-C470-B3170A0198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86" name="Group 1603">
              <a:extLst>
                <a:ext uri="{FF2B5EF4-FFF2-40B4-BE49-F238E27FC236}">
                  <a16:creationId xmlns:a16="http://schemas.microsoft.com/office/drawing/2014/main" id="{A9FF90E4-58C0-C5D3-E597-7A09C80517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87" name="Oval 1604">
                <a:extLst>
                  <a:ext uri="{FF2B5EF4-FFF2-40B4-BE49-F238E27FC236}">
                    <a16:creationId xmlns:a16="http://schemas.microsoft.com/office/drawing/2014/main" id="{A8420B78-FD0B-CAFE-F72B-CD6C2C205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8" name="Oval 1605">
                <a:extLst>
                  <a:ext uri="{FF2B5EF4-FFF2-40B4-BE49-F238E27FC236}">
                    <a16:creationId xmlns:a16="http://schemas.microsoft.com/office/drawing/2014/main" id="{B33C8A24-9C6A-A79C-1F41-69523264FE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9" name="Freeform 1606">
                <a:extLst>
                  <a:ext uri="{FF2B5EF4-FFF2-40B4-BE49-F238E27FC236}">
                    <a16:creationId xmlns:a16="http://schemas.microsoft.com/office/drawing/2014/main" id="{3C49E021-684D-B366-5366-C7F38F7D8A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Freeform 1607">
                <a:extLst>
                  <a:ext uri="{FF2B5EF4-FFF2-40B4-BE49-F238E27FC236}">
                    <a16:creationId xmlns:a16="http://schemas.microsoft.com/office/drawing/2014/main" id="{5947A9C8-DA69-CA88-B119-847E5CA83B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1" name="Freeform 1608">
                <a:extLst>
                  <a:ext uri="{FF2B5EF4-FFF2-40B4-BE49-F238E27FC236}">
                    <a16:creationId xmlns:a16="http://schemas.microsoft.com/office/drawing/2014/main" id="{2B963BBD-21B6-79D0-5983-390A930AB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Oval 1609">
                <a:extLst>
                  <a:ext uri="{FF2B5EF4-FFF2-40B4-BE49-F238E27FC236}">
                    <a16:creationId xmlns:a16="http://schemas.microsoft.com/office/drawing/2014/main" id="{EB0D3EB8-BD6A-D46E-BC40-97E347B9EF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79" name="Group 2318">
            <a:extLst>
              <a:ext uri="{FF2B5EF4-FFF2-40B4-BE49-F238E27FC236}">
                <a16:creationId xmlns:a16="http://schemas.microsoft.com/office/drawing/2014/main" id="{D251C7EF-8294-FEB1-5090-F08304D69180}"/>
              </a:ext>
            </a:extLst>
          </p:cNvPr>
          <p:cNvGrpSpPr>
            <a:grpSpLocks/>
          </p:cNvGrpSpPr>
          <p:nvPr/>
        </p:nvGrpSpPr>
        <p:grpSpPr bwMode="auto">
          <a:xfrm>
            <a:off x="3627437" y="367918"/>
            <a:ext cx="304800" cy="485894"/>
            <a:chOff x="3256" y="2988"/>
            <a:chExt cx="478" cy="762"/>
          </a:xfrm>
        </p:grpSpPr>
        <p:sp>
          <p:nvSpPr>
            <p:cNvPr id="1380" name="Freeform 2319">
              <a:extLst>
                <a:ext uri="{FF2B5EF4-FFF2-40B4-BE49-F238E27FC236}">
                  <a16:creationId xmlns:a16="http://schemas.microsoft.com/office/drawing/2014/main" id="{4E474E21-586C-325D-5E5A-24F11D7A4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" name="Freeform 2320">
              <a:extLst>
                <a:ext uri="{FF2B5EF4-FFF2-40B4-BE49-F238E27FC236}">
                  <a16:creationId xmlns:a16="http://schemas.microsoft.com/office/drawing/2014/main" id="{56BF975A-8003-7846-50B2-C7EDCCFDC0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2" y="3031"/>
              <a:ext cx="130" cy="692"/>
            </a:xfrm>
            <a:custGeom>
              <a:avLst/>
              <a:gdLst>
                <a:gd name="T0" fmla="*/ 473 w 67"/>
                <a:gd name="T1" fmla="*/ 449 h 333"/>
                <a:gd name="T2" fmla="*/ 343 w 67"/>
                <a:gd name="T3" fmla="*/ 0 h 333"/>
                <a:gd name="T4" fmla="*/ 425 w 67"/>
                <a:gd name="T5" fmla="*/ 465 h 333"/>
                <a:gd name="T6" fmla="*/ 380 w 67"/>
                <a:gd name="T7" fmla="*/ 1174 h 333"/>
                <a:gd name="T8" fmla="*/ 211 w 67"/>
                <a:gd name="T9" fmla="*/ 1482 h 333"/>
                <a:gd name="T10" fmla="*/ 241 w 67"/>
                <a:gd name="T11" fmla="*/ 1914 h 333"/>
                <a:gd name="T12" fmla="*/ 264 w 67"/>
                <a:gd name="T13" fmla="*/ 2022 h 333"/>
                <a:gd name="T14" fmla="*/ 101 w 67"/>
                <a:gd name="T15" fmla="*/ 2620 h 333"/>
                <a:gd name="T16" fmla="*/ 0 w 67"/>
                <a:gd name="T17" fmla="*/ 2988 h 333"/>
                <a:gd name="T18" fmla="*/ 177 w 67"/>
                <a:gd name="T19" fmla="*/ 2583 h 333"/>
                <a:gd name="T20" fmla="*/ 373 w 67"/>
                <a:gd name="T21" fmla="*/ 2007 h 333"/>
                <a:gd name="T22" fmla="*/ 357 w 67"/>
                <a:gd name="T23" fmla="*/ 1904 h 333"/>
                <a:gd name="T24" fmla="*/ 285 w 67"/>
                <a:gd name="T25" fmla="*/ 1554 h 333"/>
                <a:gd name="T26" fmla="*/ 425 w 67"/>
                <a:gd name="T27" fmla="*/ 1382 h 333"/>
                <a:gd name="T28" fmla="*/ 468 w 67"/>
                <a:gd name="T29" fmla="*/ 1266 h 333"/>
                <a:gd name="T30" fmla="*/ 473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65" y="50"/>
                  </a:moveTo>
                  <a:cubicBezTo>
                    <a:pt x="63" y="30"/>
                    <a:pt x="57" y="12"/>
                    <a:pt x="47" y="0"/>
                  </a:cubicBezTo>
                  <a:cubicBezTo>
                    <a:pt x="52" y="10"/>
                    <a:pt x="55" y="19"/>
                    <a:pt x="58" y="52"/>
                  </a:cubicBezTo>
                  <a:cubicBezTo>
                    <a:pt x="60" y="74"/>
                    <a:pt x="54" y="89"/>
                    <a:pt x="52" y="131"/>
                  </a:cubicBezTo>
                  <a:cubicBezTo>
                    <a:pt x="51" y="147"/>
                    <a:pt x="36" y="148"/>
                    <a:pt x="29" y="165"/>
                  </a:cubicBezTo>
                  <a:cubicBezTo>
                    <a:pt x="22" y="182"/>
                    <a:pt x="22" y="201"/>
                    <a:pt x="33" y="213"/>
                  </a:cubicBezTo>
                  <a:cubicBezTo>
                    <a:pt x="35" y="217"/>
                    <a:pt x="38" y="220"/>
                    <a:pt x="36" y="225"/>
                  </a:cubicBezTo>
                  <a:cubicBezTo>
                    <a:pt x="34" y="231"/>
                    <a:pt x="14" y="292"/>
                    <a:pt x="14" y="292"/>
                  </a:cubicBezTo>
                  <a:cubicBezTo>
                    <a:pt x="7" y="312"/>
                    <a:pt x="6" y="320"/>
                    <a:pt x="0" y="333"/>
                  </a:cubicBezTo>
                  <a:cubicBezTo>
                    <a:pt x="7" y="325"/>
                    <a:pt x="15" y="311"/>
                    <a:pt x="24" y="288"/>
                  </a:cubicBezTo>
                  <a:cubicBezTo>
                    <a:pt x="24" y="288"/>
                    <a:pt x="49" y="229"/>
                    <a:pt x="51" y="224"/>
                  </a:cubicBezTo>
                  <a:cubicBezTo>
                    <a:pt x="53" y="218"/>
                    <a:pt x="53" y="215"/>
                    <a:pt x="49" y="212"/>
                  </a:cubicBezTo>
                  <a:cubicBezTo>
                    <a:pt x="38" y="203"/>
                    <a:pt x="34" y="187"/>
                    <a:pt x="39" y="173"/>
                  </a:cubicBezTo>
                  <a:cubicBezTo>
                    <a:pt x="43" y="165"/>
                    <a:pt x="50" y="157"/>
                    <a:pt x="58" y="154"/>
                  </a:cubicBezTo>
                  <a:cubicBezTo>
                    <a:pt x="63" y="152"/>
                    <a:pt x="63" y="147"/>
                    <a:pt x="64" y="141"/>
                  </a:cubicBezTo>
                  <a:cubicBezTo>
                    <a:pt x="66" y="99"/>
                    <a:pt x="67" y="72"/>
                    <a:pt x="65" y="50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" name="Freeform 2321">
              <a:extLst>
                <a:ext uri="{FF2B5EF4-FFF2-40B4-BE49-F238E27FC236}">
                  <a16:creationId xmlns:a16="http://schemas.microsoft.com/office/drawing/2014/main" id="{6B1EAA5D-9366-C00E-A78A-214CA805B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3008"/>
              <a:ext cx="168" cy="722"/>
            </a:xfrm>
            <a:custGeom>
              <a:avLst/>
              <a:gdLst>
                <a:gd name="T0" fmla="*/ 268 w 86"/>
                <a:gd name="T1" fmla="*/ 3117 h 347"/>
                <a:gd name="T2" fmla="*/ 156 w 86"/>
                <a:gd name="T3" fmla="*/ 2468 h 347"/>
                <a:gd name="T4" fmla="*/ 352 w 86"/>
                <a:gd name="T5" fmla="*/ 874 h 347"/>
                <a:gd name="T6" fmla="*/ 553 w 86"/>
                <a:gd name="T7" fmla="*/ 44 h 347"/>
                <a:gd name="T8" fmla="*/ 641 w 86"/>
                <a:gd name="T9" fmla="*/ 52 h 347"/>
                <a:gd name="T10" fmla="*/ 447 w 86"/>
                <a:gd name="T11" fmla="*/ 25 h 347"/>
                <a:gd name="T12" fmla="*/ 225 w 86"/>
                <a:gd name="T13" fmla="*/ 849 h 347"/>
                <a:gd name="T14" fmla="*/ 104 w 86"/>
                <a:gd name="T15" fmla="*/ 2432 h 347"/>
                <a:gd name="T16" fmla="*/ 164 w 86"/>
                <a:gd name="T17" fmla="*/ 3100 h 347"/>
                <a:gd name="T18" fmla="*/ 268 w 86"/>
                <a:gd name="T19" fmla="*/ 3117 h 347"/>
                <a:gd name="T20" fmla="*/ 268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36" y="346"/>
                  </a:moveTo>
                  <a:cubicBezTo>
                    <a:pt x="9" y="338"/>
                    <a:pt x="7" y="322"/>
                    <a:pt x="21" y="274"/>
                  </a:cubicBezTo>
                  <a:cubicBezTo>
                    <a:pt x="35" y="227"/>
                    <a:pt x="55" y="140"/>
                    <a:pt x="47" y="97"/>
                  </a:cubicBezTo>
                  <a:cubicBezTo>
                    <a:pt x="38" y="54"/>
                    <a:pt x="40" y="14"/>
                    <a:pt x="74" y="5"/>
                  </a:cubicBezTo>
                  <a:cubicBezTo>
                    <a:pt x="77" y="5"/>
                    <a:pt x="82" y="5"/>
                    <a:pt x="86" y="6"/>
                  </a:cubicBezTo>
                  <a:cubicBezTo>
                    <a:pt x="79" y="3"/>
                    <a:pt x="70" y="0"/>
                    <a:pt x="60" y="3"/>
                  </a:cubicBezTo>
                  <a:cubicBezTo>
                    <a:pt x="26" y="11"/>
                    <a:pt x="22" y="51"/>
                    <a:pt x="30" y="94"/>
                  </a:cubicBezTo>
                  <a:cubicBezTo>
                    <a:pt x="38" y="137"/>
                    <a:pt x="28" y="222"/>
                    <a:pt x="14" y="270"/>
                  </a:cubicBezTo>
                  <a:cubicBezTo>
                    <a:pt x="0" y="317"/>
                    <a:pt x="0" y="335"/>
                    <a:pt x="22" y="344"/>
                  </a:cubicBezTo>
                  <a:cubicBezTo>
                    <a:pt x="28" y="347"/>
                    <a:pt x="31" y="347"/>
                    <a:pt x="36" y="346"/>
                  </a:cubicBezTo>
                  <a:cubicBezTo>
                    <a:pt x="36" y="346"/>
                    <a:pt x="36" y="346"/>
                    <a:pt x="36" y="34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" name="Freeform 2322">
              <a:extLst>
                <a:ext uri="{FF2B5EF4-FFF2-40B4-BE49-F238E27FC236}">
                  <a16:creationId xmlns:a16="http://schemas.microsoft.com/office/drawing/2014/main" id="{223E504C-2C87-C5E4-78E8-CE84904A7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015"/>
              <a:ext cx="90" cy="555"/>
            </a:xfrm>
            <a:custGeom>
              <a:avLst/>
              <a:gdLst>
                <a:gd name="T0" fmla="*/ 0 w 46"/>
                <a:gd name="T1" fmla="*/ 2399 h 267"/>
                <a:gd name="T2" fmla="*/ 119 w 46"/>
                <a:gd name="T3" fmla="*/ 817 h 267"/>
                <a:gd name="T4" fmla="*/ 344 w 46"/>
                <a:gd name="T5" fmla="*/ 0 h 267"/>
                <a:gd name="T6" fmla="*/ 133 w 46"/>
                <a:gd name="T7" fmla="*/ 574 h 267"/>
                <a:gd name="T8" fmla="*/ 0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0" y="267"/>
                  </a:moveTo>
                  <a:cubicBezTo>
                    <a:pt x="14" y="219"/>
                    <a:pt x="24" y="134"/>
                    <a:pt x="16" y="91"/>
                  </a:cubicBezTo>
                  <a:cubicBezTo>
                    <a:pt x="8" y="48"/>
                    <a:pt x="12" y="8"/>
                    <a:pt x="46" y="0"/>
                  </a:cubicBezTo>
                  <a:cubicBezTo>
                    <a:pt x="33" y="6"/>
                    <a:pt x="16" y="32"/>
                    <a:pt x="18" y="64"/>
                  </a:cubicBezTo>
                  <a:cubicBezTo>
                    <a:pt x="20" y="96"/>
                    <a:pt x="33" y="155"/>
                    <a:pt x="0" y="26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" name="Freeform 2323">
              <a:extLst>
                <a:ext uri="{FF2B5EF4-FFF2-40B4-BE49-F238E27FC236}">
                  <a16:creationId xmlns:a16="http://schemas.microsoft.com/office/drawing/2014/main" id="{1CE362DF-822B-299F-5C0F-FFBAB40C6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5" name="Freeform 2324">
              <a:extLst>
                <a:ext uri="{FF2B5EF4-FFF2-40B4-BE49-F238E27FC236}">
                  <a16:creationId xmlns:a16="http://schemas.microsoft.com/office/drawing/2014/main" id="{7533CC17-9DBC-62E2-4345-91CAC6C6B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" name="Freeform 2325">
              <a:extLst>
                <a:ext uri="{FF2B5EF4-FFF2-40B4-BE49-F238E27FC236}">
                  <a16:creationId xmlns:a16="http://schemas.microsoft.com/office/drawing/2014/main" id="{5486389C-1E97-EFE4-12B1-219876796A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3029"/>
              <a:ext cx="1" cy="632"/>
            </a:xfrm>
            <a:custGeom>
              <a:avLst/>
              <a:gdLst>
                <a:gd name="T0" fmla="*/ 0 w 1"/>
                <a:gd name="T1" fmla="*/ 632 h 632"/>
                <a:gd name="T2" fmla="*/ 0 w 1"/>
                <a:gd name="T3" fmla="*/ 0 h 632"/>
                <a:gd name="T4" fmla="*/ 0 w 1"/>
                <a:gd name="T5" fmla="*/ 632 h 6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32">
                  <a:moveTo>
                    <a:pt x="0" y="632"/>
                  </a:moveTo>
                  <a:lnTo>
                    <a:pt x="0" y="0"/>
                  </a:lnTo>
                  <a:lnTo>
                    <a:pt x="0" y="632"/>
                  </a:ln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" name="Line 2326">
              <a:extLst>
                <a:ext uri="{FF2B5EF4-FFF2-40B4-BE49-F238E27FC236}">
                  <a16:creationId xmlns:a16="http://schemas.microsoft.com/office/drawing/2014/main" id="{C8AF4D03-04DF-350C-2F2D-A3AE50330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" name="Freeform 2327">
              <a:extLst>
                <a:ext uri="{FF2B5EF4-FFF2-40B4-BE49-F238E27FC236}">
                  <a16:creationId xmlns:a16="http://schemas.microsoft.com/office/drawing/2014/main" id="{9A0A2004-23AD-87E5-8BC3-1155CDFBE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4" y="3335"/>
              <a:ext cx="64" cy="212"/>
            </a:xfrm>
            <a:custGeom>
              <a:avLst/>
              <a:gdLst>
                <a:gd name="T0" fmla="*/ 155 w 33"/>
                <a:gd name="T1" fmla="*/ 648 h 102"/>
                <a:gd name="T2" fmla="*/ 140 w 33"/>
                <a:gd name="T3" fmla="*/ 609 h 102"/>
                <a:gd name="T4" fmla="*/ 37 w 33"/>
                <a:gd name="T5" fmla="*/ 341 h 102"/>
                <a:gd name="T6" fmla="*/ 109 w 33"/>
                <a:gd name="T7" fmla="*/ 133 h 102"/>
                <a:gd name="T8" fmla="*/ 225 w 33"/>
                <a:gd name="T9" fmla="*/ 0 h 102"/>
                <a:gd name="T10" fmla="*/ 72 w 33"/>
                <a:gd name="T11" fmla="*/ 133 h 102"/>
                <a:gd name="T12" fmla="*/ 0 w 33"/>
                <a:gd name="T13" fmla="*/ 349 h 102"/>
                <a:gd name="T14" fmla="*/ 109 w 33"/>
                <a:gd name="T15" fmla="*/ 626 h 102"/>
                <a:gd name="T16" fmla="*/ 116 w 33"/>
                <a:gd name="T17" fmla="*/ 700 h 102"/>
                <a:gd name="T18" fmla="*/ 72 w 33"/>
                <a:gd name="T19" fmla="*/ 917 h 102"/>
                <a:gd name="T20" fmla="*/ 155 w 33"/>
                <a:gd name="T21" fmla="*/ 648 h 10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102">
                  <a:moveTo>
                    <a:pt x="21" y="72"/>
                  </a:moveTo>
                  <a:cubicBezTo>
                    <a:pt x="22" y="70"/>
                    <a:pt x="20" y="68"/>
                    <a:pt x="19" y="68"/>
                  </a:cubicBezTo>
                  <a:cubicBezTo>
                    <a:pt x="11" y="61"/>
                    <a:pt x="5" y="49"/>
                    <a:pt x="5" y="38"/>
                  </a:cubicBezTo>
                  <a:cubicBezTo>
                    <a:pt x="5" y="29"/>
                    <a:pt x="9" y="21"/>
                    <a:pt x="15" y="15"/>
                  </a:cubicBezTo>
                  <a:cubicBezTo>
                    <a:pt x="20" y="11"/>
                    <a:pt x="33" y="5"/>
                    <a:pt x="31" y="0"/>
                  </a:cubicBezTo>
                  <a:cubicBezTo>
                    <a:pt x="31" y="3"/>
                    <a:pt x="17" y="8"/>
                    <a:pt x="10" y="15"/>
                  </a:cubicBezTo>
                  <a:cubicBezTo>
                    <a:pt x="4" y="21"/>
                    <a:pt x="0" y="28"/>
                    <a:pt x="0" y="39"/>
                  </a:cubicBezTo>
                  <a:cubicBezTo>
                    <a:pt x="0" y="49"/>
                    <a:pt x="6" y="63"/>
                    <a:pt x="15" y="70"/>
                  </a:cubicBezTo>
                  <a:cubicBezTo>
                    <a:pt x="16" y="71"/>
                    <a:pt x="17" y="74"/>
                    <a:pt x="16" y="78"/>
                  </a:cubicBezTo>
                  <a:cubicBezTo>
                    <a:pt x="15" y="83"/>
                    <a:pt x="13" y="91"/>
                    <a:pt x="10" y="102"/>
                  </a:cubicBezTo>
                  <a:cubicBezTo>
                    <a:pt x="14" y="93"/>
                    <a:pt x="20" y="79"/>
                    <a:pt x="21" y="72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" name="Freeform 2328">
              <a:extLst>
                <a:ext uri="{FF2B5EF4-FFF2-40B4-BE49-F238E27FC236}">
                  <a16:creationId xmlns:a16="http://schemas.microsoft.com/office/drawing/2014/main" id="{653D43DC-604D-2FA2-1E19-26F71A711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3031"/>
              <a:ext cx="130" cy="692"/>
            </a:xfrm>
            <a:custGeom>
              <a:avLst/>
              <a:gdLst>
                <a:gd name="T0" fmla="*/ 16 w 67"/>
                <a:gd name="T1" fmla="*/ 449 h 333"/>
                <a:gd name="T2" fmla="*/ 147 w 67"/>
                <a:gd name="T3" fmla="*/ 0 h 333"/>
                <a:gd name="T4" fmla="*/ 64 w 67"/>
                <a:gd name="T5" fmla="*/ 465 h 333"/>
                <a:gd name="T6" fmla="*/ 109 w 67"/>
                <a:gd name="T7" fmla="*/ 1174 h 333"/>
                <a:gd name="T8" fmla="*/ 279 w 67"/>
                <a:gd name="T9" fmla="*/ 1482 h 333"/>
                <a:gd name="T10" fmla="*/ 248 w 67"/>
                <a:gd name="T11" fmla="*/ 1914 h 333"/>
                <a:gd name="T12" fmla="*/ 225 w 67"/>
                <a:gd name="T13" fmla="*/ 2022 h 333"/>
                <a:gd name="T14" fmla="*/ 388 w 67"/>
                <a:gd name="T15" fmla="*/ 2620 h 333"/>
                <a:gd name="T16" fmla="*/ 489 w 67"/>
                <a:gd name="T17" fmla="*/ 2988 h 333"/>
                <a:gd name="T18" fmla="*/ 312 w 67"/>
                <a:gd name="T19" fmla="*/ 2583 h 333"/>
                <a:gd name="T20" fmla="*/ 116 w 67"/>
                <a:gd name="T21" fmla="*/ 2007 h 333"/>
                <a:gd name="T22" fmla="*/ 132 w 67"/>
                <a:gd name="T23" fmla="*/ 1904 h 333"/>
                <a:gd name="T24" fmla="*/ 204 w 67"/>
                <a:gd name="T25" fmla="*/ 1554 h 333"/>
                <a:gd name="T26" fmla="*/ 64 w 67"/>
                <a:gd name="T27" fmla="*/ 1382 h 333"/>
                <a:gd name="T28" fmla="*/ 23 w 67"/>
                <a:gd name="T29" fmla="*/ 1266 h 333"/>
                <a:gd name="T30" fmla="*/ 16 w 67"/>
                <a:gd name="T31" fmla="*/ 449 h 33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7" h="333">
                  <a:moveTo>
                    <a:pt x="2" y="50"/>
                  </a:moveTo>
                  <a:cubicBezTo>
                    <a:pt x="5" y="30"/>
                    <a:pt x="10" y="12"/>
                    <a:pt x="20" y="0"/>
                  </a:cubicBezTo>
                  <a:cubicBezTo>
                    <a:pt x="15" y="10"/>
                    <a:pt x="12" y="19"/>
                    <a:pt x="9" y="52"/>
                  </a:cubicBezTo>
                  <a:cubicBezTo>
                    <a:pt x="7" y="74"/>
                    <a:pt x="13" y="89"/>
                    <a:pt x="15" y="131"/>
                  </a:cubicBezTo>
                  <a:cubicBezTo>
                    <a:pt x="16" y="147"/>
                    <a:pt x="31" y="148"/>
                    <a:pt x="38" y="165"/>
                  </a:cubicBezTo>
                  <a:cubicBezTo>
                    <a:pt x="45" y="182"/>
                    <a:pt x="45" y="201"/>
                    <a:pt x="34" y="213"/>
                  </a:cubicBezTo>
                  <a:cubicBezTo>
                    <a:pt x="32" y="217"/>
                    <a:pt x="29" y="220"/>
                    <a:pt x="31" y="225"/>
                  </a:cubicBezTo>
                  <a:cubicBezTo>
                    <a:pt x="33" y="231"/>
                    <a:pt x="53" y="292"/>
                    <a:pt x="53" y="292"/>
                  </a:cubicBezTo>
                  <a:cubicBezTo>
                    <a:pt x="60" y="312"/>
                    <a:pt x="61" y="320"/>
                    <a:pt x="67" y="333"/>
                  </a:cubicBezTo>
                  <a:cubicBezTo>
                    <a:pt x="60" y="325"/>
                    <a:pt x="52" y="311"/>
                    <a:pt x="43" y="288"/>
                  </a:cubicBezTo>
                  <a:cubicBezTo>
                    <a:pt x="43" y="288"/>
                    <a:pt x="18" y="229"/>
                    <a:pt x="16" y="224"/>
                  </a:cubicBezTo>
                  <a:cubicBezTo>
                    <a:pt x="14" y="218"/>
                    <a:pt x="14" y="215"/>
                    <a:pt x="18" y="212"/>
                  </a:cubicBezTo>
                  <a:cubicBezTo>
                    <a:pt x="29" y="203"/>
                    <a:pt x="33" y="187"/>
                    <a:pt x="28" y="173"/>
                  </a:cubicBezTo>
                  <a:cubicBezTo>
                    <a:pt x="24" y="165"/>
                    <a:pt x="17" y="157"/>
                    <a:pt x="9" y="154"/>
                  </a:cubicBezTo>
                  <a:cubicBezTo>
                    <a:pt x="4" y="152"/>
                    <a:pt x="4" y="147"/>
                    <a:pt x="3" y="141"/>
                  </a:cubicBezTo>
                  <a:cubicBezTo>
                    <a:pt x="1" y="99"/>
                    <a:pt x="0" y="72"/>
                    <a:pt x="2" y="50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0" name="Freeform 2329">
              <a:extLst>
                <a:ext uri="{FF2B5EF4-FFF2-40B4-BE49-F238E27FC236}">
                  <a16:creationId xmlns:a16="http://schemas.microsoft.com/office/drawing/2014/main" id="{B5BD9A9E-F1C6-20E8-79A8-E31EB0485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4" y="3008"/>
              <a:ext cx="168" cy="722"/>
            </a:xfrm>
            <a:custGeom>
              <a:avLst/>
              <a:gdLst>
                <a:gd name="T0" fmla="*/ 373 w 86"/>
                <a:gd name="T1" fmla="*/ 3117 h 347"/>
                <a:gd name="T2" fmla="*/ 484 w 86"/>
                <a:gd name="T3" fmla="*/ 2468 h 347"/>
                <a:gd name="T4" fmla="*/ 289 w 86"/>
                <a:gd name="T5" fmla="*/ 874 h 347"/>
                <a:gd name="T6" fmla="*/ 88 w 86"/>
                <a:gd name="T7" fmla="*/ 44 h 347"/>
                <a:gd name="T8" fmla="*/ 0 w 86"/>
                <a:gd name="T9" fmla="*/ 52 h 347"/>
                <a:gd name="T10" fmla="*/ 195 w 86"/>
                <a:gd name="T11" fmla="*/ 25 h 347"/>
                <a:gd name="T12" fmla="*/ 416 w 86"/>
                <a:gd name="T13" fmla="*/ 849 h 347"/>
                <a:gd name="T14" fmla="*/ 537 w 86"/>
                <a:gd name="T15" fmla="*/ 2432 h 347"/>
                <a:gd name="T16" fmla="*/ 477 w 86"/>
                <a:gd name="T17" fmla="*/ 3100 h 347"/>
                <a:gd name="T18" fmla="*/ 373 w 86"/>
                <a:gd name="T19" fmla="*/ 3117 h 347"/>
                <a:gd name="T20" fmla="*/ 373 w 86"/>
                <a:gd name="T21" fmla="*/ 3117 h 3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6" h="347">
                  <a:moveTo>
                    <a:pt x="50" y="346"/>
                  </a:moveTo>
                  <a:cubicBezTo>
                    <a:pt x="77" y="338"/>
                    <a:pt x="79" y="322"/>
                    <a:pt x="65" y="274"/>
                  </a:cubicBezTo>
                  <a:cubicBezTo>
                    <a:pt x="51" y="227"/>
                    <a:pt x="31" y="140"/>
                    <a:pt x="39" y="97"/>
                  </a:cubicBezTo>
                  <a:cubicBezTo>
                    <a:pt x="48" y="54"/>
                    <a:pt x="46" y="14"/>
                    <a:pt x="12" y="5"/>
                  </a:cubicBezTo>
                  <a:cubicBezTo>
                    <a:pt x="9" y="5"/>
                    <a:pt x="4" y="5"/>
                    <a:pt x="0" y="6"/>
                  </a:cubicBezTo>
                  <a:cubicBezTo>
                    <a:pt x="7" y="3"/>
                    <a:pt x="16" y="0"/>
                    <a:pt x="26" y="3"/>
                  </a:cubicBezTo>
                  <a:cubicBezTo>
                    <a:pt x="60" y="11"/>
                    <a:pt x="64" y="51"/>
                    <a:pt x="56" y="94"/>
                  </a:cubicBezTo>
                  <a:cubicBezTo>
                    <a:pt x="48" y="137"/>
                    <a:pt x="58" y="222"/>
                    <a:pt x="72" y="270"/>
                  </a:cubicBezTo>
                  <a:cubicBezTo>
                    <a:pt x="86" y="317"/>
                    <a:pt x="86" y="335"/>
                    <a:pt x="64" y="344"/>
                  </a:cubicBezTo>
                  <a:cubicBezTo>
                    <a:pt x="58" y="347"/>
                    <a:pt x="55" y="347"/>
                    <a:pt x="50" y="346"/>
                  </a:cubicBezTo>
                  <a:cubicBezTo>
                    <a:pt x="50" y="346"/>
                    <a:pt x="50" y="346"/>
                    <a:pt x="50" y="34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" name="Freeform 2330">
              <a:extLst>
                <a:ext uri="{FF2B5EF4-FFF2-40B4-BE49-F238E27FC236}">
                  <a16:creationId xmlns:a16="http://schemas.microsoft.com/office/drawing/2014/main" id="{8F912999-3647-E0C1-9DD2-EB47CAE81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3015"/>
              <a:ext cx="90" cy="555"/>
            </a:xfrm>
            <a:custGeom>
              <a:avLst/>
              <a:gdLst>
                <a:gd name="T0" fmla="*/ 344 w 46"/>
                <a:gd name="T1" fmla="*/ 2399 h 267"/>
                <a:gd name="T2" fmla="*/ 225 w 46"/>
                <a:gd name="T3" fmla="*/ 817 h 267"/>
                <a:gd name="T4" fmla="*/ 0 w 46"/>
                <a:gd name="T5" fmla="*/ 0 h 267"/>
                <a:gd name="T6" fmla="*/ 211 w 46"/>
                <a:gd name="T7" fmla="*/ 574 h 267"/>
                <a:gd name="T8" fmla="*/ 344 w 46"/>
                <a:gd name="T9" fmla="*/ 2399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67">
                  <a:moveTo>
                    <a:pt x="46" y="267"/>
                  </a:moveTo>
                  <a:cubicBezTo>
                    <a:pt x="32" y="219"/>
                    <a:pt x="22" y="134"/>
                    <a:pt x="30" y="91"/>
                  </a:cubicBezTo>
                  <a:cubicBezTo>
                    <a:pt x="38" y="48"/>
                    <a:pt x="34" y="8"/>
                    <a:pt x="0" y="0"/>
                  </a:cubicBezTo>
                  <a:cubicBezTo>
                    <a:pt x="13" y="6"/>
                    <a:pt x="30" y="32"/>
                    <a:pt x="28" y="64"/>
                  </a:cubicBezTo>
                  <a:cubicBezTo>
                    <a:pt x="26" y="96"/>
                    <a:pt x="13" y="155"/>
                    <a:pt x="46" y="267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" name="Freeform 2331">
              <a:extLst>
                <a:ext uri="{FF2B5EF4-FFF2-40B4-BE49-F238E27FC236}">
                  <a16:creationId xmlns:a16="http://schemas.microsoft.com/office/drawing/2014/main" id="{448D2B2B-0B92-9EC6-20F9-C0B990845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8" y="3085"/>
              <a:ext cx="70" cy="462"/>
            </a:xfrm>
            <a:custGeom>
              <a:avLst/>
              <a:gdLst>
                <a:gd name="T0" fmla="*/ 156 w 36"/>
                <a:gd name="T1" fmla="*/ 1711 h 222"/>
                <a:gd name="T2" fmla="*/ 264 w 36"/>
                <a:gd name="T3" fmla="*/ 1434 h 222"/>
                <a:gd name="T4" fmla="*/ 193 w 36"/>
                <a:gd name="T5" fmla="*/ 1217 h 222"/>
                <a:gd name="T6" fmla="*/ 72 w 36"/>
                <a:gd name="T7" fmla="*/ 1118 h 222"/>
                <a:gd name="T8" fmla="*/ 80 w 36"/>
                <a:gd name="T9" fmla="*/ 1118 h 222"/>
                <a:gd name="T10" fmla="*/ 60 w 36"/>
                <a:gd name="T11" fmla="*/ 1034 h 222"/>
                <a:gd name="T12" fmla="*/ 60 w 36"/>
                <a:gd name="T13" fmla="*/ 0 h 222"/>
                <a:gd name="T14" fmla="*/ 8 w 36"/>
                <a:gd name="T15" fmla="*/ 766 h 222"/>
                <a:gd name="T16" fmla="*/ 37 w 36"/>
                <a:gd name="T17" fmla="*/ 1082 h 222"/>
                <a:gd name="T18" fmla="*/ 37 w 36"/>
                <a:gd name="T19" fmla="*/ 1090 h 222"/>
                <a:gd name="T20" fmla="*/ 37 w 36"/>
                <a:gd name="T21" fmla="*/ 1101 h 222"/>
                <a:gd name="T22" fmla="*/ 37 w 36"/>
                <a:gd name="T23" fmla="*/ 1109 h 222"/>
                <a:gd name="T24" fmla="*/ 156 w 36"/>
                <a:gd name="T25" fmla="*/ 1217 h 222"/>
                <a:gd name="T26" fmla="*/ 228 w 36"/>
                <a:gd name="T27" fmla="*/ 1426 h 222"/>
                <a:gd name="T28" fmla="*/ 124 w 36"/>
                <a:gd name="T29" fmla="*/ 1694 h 222"/>
                <a:gd name="T30" fmla="*/ 109 w 36"/>
                <a:gd name="T31" fmla="*/ 1731 h 222"/>
                <a:gd name="T32" fmla="*/ 193 w 36"/>
                <a:gd name="T33" fmla="*/ 2000 h 222"/>
                <a:gd name="T34" fmla="*/ 148 w 36"/>
                <a:gd name="T35" fmla="*/ 1783 h 222"/>
                <a:gd name="T36" fmla="*/ 156 w 36"/>
                <a:gd name="T37" fmla="*/ 1711 h 22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22">
                  <a:moveTo>
                    <a:pt x="21" y="190"/>
                  </a:moveTo>
                  <a:cubicBezTo>
                    <a:pt x="30" y="183"/>
                    <a:pt x="36" y="169"/>
                    <a:pt x="36" y="159"/>
                  </a:cubicBezTo>
                  <a:cubicBezTo>
                    <a:pt x="36" y="148"/>
                    <a:pt x="32" y="141"/>
                    <a:pt x="26" y="135"/>
                  </a:cubicBezTo>
                  <a:cubicBezTo>
                    <a:pt x="22" y="130"/>
                    <a:pt x="15" y="127"/>
                    <a:pt x="10" y="124"/>
                  </a:cubicBezTo>
                  <a:cubicBezTo>
                    <a:pt x="11" y="124"/>
                    <a:pt x="11" y="124"/>
                    <a:pt x="11" y="124"/>
                  </a:cubicBezTo>
                  <a:cubicBezTo>
                    <a:pt x="8" y="121"/>
                    <a:pt x="8" y="124"/>
                    <a:pt x="8" y="115"/>
                  </a:cubicBezTo>
                  <a:cubicBezTo>
                    <a:pt x="7" y="106"/>
                    <a:pt x="1" y="25"/>
                    <a:pt x="8" y="0"/>
                  </a:cubicBezTo>
                  <a:cubicBezTo>
                    <a:pt x="5" y="7"/>
                    <a:pt x="0" y="42"/>
                    <a:pt x="1" y="85"/>
                  </a:cubicBezTo>
                  <a:cubicBezTo>
                    <a:pt x="2" y="97"/>
                    <a:pt x="4" y="114"/>
                    <a:pt x="5" y="120"/>
                  </a:cubicBezTo>
                  <a:cubicBezTo>
                    <a:pt x="5" y="121"/>
                    <a:pt x="5" y="121"/>
                    <a:pt x="5" y="121"/>
                  </a:cubicBezTo>
                  <a:cubicBezTo>
                    <a:pt x="5" y="122"/>
                    <a:pt x="5" y="122"/>
                    <a:pt x="5" y="122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8" y="127"/>
                    <a:pt x="17" y="132"/>
                    <a:pt x="21" y="135"/>
                  </a:cubicBezTo>
                  <a:cubicBezTo>
                    <a:pt x="27" y="141"/>
                    <a:pt x="31" y="149"/>
                    <a:pt x="31" y="158"/>
                  </a:cubicBezTo>
                  <a:cubicBezTo>
                    <a:pt x="31" y="169"/>
                    <a:pt x="25" y="181"/>
                    <a:pt x="17" y="188"/>
                  </a:cubicBezTo>
                  <a:cubicBezTo>
                    <a:pt x="16" y="188"/>
                    <a:pt x="14" y="190"/>
                    <a:pt x="15" y="192"/>
                  </a:cubicBezTo>
                  <a:cubicBezTo>
                    <a:pt x="16" y="199"/>
                    <a:pt x="22" y="213"/>
                    <a:pt x="26" y="222"/>
                  </a:cubicBezTo>
                  <a:cubicBezTo>
                    <a:pt x="23" y="211"/>
                    <a:pt x="21" y="203"/>
                    <a:pt x="20" y="198"/>
                  </a:cubicBezTo>
                  <a:cubicBezTo>
                    <a:pt x="19" y="194"/>
                    <a:pt x="20" y="191"/>
                    <a:pt x="21" y="1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" name="Freeform 2332">
              <a:extLst>
                <a:ext uri="{FF2B5EF4-FFF2-40B4-BE49-F238E27FC236}">
                  <a16:creationId xmlns:a16="http://schemas.microsoft.com/office/drawing/2014/main" id="{EAB71177-2F3C-AAB2-E158-2D3B39448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8" y="3017"/>
              <a:ext cx="33" cy="75"/>
            </a:xfrm>
            <a:custGeom>
              <a:avLst/>
              <a:gdLst>
                <a:gd name="T0" fmla="*/ 124 w 17"/>
                <a:gd name="T1" fmla="*/ 0 h 36"/>
                <a:gd name="T2" fmla="*/ 8 w 17"/>
                <a:gd name="T3" fmla="*/ 192 h 36"/>
                <a:gd name="T4" fmla="*/ 0 w 17"/>
                <a:gd name="T5" fmla="*/ 325 h 36"/>
                <a:gd name="T6" fmla="*/ 124 w 17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36">
                  <a:moveTo>
                    <a:pt x="17" y="0"/>
                  </a:moveTo>
                  <a:cubicBezTo>
                    <a:pt x="7" y="3"/>
                    <a:pt x="1" y="9"/>
                    <a:pt x="1" y="21"/>
                  </a:cubicBezTo>
                  <a:cubicBezTo>
                    <a:pt x="0" y="32"/>
                    <a:pt x="0" y="36"/>
                    <a:pt x="0" y="36"/>
                  </a:cubicBezTo>
                  <a:cubicBezTo>
                    <a:pt x="2" y="23"/>
                    <a:pt x="8" y="5"/>
                    <a:pt x="17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" name="Freeform 2333">
              <a:extLst>
                <a:ext uri="{FF2B5EF4-FFF2-40B4-BE49-F238E27FC236}">
                  <a16:creationId xmlns:a16="http://schemas.microsoft.com/office/drawing/2014/main" id="{89C79BA0-E915-433B-46B9-1490E2496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2" y="3509"/>
              <a:ext cx="84" cy="208"/>
            </a:xfrm>
            <a:custGeom>
              <a:avLst/>
              <a:gdLst>
                <a:gd name="T0" fmla="*/ 8 w 43"/>
                <a:gd name="T1" fmla="*/ 0 h 100"/>
                <a:gd name="T2" fmla="*/ 0 w 43"/>
                <a:gd name="T3" fmla="*/ 516 h 100"/>
                <a:gd name="T4" fmla="*/ 320 w 43"/>
                <a:gd name="T5" fmla="*/ 901 h 100"/>
                <a:gd name="T6" fmla="*/ 45 w 43"/>
                <a:gd name="T7" fmla="*/ 468 h 100"/>
                <a:gd name="T8" fmla="*/ 8 w 43"/>
                <a:gd name="T9" fmla="*/ 0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00">
                  <a:moveTo>
                    <a:pt x="1" y="0"/>
                  </a:moveTo>
                  <a:cubicBezTo>
                    <a:pt x="1" y="30"/>
                    <a:pt x="0" y="43"/>
                    <a:pt x="0" y="57"/>
                  </a:cubicBezTo>
                  <a:cubicBezTo>
                    <a:pt x="0" y="71"/>
                    <a:pt x="5" y="86"/>
                    <a:pt x="43" y="100"/>
                  </a:cubicBezTo>
                  <a:cubicBezTo>
                    <a:pt x="28" y="94"/>
                    <a:pt x="7" y="80"/>
                    <a:pt x="6" y="52"/>
                  </a:cubicBezTo>
                  <a:cubicBezTo>
                    <a:pt x="5" y="2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" name="Freeform 2334">
              <a:extLst>
                <a:ext uri="{FF2B5EF4-FFF2-40B4-BE49-F238E27FC236}">
                  <a16:creationId xmlns:a16="http://schemas.microsoft.com/office/drawing/2014/main" id="{CFEA613C-D981-C730-71D8-4C1E0F68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44" y="3017"/>
              <a:ext cx="294" cy="719"/>
            </a:xfrm>
            <a:custGeom>
              <a:avLst/>
              <a:gdLst>
                <a:gd name="T0" fmla="*/ 888 w 151"/>
                <a:gd name="T1" fmla="*/ 2647 h 346"/>
                <a:gd name="T2" fmla="*/ 680 w 151"/>
                <a:gd name="T3" fmla="*/ 2055 h 346"/>
                <a:gd name="T4" fmla="*/ 672 w 151"/>
                <a:gd name="T5" fmla="*/ 1999 h 346"/>
                <a:gd name="T6" fmla="*/ 672 w 151"/>
                <a:gd name="T7" fmla="*/ 1991 h 346"/>
                <a:gd name="T8" fmla="*/ 672 w 151"/>
                <a:gd name="T9" fmla="*/ 1982 h 346"/>
                <a:gd name="T10" fmla="*/ 680 w 151"/>
                <a:gd name="T11" fmla="*/ 1974 h 346"/>
                <a:gd name="T12" fmla="*/ 680 w 151"/>
                <a:gd name="T13" fmla="*/ 1974 h 346"/>
                <a:gd name="T14" fmla="*/ 685 w 151"/>
                <a:gd name="T15" fmla="*/ 1966 h 346"/>
                <a:gd name="T16" fmla="*/ 685 w 151"/>
                <a:gd name="T17" fmla="*/ 1955 h 346"/>
                <a:gd name="T18" fmla="*/ 701 w 151"/>
                <a:gd name="T19" fmla="*/ 1947 h 346"/>
                <a:gd name="T20" fmla="*/ 724 w 151"/>
                <a:gd name="T21" fmla="*/ 1922 h 346"/>
                <a:gd name="T22" fmla="*/ 740 w 151"/>
                <a:gd name="T23" fmla="*/ 1891 h 346"/>
                <a:gd name="T24" fmla="*/ 748 w 151"/>
                <a:gd name="T25" fmla="*/ 1883 h 346"/>
                <a:gd name="T26" fmla="*/ 761 w 151"/>
                <a:gd name="T27" fmla="*/ 1847 h 346"/>
                <a:gd name="T28" fmla="*/ 761 w 151"/>
                <a:gd name="T29" fmla="*/ 1847 h 346"/>
                <a:gd name="T30" fmla="*/ 765 w 151"/>
                <a:gd name="T31" fmla="*/ 1615 h 346"/>
                <a:gd name="T32" fmla="*/ 633 w 151"/>
                <a:gd name="T33" fmla="*/ 1463 h 346"/>
                <a:gd name="T34" fmla="*/ 592 w 151"/>
                <a:gd name="T35" fmla="*/ 1347 h 346"/>
                <a:gd name="T36" fmla="*/ 592 w 151"/>
                <a:gd name="T37" fmla="*/ 509 h 346"/>
                <a:gd name="T38" fmla="*/ 613 w 151"/>
                <a:gd name="T39" fmla="*/ 368 h 346"/>
                <a:gd name="T40" fmla="*/ 368 w 151"/>
                <a:gd name="T41" fmla="*/ 0 h 346"/>
                <a:gd name="T42" fmla="*/ 553 w 151"/>
                <a:gd name="T43" fmla="*/ 509 h 346"/>
                <a:gd name="T44" fmla="*/ 553 w 151"/>
                <a:gd name="T45" fmla="*/ 1347 h 346"/>
                <a:gd name="T46" fmla="*/ 508 w 151"/>
                <a:gd name="T47" fmla="*/ 1463 h 346"/>
                <a:gd name="T48" fmla="*/ 376 w 151"/>
                <a:gd name="T49" fmla="*/ 1615 h 346"/>
                <a:gd name="T50" fmla="*/ 444 w 151"/>
                <a:gd name="T51" fmla="*/ 1947 h 346"/>
                <a:gd name="T52" fmla="*/ 465 w 151"/>
                <a:gd name="T53" fmla="*/ 2055 h 346"/>
                <a:gd name="T54" fmla="*/ 397 w 151"/>
                <a:gd name="T55" fmla="*/ 2255 h 346"/>
                <a:gd name="T56" fmla="*/ 391 w 151"/>
                <a:gd name="T57" fmla="*/ 2271 h 346"/>
                <a:gd name="T58" fmla="*/ 391 w 151"/>
                <a:gd name="T59" fmla="*/ 2271 h 346"/>
                <a:gd name="T60" fmla="*/ 257 w 151"/>
                <a:gd name="T61" fmla="*/ 2631 h 346"/>
                <a:gd name="T62" fmla="*/ 257 w 151"/>
                <a:gd name="T63" fmla="*/ 2639 h 346"/>
                <a:gd name="T64" fmla="*/ 257 w 151"/>
                <a:gd name="T65" fmla="*/ 2647 h 346"/>
                <a:gd name="T66" fmla="*/ 251 w 151"/>
                <a:gd name="T67" fmla="*/ 2647 h 346"/>
                <a:gd name="T68" fmla="*/ 220 w 151"/>
                <a:gd name="T69" fmla="*/ 2737 h 346"/>
                <a:gd name="T70" fmla="*/ 220 w 151"/>
                <a:gd name="T71" fmla="*/ 2737 h 346"/>
                <a:gd name="T72" fmla="*/ 0 w 151"/>
                <a:gd name="T73" fmla="*/ 3105 h 346"/>
                <a:gd name="T74" fmla="*/ 37 w 151"/>
                <a:gd name="T75" fmla="*/ 3105 h 346"/>
                <a:gd name="T76" fmla="*/ 569 w 151"/>
                <a:gd name="T77" fmla="*/ 2755 h 346"/>
                <a:gd name="T78" fmla="*/ 569 w 151"/>
                <a:gd name="T79" fmla="*/ 1982 h 346"/>
                <a:gd name="T80" fmla="*/ 656 w 151"/>
                <a:gd name="T81" fmla="*/ 2124 h 346"/>
                <a:gd name="T82" fmla="*/ 709 w 151"/>
                <a:gd name="T83" fmla="*/ 2340 h 346"/>
                <a:gd name="T84" fmla="*/ 1114 w 151"/>
                <a:gd name="T85" fmla="*/ 3088 h 346"/>
                <a:gd name="T86" fmla="*/ 888 w 151"/>
                <a:gd name="T87" fmla="*/ 2647 h 346"/>
                <a:gd name="T88" fmla="*/ 493 w 151"/>
                <a:gd name="T89" fmla="*/ 2504 h 346"/>
                <a:gd name="T90" fmla="*/ 325 w 151"/>
                <a:gd name="T91" fmla="*/ 2828 h 346"/>
                <a:gd name="T92" fmla="*/ 524 w 151"/>
                <a:gd name="T93" fmla="*/ 2082 h 346"/>
                <a:gd name="T94" fmla="*/ 493 w 151"/>
                <a:gd name="T95" fmla="*/ 2504 h 34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51" h="346">
                  <a:moveTo>
                    <a:pt x="120" y="295"/>
                  </a:moveTo>
                  <a:cubicBezTo>
                    <a:pt x="120" y="295"/>
                    <a:pt x="94" y="235"/>
                    <a:pt x="92" y="229"/>
                  </a:cubicBezTo>
                  <a:cubicBezTo>
                    <a:pt x="91" y="227"/>
                    <a:pt x="91" y="225"/>
                    <a:pt x="91" y="223"/>
                  </a:cubicBezTo>
                  <a:cubicBezTo>
                    <a:pt x="91" y="223"/>
                    <a:pt x="91" y="222"/>
                    <a:pt x="91" y="222"/>
                  </a:cubicBezTo>
                  <a:cubicBezTo>
                    <a:pt x="91" y="222"/>
                    <a:pt x="91" y="222"/>
                    <a:pt x="91" y="221"/>
                  </a:cubicBezTo>
                  <a:cubicBezTo>
                    <a:pt x="91" y="221"/>
                    <a:pt x="91" y="221"/>
                    <a:pt x="92" y="220"/>
                  </a:cubicBezTo>
                  <a:cubicBezTo>
                    <a:pt x="92" y="220"/>
                    <a:pt x="92" y="220"/>
                    <a:pt x="92" y="220"/>
                  </a:cubicBezTo>
                  <a:cubicBezTo>
                    <a:pt x="92" y="219"/>
                    <a:pt x="92" y="219"/>
                    <a:pt x="93" y="219"/>
                  </a:cubicBezTo>
                  <a:cubicBezTo>
                    <a:pt x="93" y="219"/>
                    <a:pt x="93" y="218"/>
                    <a:pt x="93" y="218"/>
                  </a:cubicBezTo>
                  <a:cubicBezTo>
                    <a:pt x="94" y="218"/>
                    <a:pt x="94" y="217"/>
                    <a:pt x="95" y="217"/>
                  </a:cubicBezTo>
                  <a:cubicBezTo>
                    <a:pt x="96" y="216"/>
                    <a:pt x="97" y="215"/>
                    <a:pt x="98" y="214"/>
                  </a:cubicBezTo>
                  <a:cubicBezTo>
                    <a:pt x="99" y="213"/>
                    <a:pt x="99" y="212"/>
                    <a:pt x="100" y="211"/>
                  </a:cubicBezTo>
                  <a:cubicBezTo>
                    <a:pt x="100" y="211"/>
                    <a:pt x="101" y="210"/>
                    <a:pt x="101" y="210"/>
                  </a:cubicBezTo>
                  <a:cubicBezTo>
                    <a:pt x="102" y="209"/>
                    <a:pt x="102" y="208"/>
                    <a:pt x="103" y="206"/>
                  </a:cubicBezTo>
                  <a:cubicBezTo>
                    <a:pt x="103" y="206"/>
                    <a:pt x="103" y="206"/>
                    <a:pt x="103" y="206"/>
                  </a:cubicBezTo>
                  <a:cubicBezTo>
                    <a:pt x="107" y="198"/>
                    <a:pt x="108" y="189"/>
                    <a:pt x="104" y="180"/>
                  </a:cubicBezTo>
                  <a:cubicBezTo>
                    <a:pt x="101" y="172"/>
                    <a:pt x="94" y="166"/>
                    <a:pt x="86" y="163"/>
                  </a:cubicBezTo>
                  <a:cubicBezTo>
                    <a:pt x="80" y="161"/>
                    <a:pt x="80" y="156"/>
                    <a:pt x="80" y="150"/>
                  </a:cubicBezTo>
                  <a:cubicBezTo>
                    <a:pt x="78" y="108"/>
                    <a:pt x="78" y="79"/>
                    <a:pt x="80" y="57"/>
                  </a:cubicBezTo>
                  <a:cubicBezTo>
                    <a:pt x="81" y="51"/>
                    <a:pt x="82" y="46"/>
                    <a:pt x="83" y="41"/>
                  </a:cubicBezTo>
                  <a:cubicBezTo>
                    <a:pt x="76" y="26"/>
                    <a:pt x="65" y="9"/>
                    <a:pt x="50" y="0"/>
                  </a:cubicBezTo>
                  <a:cubicBezTo>
                    <a:pt x="65" y="11"/>
                    <a:pt x="72" y="33"/>
                    <a:pt x="75" y="57"/>
                  </a:cubicBezTo>
                  <a:cubicBezTo>
                    <a:pt x="77" y="79"/>
                    <a:pt x="77" y="108"/>
                    <a:pt x="75" y="150"/>
                  </a:cubicBezTo>
                  <a:cubicBezTo>
                    <a:pt x="75" y="156"/>
                    <a:pt x="74" y="161"/>
                    <a:pt x="69" y="163"/>
                  </a:cubicBezTo>
                  <a:cubicBezTo>
                    <a:pt x="61" y="166"/>
                    <a:pt x="54" y="172"/>
                    <a:pt x="51" y="180"/>
                  </a:cubicBezTo>
                  <a:cubicBezTo>
                    <a:pt x="45" y="194"/>
                    <a:pt x="50" y="208"/>
                    <a:pt x="60" y="217"/>
                  </a:cubicBezTo>
                  <a:cubicBezTo>
                    <a:pt x="64" y="220"/>
                    <a:pt x="65" y="223"/>
                    <a:pt x="63" y="229"/>
                  </a:cubicBezTo>
                  <a:cubicBezTo>
                    <a:pt x="62" y="231"/>
                    <a:pt x="59" y="239"/>
                    <a:pt x="54" y="251"/>
                  </a:cubicBezTo>
                  <a:cubicBezTo>
                    <a:pt x="54" y="251"/>
                    <a:pt x="54" y="252"/>
                    <a:pt x="53" y="253"/>
                  </a:cubicBezTo>
                  <a:cubicBezTo>
                    <a:pt x="53" y="253"/>
                    <a:pt x="53" y="253"/>
                    <a:pt x="53" y="253"/>
                  </a:cubicBezTo>
                  <a:cubicBezTo>
                    <a:pt x="44" y="277"/>
                    <a:pt x="38" y="285"/>
                    <a:pt x="35" y="293"/>
                  </a:cubicBezTo>
                  <a:cubicBezTo>
                    <a:pt x="35" y="293"/>
                    <a:pt x="35" y="294"/>
                    <a:pt x="35" y="294"/>
                  </a:cubicBezTo>
                  <a:cubicBezTo>
                    <a:pt x="35" y="294"/>
                    <a:pt x="35" y="294"/>
                    <a:pt x="35" y="295"/>
                  </a:cubicBezTo>
                  <a:cubicBezTo>
                    <a:pt x="35" y="295"/>
                    <a:pt x="34" y="295"/>
                    <a:pt x="34" y="295"/>
                  </a:cubicBezTo>
                  <a:cubicBezTo>
                    <a:pt x="33" y="299"/>
                    <a:pt x="31" y="302"/>
                    <a:pt x="30" y="305"/>
                  </a:cubicBezTo>
                  <a:cubicBezTo>
                    <a:pt x="30" y="305"/>
                    <a:pt x="30" y="305"/>
                    <a:pt x="30" y="305"/>
                  </a:cubicBezTo>
                  <a:cubicBezTo>
                    <a:pt x="19" y="331"/>
                    <a:pt x="10" y="343"/>
                    <a:pt x="0" y="346"/>
                  </a:cubicBezTo>
                  <a:cubicBezTo>
                    <a:pt x="5" y="346"/>
                    <a:pt x="5" y="346"/>
                    <a:pt x="5" y="346"/>
                  </a:cubicBezTo>
                  <a:cubicBezTo>
                    <a:pt x="27" y="345"/>
                    <a:pt x="67" y="329"/>
                    <a:pt x="77" y="307"/>
                  </a:cubicBezTo>
                  <a:cubicBezTo>
                    <a:pt x="77" y="221"/>
                    <a:pt x="77" y="221"/>
                    <a:pt x="77" y="221"/>
                  </a:cubicBezTo>
                  <a:cubicBezTo>
                    <a:pt x="79" y="224"/>
                    <a:pt x="86" y="229"/>
                    <a:pt x="89" y="237"/>
                  </a:cubicBezTo>
                  <a:cubicBezTo>
                    <a:pt x="90" y="242"/>
                    <a:pt x="93" y="249"/>
                    <a:pt x="96" y="261"/>
                  </a:cubicBezTo>
                  <a:cubicBezTo>
                    <a:pt x="106" y="290"/>
                    <a:pt x="127" y="335"/>
                    <a:pt x="151" y="344"/>
                  </a:cubicBezTo>
                  <a:cubicBezTo>
                    <a:pt x="141" y="338"/>
                    <a:pt x="132" y="323"/>
                    <a:pt x="120" y="295"/>
                  </a:cubicBezTo>
                  <a:close/>
                  <a:moveTo>
                    <a:pt x="67" y="279"/>
                  </a:moveTo>
                  <a:cubicBezTo>
                    <a:pt x="65" y="304"/>
                    <a:pt x="51" y="317"/>
                    <a:pt x="44" y="315"/>
                  </a:cubicBezTo>
                  <a:cubicBezTo>
                    <a:pt x="39" y="313"/>
                    <a:pt x="68" y="241"/>
                    <a:pt x="71" y="232"/>
                  </a:cubicBezTo>
                  <a:cubicBezTo>
                    <a:pt x="70" y="249"/>
                    <a:pt x="68" y="261"/>
                    <a:pt x="67" y="279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" name="Freeform 2335">
              <a:extLst>
                <a:ext uri="{FF2B5EF4-FFF2-40B4-BE49-F238E27FC236}">
                  <a16:creationId xmlns:a16="http://schemas.microsoft.com/office/drawing/2014/main" id="{75490B8F-DF00-7DB6-21D7-919ED48F5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2988"/>
              <a:ext cx="238" cy="762"/>
            </a:xfrm>
            <a:custGeom>
              <a:avLst/>
              <a:gdLst>
                <a:gd name="T0" fmla="*/ 780 w 122"/>
                <a:gd name="T1" fmla="*/ 2070 h 367"/>
                <a:gd name="T2" fmla="*/ 712 w 122"/>
                <a:gd name="T3" fmla="*/ 1738 h 367"/>
                <a:gd name="T4" fmla="*/ 845 w 122"/>
                <a:gd name="T5" fmla="*/ 1586 h 367"/>
                <a:gd name="T6" fmla="*/ 890 w 122"/>
                <a:gd name="T7" fmla="*/ 1470 h 367"/>
                <a:gd name="T8" fmla="*/ 890 w 122"/>
                <a:gd name="T9" fmla="*/ 633 h 367"/>
                <a:gd name="T10" fmla="*/ 476 w 122"/>
                <a:gd name="T11" fmla="*/ 81 h 367"/>
                <a:gd name="T12" fmla="*/ 236 w 122"/>
                <a:gd name="T13" fmla="*/ 905 h 367"/>
                <a:gd name="T14" fmla="*/ 111 w 122"/>
                <a:gd name="T15" fmla="*/ 2535 h 367"/>
                <a:gd name="T16" fmla="*/ 187 w 122"/>
                <a:gd name="T17" fmla="*/ 3204 h 367"/>
                <a:gd name="T18" fmla="*/ 585 w 122"/>
                <a:gd name="T19" fmla="*/ 2768 h 367"/>
                <a:gd name="T20" fmla="*/ 804 w 122"/>
                <a:gd name="T21" fmla="*/ 2178 h 367"/>
                <a:gd name="T22" fmla="*/ 780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05" y="231"/>
                  </a:moveTo>
                  <a:cubicBezTo>
                    <a:pt x="95" y="222"/>
                    <a:pt x="90" y="208"/>
                    <a:pt x="96" y="194"/>
                  </a:cubicBezTo>
                  <a:cubicBezTo>
                    <a:pt x="99" y="186"/>
                    <a:pt x="106" y="180"/>
                    <a:pt x="114" y="177"/>
                  </a:cubicBezTo>
                  <a:cubicBezTo>
                    <a:pt x="119" y="175"/>
                    <a:pt x="120" y="170"/>
                    <a:pt x="120" y="164"/>
                  </a:cubicBezTo>
                  <a:cubicBezTo>
                    <a:pt x="122" y="122"/>
                    <a:pt x="122" y="93"/>
                    <a:pt x="120" y="71"/>
                  </a:cubicBezTo>
                  <a:cubicBezTo>
                    <a:pt x="115" y="33"/>
                    <a:pt x="99" y="0"/>
                    <a:pt x="64" y="9"/>
                  </a:cubicBezTo>
                  <a:cubicBezTo>
                    <a:pt x="28" y="18"/>
                    <a:pt x="23" y="56"/>
                    <a:pt x="32" y="101"/>
                  </a:cubicBezTo>
                  <a:cubicBezTo>
                    <a:pt x="40" y="145"/>
                    <a:pt x="29" y="234"/>
                    <a:pt x="15" y="283"/>
                  </a:cubicBezTo>
                  <a:cubicBezTo>
                    <a:pt x="0" y="332"/>
                    <a:pt x="2" y="348"/>
                    <a:pt x="25" y="358"/>
                  </a:cubicBezTo>
                  <a:cubicBezTo>
                    <a:pt x="47" y="367"/>
                    <a:pt x="59" y="359"/>
                    <a:pt x="79" y="309"/>
                  </a:cubicBezTo>
                  <a:cubicBezTo>
                    <a:pt x="79" y="309"/>
                    <a:pt x="106" y="249"/>
                    <a:pt x="108" y="243"/>
                  </a:cubicBezTo>
                  <a:cubicBezTo>
                    <a:pt x="110" y="237"/>
                    <a:pt x="109" y="234"/>
                    <a:pt x="105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" name="Freeform 2336">
              <a:extLst>
                <a:ext uri="{FF2B5EF4-FFF2-40B4-BE49-F238E27FC236}">
                  <a16:creationId xmlns:a16="http://schemas.microsoft.com/office/drawing/2014/main" id="{5B6AE73A-6ACC-952C-9015-5310EB91F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6" y="2988"/>
              <a:ext cx="238" cy="762"/>
            </a:xfrm>
            <a:custGeom>
              <a:avLst/>
              <a:gdLst>
                <a:gd name="T0" fmla="*/ 125 w 122"/>
                <a:gd name="T1" fmla="*/ 2070 h 367"/>
                <a:gd name="T2" fmla="*/ 193 w 122"/>
                <a:gd name="T3" fmla="*/ 1738 h 367"/>
                <a:gd name="T4" fmla="*/ 60 w 122"/>
                <a:gd name="T5" fmla="*/ 1586 h 367"/>
                <a:gd name="T6" fmla="*/ 16 w 122"/>
                <a:gd name="T7" fmla="*/ 1470 h 367"/>
                <a:gd name="T8" fmla="*/ 16 w 122"/>
                <a:gd name="T9" fmla="*/ 633 h 367"/>
                <a:gd name="T10" fmla="*/ 429 w 122"/>
                <a:gd name="T11" fmla="*/ 81 h 367"/>
                <a:gd name="T12" fmla="*/ 669 w 122"/>
                <a:gd name="T13" fmla="*/ 905 h 367"/>
                <a:gd name="T14" fmla="*/ 796 w 122"/>
                <a:gd name="T15" fmla="*/ 2535 h 367"/>
                <a:gd name="T16" fmla="*/ 720 w 122"/>
                <a:gd name="T17" fmla="*/ 3204 h 367"/>
                <a:gd name="T18" fmla="*/ 312 w 122"/>
                <a:gd name="T19" fmla="*/ 2768 h 367"/>
                <a:gd name="T20" fmla="*/ 103 w 122"/>
                <a:gd name="T21" fmla="*/ 2178 h 367"/>
                <a:gd name="T22" fmla="*/ 125 w 122"/>
                <a:gd name="T23" fmla="*/ 2070 h 36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22" h="367">
                  <a:moveTo>
                    <a:pt x="17" y="231"/>
                  </a:moveTo>
                  <a:cubicBezTo>
                    <a:pt x="27" y="222"/>
                    <a:pt x="31" y="208"/>
                    <a:pt x="26" y="194"/>
                  </a:cubicBezTo>
                  <a:cubicBezTo>
                    <a:pt x="23" y="186"/>
                    <a:pt x="16" y="180"/>
                    <a:pt x="8" y="177"/>
                  </a:cubicBezTo>
                  <a:cubicBezTo>
                    <a:pt x="2" y="175"/>
                    <a:pt x="2" y="170"/>
                    <a:pt x="2" y="164"/>
                  </a:cubicBezTo>
                  <a:cubicBezTo>
                    <a:pt x="0" y="122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8"/>
                    <a:pt x="99" y="56"/>
                    <a:pt x="90" y="101"/>
                  </a:cubicBezTo>
                  <a:cubicBezTo>
                    <a:pt x="82" y="145"/>
                    <a:pt x="93" y="234"/>
                    <a:pt x="107" y="283"/>
                  </a:cubicBezTo>
                  <a:cubicBezTo>
                    <a:pt x="122" y="332"/>
                    <a:pt x="120" y="348"/>
                    <a:pt x="97" y="358"/>
                  </a:cubicBezTo>
                  <a:cubicBezTo>
                    <a:pt x="75" y="367"/>
                    <a:pt x="63" y="359"/>
                    <a:pt x="42" y="309"/>
                  </a:cubicBezTo>
                  <a:cubicBezTo>
                    <a:pt x="42" y="309"/>
                    <a:pt x="16" y="249"/>
                    <a:pt x="14" y="243"/>
                  </a:cubicBezTo>
                  <a:cubicBezTo>
                    <a:pt x="12" y="237"/>
                    <a:pt x="13" y="234"/>
                    <a:pt x="17" y="231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" name="Freeform 2337">
              <a:extLst>
                <a:ext uri="{FF2B5EF4-FFF2-40B4-BE49-F238E27FC236}">
                  <a16:creationId xmlns:a16="http://schemas.microsoft.com/office/drawing/2014/main" id="{5DB47F6D-9EE2-27AA-E6F6-273DB1E36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3004"/>
              <a:ext cx="306" cy="736"/>
            </a:xfrm>
            <a:custGeom>
              <a:avLst/>
              <a:gdLst>
                <a:gd name="T0" fmla="*/ 577 w 157"/>
                <a:gd name="T1" fmla="*/ 2813 h 354"/>
                <a:gd name="T2" fmla="*/ 1162 w 157"/>
                <a:gd name="T3" fmla="*/ 3173 h 354"/>
                <a:gd name="T4" fmla="*/ 1162 w 157"/>
                <a:gd name="T5" fmla="*/ 3173 h 354"/>
                <a:gd name="T6" fmla="*/ 1162 w 157"/>
                <a:gd name="T7" fmla="*/ 3173 h 354"/>
                <a:gd name="T8" fmla="*/ 897 w 157"/>
                <a:gd name="T9" fmla="*/ 2707 h 354"/>
                <a:gd name="T10" fmla="*/ 688 w 157"/>
                <a:gd name="T11" fmla="*/ 2114 h 354"/>
                <a:gd name="T12" fmla="*/ 709 w 157"/>
                <a:gd name="T13" fmla="*/ 2006 h 354"/>
                <a:gd name="T14" fmla="*/ 780 w 157"/>
                <a:gd name="T15" fmla="*/ 1674 h 354"/>
                <a:gd name="T16" fmla="*/ 645 w 157"/>
                <a:gd name="T17" fmla="*/ 1518 h 354"/>
                <a:gd name="T18" fmla="*/ 600 w 157"/>
                <a:gd name="T19" fmla="*/ 1401 h 354"/>
                <a:gd name="T20" fmla="*/ 600 w 157"/>
                <a:gd name="T21" fmla="*/ 566 h 354"/>
                <a:gd name="T22" fmla="*/ 865 w 157"/>
                <a:gd name="T23" fmla="*/ 8 h 354"/>
                <a:gd name="T24" fmla="*/ 865 w 157"/>
                <a:gd name="T25" fmla="*/ 8 h 354"/>
                <a:gd name="T26" fmla="*/ 865 w 157"/>
                <a:gd name="T27" fmla="*/ 0 h 354"/>
                <a:gd name="T28" fmla="*/ 593 w 157"/>
                <a:gd name="T29" fmla="*/ 100 h 354"/>
                <a:gd name="T30" fmla="*/ 569 w 157"/>
                <a:gd name="T31" fmla="*/ 108 h 354"/>
                <a:gd name="T32" fmla="*/ 296 w 157"/>
                <a:gd name="T33" fmla="*/ 0 h 354"/>
                <a:gd name="T34" fmla="*/ 296 w 157"/>
                <a:gd name="T35" fmla="*/ 8 h 354"/>
                <a:gd name="T36" fmla="*/ 296 w 157"/>
                <a:gd name="T37" fmla="*/ 8 h 354"/>
                <a:gd name="T38" fmla="*/ 561 w 157"/>
                <a:gd name="T39" fmla="*/ 566 h 354"/>
                <a:gd name="T40" fmla="*/ 561 w 157"/>
                <a:gd name="T41" fmla="*/ 1401 h 354"/>
                <a:gd name="T42" fmla="*/ 516 w 157"/>
                <a:gd name="T43" fmla="*/ 1518 h 354"/>
                <a:gd name="T44" fmla="*/ 384 w 157"/>
                <a:gd name="T45" fmla="*/ 1674 h 354"/>
                <a:gd name="T46" fmla="*/ 452 w 157"/>
                <a:gd name="T47" fmla="*/ 2006 h 354"/>
                <a:gd name="T48" fmla="*/ 476 w 157"/>
                <a:gd name="T49" fmla="*/ 2114 h 354"/>
                <a:gd name="T50" fmla="*/ 259 w 157"/>
                <a:gd name="T51" fmla="*/ 2707 h 354"/>
                <a:gd name="T52" fmla="*/ 0 w 157"/>
                <a:gd name="T53" fmla="*/ 3173 h 354"/>
                <a:gd name="T54" fmla="*/ 0 w 157"/>
                <a:gd name="T55" fmla="*/ 3173 h 354"/>
                <a:gd name="T56" fmla="*/ 0 w 157"/>
                <a:gd name="T57" fmla="*/ 3173 h 354"/>
                <a:gd name="T58" fmla="*/ 585 w 157"/>
                <a:gd name="T59" fmla="*/ 2813 h 354"/>
                <a:gd name="T60" fmla="*/ 577 w 157"/>
                <a:gd name="T61" fmla="*/ 2813 h 3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57" h="354">
                  <a:moveTo>
                    <a:pt x="78" y="313"/>
                  </a:moveTo>
                  <a:cubicBezTo>
                    <a:pt x="92" y="341"/>
                    <a:pt x="134" y="352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57" y="353"/>
                    <a:pt x="157" y="353"/>
                    <a:pt x="157" y="353"/>
                  </a:cubicBezTo>
                  <a:cubicBezTo>
                    <a:pt x="145" y="350"/>
                    <a:pt x="136" y="335"/>
                    <a:pt x="121" y="301"/>
                  </a:cubicBezTo>
                  <a:cubicBezTo>
                    <a:pt x="121" y="301"/>
                    <a:pt x="95" y="241"/>
                    <a:pt x="93" y="235"/>
                  </a:cubicBezTo>
                  <a:cubicBezTo>
                    <a:pt x="91" y="229"/>
                    <a:pt x="92" y="226"/>
                    <a:pt x="96" y="223"/>
                  </a:cubicBezTo>
                  <a:cubicBezTo>
                    <a:pt x="106" y="214"/>
                    <a:pt x="110" y="200"/>
                    <a:pt x="105" y="186"/>
                  </a:cubicBezTo>
                  <a:cubicBezTo>
                    <a:pt x="102" y="178"/>
                    <a:pt x="95" y="172"/>
                    <a:pt x="87" y="169"/>
                  </a:cubicBezTo>
                  <a:cubicBezTo>
                    <a:pt x="81" y="167"/>
                    <a:pt x="81" y="162"/>
                    <a:pt x="81" y="156"/>
                  </a:cubicBezTo>
                  <a:cubicBezTo>
                    <a:pt x="79" y="114"/>
                    <a:pt x="79" y="85"/>
                    <a:pt x="81" y="63"/>
                  </a:cubicBezTo>
                  <a:cubicBezTo>
                    <a:pt x="85" y="34"/>
                    <a:pt x="95" y="7"/>
                    <a:pt x="117" y="1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03" y="2"/>
                    <a:pt x="90" y="5"/>
                    <a:pt x="80" y="11"/>
                  </a:cubicBezTo>
                  <a:cubicBezTo>
                    <a:pt x="80" y="12"/>
                    <a:pt x="78" y="12"/>
                    <a:pt x="77" y="12"/>
                  </a:cubicBezTo>
                  <a:cubicBezTo>
                    <a:pt x="67" y="5"/>
                    <a:pt x="55" y="3"/>
                    <a:pt x="40" y="0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62" y="7"/>
                    <a:pt x="72" y="34"/>
                    <a:pt x="76" y="63"/>
                  </a:cubicBezTo>
                  <a:cubicBezTo>
                    <a:pt x="78" y="85"/>
                    <a:pt x="78" y="114"/>
                    <a:pt x="76" y="156"/>
                  </a:cubicBezTo>
                  <a:cubicBezTo>
                    <a:pt x="76" y="162"/>
                    <a:pt x="75" y="167"/>
                    <a:pt x="70" y="169"/>
                  </a:cubicBezTo>
                  <a:cubicBezTo>
                    <a:pt x="62" y="172"/>
                    <a:pt x="55" y="178"/>
                    <a:pt x="52" y="186"/>
                  </a:cubicBezTo>
                  <a:cubicBezTo>
                    <a:pt x="46" y="200"/>
                    <a:pt x="51" y="214"/>
                    <a:pt x="61" y="223"/>
                  </a:cubicBezTo>
                  <a:cubicBezTo>
                    <a:pt x="65" y="226"/>
                    <a:pt x="66" y="229"/>
                    <a:pt x="64" y="235"/>
                  </a:cubicBezTo>
                  <a:cubicBezTo>
                    <a:pt x="62" y="241"/>
                    <a:pt x="35" y="301"/>
                    <a:pt x="35" y="301"/>
                  </a:cubicBezTo>
                  <a:cubicBezTo>
                    <a:pt x="21" y="335"/>
                    <a:pt x="11" y="350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20" y="354"/>
                    <a:pt x="68" y="337"/>
                    <a:pt x="79" y="313"/>
                  </a:cubicBezTo>
                  <a:cubicBezTo>
                    <a:pt x="79" y="313"/>
                    <a:pt x="78" y="313"/>
                    <a:pt x="78" y="313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" name="Line 2338">
              <a:extLst>
                <a:ext uri="{FF2B5EF4-FFF2-40B4-BE49-F238E27FC236}">
                  <a16:creationId xmlns:a16="http://schemas.microsoft.com/office/drawing/2014/main" id="{DA123D57-9414-8E60-C917-84DF20BBE5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94" y="3029"/>
              <a:ext cx="1" cy="632"/>
            </a:xfrm>
            <a:prstGeom prst="lin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00" name="Group 2216">
            <a:extLst>
              <a:ext uri="{FF2B5EF4-FFF2-40B4-BE49-F238E27FC236}">
                <a16:creationId xmlns:a16="http://schemas.microsoft.com/office/drawing/2014/main" id="{D8B08D0F-7366-AEEB-E8ED-293389AEF5F2}"/>
              </a:ext>
            </a:extLst>
          </p:cNvPr>
          <p:cNvGrpSpPr>
            <a:grpSpLocks/>
          </p:cNvGrpSpPr>
          <p:nvPr/>
        </p:nvGrpSpPr>
        <p:grpSpPr bwMode="auto">
          <a:xfrm>
            <a:off x="3246120" y="373626"/>
            <a:ext cx="251460" cy="474478"/>
            <a:chOff x="2675" y="2993"/>
            <a:chExt cx="389" cy="734"/>
          </a:xfrm>
        </p:grpSpPr>
        <p:sp>
          <p:nvSpPr>
            <p:cNvPr id="1401" name="Freeform 2217">
              <a:extLst>
                <a:ext uri="{FF2B5EF4-FFF2-40B4-BE49-F238E27FC236}">
                  <a16:creationId xmlns:a16="http://schemas.microsoft.com/office/drawing/2014/main" id="{50988811-05BC-3ACB-F48F-DD2631C7B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2" name="Freeform 2218">
              <a:extLst>
                <a:ext uri="{FF2B5EF4-FFF2-40B4-BE49-F238E27FC236}">
                  <a16:creationId xmlns:a16="http://schemas.microsoft.com/office/drawing/2014/main" id="{2307934F-F50B-BCD6-0073-B2E1549DE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26"/>
              <a:ext cx="90" cy="684"/>
            </a:xfrm>
            <a:custGeom>
              <a:avLst/>
              <a:gdLst>
                <a:gd name="T0" fmla="*/ 292 w 46"/>
                <a:gd name="T1" fmla="*/ 1759 h 329"/>
                <a:gd name="T2" fmla="*/ 211 w 46"/>
                <a:gd name="T3" fmla="*/ 1707 h 329"/>
                <a:gd name="T4" fmla="*/ 133 w 46"/>
                <a:gd name="T5" fmla="*/ 1349 h 329"/>
                <a:gd name="T6" fmla="*/ 276 w 46"/>
                <a:gd name="T7" fmla="*/ 1185 h 329"/>
                <a:gd name="T8" fmla="*/ 321 w 46"/>
                <a:gd name="T9" fmla="*/ 1069 h 329"/>
                <a:gd name="T10" fmla="*/ 321 w 46"/>
                <a:gd name="T11" fmla="*/ 493 h 329"/>
                <a:gd name="T12" fmla="*/ 119 w 46"/>
                <a:gd name="T13" fmla="*/ 0 h 329"/>
                <a:gd name="T14" fmla="*/ 219 w 46"/>
                <a:gd name="T15" fmla="*/ 393 h 329"/>
                <a:gd name="T16" fmla="*/ 219 w 46"/>
                <a:gd name="T17" fmla="*/ 998 h 329"/>
                <a:gd name="T18" fmla="*/ 149 w 46"/>
                <a:gd name="T19" fmla="*/ 1158 h 329"/>
                <a:gd name="T20" fmla="*/ 45 w 46"/>
                <a:gd name="T21" fmla="*/ 1349 h 329"/>
                <a:gd name="T22" fmla="*/ 112 w 46"/>
                <a:gd name="T23" fmla="*/ 1734 h 329"/>
                <a:gd name="T24" fmla="*/ 268 w 46"/>
                <a:gd name="T25" fmla="*/ 2499 h 329"/>
                <a:gd name="T26" fmla="*/ 233 w 46"/>
                <a:gd name="T27" fmla="*/ 2956 h 329"/>
                <a:gd name="T28" fmla="*/ 344 w 46"/>
                <a:gd name="T29" fmla="*/ 2551 h 329"/>
                <a:gd name="T30" fmla="*/ 329 w 46"/>
                <a:gd name="T31" fmla="*/ 1842 h 329"/>
                <a:gd name="T32" fmla="*/ 292 w 46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6" h="329">
                  <a:moveTo>
                    <a:pt x="39" y="196"/>
                  </a:moveTo>
                  <a:cubicBezTo>
                    <a:pt x="39" y="196"/>
                    <a:pt x="33" y="194"/>
                    <a:pt x="28" y="190"/>
                  </a:cubicBezTo>
                  <a:cubicBezTo>
                    <a:pt x="17" y="182"/>
                    <a:pt x="13" y="163"/>
                    <a:pt x="18" y="150"/>
                  </a:cubicBezTo>
                  <a:cubicBezTo>
                    <a:pt x="22" y="142"/>
                    <a:pt x="29" y="135"/>
                    <a:pt x="37" y="132"/>
                  </a:cubicBezTo>
                  <a:cubicBezTo>
                    <a:pt x="42" y="130"/>
                    <a:pt x="42" y="125"/>
                    <a:pt x="43" y="119"/>
                  </a:cubicBezTo>
                  <a:cubicBezTo>
                    <a:pt x="45" y="77"/>
                    <a:pt x="46" y="77"/>
                    <a:pt x="43" y="55"/>
                  </a:cubicBezTo>
                  <a:cubicBezTo>
                    <a:pt x="41" y="30"/>
                    <a:pt x="31" y="10"/>
                    <a:pt x="16" y="0"/>
                  </a:cubicBezTo>
                  <a:cubicBezTo>
                    <a:pt x="23" y="11"/>
                    <a:pt x="27" y="25"/>
                    <a:pt x="29" y="44"/>
                  </a:cubicBezTo>
                  <a:cubicBezTo>
                    <a:pt x="32" y="66"/>
                    <a:pt x="31" y="68"/>
                    <a:pt x="29" y="111"/>
                  </a:cubicBezTo>
                  <a:cubicBezTo>
                    <a:pt x="29" y="117"/>
                    <a:pt x="26" y="124"/>
                    <a:pt x="20" y="129"/>
                  </a:cubicBezTo>
                  <a:cubicBezTo>
                    <a:pt x="13" y="135"/>
                    <a:pt x="9" y="141"/>
                    <a:pt x="6" y="150"/>
                  </a:cubicBezTo>
                  <a:cubicBezTo>
                    <a:pt x="0" y="163"/>
                    <a:pt x="3" y="183"/>
                    <a:pt x="15" y="193"/>
                  </a:cubicBezTo>
                  <a:cubicBezTo>
                    <a:pt x="35" y="211"/>
                    <a:pt x="36" y="278"/>
                    <a:pt x="36" y="278"/>
                  </a:cubicBezTo>
                  <a:cubicBezTo>
                    <a:pt x="36" y="303"/>
                    <a:pt x="39" y="308"/>
                    <a:pt x="31" y="329"/>
                  </a:cubicBezTo>
                  <a:cubicBezTo>
                    <a:pt x="41" y="320"/>
                    <a:pt x="46" y="303"/>
                    <a:pt x="46" y="284"/>
                  </a:cubicBezTo>
                  <a:cubicBezTo>
                    <a:pt x="46" y="284"/>
                    <a:pt x="44" y="211"/>
                    <a:pt x="44" y="205"/>
                  </a:cubicBezTo>
                  <a:cubicBezTo>
                    <a:pt x="44" y="200"/>
                    <a:pt x="43" y="198"/>
                    <a:pt x="39" y="19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3" name="Freeform 2219">
              <a:extLst>
                <a:ext uri="{FF2B5EF4-FFF2-40B4-BE49-F238E27FC236}">
                  <a16:creationId xmlns:a16="http://schemas.microsoft.com/office/drawing/2014/main" id="{B777B4FA-3464-FC4B-0D6A-63D7D4655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09"/>
              <a:ext cx="133" cy="708"/>
            </a:xfrm>
            <a:custGeom>
              <a:avLst/>
              <a:gdLst>
                <a:gd name="T0" fmla="*/ 260 w 68"/>
                <a:gd name="T1" fmla="*/ 2584 h 340"/>
                <a:gd name="T2" fmla="*/ 203 w 68"/>
                <a:gd name="T3" fmla="*/ 877 h 340"/>
                <a:gd name="T4" fmla="*/ 405 w 68"/>
                <a:gd name="T5" fmla="*/ 44 h 340"/>
                <a:gd name="T6" fmla="*/ 405 w 68"/>
                <a:gd name="T7" fmla="*/ 44 h 340"/>
                <a:gd name="T8" fmla="*/ 260 w 68"/>
                <a:gd name="T9" fmla="*/ 44 h 340"/>
                <a:gd name="T10" fmla="*/ 61 w 68"/>
                <a:gd name="T11" fmla="*/ 877 h 340"/>
                <a:gd name="T12" fmla="*/ 211 w 68"/>
                <a:gd name="T13" fmla="*/ 2511 h 340"/>
                <a:gd name="T14" fmla="*/ 448 w 68"/>
                <a:gd name="T15" fmla="*/ 3069 h 340"/>
                <a:gd name="T16" fmla="*/ 509 w 68"/>
                <a:gd name="T17" fmla="*/ 3061 h 340"/>
                <a:gd name="T18" fmla="*/ 260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5" y="286"/>
                  </a:moveTo>
                  <a:cubicBezTo>
                    <a:pt x="33" y="263"/>
                    <a:pt x="33" y="133"/>
                    <a:pt x="27" y="97"/>
                  </a:cubicBezTo>
                  <a:cubicBezTo>
                    <a:pt x="19" y="54"/>
                    <a:pt x="14" y="0"/>
                    <a:pt x="54" y="5"/>
                  </a:cubicBezTo>
                  <a:cubicBezTo>
                    <a:pt x="54" y="5"/>
                    <a:pt x="54" y="5"/>
                    <a:pt x="54" y="5"/>
                  </a:cubicBezTo>
                  <a:cubicBezTo>
                    <a:pt x="49" y="3"/>
                    <a:pt x="42" y="3"/>
                    <a:pt x="35" y="5"/>
                  </a:cubicBezTo>
                  <a:cubicBezTo>
                    <a:pt x="1" y="13"/>
                    <a:pt x="0" y="54"/>
                    <a:pt x="8" y="97"/>
                  </a:cubicBezTo>
                  <a:cubicBezTo>
                    <a:pt x="14" y="133"/>
                    <a:pt x="26" y="256"/>
                    <a:pt x="28" y="278"/>
                  </a:cubicBezTo>
                  <a:cubicBezTo>
                    <a:pt x="33" y="327"/>
                    <a:pt x="36" y="340"/>
                    <a:pt x="60" y="340"/>
                  </a:cubicBezTo>
                  <a:cubicBezTo>
                    <a:pt x="63" y="340"/>
                    <a:pt x="65" y="340"/>
                    <a:pt x="68" y="339"/>
                  </a:cubicBezTo>
                  <a:cubicBezTo>
                    <a:pt x="54" y="336"/>
                    <a:pt x="39" y="326"/>
                    <a:pt x="35" y="28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4" name="Freeform 2220">
              <a:extLst>
                <a:ext uri="{FF2B5EF4-FFF2-40B4-BE49-F238E27FC236}">
                  <a16:creationId xmlns:a16="http://schemas.microsoft.com/office/drawing/2014/main" id="{C50CEAD7-925A-2A16-3FF9-FB5FF17041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3020"/>
              <a:ext cx="68" cy="568"/>
            </a:xfrm>
            <a:custGeom>
              <a:avLst/>
              <a:gdLst>
                <a:gd name="T0" fmla="*/ 204 w 35"/>
                <a:gd name="T1" fmla="*/ 2459 h 273"/>
                <a:gd name="T2" fmla="*/ 60 w 35"/>
                <a:gd name="T3" fmla="*/ 826 h 273"/>
                <a:gd name="T4" fmla="*/ 256 w 35"/>
                <a:gd name="T5" fmla="*/ 0 h 273"/>
                <a:gd name="T6" fmla="*/ 72 w 35"/>
                <a:gd name="T7" fmla="*/ 485 h 273"/>
                <a:gd name="T8" fmla="*/ 204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28" y="273"/>
                  </a:moveTo>
                  <a:cubicBezTo>
                    <a:pt x="26" y="251"/>
                    <a:pt x="14" y="128"/>
                    <a:pt x="8" y="92"/>
                  </a:cubicBezTo>
                  <a:cubicBezTo>
                    <a:pt x="0" y="49"/>
                    <a:pt x="1" y="8"/>
                    <a:pt x="35" y="0"/>
                  </a:cubicBezTo>
                  <a:cubicBezTo>
                    <a:pt x="23" y="6"/>
                    <a:pt x="10" y="22"/>
                    <a:pt x="10" y="54"/>
                  </a:cubicBezTo>
                  <a:cubicBezTo>
                    <a:pt x="10" y="87"/>
                    <a:pt x="28" y="212"/>
                    <a:pt x="28" y="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5" name="Freeform 2221">
              <a:extLst>
                <a:ext uri="{FF2B5EF4-FFF2-40B4-BE49-F238E27FC236}">
                  <a16:creationId xmlns:a16="http://schemas.microsoft.com/office/drawing/2014/main" id="{F7A35566-5F75-8839-67CB-DFE439D7B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6" name="Freeform 2222">
              <a:extLst>
                <a:ext uri="{FF2B5EF4-FFF2-40B4-BE49-F238E27FC236}">
                  <a16:creationId xmlns:a16="http://schemas.microsoft.com/office/drawing/2014/main" id="{EA4F0A7E-B838-0D8A-A7D7-9232EA2CE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7" name="Freeform 2223">
              <a:extLst>
                <a:ext uri="{FF2B5EF4-FFF2-40B4-BE49-F238E27FC236}">
                  <a16:creationId xmlns:a16="http://schemas.microsoft.com/office/drawing/2014/main" id="{DB8851F4-4327-222A-531A-5BC32EDB8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3284"/>
              <a:ext cx="69" cy="343"/>
            </a:xfrm>
            <a:custGeom>
              <a:avLst/>
              <a:gdLst>
                <a:gd name="T0" fmla="*/ 260 w 35"/>
                <a:gd name="T1" fmla="*/ 1482 h 165"/>
                <a:gd name="T2" fmla="*/ 268 w 35"/>
                <a:gd name="T3" fmla="*/ 748 h 165"/>
                <a:gd name="T4" fmla="*/ 213 w 35"/>
                <a:gd name="T5" fmla="*/ 649 h 165"/>
                <a:gd name="T6" fmla="*/ 39 w 35"/>
                <a:gd name="T7" fmla="*/ 349 h 165"/>
                <a:gd name="T8" fmla="*/ 124 w 35"/>
                <a:gd name="T9" fmla="*/ 143 h 165"/>
                <a:gd name="T10" fmla="*/ 237 w 35"/>
                <a:gd name="T11" fmla="*/ 0 h 165"/>
                <a:gd name="T12" fmla="*/ 85 w 35"/>
                <a:gd name="T13" fmla="*/ 133 h 165"/>
                <a:gd name="T14" fmla="*/ 0 w 35"/>
                <a:gd name="T15" fmla="*/ 360 h 165"/>
                <a:gd name="T16" fmla="*/ 136 w 35"/>
                <a:gd name="T17" fmla="*/ 649 h 165"/>
                <a:gd name="T18" fmla="*/ 252 w 35"/>
                <a:gd name="T19" fmla="*/ 800 h 165"/>
                <a:gd name="T20" fmla="*/ 260 w 35"/>
                <a:gd name="T21" fmla="*/ 1482 h 1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5" h="165">
                  <a:moveTo>
                    <a:pt x="34" y="165"/>
                  </a:moveTo>
                  <a:cubicBezTo>
                    <a:pt x="34" y="165"/>
                    <a:pt x="35" y="89"/>
                    <a:pt x="35" y="83"/>
                  </a:cubicBezTo>
                  <a:cubicBezTo>
                    <a:pt x="35" y="77"/>
                    <a:pt x="33" y="74"/>
                    <a:pt x="28" y="72"/>
                  </a:cubicBezTo>
                  <a:cubicBezTo>
                    <a:pt x="15" y="69"/>
                    <a:pt x="5" y="53"/>
                    <a:pt x="5" y="39"/>
                  </a:cubicBezTo>
                  <a:cubicBezTo>
                    <a:pt x="5" y="30"/>
                    <a:pt x="9" y="21"/>
                    <a:pt x="16" y="16"/>
                  </a:cubicBezTo>
                  <a:cubicBezTo>
                    <a:pt x="20" y="12"/>
                    <a:pt x="33" y="6"/>
                    <a:pt x="31" y="0"/>
                  </a:cubicBezTo>
                  <a:cubicBezTo>
                    <a:pt x="31" y="3"/>
                    <a:pt x="17" y="8"/>
                    <a:pt x="11" y="15"/>
                  </a:cubicBezTo>
                  <a:cubicBezTo>
                    <a:pt x="4" y="22"/>
                    <a:pt x="0" y="29"/>
                    <a:pt x="0" y="40"/>
                  </a:cubicBezTo>
                  <a:cubicBezTo>
                    <a:pt x="0" y="51"/>
                    <a:pt x="8" y="67"/>
                    <a:pt x="18" y="72"/>
                  </a:cubicBezTo>
                  <a:cubicBezTo>
                    <a:pt x="29" y="77"/>
                    <a:pt x="32" y="81"/>
                    <a:pt x="33" y="89"/>
                  </a:cubicBezTo>
                  <a:cubicBezTo>
                    <a:pt x="34" y="97"/>
                    <a:pt x="34" y="165"/>
                    <a:pt x="34" y="165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8" name="Freeform 2224">
              <a:extLst>
                <a:ext uri="{FF2B5EF4-FFF2-40B4-BE49-F238E27FC236}">
                  <a16:creationId xmlns:a16="http://schemas.microsoft.com/office/drawing/2014/main" id="{9360FA0A-7212-1BA5-D6A5-22790AA1B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026"/>
              <a:ext cx="88" cy="684"/>
            </a:xfrm>
            <a:custGeom>
              <a:avLst/>
              <a:gdLst>
                <a:gd name="T0" fmla="*/ 45 w 45"/>
                <a:gd name="T1" fmla="*/ 1759 h 329"/>
                <a:gd name="T2" fmla="*/ 133 w 45"/>
                <a:gd name="T3" fmla="*/ 1707 h 329"/>
                <a:gd name="T4" fmla="*/ 203 w 45"/>
                <a:gd name="T5" fmla="*/ 1349 h 329"/>
                <a:gd name="T6" fmla="*/ 68 w 45"/>
                <a:gd name="T7" fmla="*/ 1185 h 329"/>
                <a:gd name="T8" fmla="*/ 23 w 45"/>
                <a:gd name="T9" fmla="*/ 1069 h 329"/>
                <a:gd name="T10" fmla="*/ 16 w 45"/>
                <a:gd name="T11" fmla="*/ 493 h 329"/>
                <a:gd name="T12" fmla="*/ 225 w 45"/>
                <a:gd name="T13" fmla="*/ 0 h 329"/>
                <a:gd name="T14" fmla="*/ 127 w 45"/>
                <a:gd name="T15" fmla="*/ 393 h 329"/>
                <a:gd name="T16" fmla="*/ 127 w 45"/>
                <a:gd name="T17" fmla="*/ 998 h 329"/>
                <a:gd name="T18" fmla="*/ 196 w 45"/>
                <a:gd name="T19" fmla="*/ 1158 h 329"/>
                <a:gd name="T20" fmla="*/ 299 w 45"/>
                <a:gd name="T21" fmla="*/ 1349 h 329"/>
                <a:gd name="T22" fmla="*/ 225 w 45"/>
                <a:gd name="T23" fmla="*/ 1734 h 329"/>
                <a:gd name="T24" fmla="*/ 68 w 45"/>
                <a:gd name="T25" fmla="*/ 2499 h 329"/>
                <a:gd name="T26" fmla="*/ 111 w 45"/>
                <a:gd name="T27" fmla="*/ 2956 h 329"/>
                <a:gd name="T28" fmla="*/ 0 w 45"/>
                <a:gd name="T29" fmla="*/ 2551 h 329"/>
                <a:gd name="T30" fmla="*/ 8 w 45"/>
                <a:gd name="T31" fmla="*/ 1842 h 329"/>
                <a:gd name="T32" fmla="*/ 45 w 45"/>
                <a:gd name="T33" fmla="*/ 1759 h 3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" h="329">
                  <a:moveTo>
                    <a:pt x="6" y="196"/>
                  </a:moveTo>
                  <a:cubicBezTo>
                    <a:pt x="7" y="196"/>
                    <a:pt x="13" y="194"/>
                    <a:pt x="18" y="190"/>
                  </a:cubicBezTo>
                  <a:cubicBezTo>
                    <a:pt x="29" y="182"/>
                    <a:pt x="33" y="163"/>
                    <a:pt x="27" y="150"/>
                  </a:cubicBezTo>
                  <a:cubicBezTo>
                    <a:pt x="24" y="142"/>
                    <a:pt x="17" y="135"/>
                    <a:pt x="9" y="132"/>
                  </a:cubicBezTo>
                  <a:cubicBezTo>
                    <a:pt x="4" y="130"/>
                    <a:pt x="3" y="125"/>
                    <a:pt x="3" y="119"/>
                  </a:cubicBezTo>
                  <a:cubicBezTo>
                    <a:pt x="1" y="77"/>
                    <a:pt x="0" y="77"/>
                    <a:pt x="2" y="55"/>
                  </a:cubicBezTo>
                  <a:cubicBezTo>
                    <a:pt x="5" y="30"/>
                    <a:pt x="14" y="10"/>
                    <a:pt x="30" y="0"/>
                  </a:cubicBezTo>
                  <a:cubicBezTo>
                    <a:pt x="23" y="11"/>
                    <a:pt x="19" y="25"/>
                    <a:pt x="17" y="44"/>
                  </a:cubicBezTo>
                  <a:cubicBezTo>
                    <a:pt x="14" y="66"/>
                    <a:pt x="15" y="68"/>
                    <a:pt x="17" y="111"/>
                  </a:cubicBezTo>
                  <a:cubicBezTo>
                    <a:pt x="17" y="117"/>
                    <a:pt x="20" y="124"/>
                    <a:pt x="26" y="129"/>
                  </a:cubicBezTo>
                  <a:cubicBezTo>
                    <a:pt x="33" y="135"/>
                    <a:pt x="37" y="141"/>
                    <a:pt x="40" y="150"/>
                  </a:cubicBezTo>
                  <a:cubicBezTo>
                    <a:pt x="45" y="163"/>
                    <a:pt x="42" y="183"/>
                    <a:pt x="30" y="193"/>
                  </a:cubicBezTo>
                  <a:cubicBezTo>
                    <a:pt x="11" y="211"/>
                    <a:pt x="9" y="278"/>
                    <a:pt x="9" y="278"/>
                  </a:cubicBezTo>
                  <a:cubicBezTo>
                    <a:pt x="9" y="303"/>
                    <a:pt x="7" y="308"/>
                    <a:pt x="15" y="329"/>
                  </a:cubicBezTo>
                  <a:cubicBezTo>
                    <a:pt x="5" y="320"/>
                    <a:pt x="0" y="303"/>
                    <a:pt x="0" y="284"/>
                  </a:cubicBezTo>
                  <a:cubicBezTo>
                    <a:pt x="0" y="284"/>
                    <a:pt x="1" y="211"/>
                    <a:pt x="1" y="205"/>
                  </a:cubicBezTo>
                  <a:cubicBezTo>
                    <a:pt x="1" y="200"/>
                    <a:pt x="3" y="198"/>
                    <a:pt x="6" y="196"/>
                  </a:cubicBezTo>
                  <a:close/>
                </a:path>
              </a:pathLst>
            </a:custGeom>
            <a:solidFill>
              <a:srgbClr val="BBA4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9" name="Freeform 2225">
              <a:extLst>
                <a:ext uri="{FF2B5EF4-FFF2-40B4-BE49-F238E27FC236}">
                  <a16:creationId xmlns:a16="http://schemas.microsoft.com/office/drawing/2014/main" id="{430DC7BA-7384-3A67-89B0-D389F4A5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3009"/>
              <a:ext cx="133" cy="708"/>
            </a:xfrm>
            <a:custGeom>
              <a:avLst/>
              <a:gdLst>
                <a:gd name="T0" fmla="*/ 241 w 68"/>
                <a:gd name="T1" fmla="*/ 2584 h 340"/>
                <a:gd name="T2" fmla="*/ 305 w 68"/>
                <a:gd name="T3" fmla="*/ 877 h 340"/>
                <a:gd name="T4" fmla="*/ 104 w 68"/>
                <a:gd name="T5" fmla="*/ 44 h 340"/>
                <a:gd name="T6" fmla="*/ 96 w 68"/>
                <a:gd name="T7" fmla="*/ 44 h 340"/>
                <a:gd name="T8" fmla="*/ 248 w 68"/>
                <a:gd name="T9" fmla="*/ 44 h 340"/>
                <a:gd name="T10" fmla="*/ 448 w 68"/>
                <a:gd name="T11" fmla="*/ 877 h 340"/>
                <a:gd name="T12" fmla="*/ 299 w 68"/>
                <a:gd name="T13" fmla="*/ 2511 h 340"/>
                <a:gd name="T14" fmla="*/ 61 w 68"/>
                <a:gd name="T15" fmla="*/ 3069 h 340"/>
                <a:gd name="T16" fmla="*/ 0 w 68"/>
                <a:gd name="T17" fmla="*/ 3061 h 340"/>
                <a:gd name="T18" fmla="*/ 241 w 68"/>
                <a:gd name="T19" fmla="*/ 2584 h 34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340">
                  <a:moveTo>
                    <a:pt x="32" y="286"/>
                  </a:moveTo>
                  <a:cubicBezTo>
                    <a:pt x="35" y="263"/>
                    <a:pt x="35" y="133"/>
                    <a:pt x="41" y="97"/>
                  </a:cubicBezTo>
                  <a:cubicBezTo>
                    <a:pt x="49" y="54"/>
                    <a:pt x="54" y="0"/>
                    <a:pt x="14" y="5"/>
                  </a:cubicBezTo>
                  <a:cubicBezTo>
                    <a:pt x="14" y="5"/>
                    <a:pt x="14" y="5"/>
                    <a:pt x="13" y="5"/>
                  </a:cubicBezTo>
                  <a:cubicBezTo>
                    <a:pt x="19" y="3"/>
                    <a:pt x="26" y="3"/>
                    <a:pt x="33" y="5"/>
                  </a:cubicBezTo>
                  <a:cubicBezTo>
                    <a:pt x="67" y="13"/>
                    <a:pt x="68" y="54"/>
                    <a:pt x="60" y="97"/>
                  </a:cubicBezTo>
                  <a:cubicBezTo>
                    <a:pt x="54" y="133"/>
                    <a:pt x="42" y="256"/>
                    <a:pt x="40" y="278"/>
                  </a:cubicBezTo>
                  <a:cubicBezTo>
                    <a:pt x="35" y="327"/>
                    <a:pt x="32" y="340"/>
                    <a:pt x="8" y="340"/>
                  </a:cubicBezTo>
                  <a:cubicBezTo>
                    <a:pt x="5" y="340"/>
                    <a:pt x="2" y="340"/>
                    <a:pt x="0" y="339"/>
                  </a:cubicBezTo>
                  <a:cubicBezTo>
                    <a:pt x="14" y="336"/>
                    <a:pt x="29" y="326"/>
                    <a:pt x="32" y="286"/>
                  </a:cubicBezTo>
                  <a:close/>
                </a:path>
              </a:pathLst>
            </a:custGeom>
            <a:solidFill>
              <a:srgbClr val="6342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0" name="Freeform 2226">
              <a:extLst>
                <a:ext uri="{FF2B5EF4-FFF2-40B4-BE49-F238E27FC236}">
                  <a16:creationId xmlns:a16="http://schemas.microsoft.com/office/drawing/2014/main" id="{8BEE968C-2D90-4C0D-CB92-801B09A26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6" y="3020"/>
              <a:ext cx="68" cy="568"/>
            </a:xfrm>
            <a:custGeom>
              <a:avLst/>
              <a:gdLst>
                <a:gd name="T0" fmla="*/ 52 w 35"/>
                <a:gd name="T1" fmla="*/ 2459 h 273"/>
                <a:gd name="T2" fmla="*/ 196 w 35"/>
                <a:gd name="T3" fmla="*/ 826 h 273"/>
                <a:gd name="T4" fmla="*/ 0 w 35"/>
                <a:gd name="T5" fmla="*/ 0 h 273"/>
                <a:gd name="T6" fmla="*/ 177 w 35"/>
                <a:gd name="T7" fmla="*/ 485 h 273"/>
                <a:gd name="T8" fmla="*/ 52 w 35"/>
                <a:gd name="T9" fmla="*/ 2459 h 2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3">
                  <a:moveTo>
                    <a:pt x="7" y="273"/>
                  </a:moveTo>
                  <a:cubicBezTo>
                    <a:pt x="9" y="251"/>
                    <a:pt x="21" y="128"/>
                    <a:pt x="27" y="92"/>
                  </a:cubicBezTo>
                  <a:cubicBezTo>
                    <a:pt x="35" y="49"/>
                    <a:pt x="34" y="8"/>
                    <a:pt x="0" y="0"/>
                  </a:cubicBezTo>
                  <a:cubicBezTo>
                    <a:pt x="12" y="6"/>
                    <a:pt x="24" y="22"/>
                    <a:pt x="24" y="54"/>
                  </a:cubicBezTo>
                  <a:cubicBezTo>
                    <a:pt x="24" y="87"/>
                    <a:pt x="7" y="212"/>
                    <a:pt x="7" y="273"/>
                  </a:cubicBezTo>
                  <a:close/>
                </a:path>
              </a:pathLst>
            </a:custGeom>
            <a:solidFill>
              <a:srgbClr val="5335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1" name="Freeform 2227">
              <a:extLst>
                <a:ext uri="{FF2B5EF4-FFF2-40B4-BE49-F238E27FC236}">
                  <a16:creationId xmlns:a16="http://schemas.microsoft.com/office/drawing/2014/main" id="{25D2842B-FEEF-5566-C76A-2C269221A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032"/>
              <a:ext cx="127" cy="691"/>
            </a:xfrm>
            <a:custGeom>
              <a:avLst/>
              <a:gdLst>
                <a:gd name="T0" fmla="*/ 233 w 65"/>
                <a:gd name="T1" fmla="*/ 2851 h 332"/>
                <a:gd name="T2" fmla="*/ 297 w 65"/>
                <a:gd name="T3" fmla="*/ 2841 h 332"/>
                <a:gd name="T4" fmla="*/ 297 w 65"/>
                <a:gd name="T5" fmla="*/ 2833 h 332"/>
                <a:gd name="T6" fmla="*/ 275 w 65"/>
                <a:gd name="T7" fmla="*/ 2776 h 332"/>
                <a:gd name="T8" fmla="*/ 260 w 65"/>
                <a:gd name="T9" fmla="*/ 2724 h 332"/>
                <a:gd name="T10" fmla="*/ 260 w 65"/>
                <a:gd name="T11" fmla="*/ 2724 h 332"/>
                <a:gd name="T12" fmla="*/ 244 w 65"/>
                <a:gd name="T13" fmla="*/ 2608 h 332"/>
                <a:gd name="T14" fmla="*/ 244 w 65"/>
                <a:gd name="T15" fmla="*/ 2595 h 332"/>
                <a:gd name="T16" fmla="*/ 244 w 65"/>
                <a:gd name="T17" fmla="*/ 2535 h 332"/>
                <a:gd name="T18" fmla="*/ 244 w 65"/>
                <a:gd name="T19" fmla="*/ 2058 h 332"/>
                <a:gd name="T20" fmla="*/ 244 w 65"/>
                <a:gd name="T21" fmla="*/ 1819 h 332"/>
                <a:gd name="T22" fmla="*/ 283 w 65"/>
                <a:gd name="T23" fmla="*/ 1742 h 332"/>
                <a:gd name="T24" fmla="*/ 373 w 65"/>
                <a:gd name="T25" fmla="*/ 1686 h 332"/>
                <a:gd name="T26" fmla="*/ 440 w 65"/>
                <a:gd name="T27" fmla="*/ 1361 h 332"/>
                <a:gd name="T28" fmla="*/ 305 w 65"/>
                <a:gd name="T29" fmla="*/ 1201 h 332"/>
                <a:gd name="T30" fmla="*/ 260 w 65"/>
                <a:gd name="T31" fmla="*/ 1082 h 332"/>
                <a:gd name="T32" fmla="*/ 260 w 65"/>
                <a:gd name="T33" fmla="*/ 468 h 332"/>
                <a:gd name="T34" fmla="*/ 233 w 65"/>
                <a:gd name="T35" fmla="*/ 252 h 332"/>
                <a:gd name="T36" fmla="*/ 76 w 65"/>
                <a:gd name="T37" fmla="*/ 0 h 332"/>
                <a:gd name="T38" fmla="*/ 217 w 65"/>
                <a:gd name="T39" fmla="*/ 468 h 332"/>
                <a:gd name="T40" fmla="*/ 225 w 65"/>
                <a:gd name="T41" fmla="*/ 1082 h 332"/>
                <a:gd name="T42" fmla="*/ 180 w 65"/>
                <a:gd name="T43" fmla="*/ 1201 h 332"/>
                <a:gd name="T44" fmla="*/ 39 w 65"/>
                <a:gd name="T45" fmla="*/ 1361 h 332"/>
                <a:gd name="T46" fmla="*/ 111 w 65"/>
                <a:gd name="T47" fmla="*/ 1686 h 332"/>
                <a:gd name="T48" fmla="*/ 195 w 65"/>
                <a:gd name="T49" fmla="*/ 1742 h 332"/>
                <a:gd name="T50" fmla="*/ 233 w 65"/>
                <a:gd name="T51" fmla="*/ 1819 h 332"/>
                <a:gd name="T52" fmla="*/ 233 w 65"/>
                <a:gd name="T53" fmla="*/ 2058 h 332"/>
                <a:gd name="T54" fmla="*/ 240 w 65"/>
                <a:gd name="T55" fmla="*/ 2535 h 332"/>
                <a:gd name="T56" fmla="*/ 233 w 65"/>
                <a:gd name="T57" fmla="*/ 2595 h 332"/>
                <a:gd name="T58" fmla="*/ 233 w 65"/>
                <a:gd name="T59" fmla="*/ 2608 h 332"/>
                <a:gd name="T60" fmla="*/ 225 w 65"/>
                <a:gd name="T61" fmla="*/ 2668 h 332"/>
                <a:gd name="T62" fmla="*/ 225 w 65"/>
                <a:gd name="T63" fmla="*/ 2677 h 332"/>
                <a:gd name="T64" fmla="*/ 203 w 65"/>
                <a:gd name="T65" fmla="*/ 2785 h 332"/>
                <a:gd name="T66" fmla="*/ 39 w 65"/>
                <a:gd name="T67" fmla="*/ 2993 h 332"/>
                <a:gd name="T68" fmla="*/ 39 w 65"/>
                <a:gd name="T69" fmla="*/ 2993 h 332"/>
                <a:gd name="T70" fmla="*/ 39 w 65"/>
                <a:gd name="T71" fmla="*/ 2993 h 332"/>
                <a:gd name="T72" fmla="*/ 39 w 65"/>
                <a:gd name="T73" fmla="*/ 2993 h 332"/>
                <a:gd name="T74" fmla="*/ 39 w 65"/>
                <a:gd name="T75" fmla="*/ 2993 h 332"/>
                <a:gd name="T76" fmla="*/ 119 w 65"/>
                <a:gd name="T77" fmla="*/ 2976 h 332"/>
                <a:gd name="T78" fmla="*/ 233 w 65"/>
                <a:gd name="T79" fmla="*/ 2851 h 3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65" h="332">
                  <a:moveTo>
                    <a:pt x="31" y="316"/>
                  </a:moveTo>
                  <a:cubicBezTo>
                    <a:pt x="35" y="311"/>
                    <a:pt x="40" y="315"/>
                    <a:pt x="40" y="315"/>
                  </a:cubicBezTo>
                  <a:cubicBezTo>
                    <a:pt x="40" y="315"/>
                    <a:pt x="40" y="315"/>
                    <a:pt x="40" y="314"/>
                  </a:cubicBezTo>
                  <a:cubicBezTo>
                    <a:pt x="39" y="312"/>
                    <a:pt x="38" y="310"/>
                    <a:pt x="37" y="308"/>
                  </a:cubicBezTo>
                  <a:cubicBezTo>
                    <a:pt x="36" y="306"/>
                    <a:pt x="36" y="304"/>
                    <a:pt x="35" y="302"/>
                  </a:cubicBezTo>
                  <a:cubicBezTo>
                    <a:pt x="35" y="302"/>
                    <a:pt x="35" y="302"/>
                    <a:pt x="35" y="302"/>
                  </a:cubicBezTo>
                  <a:cubicBezTo>
                    <a:pt x="34" y="298"/>
                    <a:pt x="34" y="293"/>
                    <a:pt x="33" y="289"/>
                  </a:cubicBezTo>
                  <a:cubicBezTo>
                    <a:pt x="33" y="288"/>
                    <a:pt x="33" y="288"/>
                    <a:pt x="33" y="288"/>
                  </a:cubicBezTo>
                  <a:cubicBezTo>
                    <a:pt x="33" y="285"/>
                    <a:pt x="33" y="283"/>
                    <a:pt x="33" y="281"/>
                  </a:cubicBezTo>
                  <a:cubicBezTo>
                    <a:pt x="33" y="281"/>
                    <a:pt x="33" y="258"/>
                    <a:pt x="33" y="228"/>
                  </a:cubicBezTo>
                  <a:cubicBezTo>
                    <a:pt x="33" y="202"/>
                    <a:pt x="33" y="202"/>
                    <a:pt x="33" y="202"/>
                  </a:cubicBezTo>
                  <a:cubicBezTo>
                    <a:pt x="33" y="197"/>
                    <a:pt x="35" y="195"/>
                    <a:pt x="38" y="193"/>
                  </a:cubicBezTo>
                  <a:cubicBezTo>
                    <a:pt x="39" y="193"/>
                    <a:pt x="45" y="191"/>
                    <a:pt x="50" y="187"/>
                  </a:cubicBezTo>
                  <a:cubicBezTo>
                    <a:pt x="60" y="179"/>
                    <a:pt x="65" y="164"/>
                    <a:pt x="59" y="151"/>
                  </a:cubicBezTo>
                  <a:cubicBezTo>
                    <a:pt x="56" y="142"/>
                    <a:pt x="49" y="136"/>
                    <a:pt x="41" y="133"/>
                  </a:cubicBezTo>
                  <a:cubicBezTo>
                    <a:pt x="35" y="131"/>
                    <a:pt x="35" y="126"/>
                    <a:pt x="35" y="120"/>
                  </a:cubicBezTo>
                  <a:cubicBezTo>
                    <a:pt x="33" y="78"/>
                    <a:pt x="33" y="74"/>
                    <a:pt x="35" y="52"/>
                  </a:cubicBezTo>
                  <a:cubicBezTo>
                    <a:pt x="34" y="45"/>
                    <a:pt x="33" y="36"/>
                    <a:pt x="31" y="28"/>
                  </a:cubicBezTo>
                  <a:cubicBezTo>
                    <a:pt x="27" y="15"/>
                    <a:pt x="18" y="6"/>
                    <a:pt x="10" y="0"/>
                  </a:cubicBezTo>
                  <a:cubicBezTo>
                    <a:pt x="21" y="12"/>
                    <a:pt x="27" y="31"/>
                    <a:pt x="29" y="52"/>
                  </a:cubicBezTo>
                  <a:cubicBezTo>
                    <a:pt x="32" y="74"/>
                    <a:pt x="32" y="78"/>
                    <a:pt x="30" y="120"/>
                  </a:cubicBezTo>
                  <a:cubicBezTo>
                    <a:pt x="29" y="126"/>
                    <a:pt x="29" y="131"/>
                    <a:pt x="24" y="133"/>
                  </a:cubicBezTo>
                  <a:cubicBezTo>
                    <a:pt x="16" y="136"/>
                    <a:pt x="9" y="142"/>
                    <a:pt x="5" y="151"/>
                  </a:cubicBezTo>
                  <a:cubicBezTo>
                    <a:pt x="0" y="164"/>
                    <a:pt x="4" y="179"/>
                    <a:pt x="15" y="187"/>
                  </a:cubicBezTo>
                  <a:cubicBezTo>
                    <a:pt x="20" y="191"/>
                    <a:pt x="26" y="193"/>
                    <a:pt x="26" y="193"/>
                  </a:cubicBezTo>
                  <a:cubicBezTo>
                    <a:pt x="30" y="195"/>
                    <a:pt x="31" y="197"/>
                    <a:pt x="31" y="202"/>
                  </a:cubicBezTo>
                  <a:cubicBezTo>
                    <a:pt x="31" y="228"/>
                    <a:pt x="31" y="228"/>
                    <a:pt x="31" y="228"/>
                  </a:cubicBezTo>
                  <a:cubicBezTo>
                    <a:pt x="31" y="258"/>
                    <a:pt x="32" y="281"/>
                    <a:pt x="32" y="281"/>
                  </a:cubicBezTo>
                  <a:cubicBezTo>
                    <a:pt x="32" y="283"/>
                    <a:pt x="31" y="286"/>
                    <a:pt x="31" y="288"/>
                  </a:cubicBezTo>
                  <a:cubicBezTo>
                    <a:pt x="31" y="288"/>
                    <a:pt x="31" y="289"/>
                    <a:pt x="31" y="289"/>
                  </a:cubicBezTo>
                  <a:cubicBezTo>
                    <a:pt x="31" y="291"/>
                    <a:pt x="31" y="294"/>
                    <a:pt x="30" y="296"/>
                  </a:cubicBezTo>
                  <a:cubicBezTo>
                    <a:pt x="30" y="296"/>
                    <a:pt x="30" y="296"/>
                    <a:pt x="30" y="297"/>
                  </a:cubicBezTo>
                  <a:cubicBezTo>
                    <a:pt x="30" y="301"/>
                    <a:pt x="28" y="305"/>
                    <a:pt x="27" y="309"/>
                  </a:cubicBezTo>
                  <a:cubicBezTo>
                    <a:pt x="23" y="321"/>
                    <a:pt x="16" y="329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5" y="332"/>
                    <a:pt x="5" y="332"/>
                    <a:pt x="5" y="332"/>
                  </a:cubicBezTo>
                  <a:cubicBezTo>
                    <a:pt x="8" y="332"/>
                    <a:pt x="12" y="331"/>
                    <a:pt x="16" y="330"/>
                  </a:cubicBezTo>
                  <a:cubicBezTo>
                    <a:pt x="23" y="324"/>
                    <a:pt x="30" y="318"/>
                    <a:pt x="31" y="316"/>
                  </a:cubicBezTo>
                  <a:close/>
                </a:path>
              </a:pathLst>
            </a:custGeom>
            <a:solidFill>
              <a:srgbClr val="291C1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2" name="Freeform 2228">
              <a:extLst>
                <a:ext uri="{FF2B5EF4-FFF2-40B4-BE49-F238E27FC236}">
                  <a16:creationId xmlns:a16="http://schemas.microsoft.com/office/drawing/2014/main" id="{07E33039-826D-D340-8CC0-5A1C2CA70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26"/>
              <a:ext cx="26" cy="73"/>
            </a:xfrm>
            <a:custGeom>
              <a:avLst/>
              <a:gdLst>
                <a:gd name="T0" fmla="*/ 104 w 13"/>
                <a:gd name="T1" fmla="*/ 0 h 35"/>
                <a:gd name="T2" fmla="*/ 8 w 13"/>
                <a:gd name="T3" fmla="*/ 100 h 35"/>
                <a:gd name="T4" fmla="*/ 0 w 13"/>
                <a:gd name="T5" fmla="*/ 317 h 35"/>
                <a:gd name="T6" fmla="*/ 104 w 13"/>
                <a:gd name="T7" fmla="*/ 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35">
                  <a:moveTo>
                    <a:pt x="13" y="0"/>
                  </a:moveTo>
                  <a:cubicBezTo>
                    <a:pt x="6" y="2"/>
                    <a:pt x="1" y="5"/>
                    <a:pt x="1" y="11"/>
                  </a:cubicBezTo>
                  <a:cubicBezTo>
                    <a:pt x="0" y="17"/>
                    <a:pt x="0" y="31"/>
                    <a:pt x="0" y="35"/>
                  </a:cubicBezTo>
                  <a:cubicBezTo>
                    <a:pt x="1" y="30"/>
                    <a:pt x="1" y="4"/>
                    <a:pt x="13" y="0"/>
                  </a:cubicBezTo>
                  <a:close/>
                </a:path>
              </a:pathLst>
            </a:custGeom>
            <a:solidFill>
              <a:srgbClr val="8A6A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3" name="Freeform 2229">
              <a:extLst>
                <a:ext uri="{FF2B5EF4-FFF2-40B4-BE49-F238E27FC236}">
                  <a16:creationId xmlns:a16="http://schemas.microsoft.com/office/drawing/2014/main" id="{C95BD4DF-964C-FD79-0A41-094739B58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3076"/>
              <a:ext cx="75" cy="551"/>
            </a:xfrm>
            <a:custGeom>
              <a:avLst/>
              <a:gdLst>
                <a:gd name="T0" fmla="*/ 207 w 38"/>
                <a:gd name="T1" fmla="*/ 1033 h 265"/>
                <a:gd name="T2" fmla="*/ 93 w 38"/>
                <a:gd name="T3" fmla="*/ 942 h 265"/>
                <a:gd name="T4" fmla="*/ 71 w 38"/>
                <a:gd name="T5" fmla="*/ 873 h 265"/>
                <a:gd name="T6" fmla="*/ 101 w 38"/>
                <a:gd name="T7" fmla="*/ 0 h 265"/>
                <a:gd name="T8" fmla="*/ 24 w 38"/>
                <a:gd name="T9" fmla="*/ 657 h 265"/>
                <a:gd name="T10" fmla="*/ 47 w 38"/>
                <a:gd name="T11" fmla="*/ 917 h 265"/>
                <a:gd name="T12" fmla="*/ 47 w 38"/>
                <a:gd name="T13" fmla="*/ 917 h 265"/>
                <a:gd name="T14" fmla="*/ 168 w 38"/>
                <a:gd name="T15" fmla="*/ 1042 h 265"/>
                <a:gd name="T16" fmla="*/ 253 w 38"/>
                <a:gd name="T17" fmla="*/ 1250 h 265"/>
                <a:gd name="T18" fmla="*/ 77 w 38"/>
                <a:gd name="T19" fmla="*/ 1547 h 265"/>
                <a:gd name="T20" fmla="*/ 24 w 38"/>
                <a:gd name="T21" fmla="*/ 1647 h 265"/>
                <a:gd name="T22" fmla="*/ 32 w 38"/>
                <a:gd name="T23" fmla="*/ 2383 h 265"/>
                <a:gd name="T24" fmla="*/ 39 w 38"/>
                <a:gd name="T25" fmla="*/ 1699 h 265"/>
                <a:gd name="T26" fmla="*/ 148 w 38"/>
                <a:gd name="T27" fmla="*/ 1547 h 265"/>
                <a:gd name="T28" fmla="*/ 292 w 38"/>
                <a:gd name="T29" fmla="*/ 1258 h 265"/>
                <a:gd name="T30" fmla="*/ 207 w 38"/>
                <a:gd name="T31" fmla="*/ 1033 h 2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8" h="265">
                  <a:moveTo>
                    <a:pt x="27" y="115"/>
                  </a:moveTo>
                  <a:cubicBezTo>
                    <a:pt x="23" y="111"/>
                    <a:pt x="17" y="108"/>
                    <a:pt x="12" y="105"/>
                  </a:cubicBezTo>
                  <a:cubicBezTo>
                    <a:pt x="11" y="104"/>
                    <a:pt x="10" y="102"/>
                    <a:pt x="9" y="97"/>
                  </a:cubicBezTo>
                  <a:cubicBezTo>
                    <a:pt x="9" y="88"/>
                    <a:pt x="0" y="35"/>
                    <a:pt x="13" y="0"/>
                  </a:cubicBezTo>
                  <a:cubicBezTo>
                    <a:pt x="11" y="6"/>
                    <a:pt x="2" y="29"/>
                    <a:pt x="3" y="73"/>
                  </a:cubicBezTo>
                  <a:cubicBezTo>
                    <a:pt x="4" y="87"/>
                    <a:pt x="6" y="102"/>
                    <a:pt x="6" y="102"/>
                  </a:cubicBezTo>
                  <a:cubicBezTo>
                    <a:pt x="6" y="102"/>
                    <a:pt x="6" y="102"/>
                    <a:pt x="6" y="102"/>
                  </a:cubicBezTo>
                  <a:cubicBezTo>
                    <a:pt x="8" y="107"/>
                    <a:pt x="18" y="112"/>
                    <a:pt x="22" y="116"/>
                  </a:cubicBezTo>
                  <a:cubicBezTo>
                    <a:pt x="29" y="121"/>
                    <a:pt x="33" y="130"/>
                    <a:pt x="33" y="139"/>
                  </a:cubicBezTo>
                  <a:cubicBezTo>
                    <a:pt x="33" y="153"/>
                    <a:pt x="23" y="169"/>
                    <a:pt x="10" y="172"/>
                  </a:cubicBezTo>
                  <a:cubicBezTo>
                    <a:pt x="5" y="174"/>
                    <a:pt x="3" y="177"/>
                    <a:pt x="3" y="183"/>
                  </a:cubicBezTo>
                  <a:cubicBezTo>
                    <a:pt x="3" y="189"/>
                    <a:pt x="4" y="265"/>
                    <a:pt x="4" y="265"/>
                  </a:cubicBezTo>
                  <a:cubicBezTo>
                    <a:pt x="4" y="265"/>
                    <a:pt x="4" y="197"/>
                    <a:pt x="5" y="189"/>
                  </a:cubicBezTo>
                  <a:cubicBezTo>
                    <a:pt x="6" y="181"/>
                    <a:pt x="9" y="177"/>
                    <a:pt x="19" y="172"/>
                  </a:cubicBezTo>
                  <a:cubicBezTo>
                    <a:pt x="30" y="167"/>
                    <a:pt x="38" y="151"/>
                    <a:pt x="38" y="140"/>
                  </a:cubicBezTo>
                  <a:cubicBezTo>
                    <a:pt x="38" y="129"/>
                    <a:pt x="34" y="122"/>
                    <a:pt x="27" y="1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4" name="Freeform 2230">
              <a:extLst>
                <a:ext uri="{FF2B5EF4-FFF2-40B4-BE49-F238E27FC236}">
                  <a16:creationId xmlns:a16="http://schemas.microsoft.com/office/drawing/2014/main" id="{6314FB7A-A88A-975C-270D-E4BBB85EB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2993"/>
              <a:ext cx="194" cy="734"/>
            </a:xfrm>
            <a:custGeom>
              <a:avLst/>
              <a:gdLst>
                <a:gd name="T0" fmla="*/ 617 w 99"/>
                <a:gd name="T1" fmla="*/ 1851 h 353"/>
                <a:gd name="T2" fmla="*/ 541 w 99"/>
                <a:gd name="T3" fmla="*/ 1526 h 353"/>
                <a:gd name="T4" fmla="*/ 684 w 99"/>
                <a:gd name="T5" fmla="*/ 1366 h 353"/>
                <a:gd name="T6" fmla="*/ 729 w 99"/>
                <a:gd name="T7" fmla="*/ 1250 h 353"/>
                <a:gd name="T8" fmla="*/ 721 w 99"/>
                <a:gd name="T9" fmla="*/ 640 h 353"/>
                <a:gd name="T10" fmla="*/ 300 w 99"/>
                <a:gd name="T11" fmla="*/ 83 h 353"/>
                <a:gd name="T12" fmla="*/ 61 w 99"/>
                <a:gd name="T13" fmla="*/ 909 h 353"/>
                <a:gd name="T14" fmla="*/ 219 w 99"/>
                <a:gd name="T15" fmla="*/ 2624 h 353"/>
                <a:gd name="T16" fmla="*/ 464 w 99"/>
                <a:gd name="T17" fmla="*/ 3173 h 353"/>
                <a:gd name="T18" fmla="*/ 745 w 99"/>
                <a:gd name="T19" fmla="*/ 2697 h 353"/>
                <a:gd name="T20" fmla="*/ 737 w 99"/>
                <a:gd name="T21" fmla="*/ 1988 h 353"/>
                <a:gd name="T22" fmla="*/ 700 w 99"/>
                <a:gd name="T23" fmla="*/ 1907 h 353"/>
                <a:gd name="T24" fmla="*/ 61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82" y="206"/>
                  </a:moveTo>
                  <a:cubicBezTo>
                    <a:pt x="71" y="198"/>
                    <a:pt x="67" y="183"/>
                    <a:pt x="72" y="170"/>
                  </a:cubicBezTo>
                  <a:cubicBezTo>
                    <a:pt x="76" y="161"/>
                    <a:pt x="83" y="155"/>
                    <a:pt x="91" y="152"/>
                  </a:cubicBezTo>
                  <a:cubicBezTo>
                    <a:pt x="96" y="150"/>
                    <a:pt x="96" y="145"/>
                    <a:pt x="97" y="139"/>
                  </a:cubicBezTo>
                  <a:cubicBezTo>
                    <a:pt x="99" y="97"/>
                    <a:pt x="99" y="93"/>
                    <a:pt x="96" y="71"/>
                  </a:cubicBezTo>
                  <a:cubicBezTo>
                    <a:pt x="92" y="33"/>
                    <a:pt x="76" y="0"/>
                    <a:pt x="40" y="9"/>
                  </a:cubicBezTo>
                  <a:cubicBezTo>
                    <a:pt x="5" y="17"/>
                    <a:pt x="0" y="56"/>
                    <a:pt x="8" y="101"/>
                  </a:cubicBezTo>
                  <a:cubicBezTo>
                    <a:pt x="14" y="138"/>
                    <a:pt x="27" y="268"/>
                    <a:pt x="29" y="292"/>
                  </a:cubicBezTo>
                  <a:cubicBezTo>
                    <a:pt x="34" y="343"/>
                    <a:pt x="37" y="353"/>
                    <a:pt x="62" y="353"/>
                  </a:cubicBezTo>
                  <a:cubicBezTo>
                    <a:pt x="87" y="353"/>
                    <a:pt x="99" y="330"/>
                    <a:pt x="99" y="300"/>
                  </a:cubicBezTo>
                  <a:cubicBezTo>
                    <a:pt x="99" y="300"/>
                    <a:pt x="98" y="227"/>
                    <a:pt x="98" y="221"/>
                  </a:cubicBezTo>
                  <a:cubicBezTo>
                    <a:pt x="98" y="216"/>
                    <a:pt x="97" y="214"/>
                    <a:pt x="93" y="212"/>
                  </a:cubicBezTo>
                  <a:cubicBezTo>
                    <a:pt x="93" y="212"/>
                    <a:pt x="87" y="210"/>
                    <a:pt x="82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5" name="Freeform 2231">
              <a:extLst>
                <a:ext uri="{FF2B5EF4-FFF2-40B4-BE49-F238E27FC236}">
                  <a16:creationId xmlns:a16="http://schemas.microsoft.com/office/drawing/2014/main" id="{3225A62C-39A7-1872-90FF-E4537F4DC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993"/>
              <a:ext cx="194" cy="734"/>
            </a:xfrm>
            <a:custGeom>
              <a:avLst/>
              <a:gdLst>
                <a:gd name="T0" fmla="*/ 127 w 99"/>
                <a:gd name="T1" fmla="*/ 1851 h 353"/>
                <a:gd name="T2" fmla="*/ 196 w 99"/>
                <a:gd name="T3" fmla="*/ 1526 h 353"/>
                <a:gd name="T4" fmla="*/ 61 w 99"/>
                <a:gd name="T5" fmla="*/ 1366 h 353"/>
                <a:gd name="T6" fmla="*/ 16 w 99"/>
                <a:gd name="T7" fmla="*/ 1250 h 353"/>
                <a:gd name="T8" fmla="*/ 16 w 99"/>
                <a:gd name="T9" fmla="*/ 640 h 353"/>
                <a:gd name="T10" fmla="*/ 437 w 99"/>
                <a:gd name="T11" fmla="*/ 83 h 353"/>
                <a:gd name="T12" fmla="*/ 676 w 99"/>
                <a:gd name="T13" fmla="*/ 909 h 353"/>
                <a:gd name="T14" fmla="*/ 519 w 99"/>
                <a:gd name="T15" fmla="*/ 2624 h 353"/>
                <a:gd name="T16" fmla="*/ 272 w 99"/>
                <a:gd name="T17" fmla="*/ 3173 h 353"/>
                <a:gd name="T18" fmla="*/ 0 w 99"/>
                <a:gd name="T19" fmla="*/ 2697 h 353"/>
                <a:gd name="T20" fmla="*/ 0 w 99"/>
                <a:gd name="T21" fmla="*/ 1988 h 353"/>
                <a:gd name="T22" fmla="*/ 39 w 99"/>
                <a:gd name="T23" fmla="*/ 1907 h 353"/>
                <a:gd name="T24" fmla="*/ 127 w 99"/>
                <a:gd name="T25" fmla="*/ 1851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9" h="353">
                  <a:moveTo>
                    <a:pt x="17" y="206"/>
                  </a:moveTo>
                  <a:cubicBezTo>
                    <a:pt x="27" y="198"/>
                    <a:pt x="32" y="183"/>
                    <a:pt x="26" y="170"/>
                  </a:cubicBezTo>
                  <a:cubicBezTo>
                    <a:pt x="23" y="161"/>
                    <a:pt x="16" y="155"/>
                    <a:pt x="8" y="152"/>
                  </a:cubicBezTo>
                  <a:cubicBezTo>
                    <a:pt x="2" y="150"/>
                    <a:pt x="2" y="145"/>
                    <a:pt x="2" y="139"/>
                  </a:cubicBezTo>
                  <a:cubicBezTo>
                    <a:pt x="0" y="97"/>
                    <a:pt x="0" y="93"/>
                    <a:pt x="2" y="71"/>
                  </a:cubicBezTo>
                  <a:cubicBezTo>
                    <a:pt x="7" y="33"/>
                    <a:pt x="23" y="0"/>
                    <a:pt x="58" y="9"/>
                  </a:cubicBezTo>
                  <a:cubicBezTo>
                    <a:pt x="94" y="17"/>
                    <a:pt x="99" y="56"/>
                    <a:pt x="90" y="101"/>
                  </a:cubicBezTo>
                  <a:cubicBezTo>
                    <a:pt x="84" y="138"/>
                    <a:pt x="72" y="268"/>
                    <a:pt x="69" y="292"/>
                  </a:cubicBezTo>
                  <a:cubicBezTo>
                    <a:pt x="64" y="343"/>
                    <a:pt x="61" y="353"/>
                    <a:pt x="36" y="353"/>
                  </a:cubicBezTo>
                  <a:cubicBezTo>
                    <a:pt x="12" y="353"/>
                    <a:pt x="0" y="330"/>
                    <a:pt x="0" y="300"/>
                  </a:cubicBezTo>
                  <a:cubicBezTo>
                    <a:pt x="0" y="300"/>
                    <a:pt x="0" y="227"/>
                    <a:pt x="0" y="221"/>
                  </a:cubicBezTo>
                  <a:cubicBezTo>
                    <a:pt x="0" y="216"/>
                    <a:pt x="2" y="214"/>
                    <a:pt x="5" y="212"/>
                  </a:cubicBezTo>
                  <a:cubicBezTo>
                    <a:pt x="6" y="212"/>
                    <a:pt x="12" y="210"/>
                    <a:pt x="17" y="206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6" name="Freeform 2232">
              <a:extLst>
                <a:ext uri="{FF2B5EF4-FFF2-40B4-BE49-F238E27FC236}">
                  <a16:creationId xmlns:a16="http://schemas.microsoft.com/office/drawing/2014/main" id="{8DEC6E35-8828-7F6B-56B9-6B87CE582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11"/>
              <a:ext cx="149" cy="712"/>
            </a:xfrm>
            <a:custGeom>
              <a:avLst/>
              <a:gdLst>
                <a:gd name="T0" fmla="*/ 323 w 76"/>
                <a:gd name="T1" fmla="*/ 2869 h 342"/>
                <a:gd name="T2" fmla="*/ 308 w 76"/>
                <a:gd name="T3" fmla="*/ 2817 h 342"/>
                <a:gd name="T4" fmla="*/ 308 w 76"/>
                <a:gd name="T5" fmla="*/ 2817 h 342"/>
                <a:gd name="T6" fmla="*/ 292 w 76"/>
                <a:gd name="T7" fmla="*/ 2696 h 342"/>
                <a:gd name="T8" fmla="*/ 292 w 76"/>
                <a:gd name="T9" fmla="*/ 2688 h 342"/>
                <a:gd name="T10" fmla="*/ 292 w 76"/>
                <a:gd name="T11" fmla="*/ 2627 h 342"/>
                <a:gd name="T12" fmla="*/ 292 w 76"/>
                <a:gd name="T13" fmla="*/ 2146 h 342"/>
                <a:gd name="T14" fmla="*/ 292 w 76"/>
                <a:gd name="T15" fmla="*/ 1911 h 342"/>
                <a:gd name="T16" fmla="*/ 331 w 76"/>
                <a:gd name="T17" fmla="*/ 1834 h 342"/>
                <a:gd name="T18" fmla="*/ 423 w 76"/>
                <a:gd name="T19" fmla="*/ 1778 h 342"/>
                <a:gd name="T20" fmla="*/ 488 w 76"/>
                <a:gd name="T21" fmla="*/ 1451 h 342"/>
                <a:gd name="T22" fmla="*/ 353 w 76"/>
                <a:gd name="T23" fmla="*/ 1291 h 342"/>
                <a:gd name="T24" fmla="*/ 308 w 76"/>
                <a:gd name="T25" fmla="*/ 1174 h 342"/>
                <a:gd name="T26" fmla="*/ 308 w 76"/>
                <a:gd name="T27" fmla="*/ 560 h 342"/>
                <a:gd name="T28" fmla="*/ 572 w 76"/>
                <a:gd name="T29" fmla="*/ 0 h 342"/>
                <a:gd name="T30" fmla="*/ 300 w 76"/>
                <a:gd name="T31" fmla="*/ 100 h 342"/>
                <a:gd name="T32" fmla="*/ 280 w 76"/>
                <a:gd name="T33" fmla="*/ 100 h 342"/>
                <a:gd name="T34" fmla="*/ 0 w 76"/>
                <a:gd name="T35" fmla="*/ 0 h 342"/>
                <a:gd name="T36" fmla="*/ 265 w 76"/>
                <a:gd name="T37" fmla="*/ 560 h 342"/>
                <a:gd name="T38" fmla="*/ 273 w 76"/>
                <a:gd name="T39" fmla="*/ 1174 h 342"/>
                <a:gd name="T40" fmla="*/ 227 w 76"/>
                <a:gd name="T41" fmla="*/ 1291 h 342"/>
                <a:gd name="T42" fmla="*/ 84 w 76"/>
                <a:gd name="T43" fmla="*/ 1451 h 342"/>
                <a:gd name="T44" fmla="*/ 157 w 76"/>
                <a:gd name="T45" fmla="*/ 1778 h 342"/>
                <a:gd name="T46" fmla="*/ 243 w 76"/>
                <a:gd name="T47" fmla="*/ 1834 h 342"/>
                <a:gd name="T48" fmla="*/ 280 w 76"/>
                <a:gd name="T49" fmla="*/ 1911 h 342"/>
                <a:gd name="T50" fmla="*/ 280 w 76"/>
                <a:gd name="T51" fmla="*/ 2146 h 342"/>
                <a:gd name="T52" fmla="*/ 288 w 76"/>
                <a:gd name="T53" fmla="*/ 2627 h 342"/>
                <a:gd name="T54" fmla="*/ 280 w 76"/>
                <a:gd name="T55" fmla="*/ 2688 h 342"/>
                <a:gd name="T56" fmla="*/ 280 w 76"/>
                <a:gd name="T57" fmla="*/ 2696 h 342"/>
                <a:gd name="T58" fmla="*/ 273 w 76"/>
                <a:gd name="T59" fmla="*/ 2761 h 342"/>
                <a:gd name="T60" fmla="*/ 273 w 76"/>
                <a:gd name="T61" fmla="*/ 2769 h 342"/>
                <a:gd name="T62" fmla="*/ 249 w 76"/>
                <a:gd name="T63" fmla="*/ 2877 h 342"/>
                <a:gd name="T64" fmla="*/ 84 w 76"/>
                <a:gd name="T65" fmla="*/ 3085 h 342"/>
                <a:gd name="T66" fmla="*/ 84 w 76"/>
                <a:gd name="T67" fmla="*/ 3085 h 342"/>
                <a:gd name="T68" fmla="*/ 84 w 76"/>
                <a:gd name="T69" fmla="*/ 3085 h 342"/>
                <a:gd name="T70" fmla="*/ 84 w 76"/>
                <a:gd name="T71" fmla="*/ 3085 h 342"/>
                <a:gd name="T72" fmla="*/ 84 w 76"/>
                <a:gd name="T73" fmla="*/ 3085 h 342"/>
                <a:gd name="T74" fmla="*/ 257 w 76"/>
                <a:gd name="T75" fmla="*/ 3052 h 342"/>
                <a:gd name="T76" fmla="*/ 280 w 76"/>
                <a:gd name="T77" fmla="*/ 3052 h 342"/>
                <a:gd name="T78" fmla="*/ 288 w 76"/>
                <a:gd name="T79" fmla="*/ 3052 h 342"/>
                <a:gd name="T80" fmla="*/ 300 w 76"/>
                <a:gd name="T81" fmla="*/ 3052 h 342"/>
                <a:gd name="T82" fmla="*/ 323 w 76"/>
                <a:gd name="T83" fmla="*/ 3052 h 342"/>
                <a:gd name="T84" fmla="*/ 488 w 76"/>
                <a:gd name="T85" fmla="*/ 3085 h 342"/>
                <a:gd name="T86" fmla="*/ 488 w 76"/>
                <a:gd name="T87" fmla="*/ 3085 h 342"/>
                <a:gd name="T88" fmla="*/ 488 w 76"/>
                <a:gd name="T89" fmla="*/ 3085 h 342"/>
                <a:gd name="T90" fmla="*/ 496 w 76"/>
                <a:gd name="T91" fmla="*/ 3085 h 342"/>
                <a:gd name="T92" fmla="*/ 496 w 76"/>
                <a:gd name="T93" fmla="*/ 3085 h 342"/>
                <a:gd name="T94" fmla="*/ 323 w 76"/>
                <a:gd name="T95" fmla="*/ 2869 h 34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76" h="342">
                  <a:moveTo>
                    <a:pt x="43" y="318"/>
                  </a:moveTo>
                  <a:cubicBezTo>
                    <a:pt x="42" y="316"/>
                    <a:pt x="42" y="314"/>
                    <a:pt x="41" y="312"/>
                  </a:cubicBezTo>
                  <a:cubicBezTo>
                    <a:pt x="41" y="312"/>
                    <a:pt x="41" y="312"/>
                    <a:pt x="41" y="312"/>
                  </a:cubicBezTo>
                  <a:cubicBezTo>
                    <a:pt x="40" y="308"/>
                    <a:pt x="40" y="303"/>
                    <a:pt x="39" y="299"/>
                  </a:cubicBezTo>
                  <a:cubicBezTo>
                    <a:pt x="39" y="298"/>
                    <a:pt x="39" y="298"/>
                    <a:pt x="39" y="298"/>
                  </a:cubicBezTo>
                  <a:cubicBezTo>
                    <a:pt x="39" y="295"/>
                    <a:pt x="39" y="293"/>
                    <a:pt x="39" y="291"/>
                  </a:cubicBezTo>
                  <a:cubicBezTo>
                    <a:pt x="39" y="291"/>
                    <a:pt x="39" y="268"/>
                    <a:pt x="39" y="238"/>
                  </a:cubicBezTo>
                  <a:cubicBezTo>
                    <a:pt x="39" y="212"/>
                    <a:pt x="39" y="212"/>
                    <a:pt x="39" y="212"/>
                  </a:cubicBezTo>
                  <a:cubicBezTo>
                    <a:pt x="39" y="207"/>
                    <a:pt x="41" y="205"/>
                    <a:pt x="44" y="203"/>
                  </a:cubicBezTo>
                  <a:cubicBezTo>
                    <a:pt x="45" y="203"/>
                    <a:pt x="51" y="201"/>
                    <a:pt x="56" y="197"/>
                  </a:cubicBezTo>
                  <a:cubicBezTo>
                    <a:pt x="66" y="189"/>
                    <a:pt x="71" y="174"/>
                    <a:pt x="65" y="161"/>
                  </a:cubicBezTo>
                  <a:cubicBezTo>
                    <a:pt x="62" y="152"/>
                    <a:pt x="55" y="146"/>
                    <a:pt x="47" y="143"/>
                  </a:cubicBezTo>
                  <a:cubicBezTo>
                    <a:pt x="41" y="141"/>
                    <a:pt x="41" y="136"/>
                    <a:pt x="41" y="130"/>
                  </a:cubicBezTo>
                  <a:cubicBezTo>
                    <a:pt x="39" y="88"/>
                    <a:pt x="39" y="84"/>
                    <a:pt x="41" y="62"/>
                  </a:cubicBezTo>
                  <a:cubicBezTo>
                    <a:pt x="45" y="33"/>
                    <a:pt x="55" y="6"/>
                    <a:pt x="76" y="0"/>
                  </a:cubicBezTo>
                  <a:cubicBezTo>
                    <a:pt x="62" y="2"/>
                    <a:pt x="50" y="4"/>
                    <a:pt x="40" y="11"/>
                  </a:cubicBezTo>
                  <a:cubicBezTo>
                    <a:pt x="39" y="12"/>
                    <a:pt x="38" y="11"/>
                    <a:pt x="37" y="11"/>
                  </a:cubicBezTo>
                  <a:cubicBezTo>
                    <a:pt x="27" y="4"/>
                    <a:pt x="15" y="2"/>
                    <a:pt x="0" y="0"/>
                  </a:cubicBezTo>
                  <a:cubicBezTo>
                    <a:pt x="22" y="6"/>
                    <a:pt x="32" y="33"/>
                    <a:pt x="35" y="62"/>
                  </a:cubicBezTo>
                  <a:cubicBezTo>
                    <a:pt x="38" y="84"/>
                    <a:pt x="38" y="88"/>
                    <a:pt x="36" y="130"/>
                  </a:cubicBezTo>
                  <a:cubicBezTo>
                    <a:pt x="35" y="136"/>
                    <a:pt x="35" y="141"/>
                    <a:pt x="30" y="143"/>
                  </a:cubicBezTo>
                  <a:cubicBezTo>
                    <a:pt x="22" y="146"/>
                    <a:pt x="15" y="152"/>
                    <a:pt x="11" y="161"/>
                  </a:cubicBezTo>
                  <a:cubicBezTo>
                    <a:pt x="6" y="174"/>
                    <a:pt x="10" y="189"/>
                    <a:pt x="21" y="197"/>
                  </a:cubicBezTo>
                  <a:cubicBezTo>
                    <a:pt x="26" y="201"/>
                    <a:pt x="32" y="203"/>
                    <a:pt x="32" y="203"/>
                  </a:cubicBezTo>
                  <a:cubicBezTo>
                    <a:pt x="36" y="205"/>
                    <a:pt x="37" y="207"/>
                    <a:pt x="37" y="212"/>
                  </a:cubicBezTo>
                  <a:cubicBezTo>
                    <a:pt x="37" y="238"/>
                    <a:pt x="37" y="238"/>
                    <a:pt x="37" y="238"/>
                  </a:cubicBezTo>
                  <a:cubicBezTo>
                    <a:pt x="37" y="268"/>
                    <a:pt x="38" y="291"/>
                    <a:pt x="38" y="291"/>
                  </a:cubicBezTo>
                  <a:cubicBezTo>
                    <a:pt x="38" y="293"/>
                    <a:pt x="37" y="296"/>
                    <a:pt x="37" y="298"/>
                  </a:cubicBezTo>
                  <a:cubicBezTo>
                    <a:pt x="37" y="298"/>
                    <a:pt x="37" y="299"/>
                    <a:pt x="37" y="299"/>
                  </a:cubicBezTo>
                  <a:cubicBezTo>
                    <a:pt x="37" y="301"/>
                    <a:pt x="37" y="304"/>
                    <a:pt x="36" y="306"/>
                  </a:cubicBezTo>
                  <a:cubicBezTo>
                    <a:pt x="36" y="306"/>
                    <a:pt x="36" y="306"/>
                    <a:pt x="36" y="307"/>
                  </a:cubicBezTo>
                  <a:cubicBezTo>
                    <a:pt x="36" y="311"/>
                    <a:pt x="34" y="315"/>
                    <a:pt x="33" y="319"/>
                  </a:cubicBezTo>
                  <a:cubicBezTo>
                    <a:pt x="29" y="331"/>
                    <a:pt x="22" y="339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18" y="341"/>
                    <a:pt x="26" y="339"/>
                    <a:pt x="34" y="338"/>
                  </a:cubicBezTo>
                  <a:cubicBezTo>
                    <a:pt x="35" y="338"/>
                    <a:pt x="36" y="338"/>
                    <a:pt x="37" y="338"/>
                  </a:cubicBezTo>
                  <a:cubicBezTo>
                    <a:pt x="37" y="338"/>
                    <a:pt x="38" y="338"/>
                    <a:pt x="38" y="338"/>
                  </a:cubicBezTo>
                  <a:cubicBezTo>
                    <a:pt x="39" y="338"/>
                    <a:pt x="39" y="338"/>
                    <a:pt x="40" y="338"/>
                  </a:cubicBezTo>
                  <a:cubicBezTo>
                    <a:pt x="41" y="338"/>
                    <a:pt x="42" y="338"/>
                    <a:pt x="43" y="338"/>
                  </a:cubicBezTo>
                  <a:cubicBezTo>
                    <a:pt x="51" y="339"/>
                    <a:pt x="59" y="341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5" y="342"/>
                    <a:pt x="65" y="342"/>
                    <a:pt x="65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66" y="342"/>
                    <a:pt x="66" y="342"/>
                    <a:pt x="66" y="342"/>
                  </a:cubicBezTo>
                  <a:cubicBezTo>
                    <a:pt x="55" y="339"/>
                    <a:pt x="47" y="330"/>
                    <a:pt x="43" y="318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7" name="Freeform 2233">
              <a:extLst>
                <a:ext uri="{FF2B5EF4-FFF2-40B4-BE49-F238E27FC236}">
                  <a16:creationId xmlns:a16="http://schemas.microsoft.com/office/drawing/2014/main" id="{ECD51CAD-C04C-C362-D8C8-E1E273CC8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036"/>
              <a:ext cx="3" cy="158"/>
            </a:xfrm>
            <a:custGeom>
              <a:avLst/>
              <a:gdLst>
                <a:gd name="T0" fmla="*/ 0 w 2"/>
                <a:gd name="T1" fmla="*/ 0 h 76"/>
                <a:gd name="T2" fmla="*/ 5 w 2"/>
                <a:gd name="T3" fmla="*/ 682 h 7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6">
                  <a:moveTo>
                    <a:pt x="0" y="0"/>
                  </a:moveTo>
                  <a:cubicBezTo>
                    <a:pt x="2" y="4"/>
                    <a:pt x="1" y="34"/>
                    <a:pt x="1" y="7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18" name="Group 2456">
            <a:extLst>
              <a:ext uri="{FF2B5EF4-FFF2-40B4-BE49-F238E27FC236}">
                <a16:creationId xmlns:a16="http://schemas.microsoft.com/office/drawing/2014/main" id="{30668250-8324-3F3A-CD9B-232FAF715D38}"/>
              </a:ext>
            </a:extLst>
          </p:cNvPr>
          <p:cNvGrpSpPr>
            <a:grpSpLocks/>
          </p:cNvGrpSpPr>
          <p:nvPr/>
        </p:nvGrpSpPr>
        <p:grpSpPr bwMode="auto">
          <a:xfrm>
            <a:off x="3330816" y="569918"/>
            <a:ext cx="83791" cy="88900"/>
            <a:chOff x="1239" y="2813"/>
            <a:chExt cx="271" cy="289"/>
          </a:xfrm>
        </p:grpSpPr>
        <p:sp>
          <p:nvSpPr>
            <p:cNvPr id="1419" name="Oval 2457">
              <a:extLst>
                <a:ext uri="{FF2B5EF4-FFF2-40B4-BE49-F238E27FC236}">
                  <a16:creationId xmlns:a16="http://schemas.microsoft.com/office/drawing/2014/main" id="{092A0445-FC9F-4251-FCFB-55BBB2809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20" name="Freeform 2458">
              <a:extLst>
                <a:ext uri="{FF2B5EF4-FFF2-40B4-BE49-F238E27FC236}">
                  <a16:creationId xmlns:a16="http://schemas.microsoft.com/office/drawing/2014/main" id="{768C8242-916E-33DF-7B7A-F450E8CC9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1" name="Freeform 2459">
              <a:extLst>
                <a:ext uri="{FF2B5EF4-FFF2-40B4-BE49-F238E27FC236}">
                  <a16:creationId xmlns:a16="http://schemas.microsoft.com/office/drawing/2014/main" id="{6201415D-A490-A450-9DA9-32E8CFEF4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2" name="Freeform 2460">
              <a:extLst>
                <a:ext uri="{FF2B5EF4-FFF2-40B4-BE49-F238E27FC236}">
                  <a16:creationId xmlns:a16="http://schemas.microsoft.com/office/drawing/2014/main" id="{272FB2D4-7104-14B2-827C-EADF81BDA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3" name="Oval 2461">
              <a:extLst>
                <a:ext uri="{FF2B5EF4-FFF2-40B4-BE49-F238E27FC236}">
                  <a16:creationId xmlns:a16="http://schemas.microsoft.com/office/drawing/2014/main" id="{F4C5018B-BE6A-C847-4ECE-E43353B1B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24" name="Oval 2462">
              <a:extLst>
                <a:ext uri="{FF2B5EF4-FFF2-40B4-BE49-F238E27FC236}">
                  <a16:creationId xmlns:a16="http://schemas.microsoft.com/office/drawing/2014/main" id="{6B85BAE4-9EDF-6C94-EC50-0127AB0E1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25" name="Oval 2463">
              <a:extLst>
                <a:ext uri="{FF2B5EF4-FFF2-40B4-BE49-F238E27FC236}">
                  <a16:creationId xmlns:a16="http://schemas.microsoft.com/office/drawing/2014/main" id="{74373863-2133-2561-6B59-D88ED1816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26" name="Oval 2464">
              <a:extLst>
                <a:ext uri="{FF2B5EF4-FFF2-40B4-BE49-F238E27FC236}">
                  <a16:creationId xmlns:a16="http://schemas.microsoft.com/office/drawing/2014/main" id="{D316FB63-38A9-102D-94A8-6D975ECE0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27" name="Group 2456">
            <a:extLst>
              <a:ext uri="{FF2B5EF4-FFF2-40B4-BE49-F238E27FC236}">
                <a16:creationId xmlns:a16="http://schemas.microsoft.com/office/drawing/2014/main" id="{16A6D660-1E2A-DE01-1D27-8681FD300566}"/>
              </a:ext>
            </a:extLst>
          </p:cNvPr>
          <p:cNvGrpSpPr>
            <a:grpSpLocks/>
          </p:cNvGrpSpPr>
          <p:nvPr/>
        </p:nvGrpSpPr>
        <p:grpSpPr bwMode="auto">
          <a:xfrm>
            <a:off x="2985727" y="161290"/>
            <a:ext cx="83791" cy="88900"/>
            <a:chOff x="1239" y="2813"/>
            <a:chExt cx="271" cy="289"/>
          </a:xfrm>
        </p:grpSpPr>
        <p:sp>
          <p:nvSpPr>
            <p:cNvPr id="1428" name="Oval 2457">
              <a:extLst>
                <a:ext uri="{FF2B5EF4-FFF2-40B4-BE49-F238E27FC236}">
                  <a16:creationId xmlns:a16="http://schemas.microsoft.com/office/drawing/2014/main" id="{E456FB6F-AAF2-7630-7E46-1141B1128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29" name="Freeform 2458">
              <a:extLst>
                <a:ext uri="{FF2B5EF4-FFF2-40B4-BE49-F238E27FC236}">
                  <a16:creationId xmlns:a16="http://schemas.microsoft.com/office/drawing/2014/main" id="{3886798A-A262-DEC2-385E-43A8382F9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" name="Freeform 2459">
              <a:extLst>
                <a:ext uri="{FF2B5EF4-FFF2-40B4-BE49-F238E27FC236}">
                  <a16:creationId xmlns:a16="http://schemas.microsoft.com/office/drawing/2014/main" id="{03F9B488-F5F2-472D-4D16-900401BA7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" name="Freeform 2460">
              <a:extLst>
                <a:ext uri="{FF2B5EF4-FFF2-40B4-BE49-F238E27FC236}">
                  <a16:creationId xmlns:a16="http://schemas.microsoft.com/office/drawing/2014/main" id="{9608BD9B-1F40-2BB3-39B1-39BDA2506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2" name="Oval 2461">
              <a:extLst>
                <a:ext uri="{FF2B5EF4-FFF2-40B4-BE49-F238E27FC236}">
                  <a16:creationId xmlns:a16="http://schemas.microsoft.com/office/drawing/2014/main" id="{A37FD1ED-1A73-1BD9-6FD0-2BAE52274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3" name="Oval 2462">
              <a:extLst>
                <a:ext uri="{FF2B5EF4-FFF2-40B4-BE49-F238E27FC236}">
                  <a16:creationId xmlns:a16="http://schemas.microsoft.com/office/drawing/2014/main" id="{5BB60E5B-DC62-8038-006B-A643F4A5E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4" name="Oval 2463">
              <a:extLst>
                <a:ext uri="{FF2B5EF4-FFF2-40B4-BE49-F238E27FC236}">
                  <a16:creationId xmlns:a16="http://schemas.microsoft.com/office/drawing/2014/main" id="{24AF5BA8-B160-6F9E-54ED-7B2AFAED5B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5" name="Oval 2464">
              <a:extLst>
                <a:ext uri="{FF2B5EF4-FFF2-40B4-BE49-F238E27FC236}">
                  <a16:creationId xmlns:a16="http://schemas.microsoft.com/office/drawing/2014/main" id="{784227E7-2D1A-2381-7256-1060A8255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36" name="Group 2456">
            <a:extLst>
              <a:ext uri="{FF2B5EF4-FFF2-40B4-BE49-F238E27FC236}">
                <a16:creationId xmlns:a16="http://schemas.microsoft.com/office/drawing/2014/main" id="{4B7D0417-8B59-A2EA-3CE8-490FBFF70568}"/>
              </a:ext>
            </a:extLst>
          </p:cNvPr>
          <p:cNvGrpSpPr>
            <a:grpSpLocks/>
          </p:cNvGrpSpPr>
          <p:nvPr/>
        </p:nvGrpSpPr>
        <p:grpSpPr bwMode="auto">
          <a:xfrm>
            <a:off x="2847340" y="58415"/>
            <a:ext cx="83791" cy="88900"/>
            <a:chOff x="1239" y="2813"/>
            <a:chExt cx="271" cy="289"/>
          </a:xfrm>
        </p:grpSpPr>
        <p:sp>
          <p:nvSpPr>
            <p:cNvPr id="1437" name="Oval 2457">
              <a:extLst>
                <a:ext uri="{FF2B5EF4-FFF2-40B4-BE49-F238E27FC236}">
                  <a16:creationId xmlns:a16="http://schemas.microsoft.com/office/drawing/2014/main" id="{2D181A40-4E34-FBAF-5313-5BF25378D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8" name="Freeform 2458">
              <a:extLst>
                <a:ext uri="{FF2B5EF4-FFF2-40B4-BE49-F238E27FC236}">
                  <a16:creationId xmlns:a16="http://schemas.microsoft.com/office/drawing/2014/main" id="{A749372C-7E41-84CC-2C40-27DFC5DBA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" name="Freeform 2459">
              <a:extLst>
                <a:ext uri="{FF2B5EF4-FFF2-40B4-BE49-F238E27FC236}">
                  <a16:creationId xmlns:a16="http://schemas.microsoft.com/office/drawing/2014/main" id="{6E775B28-5C30-174C-E9C2-654D0F5ED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" name="Freeform 2460">
              <a:extLst>
                <a:ext uri="{FF2B5EF4-FFF2-40B4-BE49-F238E27FC236}">
                  <a16:creationId xmlns:a16="http://schemas.microsoft.com/office/drawing/2014/main" id="{04D68825-0020-F55A-CE2C-CCE91866C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" name="Oval 2461">
              <a:extLst>
                <a:ext uri="{FF2B5EF4-FFF2-40B4-BE49-F238E27FC236}">
                  <a16:creationId xmlns:a16="http://schemas.microsoft.com/office/drawing/2014/main" id="{915C4C4F-E646-24AE-E1A0-ECD0721739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2" name="Oval 2462">
              <a:extLst>
                <a:ext uri="{FF2B5EF4-FFF2-40B4-BE49-F238E27FC236}">
                  <a16:creationId xmlns:a16="http://schemas.microsoft.com/office/drawing/2014/main" id="{174C5595-323C-DAB9-250C-105451757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3" name="Oval 2463">
              <a:extLst>
                <a:ext uri="{FF2B5EF4-FFF2-40B4-BE49-F238E27FC236}">
                  <a16:creationId xmlns:a16="http://schemas.microsoft.com/office/drawing/2014/main" id="{9DADBB87-E91A-27D2-BC6A-7C6A3689D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4" name="Oval 2464">
              <a:extLst>
                <a:ext uri="{FF2B5EF4-FFF2-40B4-BE49-F238E27FC236}">
                  <a16:creationId xmlns:a16="http://schemas.microsoft.com/office/drawing/2014/main" id="{85826FC1-92A2-4FDD-B9B0-6FF02E3CC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45" name="Group 2456">
            <a:extLst>
              <a:ext uri="{FF2B5EF4-FFF2-40B4-BE49-F238E27FC236}">
                <a16:creationId xmlns:a16="http://schemas.microsoft.com/office/drawing/2014/main" id="{67E0FA31-1BE1-0223-E8DB-FF2696582014}"/>
              </a:ext>
            </a:extLst>
          </p:cNvPr>
          <p:cNvGrpSpPr>
            <a:grpSpLocks/>
          </p:cNvGrpSpPr>
          <p:nvPr/>
        </p:nvGrpSpPr>
        <p:grpSpPr bwMode="auto">
          <a:xfrm>
            <a:off x="3619851" y="927090"/>
            <a:ext cx="83791" cy="88900"/>
            <a:chOff x="1239" y="2813"/>
            <a:chExt cx="271" cy="289"/>
          </a:xfrm>
        </p:grpSpPr>
        <p:sp>
          <p:nvSpPr>
            <p:cNvPr id="1446" name="Oval 2457">
              <a:extLst>
                <a:ext uri="{FF2B5EF4-FFF2-40B4-BE49-F238E27FC236}">
                  <a16:creationId xmlns:a16="http://schemas.microsoft.com/office/drawing/2014/main" id="{74304C3A-A0DF-29E5-E7FF-286941973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47" name="Freeform 2458">
              <a:extLst>
                <a:ext uri="{FF2B5EF4-FFF2-40B4-BE49-F238E27FC236}">
                  <a16:creationId xmlns:a16="http://schemas.microsoft.com/office/drawing/2014/main" id="{E0010E9A-C12D-9B04-5C4E-658FBDDCD1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" name="Freeform 2459">
              <a:extLst>
                <a:ext uri="{FF2B5EF4-FFF2-40B4-BE49-F238E27FC236}">
                  <a16:creationId xmlns:a16="http://schemas.microsoft.com/office/drawing/2014/main" id="{0E5AA1B5-9059-6314-8736-130FEF6AE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" name="Freeform 2460">
              <a:extLst>
                <a:ext uri="{FF2B5EF4-FFF2-40B4-BE49-F238E27FC236}">
                  <a16:creationId xmlns:a16="http://schemas.microsoft.com/office/drawing/2014/main" id="{310AC9F3-3084-727C-76DD-2C3647F57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" name="Oval 2461">
              <a:extLst>
                <a:ext uri="{FF2B5EF4-FFF2-40B4-BE49-F238E27FC236}">
                  <a16:creationId xmlns:a16="http://schemas.microsoft.com/office/drawing/2014/main" id="{9C90815A-560C-047B-9ACB-823BFC7383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1" name="Oval 2462">
              <a:extLst>
                <a:ext uri="{FF2B5EF4-FFF2-40B4-BE49-F238E27FC236}">
                  <a16:creationId xmlns:a16="http://schemas.microsoft.com/office/drawing/2014/main" id="{A6EC0207-93B8-0FD7-2B93-533E8EC142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2" name="Oval 2463">
              <a:extLst>
                <a:ext uri="{FF2B5EF4-FFF2-40B4-BE49-F238E27FC236}">
                  <a16:creationId xmlns:a16="http://schemas.microsoft.com/office/drawing/2014/main" id="{9E319443-3241-987D-8F5D-F5C7D857F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3" name="Oval 2464">
              <a:extLst>
                <a:ext uri="{FF2B5EF4-FFF2-40B4-BE49-F238E27FC236}">
                  <a16:creationId xmlns:a16="http://schemas.microsoft.com/office/drawing/2014/main" id="{94B435BD-85D1-4AF4-63E0-730279C5B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54" name="Group 2456">
            <a:extLst>
              <a:ext uri="{FF2B5EF4-FFF2-40B4-BE49-F238E27FC236}">
                <a16:creationId xmlns:a16="http://schemas.microsoft.com/office/drawing/2014/main" id="{003B8067-D12A-AD58-8042-707678B57E55}"/>
              </a:ext>
            </a:extLst>
          </p:cNvPr>
          <p:cNvGrpSpPr>
            <a:grpSpLocks/>
          </p:cNvGrpSpPr>
          <p:nvPr/>
        </p:nvGrpSpPr>
        <p:grpSpPr bwMode="auto">
          <a:xfrm>
            <a:off x="3071561" y="37394"/>
            <a:ext cx="83791" cy="88900"/>
            <a:chOff x="1239" y="2813"/>
            <a:chExt cx="271" cy="289"/>
          </a:xfrm>
        </p:grpSpPr>
        <p:sp>
          <p:nvSpPr>
            <p:cNvPr id="1455" name="Oval 2457">
              <a:extLst>
                <a:ext uri="{FF2B5EF4-FFF2-40B4-BE49-F238E27FC236}">
                  <a16:creationId xmlns:a16="http://schemas.microsoft.com/office/drawing/2014/main" id="{CA86C3D7-D7A7-0C57-8C0D-3DAF3A2B1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6" name="Freeform 2458">
              <a:extLst>
                <a:ext uri="{FF2B5EF4-FFF2-40B4-BE49-F238E27FC236}">
                  <a16:creationId xmlns:a16="http://schemas.microsoft.com/office/drawing/2014/main" id="{28D14424-4031-DBF8-8DFB-658F24A0E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" name="Freeform 2459">
              <a:extLst>
                <a:ext uri="{FF2B5EF4-FFF2-40B4-BE49-F238E27FC236}">
                  <a16:creationId xmlns:a16="http://schemas.microsoft.com/office/drawing/2014/main" id="{6981F654-89A3-7D9B-929C-7BD2F6DEF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" name="Freeform 2460">
              <a:extLst>
                <a:ext uri="{FF2B5EF4-FFF2-40B4-BE49-F238E27FC236}">
                  <a16:creationId xmlns:a16="http://schemas.microsoft.com/office/drawing/2014/main" id="{A2A6077A-BAAA-9C6C-8576-C7A75A339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" name="Oval 2461">
              <a:extLst>
                <a:ext uri="{FF2B5EF4-FFF2-40B4-BE49-F238E27FC236}">
                  <a16:creationId xmlns:a16="http://schemas.microsoft.com/office/drawing/2014/main" id="{A4E0ECFF-9EAF-2378-B266-453EBFDA9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" name="Oval 2462">
              <a:extLst>
                <a:ext uri="{FF2B5EF4-FFF2-40B4-BE49-F238E27FC236}">
                  <a16:creationId xmlns:a16="http://schemas.microsoft.com/office/drawing/2014/main" id="{30152B55-5061-8E03-E34A-10E5DE9F5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1" name="Oval 2463">
              <a:extLst>
                <a:ext uri="{FF2B5EF4-FFF2-40B4-BE49-F238E27FC236}">
                  <a16:creationId xmlns:a16="http://schemas.microsoft.com/office/drawing/2014/main" id="{E309BF5E-2C22-1C29-FCDF-8A1782B6A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2" name="Oval 2464">
              <a:extLst>
                <a:ext uri="{FF2B5EF4-FFF2-40B4-BE49-F238E27FC236}">
                  <a16:creationId xmlns:a16="http://schemas.microsoft.com/office/drawing/2014/main" id="{52015453-85F4-E231-CF4D-CA6C8C5CF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463" name="Group 2456">
            <a:extLst>
              <a:ext uri="{FF2B5EF4-FFF2-40B4-BE49-F238E27FC236}">
                <a16:creationId xmlns:a16="http://schemas.microsoft.com/office/drawing/2014/main" id="{C563DE49-D35C-F2EC-06B9-E25B501FB262}"/>
              </a:ext>
            </a:extLst>
          </p:cNvPr>
          <p:cNvGrpSpPr>
            <a:grpSpLocks/>
          </p:cNvGrpSpPr>
          <p:nvPr/>
        </p:nvGrpSpPr>
        <p:grpSpPr bwMode="auto">
          <a:xfrm>
            <a:off x="3859837" y="927090"/>
            <a:ext cx="83791" cy="88900"/>
            <a:chOff x="1239" y="2813"/>
            <a:chExt cx="271" cy="289"/>
          </a:xfrm>
        </p:grpSpPr>
        <p:sp>
          <p:nvSpPr>
            <p:cNvPr id="1464" name="Oval 2457">
              <a:extLst>
                <a:ext uri="{FF2B5EF4-FFF2-40B4-BE49-F238E27FC236}">
                  <a16:creationId xmlns:a16="http://schemas.microsoft.com/office/drawing/2014/main" id="{A13B8F75-A17E-B95A-1D2B-D7034CFEA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5" name="Freeform 2458">
              <a:extLst>
                <a:ext uri="{FF2B5EF4-FFF2-40B4-BE49-F238E27FC236}">
                  <a16:creationId xmlns:a16="http://schemas.microsoft.com/office/drawing/2014/main" id="{54EBAF01-D2FC-06B4-BA31-E781E74F2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6" name="Freeform 2459">
              <a:extLst>
                <a:ext uri="{FF2B5EF4-FFF2-40B4-BE49-F238E27FC236}">
                  <a16:creationId xmlns:a16="http://schemas.microsoft.com/office/drawing/2014/main" id="{288CDA48-7B70-3FCB-6268-2B469C11A2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7" name="Freeform 2460">
              <a:extLst>
                <a:ext uri="{FF2B5EF4-FFF2-40B4-BE49-F238E27FC236}">
                  <a16:creationId xmlns:a16="http://schemas.microsoft.com/office/drawing/2014/main" id="{CEFD5AC5-D1BC-6CED-F7F7-6E61D37B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8" name="Oval 2461">
              <a:extLst>
                <a:ext uri="{FF2B5EF4-FFF2-40B4-BE49-F238E27FC236}">
                  <a16:creationId xmlns:a16="http://schemas.microsoft.com/office/drawing/2014/main" id="{4ABD32B7-4775-A415-096F-3995A7C9B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9" name="Oval 2462">
              <a:extLst>
                <a:ext uri="{FF2B5EF4-FFF2-40B4-BE49-F238E27FC236}">
                  <a16:creationId xmlns:a16="http://schemas.microsoft.com/office/drawing/2014/main" id="{D23BE95E-E205-8A36-B134-906B398A2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70" name="Oval 2463">
              <a:extLst>
                <a:ext uri="{FF2B5EF4-FFF2-40B4-BE49-F238E27FC236}">
                  <a16:creationId xmlns:a16="http://schemas.microsoft.com/office/drawing/2014/main" id="{4032AC5E-8948-4B72-89FD-15D53B2A7A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71" name="Oval 2464">
              <a:extLst>
                <a:ext uri="{FF2B5EF4-FFF2-40B4-BE49-F238E27FC236}">
                  <a16:creationId xmlns:a16="http://schemas.microsoft.com/office/drawing/2014/main" id="{7F9B76B1-36ED-9CA0-AAAD-29822DCD8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cxnSp>
        <p:nvCxnSpPr>
          <p:cNvPr id="1472" name="Conector recto de flecha 1471">
            <a:extLst>
              <a:ext uri="{FF2B5EF4-FFF2-40B4-BE49-F238E27FC236}">
                <a16:creationId xmlns:a16="http://schemas.microsoft.com/office/drawing/2014/main" id="{2AA9A2C2-50D7-EF3C-017B-C58CE8DDD55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779837" y="288675"/>
            <a:ext cx="0" cy="7564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3" name="Group 2456">
            <a:extLst>
              <a:ext uri="{FF2B5EF4-FFF2-40B4-BE49-F238E27FC236}">
                <a16:creationId xmlns:a16="http://schemas.microsoft.com/office/drawing/2014/main" id="{D41D9D76-15CB-4330-8A41-D044DBA6DF2D}"/>
              </a:ext>
            </a:extLst>
          </p:cNvPr>
          <p:cNvGrpSpPr>
            <a:grpSpLocks/>
          </p:cNvGrpSpPr>
          <p:nvPr/>
        </p:nvGrpSpPr>
        <p:grpSpPr bwMode="auto">
          <a:xfrm>
            <a:off x="3737941" y="840735"/>
            <a:ext cx="83791" cy="88900"/>
            <a:chOff x="1239" y="2813"/>
            <a:chExt cx="271" cy="289"/>
          </a:xfrm>
        </p:grpSpPr>
        <p:sp>
          <p:nvSpPr>
            <p:cNvPr id="1474" name="Oval 2457">
              <a:extLst>
                <a:ext uri="{FF2B5EF4-FFF2-40B4-BE49-F238E27FC236}">
                  <a16:creationId xmlns:a16="http://schemas.microsoft.com/office/drawing/2014/main" id="{D1D0C0FF-BFB2-8736-D7E7-3310219CF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solidFill>
              <a:srgbClr val="31B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75" name="Freeform 2458">
              <a:extLst>
                <a:ext uri="{FF2B5EF4-FFF2-40B4-BE49-F238E27FC236}">
                  <a16:creationId xmlns:a16="http://schemas.microsoft.com/office/drawing/2014/main" id="{A302B955-4613-CEE5-C95D-66EFC7370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2896"/>
              <a:ext cx="201" cy="182"/>
            </a:xfrm>
            <a:custGeom>
              <a:avLst/>
              <a:gdLst>
                <a:gd name="T0" fmla="*/ 12014 w 26"/>
                <a:gd name="T1" fmla="*/ 1712 h 22"/>
                <a:gd name="T2" fmla="*/ 11534 w 26"/>
                <a:gd name="T3" fmla="*/ 2804 h 22"/>
                <a:gd name="T4" fmla="*/ 4182 w 26"/>
                <a:gd name="T5" fmla="*/ 10746 h 22"/>
                <a:gd name="T6" fmla="*/ 897 w 26"/>
                <a:gd name="T7" fmla="*/ 9646 h 22"/>
                <a:gd name="T8" fmla="*/ 479 w 26"/>
                <a:gd name="T9" fmla="*/ 10200 h 22"/>
                <a:gd name="T10" fmla="*/ 5558 w 26"/>
                <a:gd name="T11" fmla="*/ 12459 h 22"/>
                <a:gd name="T12" fmla="*/ 12014 w 26"/>
                <a:gd name="T13" fmla="*/ 4517 h 22"/>
                <a:gd name="T14" fmla="*/ 12014 w 26"/>
                <a:gd name="T15" fmla="*/ 1712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2">
                  <a:moveTo>
                    <a:pt x="26" y="3"/>
                  </a:moveTo>
                  <a:cubicBezTo>
                    <a:pt x="25" y="0"/>
                    <a:pt x="25" y="2"/>
                    <a:pt x="25" y="5"/>
                  </a:cubicBezTo>
                  <a:cubicBezTo>
                    <a:pt x="25" y="13"/>
                    <a:pt x="17" y="19"/>
                    <a:pt x="9" y="19"/>
                  </a:cubicBezTo>
                  <a:cubicBezTo>
                    <a:pt x="7" y="19"/>
                    <a:pt x="4" y="18"/>
                    <a:pt x="2" y="17"/>
                  </a:cubicBezTo>
                  <a:cubicBezTo>
                    <a:pt x="1" y="17"/>
                    <a:pt x="0" y="17"/>
                    <a:pt x="1" y="18"/>
                  </a:cubicBezTo>
                  <a:cubicBezTo>
                    <a:pt x="4" y="21"/>
                    <a:pt x="7" y="22"/>
                    <a:pt x="12" y="22"/>
                  </a:cubicBezTo>
                  <a:cubicBezTo>
                    <a:pt x="20" y="22"/>
                    <a:pt x="26" y="16"/>
                    <a:pt x="26" y="8"/>
                  </a:cubicBezTo>
                  <a:cubicBezTo>
                    <a:pt x="26" y="6"/>
                    <a:pt x="26" y="4"/>
                    <a:pt x="26" y="3"/>
                  </a:cubicBezTo>
                  <a:close/>
                </a:path>
              </a:pathLst>
            </a:custGeom>
            <a:solidFill>
              <a:srgbClr val="009E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6" name="Freeform 2459">
              <a:extLst>
                <a:ext uri="{FF2B5EF4-FFF2-40B4-BE49-F238E27FC236}">
                  <a16:creationId xmlns:a16="http://schemas.microsoft.com/office/drawing/2014/main" id="{1DEFA479-B744-6FC6-D6CF-D35F7C0CA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962"/>
              <a:ext cx="108" cy="116"/>
            </a:xfrm>
            <a:custGeom>
              <a:avLst/>
              <a:gdLst>
                <a:gd name="T0" fmla="*/ 0 w 14"/>
                <a:gd name="T1" fmla="*/ 7963 h 14"/>
                <a:gd name="T2" fmla="*/ 6426 w 14"/>
                <a:gd name="T3" fmla="*/ 0 h 14"/>
                <a:gd name="T4" fmla="*/ 0 w 14"/>
                <a:gd name="T5" fmla="*/ 796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14"/>
                  </a:moveTo>
                  <a:cubicBezTo>
                    <a:pt x="8" y="14"/>
                    <a:pt x="14" y="8"/>
                    <a:pt x="14" y="0"/>
                  </a:cubicBezTo>
                  <a:cubicBezTo>
                    <a:pt x="14" y="2"/>
                    <a:pt x="11" y="13"/>
                    <a:pt x="0" y="14"/>
                  </a:cubicBezTo>
                  <a:close/>
                </a:path>
              </a:pathLst>
            </a:custGeom>
            <a:solidFill>
              <a:srgbClr val="007F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7" name="Freeform 2460">
              <a:extLst>
                <a:ext uri="{FF2B5EF4-FFF2-40B4-BE49-F238E27FC236}">
                  <a16:creationId xmlns:a16="http://schemas.microsoft.com/office/drawing/2014/main" id="{6AB08F82-A48A-9088-187E-20AD084FB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0" y="2838"/>
              <a:ext cx="209" cy="173"/>
            </a:xfrm>
            <a:custGeom>
              <a:avLst/>
              <a:gdLst>
                <a:gd name="T0" fmla="*/ 7431 w 27"/>
                <a:gd name="T1" fmla="*/ 544 h 21"/>
                <a:gd name="T2" fmla="*/ 0 w 27"/>
                <a:gd name="T3" fmla="*/ 6722 h 21"/>
                <a:gd name="T4" fmla="*/ 480 w 27"/>
                <a:gd name="T5" fmla="*/ 8955 h 21"/>
                <a:gd name="T6" fmla="*/ 3716 w 27"/>
                <a:gd name="T7" fmla="*/ 10652 h 21"/>
                <a:gd name="T8" fmla="*/ 6951 w 27"/>
                <a:gd name="T9" fmla="*/ 7801 h 21"/>
                <a:gd name="T10" fmla="*/ 11147 w 27"/>
                <a:gd name="T11" fmla="*/ 2784 h 21"/>
                <a:gd name="T12" fmla="*/ 7911 w 27"/>
                <a:gd name="T13" fmla="*/ 544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1">
                  <a:moveTo>
                    <a:pt x="16" y="1"/>
                  </a:moveTo>
                  <a:cubicBezTo>
                    <a:pt x="5" y="0"/>
                    <a:pt x="1" y="7"/>
                    <a:pt x="0" y="12"/>
                  </a:cubicBezTo>
                  <a:cubicBezTo>
                    <a:pt x="0" y="13"/>
                    <a:pt x="0" y="15"/>
                    <a:pt x="1" y="16"/>
                  </a:cubicBezTo>
                  <a:cubicBezTo>
                    <a:pt x="1" y="18"/>
                    <a:pt x="3" y="21"/>
                    <a:pt x="8" y="19"/>
                  </a:cubicBezTo>
                  <a:cubicBezTo>
                    <a:pt x="13" y="18"/>
                    <a:pt x="12" y="13"/>
                    <a:pt x="15" y="14"/>
                  </a:cubicBezTo>
                  <a:cubicBezTo>
                    <a:pt x="22" y="15"/>
                    <a:pt x="27" y="10"/>
                    <a:pt x="24" y="5"/>
                  </a:cubicBezTo>
                  <a:cubicBezTo>
                    <a:pt x="23" y="3"/>
                    <a:pt x="21" y="2"/>
                    <a:pt x="17" y="1"/>
                  </a:cubicBezTo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8" name="Oval 2461">
              <a:extLst>
                <a:ext uri="{FF2B5EF4-FFF2-40B4-BE49-F238E27FC236}">
                  <a16:creationId xmlns:a16="http://schemas.microsoft.com/office/drawing/2014/main" id="{F3818593-EC7C-48B8-C976-33B3F71A6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3" y="2887"/>
              <a:ext cx="5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79" name="Oval 2462">
              <a:extLst>
                <a:ext uri="{FF2B5EF4-FFF2-40B4-BE49-F238E27FC236}">
                  <a16:creationId xmlns:a16="http://schemas.microsoft.com/office/drawing/2014/main" id="{6A5DF90F-B3FA-BE04-8BA2-DA6F3606D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8" y="2879"/>
              <a:ext cx="23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80" name="Oval 2463">
              <a:extLst>
                <a:ext uri="{FF2B5EF4-FFF2-40B4-BE49-F238E27FC236}">
                  <a16:creationId xmlns:a16="http://schemas.microsoft.com/office/drawing/2014/main" id="{C121D5E2-018D-530B-1031-35291E973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" y="2954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81" name="Oval 2464">
              <a:extLst>
                <a:ext uri="{FF2B5EF4-FFF2-40B4-BE49-F238E27FC236}">
                  <a16:creationId xmlns:a16="http://schemas.microsoft.com/office/drawing/2014/main" id="{B5796E3D-749C-9904-AA3C-05F177593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" y="2813"/>
              <a:ext cx="271" cy="289"/>
            </a:xfrm>
            <a:prstGeom prst="ellipse">
              <a:avLst/>
            </a:prstGeom>
            <a:noFill/>
            <a:ln w="635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482" name="CuadroTexto 1481">
            <a:extLst>
              <a:ext uri="{FF2B5EF4-FFF2-40B4-BE49-F238E27FC236}">
                <a16:creationId xmlns:a16="http://schemas.microsoft.com/office/drawing/2014/main" id="{FD04A579-7449-B786-089D-F3E4DFB88CA2}"/>
              </a:ext>
            </a:extLst>
          </p:cNvPr>
          <p:cNvSpPr txBox="1"/>
          <p:nvPr/>
        </p:nvSpPr>
        <p:spPr>
          <a:xfrm>
            <a:off x="3132063" y="1776618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Glucosa-6-fosfato</a:t>
            </a:r>
          </a:p>
        </p:txBody>
      </p:sp>
      <p:sp>
        <p:nvSpPr>
          <p:cNvPr id="1483" name="CuadroTexto 1482">
            <a:extLst>
              <a:ext uri="{FF2B5EF4-FFF2-40B4-BE49-F238E27FC236}">
                <a16:creationId xmlns:a16="http://schemas.microsoft.com/office/drawing/2014/main" id="{FD8A6A13-AD5B-EF68-FBC1-40EE7C015F37}"/>
              </a:ext>
            </a:extLst>
          </p:cNvPr>
          <p:cNvSpPr txBox="1"/>
          <p:nvPr/>
        </p:nvSpPr>
        <p:spPr>
          <a:xfrm>
            <a:off x="1480158" y="1314238"/>
            <a:ext cx="15552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(músculo)</a:t>
            </a:r>
          </a:p>
          <a:p>
            <a:pPr algn="r"/>
            <a:r>
              <a:rPr lang="es-ES" sz="11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Glucoquinasa</a:t>
            </a:r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9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(hígado)</a:t>
            </a:r>
          </a:p>
        </p:txBody>
      </p:sp>
      <p:sp>
        <p:nvSpPr>
          <p:cNvPr id="1484" name="CuadroTexto 1483">
            <a:extLst>
              <a:ext uri="{FF2B5EF4-FFF2-40B4-BE49-F238E27FC236}">
                <a16:creationId xmlns:a16="http://schemas.microsoft.com/office/drawing/2014/main" id="{5F846F74-8E35-07B7-568B-49A9C3A37903}"/>
              </a:ext>
            </a:extLst>
          </p:cNvPr>
          <p:cNvSpPr txBox="1"/>
          <p:nvPr/>
        </p:nvSpPr>
        <p:spPr>
          <a:xfrm>
            <a:off x="2968237" y="1250432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485" name="CuadroTexto 1484">
            <a:extLst>
              <a:ext uri="{FF2B5EF4-FFF2-40B4-BE49-F238E27FC236}">
                <a16:creationId xmlns:a16="http://schemas.microsoft.com/office/drawing/2014/main" id="{436A3F4B-9FF9-3D93-125F-3BA43AE2AF29}"/>
              </a:ext>
            </a:extLst>
          </p:cNvPr>
          <p:cNvSpPr txBox="1"/>
          <p:nvPr/>
        </p:nvSpPr>
        <p:spPr>
          <a:xfrm>
            <a:off x="2968237" y="1535307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486" name="Conector: curvado 1485">
            <a:extLst>
              <a:ext uri="{FF2B5EF4-FFF2-40B4-BE49-F238E27FC236}">
                <a16:creationId xmlns:a16="http://schemas.microsoft.com/office/drawing/2014/main" id="{F619D1FE-66E4-0981-E60E-9D41FA4C4161}"/>
              </a:ext>
            </a:extLst>
          </p:cNvPr>
          <p:cNvCxnSpPr>
            <a:cxnSpLocks/>
            <a:stCxn id="1484" idx="3"/>
            <a:endCxn id="1485" idx="3"/>
          </p:cNvCxnSpPr>
          <p:nvPr/>
        </p:nvCxnSpPr>
        <p:spPr>
          <a:xfrm>
            <a:off x="3428618" y="1381237"/>
            <a:ext cx="16030" cy="284875"/>
          </a:xfrm>
          <a:prstGeom prst="curvedConnector3">
            <a:avLst>
              <a:gd name="adj1" fmla="val 11457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7" name="Conector recto de flecha 1486">
            <a:extLst>
              <a:ext uri="{FF2B5EF4-FFF2-40B4-BE49-F238E27FC236}">
                <a16:creationId xmlns:a16="http://schemas.microsoft.com/office/drawing/2014/main" id="{AC7127CD-81F9-ED65-05A2-3BE5E55DAF96}"/>
              </a:ext>
            </a:extLst>
          </p:cNvPr>
          <p:cNvCxnSpPr>
            <a:cxnSpLocks/>
          </p:cNvCxnSpPr>
          <p:nvPr/>
        </p:nvCxnSpPr>
        <p:spPr>
          <a:xfrm>
            <a:off x="3615181" y="1306777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3" name="CuadroTexto 1492">
            <a:extLst>
              <a:ext uri="{FF2B5EF4-FFF2-40B4-BE49-F238E27FC236}">
                <a16:creationId xmlns:a16="http://schemas.microsoft.com/office/drawing/2014/main" id="{18B0CF69-1810-88A1-2CBD-7ABB8B72AE10}"/>
              </a:ext>
            </a:extLst>
          </p:cNvPr>
          <p:cNvSpPr txBox="1"/>
          <p:nvPr/>
        </p:nvSpPr>
        <p:spPr>
          <a:xfrm>
            <a:off x="3116832" y="2560941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Fructosa-6-fosfato</a:t>
            </a:r>
          </a:p>
        </p:txBody>
      </p:sp>
      <p:cxnSp>
        <p:nvCxnSpPr>
          <p:cNvPr id="1494" name="Conector recto de flecha 1493">
            <a:extLst>
              <a:ext uri="{FF2B5EF4-FFF2-40B4-BE49-F238E27FC236}">
                <a16:creationId xmlns:a16="http://schemas.microsoft.com/office/drawing/2014/main" id="{7E149283-0801-D566-0D28-1C580F6BE0B4}"/>
              </a:ext>
            </a:extLst>
          </p:cNvPr>
          <p:cNvCxnSpPr>
            <a:stCxn id="1482" idx="2"/>
            <a:endCxn id="1493" idx="0"/>
          </p:cNvCxnSpPr>
          <p:nvPr/>
        </p:nvCxnSpPr>
        <p:spPr>
          <a:xfrm flipH="1">
            <a:off x="3779834" y="2038228"/>
            <a:ext cx="3" cy="5227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95" name="CuadroTexto 1494">
            <a:extLst>
              <a:ext uri="{FF2B5EF4-FFF2-40B4-BE49-F238E27FC236}">
                <a16:creationId xmlns:a16="http://schemas.microsoft.com/office/drawing/2014/main" id="{7833BB2E-E916-91C2-1945-3ADFDDADC727}"/>
              </a:ext>
            </a:extLst>
          </p:cNvPr>
          <p:cNvSpPr txBox="1"/>
          <p:nvPr/>
        </p:nvSpPr>
        <p:spPr>
          <a:xfrm>
            <a:off x="1847963" y="2171590"/>
            <a:ext cx="17163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Fosfohexosa</a:t>
            </a:r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isomerasa</a:t>
            </a:r>
          </a:p>
        </p:txBody>
      </p:sp>
      <p:sp>
        <p:nvSpPr>
          <p:cNvPr id="1496" name="CuadroTexto 1495">
            <a:extLst>
              <a:ext uri="{FF2B5EF4-FFF2-40B4-BE49-F238E27FC236}">
                <a16:creationId xmlns:a16="http://schemas.microsoft.com/office/drawing/2014/main" id="{B16799EF-47AD-D12B-6CB4-B0871C8102D1}"/>
              </a:ext>
            </a:extLst>
          </p:cNvPr>
          <p:cNvSpPr txBox="1"/>
          <p:nvPr/>
        </p:nvSpPr>
        <p:spPr>
          <a:xfrm>
            <a:off x="3015703" y="3290812"/>
            <a:ext cx="15536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Fructosa-1,6-bifosfato</a:t>
            </a:r>
          </a:p>
        </p:txBody>
      </p:sp>
      <p:sp>
        <p:nvSpPr>
          <p:cNvPr id="1497" name="CuadroTexto 1496">
            <a:extLst>
              <a:ext uri="{FF2B5EF4-FFF2-40B4-BE49-F238E27FC236}">
                <a16:creationId xmlns:a16="http://schemas.microsoft.com/office/drawing/2014/main" id="{30E07A91-8514-84E0-A335-D37CDCBD7B4B}"/>
              </a:ext>
            </a:extLst>
          </p:cNvPr>
          <p:cNvSpPr txBox="1"/>
          <p:nvPr/>
        </p:nvSpPr>
        <p:spPr>
          <a:xfrm>
            <a:off x="1596722" y="2925153"/>
            <a:ext cx="146065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Fosfofructoquinasa I</a:t>
            </a:r>
          </a:p>
        </p:txBody>
      </p:sp>
      <p:sp>
        <p:nvSpPr>
          <p:cNvPr id="1498" name="CuadroTexto 1497">
            <a:extLst>
              <a:ext uri="{FF2B5EF4-FFF2-40B4-BE49-F238E27FC236}">
                <a16:creationId xmlns:a16="http://schemas.microsoft.com/office/drawing/2014/main" id="{0CA1E2DC-4151-4055-5DA8-8817BCEE6A78}"/>
              </a:ext>
            </a:extLst>
          </p:cNvPr>
          <p:cNvSpPr txBox="1"/>
          <p:nvPr/>
        </p:nvSpPr>
        <p:spPr>
          <a:xfrm>
            <a:off x="2968237" y="2782056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499" name="CuadroTexto 1498">
            <a:extLst>
              <a:ext uri="{FF2B5EF4-FFF2-40B4-BE49-F238E27FC236}">
                <a16:creationId xmlns:a16="http://schemas.microsoft.com/office/drawing/2014/main" id="{6F7F4220-17EF-D545-DC71-EFF131106BA5}"/>
              </a:ext>
            </a:extLst>
          </p:cNvPr>
          <p:cNvSpPr txBox="1"/>
          <p:nvPr/>
        </p:nvSpPr>
        <p:spPr>
          <a:xfrm>
            <a:off x="2950503" y="3073504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500" name="Conector: curvado 1499">
            <a:extLst>
              <a:ext uri="{FF2B5EF4-FFF2-40B4-BE49-F238E27FC236}">
                <a16:creationId xmlns:a16="http://schemas.microsoft.com/office/drawing/2014/main" id="{3685F77D-FDAC-F6EB-AB49-6E870779028A}"/>
              </a:ext>
            </a:extLst>
          </p:cNvPr>
          <p:cNvCxnSpPr>
            <a:cxnSpLocks/>
            <a:stCxn id="1498" idx="3"/>
            <a:endCxn id="1499" idx="3"/>
          </p:cNvCxnSpPr>
          <p:nvPr/>
        </p:nvCxnSpPr>
        <p:spPr>
          <a:xfrm flipH="1">
            <a:off x="3426914" y="2912861"/>
            <a:ext cx="1704" cy="291448"/>
          </a:xfrm>
          <a:prstGeom prst="curvedConnector3">
            <a:avLst>
              <a:gd name="adj1" fmla="val -109762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1" name="Conector recto de flecha 1500">
            <a:extLst>
              <a:ext uri="{FF2B5EF4-FFF2-40B4-BE49-F238E27FC236}">
                <a16:creationId xmlns:a16="http://schemas.microsoft.com/office/drawing/2014/main" id="{AFD93F8A-7504-AAE5-F0F5-33F2C0607153}"/>
              </a:ext>
            </a:extLst>
          </p:cNvPr>
          <p:cNvCxnSpPr>
            <a:cxnSpLocks/>
          </p:cNvCxnSpPr>
          <p:nvPr/>
        </p:nvCxnSpPr>
        <p:spPr>
          <a:xfrm>
            <a:off x="3615181" y="2822813"/>
            <a:ext cx="0" cy="468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7" name="Conector recto de flecha 1506">
            <a:extLst>
              <a:ext uri="{FF2B5EF4-FFF2-40B4-BE49-F238E27FC236}">
                <a16:creationId xmlns:a16="http://schemas.microsoft.com/office/drawing/2014/main" id="{53C6104F-8453-153A-826D-E7FE7F12DD8B}"/>
              </a:ext>
            </a:extLst>
          </p:cNvPr>
          <p:cNvCxnSpPr>
            <a:cxnSpLocks/>
            <a:stCxn id="1496" idx="2"/>
          </p:cNvCxnSpPr>
          <p:nvPr/>
        </p:nvCxnSpPr>
        <p:spPr>
          <a:xfrm>
            <a:off x="3792518" y="3552422"/>
            <a:ext cx="0" cy="46434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8" name="CuadroTexto 1507">
            <a:extLst>
              <a:ext uri="{FF2B5EF4-FFF2-40B4-BE49-F238E27FC236}">
                <a16:creationId xmlns:a16="http://schemas.microsoft.com/office/drawing/2014/main" id="{D2E5789B-2467-A73E-B2BC-50CCBEBDA952}"/>
              </a:ext>
            </a:extLst>
          </p:cNvPr>
          <p:cNvSpPr txBox="1"/>
          <p:nvPr/>
        </p:nvSpPr>
        <p:spPr>
          <a:xfrm>
            <a:off x="2869658" y="4746948"/>
            <a:ext cx="18982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Gliceraldehído-3-fosfato</a:t>
            </a:r>
          </a:p>
        </p:txBody>
      </p:sp>
      <p:sp>
        <p:nvSpPr>
          <p:cNvPr id="1509" name="CuadroTexto 1508">
            <a:extLst>
              <a:ext uri="{FF2B5EF4-FFF2-40B4-BE49-F238E27FC236}">
                <a16:creationId xmlns:a16="http://schemas.microsoft.com/office/drawing/2014/main" id="{B586F9B8-0769-7F74-F94D-55A26871B326}"/>
              </a:ext>
            </a:extLst>
          </p:cNvPr>
          <p:cNvSpPr txBox="1"/>
          <p:nvPr/>
        </p:nvSpPr>
        <p:spPr>
          <a:xfrm>
            <a:off x="2059174" y="4016771"/>
            <a:ext cx="181812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Dihidroxiacetona fosfato +</a:t>
            </a:r>
          </a:p>
        </p:txBody>
      </p:sp>
      <p:sp>
        <p:nvSpPr>
          <p:cNvPr id="1510" name="CuadroTexto 1509">
            <a:extLst>
              <a:ext uri="{FF2B5EF4-FFF2-40B4-BE49-F238E27FC236}">
                <a16:creationId xmlns:a16="http://schemas.microsoft.com/office/drawing/2014/main" id="{F1BD133F-C0AA-1794-FD7A-175BD03BE2E6}"/>
              </a:ext>
            </a:extLst>
          </p:cNvPr>
          <p:cNvSpPr txBox="1"/>
          <p:nvPr/>
        </p:nvSpPr>
        <p:spPr>
          <a:xfrm>
            <a:off x="3720034" y="4016771"/>
            <a:ext cx="16882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Gliceraldehído-3-fosfato</a:t>
            </a:r>
          </a:p>
        </p:txBody>
      </p:sp>
      <p:sp>
        <p:nvSpPr>
          <p:cNvPr id="1511" name="CuadroTexto 1510">
            <a:extLst>
              <a:ext uri="{FF2B5EF4-FFF2-40B4-BE49-F238E27FC236}">
                <a16:creationId xmlns:a16="http://schemas.microsoft.com/office/drawing/2014/main" id="{48AC53A1-3904-A816-FD58-94F1F719657B}"/>
              </a:ext>
            </a:extLst>
          </p:cNvPr>
          <p:cNvSpPr txBox="1"/>
          <p:nvPr/>
        </p:nvSpPr>
        <p:spPr>
          <a:xfrm>
            <a:off x="1746146" y="44677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Triosa fosfato isomerasa</a:t>
            </a:r>
          </a:p>
        </p:txBody>
      </p:sp>
      <p:sp>
        <p:nvSpPr>
          <p:cNvPr id="1512" name="CuadroTexto 1511">
            <a:extLst>
              <a:ext uri="{FF2B5EF4-FFF2-40B4-BE49-F238E27FC236}">
                <a16:creationId xmlns:a16="http://schemas.microsoft.com/office/drawing/2014/main" id="{F2C6A338-FC15-2107-E5C5-03F42751ADEA}"/>
              </a:ext>
            </a:extLst>
          </p:cNvPr>
          <p:cNvSpPr txBox="1"/>
          <p:nvPr/>
        </p:nvSpPr>
        <p:spPr>
          <a:xfrm>
            <a:off x="3025951" y="5477125"/>
            <a:ext cx="15856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1,3-bifosfoglicerato</a:t>
            </a:r>
          </a:p>
        </p:txBody>
      </p:sp>
      <p:cxnSp>
        <p:nvCxnSpPr>
          <p:cNvPr id="1513" name="Conector recto de flecha 1512">
            <a:extLst>
              <a:ext uri="{FF2B5EF4-FFF2-40B4-BE49-F238E27FC236}">
                <a16:creationId xmlns:a16="http://schemas.microsoft.com/office/drawing/2014/main" id="{D2E28B16-0936-7AF1-0A5F-09586EB841C0}"/>
              </a:ext>
            </a:extLst>
          </p:cNvPr>
          <p:cNvCxnSpPr>
            <a:cxnSpLocks/>
            <a:stCxn id="1508" idx="2"/>
            <a:endCxn id="1512" idx="0"/>
          </p:cNvCxnSpPr>
          <p:nvPr/>
        </p:nvCxnSpPr>
        <p:spPr>
          <a:xfrm flipH="1">
            <a:off x="3818796" y="5008558"/>
            <a:ext cx="1" cy="46856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4" name="CuadroTexto 1513">
            <a:extLst>
              <a:ext uri="{FF2B5EF4-FFF2-40B4-BE49-F238E27FC236}">
                <a16:creationId xmlns:a16="http://schemas.microsoft.com/office/drawing/2014/main" id="{7145FD05-F3AC-A189-2232-C0B41F460806}"/>
              </a:ext>
            </a:extLst>
          </p:cNvPr>
          <p:cNvSpPr txBox="1"/>
          <p:nvPr/>
        </p:nvSpPr>
        <p:spPr>
          <a:xfrm>
            <a:off x="774401" y="5121317"/>
            <a:ext cx="27922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Gliceraldehído-3-fosfato deshidrogenasa</a:t>
            </a:r>
          </a:p>
        </p:txBody>
      </p:sp>
      <p:sp>
        <p:nvSpPr>
          <p:cNvPr id="1515" name="CuadroTexto 1514">
            <a:extLst>
              <a:ext uri="{FF2B5EF4-FFF2-40B4-BE49-F238E27FC236}">
                <a16:creationId xmlns:a16="http://schemas.microsoft.com/office/drawing/2014/main" id="{8FEA788D-5362-BDA5-7CBB-5FC1F838DB8F}"/>
              </a:ext>
            </a:extLst>
          </p:cNvPr>
          <p:cNvSpPr txBox="1"/>
          <p:nvPr/>
        </p:nvSpPr>
        <p:spPr>
          <a:xfrm>
            <a:off x="2655209" y="498469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sp>
        <p:nvSpPr>
          <p:cNvPr id="1516" name="CuadroTexto 1515">
            <a:extLst>
              <a:ext uri="{FF2B5EF4-FFF2-40B4-BE49-F238E27FC236}">
                <a16:creationId xmlns:a16="http://schemas.microsoft.com/office/drawing/2014/main" id="{BE89B167-09BA-132F-BA01-521FC3245073}"/>
              </a:ext>
            </a:extLst>
          </p:cNvPr>
          <p:cNvSpPr txBox="1"/>
          <p:nvPr/>
        </p:nvSpPr>
        <p:spPr>
          <a:xfrm>
            <a:off x="2549348" y="5263849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+ 2H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517" name="Conector: curvado 1516">
            <a:extLst>
              <a:ext uri="{FF2B5EF4-FFF2-40B4-BE49-F238E27FC236}">
                <a16:creationId xmlns:a16="http://schemas.microsoft.com/office/drawing/2014/main" id="{37D96AE7-91A5-BA21-13BD-D4A7AAFC681D}"/>
              </a:ext>
            </a:extLst>
          </p:cNvPr>
          <p:cNvCxnSpPr>
            <a:cxnSpLocks/>
            <a:stCxn id="1515" idx="3"/>
            <a:endCxn id="1516" idx="3"/>
          </p:cNvCxnSpPr>
          <p:nvPr/>
        </p:nvCxnSpPr>
        <p:spPr>
          <a:xfrm>
            <a:off x="3591579" y="5115498"/>
            <a:ext cx="22277" cy="279156"/>
          </a:xfrm>
          <a:prstGeom prst="curvedConnector3">
            <a:avLst>
              <a:gd name="adj1" fmla="val 103039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8" name="CuadroTexto 1517">
            <a:extLst>
              <a:ext uri="{FF2B5EF4-FFF2-40B4-BE49-F238E27FC236}">
                <a16:creationId xmlns:a16="http://schemas.microsoft.com/office/drawing/2014/main" id="{967F6F14-BA01-23CB-5C79-096056E08973}"/>
              </a:ext>
            </a:extLst>
          </p:cNvPr>
          <p:cNvSpPr txBox="1"/>
          <p:nvPr/>
        </p:nvSpPr>
        <p:spPr>
          <a:xfrm>
            <a:off x="3084460" y="620612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3-bifosfoglicerato</a:t>
            </a:r>
          </a:p>
        </p:txBody>
      </p:sp>
      <p:cxnSp>
        <p:nvCxnSpPr>
          <p:cNvPr id="1519" name="Conector recto de flecha 1518">
            <a:extLst>
              <a:ext uri="{FF2B5EF4-FFF2-40B4-BE49-F238E27FC236}">
                <a16:creationId xmlns:a16="http://schemas.microsoft.com/office/drawing/2014/main" id="{2B0F40ED-434D-E418-F74A-24C62EC68C14}"/>
              </a:ext>
            </a:extLst>
          </p:cNvPr>
          <p:cNvCxnSpPr>
            <a:cxnSpLocks/>
            <a:stCxn id="1512" idx="2"/>
            <a:endCxn id="1518" idx="0"/>
          </p:cNvCxnSpPr>
          <p:nvPr/>
        </p:nvCxnSpPr>
        <p:spPr>
          <a:xfrm>
            <a:off x="3818796" y="5738735"/>
            <a:ext cx="0" cy="4673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0" name="CuadroTexto 1519">
            <a:extLst>
              <a:ext uri="{FF2B5EF4-FFF2-40B4-BE49-F238E27FC236}">
                <a16:creationId xmlns:a16="http://schemas.microsoft.com/office/drawing/2014/main" id="{B5FD8512-841A-B9F5-9786-D4E6350125FB}"/>
              </a:ext>
            </a:extLst>
          </p:cNvPr>
          <p:cNvSpPr txBox="1"/>
          <p:nvPr/>
        </p:nvSpPr>
        <p:spPr>
          <a:xfrm>
            <a:off x="1746146" y="5803692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quinasa</a:t>
            </a:r>
          </a:p>
        </p:txBody>
      </p:sp>
      <p:sp>
        <p:nvSpPr>
          <p:cNvPr id="1521" name="CuadroTexto 1520">
            <a:extLst>
              <a:ext uri="{FF2B5EF4-FFF2-40B4-BE49-F238E27FC236}">
                <a16:creationId xmlns:a16="http://schemas.microsoft.com/office/drawing/2014/main" id="{668A64D5-5474-7A98-9BE2-B6CA6C63FB2F}"/>
              </a:ext>
            </a:extLst>
          </p:cNvPr>
          <p:cNvSpPr txBox="1"/>
          <p:nvPr/>
        </p:nvSpPr>
        <p:spPr>
          <a:xfrm>
            <a:off x="2627902" y="5697143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2" name="CuadroTexto 1521">
            <a:extLst>
              <a:ext uri="{FF2B5EF4-FFF2-40B4-BE49-F238E27FC236}">
                <a16:creationId xmlns:a16="http://schemas.microsoft.com/office/drawing/2014/main" id="{E20B2A35-B715-3080-17D1-DE6BE700FD59}"/>
              </a:ext>
            </a:extLst>
          </p:cNvPr>
          <p:cNvSpPr txBox="1"/>
          <p:nvPr/>
        </p:nvSpPr>
        <p:spPr>
          <a:xfrm>
            <a:off x="2499764" y="5946224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3" name="Conector: curvado 1522">
            <a:extLst>
              <a:ext uri="{FF2B5EF4-FFF2-40B4-BE49-F238E27FC236}">
                <a16:creationId xmlns:a16="http://schemas.microsoft.com/office/drawing/2014/main" id="{ED8B844F-C206-2E62-281A-B355F4FBE3C1}"/>
              </a:ext>
            </a:extLst>
          </p:cNvPr>
          <p:cNvCxnSpPr>
            <a:cxnSpLocks/>
            <a:stCxn id="1521" idx="3"/>
            <a:endCxn id="1522" idx="3"/>
          </p:cNvCxnSpPr>
          <p:nvPr/>
        </p:nvCxnSpPr>
        <p:spPr>
          <a:xfrm>
            <a:off x="3564272" y="5827948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CuadroTexto 1523">
            <a:extLst>
              <a:ext uri="{FF2B5EF4-FFF2-40B4-BE49-F238E27FC236}">
                <a16:creationId xmlns:a16="http://schemas.microsoft.com/office/drawing/2014/main" id="{58C9E322-77EE-0129-2F5A-9583AA2A64A8}"/>
              </a:ext>
            </a:extLst>
          </p:cNvPr>
          <p:cNvSpPr txBox="1"/>
          <p:nvPr/>
        </p:nvSpPr>
        <p:spPr>
          <a:xfrm>
            <a:off x="3084460" y="6937016"/>
            <a:ext cx="14686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2-bifosfoglicerato</a:t>
            </a:r>
          </a:p>
        </p:txBody>
      </p:sp>
      <p:cxnSp>
        <p:nvCxnSpPr>
          <p:cNvPr id="1525" name="Conector: angular 1524">
            <a:extLst>
              <a:ext uri="{FF2B5EF4-FFF2-40B4-BE49-F238E27FC236}">
                <a16:creationId xmlns:a16="http://schemas.microsoft.com/office/drawing/2014/main" id="{70DB634B-BC5B-C7E3-5B3E-1A25DE7FE491}"/>
              </a:ext>
            </a:extLst>
          </p:cNvPr>
          <p:cNvCxnSpPr>
            <a:stCxn id="1509" idx="2"/>
            <a:endCxn id="1510" idx="2"/>
          </p:cNvCxnSpPr>
          <p:nvPr/>
        </p:nvCxnSpPr>
        <p:spPr>
          <a:xfrm rot="16200000" flipH="1">
            <a:off x="3766206" y="3480411"/>
            <a:ext cx="12700" cy="1595939"/>
          </a:xfrm>
          <a:prstGeom prst="bentConnector3">
            <a:avLst>
              <a:gd name="adj1" fmla="val 180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6" name="Conector recto de flecha 1525">
            <a:extLst>
              <a:ext uri="{FF2B5EF4-FFF2-40B4-BE49-F238E27FC236}">
                <a16:creationId xmlns:a16="http://schemas.microsoft.com/office/drawing/2014/main" id="{06398304-5B0F-E7B5-9D74-68E35E1AD8DB}"/>
              </a:ext>
            </a:extLst>
          </p:cNvPr>
          <p:cNvCxnSpPr>
            <a:cxnSpLocks/>
            <a:stCxn id="1518" idx="2"/>
            <a:endCxn id="1524" idx="0"/>
          </p:cNvCxnSpPr>
          <p:nvPr/>
        </p:nvCxnSpPr>
        <p:spPr>
          <a:xfrm>
            <a:off x="3818796" y="6467736"/>
            <a:ext cx="0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7" name="CuadroTexto 1526">
            <a:extLst>
              <a:ext uri="{FF2B5EF4-FFF2-40B4-BE49-F238E27FC236}">
                <a16:creationId xmlns:a16="http://schemas.microsoft.com/office/drawing/2014/main" id="{77A108C6-0915-7A40-511F-4F11B27468AC}"/>
              </a:ext>
            </a:extLst>
          </p:cNvPr>
          <p:cNvSpPr txBox="1"/>
          <p:nvPr/>
        </p:nvSpPr>
        <p:spPr>
          <a:xfrm>
            <a:off x="1746146" y="7277199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Enolasa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28" name="Conector: curvado 1527">
            <a:extLst>
              <a:ext uri="{FF2B5EF4-FFF2-40B4-BE49-F238E27FC236}">
                <a16:creationId xmlns:a16="http://schemas.microsoft.com/office/drawing/2014/main" id="{78FA0C99-D9C1-7C53-BBAE-D43327A15D34}"/>
              </a:ext>
            </a:extLst>
          </p:cNvPr>
          <p:cNvCxnSpPr>
            <a:cxnSpLocks/>
          </p:cNvCxnSpPr>
          <p:nvPr/>
        </p:nvCxnSpPr>
        <p:spPr>
          <a:xfrm>
            <a:off x="3564272" y="7313912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9" name="CuadroTexto 1528">
            <a:extLst>
              <a:ext uri="{FF2B5EF4-FFF2-40B4-BE49-F238E27FC236}">
                <a16:creationId xmlns:a16="http://schemas.microsoft.com/office/drawing/2014/main" id="{3EC7F166-3F67-0720-6485-70DCAFF42EC1}"/>
              </a:ext>
            </a:extLst>
          </p:cNvPr>
          <p:cNvSpPr txBox="1"/>
          <p:nvPr/>
        </p:nvSpPr>
        <p:spPr>
          <a:xfrm>
            <a:off x="2506114" y="7432188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0" name="Rectángulo 1529">
            <a:extLst>
              <a:ext uri="{FF2B5EF4-FFF2-40B4-BE49-F238E27FC236}">
                <a16:creationId xmlns:a16="http://schemas.microsoft.com/office/drawing/2014/main" id="{575A58C3-0841-CDFB-1964-0165A0BA2C7A}"/>
              </a:ext>
            </a:extLst>
          </p:cNvPr>
          <p:cNvSpPr/>
          <p:nvPr/>
        </p:nvSpPr>
        <p:spPr>
          <a:xfrm>
            <a:off x="3564272" y="7251192"/>
            <a:ext cx="202857" cy="155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1" name="Rectángulo 1530">
            <a:extLst>
              <a:ext uri="{FF2B5EF4-FFF2-40B4-BE49-F238E27FC236}">
                <a16:creationId xmlns:a16="http://schemas.microsoft.com/office/drawing/2014/main" id="{97675C02-A802-1493-9A5B-A1D868C7F645}"/>
              </a:ext>
            </a:extLst>
          </p:cNvPr>
          <p:cNvSpPr/>
          <p:nvPr/>
        </p:nvSpPr>
        <p:spPr>
          <a:xfrm>
            <a:off x="3597007" y="7327888"/>
            <a:ext cx="202857" cy="1096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32" name="CuadroTexto 1531">
            <a:extLst>
              <a:ext uri="{FF2B5EF4-FFF2-40B4-BE49-F238E27FC236}">
                <a16:creationId xmlns:a16="http://schemas.microsoft.com/office/drawing/2014/main" id="{5265DB83-07C6-C123-CBF7-598BBD709CBC}"/>
              </a:ext>
            </a:extLst>
          </p:cNvPr>
          <p:cNvSpPr txBox="1"/>
          <p:nvPr/>
        </p:nvSpPr>
        <p:spPr>
          <a:xfrm>
            <a:off x="3061637" y="7667906"/>
            <a:ext cx="15167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Fosfoenolpiruvato</a:t>
            </a:r>
          </a:p>
        </p:txBody>
      </p:sp>
      <p:cxnSp>
        <p:nvCxnSpPr>
          <p:cNvPr id="1533" name="Conector recto de flecha 1532">
            <a:extLst>
              <a:ext uri="{FF2B5EF4-FFF2-40B4-BE49-F238E27FC236}">
                <a16:creationId xmlns:a16="http://schemas.microsoft.com/office/drawing/2014/main" id="{E86F6DDE-029C-D307-E11B-7B7343C7C6DC}"/>
              </a:ext>
            </a:extLst>
          </p:cNvPr>
          <p:cNvCxnSpPr>
            <a:cxnSpLocks/>
            <a:stCxn id="1524" idx="2"/>
            <a:endCxn id="1532" idx="0"/>
          </p:cNvCxnSpPr>
          <p:nvPr/>
        </p:nvCxnSpPr>
        <p:spPr>
          <a:xfrm>
            <a:off x="3818796" y="7198626"/>
            <a:ext cx="1222" cy="4692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4" name="CuadroTexto 1533">
            <a:extLst>
              <a:ext uri="{FF2B5EF4-FFF2-40B4-BE49-F238E27FC236}">
                <a16:creationId xmlns:a16="http://schemas.microsoft.com/office/drawing/2014/main" id="{5230A1F9-7A25-E0DD-79A9-7880E137DD86}"/>
              </a:ext>
            </a:extLst>
          </p:cNvPr>
          <p:cNvSpPr txBox="1"/>
          <p:nvPr/>
        </p:nvSpPr>
        <p:spPr>
          <a:xfrm>
            <a:off x="1746146" y="6571935"/>
            <a:ext cx="18181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Fosfoglicerato </a:t>
            </a:r>
            <a:r>
              <a:rPr lang="es-ES" sz="11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mutasa</a:t>
            </a:r>
            <a:endParaRPr lang="es-ES" sz="11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5" name="CuadroTexto 1534">
            <a:extLst>
              <a:ext uri="{FF2B5EF4-FFF2-40B4-BE49-F238E27FC236}">
                <a16:creationId xmlns:a16="http://schemas.microsoft.com/office/drawing/2014/main" id="{50A029DF-3984-B359-4351-45F3699F25AA}"/>
              </a:ext>
            </a:extLst>
          </p:cNvPr>
          <p:cNvSpPr txBox="1"/>
          <p:nvPr/>
        </p:nvSpPr>
        <p:spPr>
          <a:xfrm>
            <a:off x="3362581" y="8396907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(2) Piruvato</a:t>
            </a:r>
          </a:p>
        </p:txBody>
      </p:sp>
      <p:cxnSp>
        <p:nvCxnSpPr>
          <p:cNvPr id="1536" name="Conector recto de flecha 1535">
            <a:extLst>
              <a:ext uri="{FF2B5EF4-FFF2-40B4-BE49-F238E27FC236}">
                <a16:creationId xmlns:a16="http://schemas.microsoft.com/office/drawing/2014/main" id="{4374A1EB-B756-2566-69E3-5132789F3C5F}"/>
              </a:ext>
            </a:extLst>
          </p:cNvPr>
          <p:cNvCxnSpPr>
            <a:cxnSpLocks/>
            <a:stCxn id="1532" idx="2"/>
            <a:endCxn id="1535" idx="0"/>
          </p:cNvCxnSpPr>
          <p:nvPr/>
        </p:nvCxnSpPr>
        <p:spPr>
          <a:xfrm flipH="1">
            <a:off x="3818796" y="7929516"/>
            <a:ext cx="1222" cy="46739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" name="CuadroTexto 1536">
            <a:extLst>
              <a:ext uri="{FF2B5EF4-FFF2-40B4-BE49-F238E27FC236}">
                <a16:creationId xmlns:a16="http://schemas.microsoft.com/office/drawing/2014/main" id="{47774400-DEAA-9C44-CCEF-E63B0B9A98AF}"/>
              </a:ext>
            </a:extLst>
          </p:cNvPr>
          <p:cNvSpPr txBox="1"/>
          <p:nvPr/>
        </p:nvSpPr>
        <p:spPr>
          <a:xfrm>
            <a:off x="2634252" y="7894158"/>
            <a:ext cx="936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8" name="CuadroTexto 1537">
            <a:extLst>
              <a:ext uri="{FF2B5EF4-FFF2-40B4-BE49-F238E27FC236}">
                <a16:creationId xmlns:a16="http://schemas.microsoft.com/office/drawing/2014/main" id="{FB3E5548-426D-E89E-8DF1-61E987F00665}"/>
              </a:ext>
            </a:extLst>
          </p:cNvPr>
          <p:cNvSpPr txBox="1"/>
          <p:nvPr/>
        </p:nvSpPr>
        <p:spPr>
          <a:xfrm>
            <a:off x="2506114" y="8143239"/>
            <a:ext cx="106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39" name="Conector: curvado 1538">
            <a:extLst>
              <a:ext uri="{FF2B5EF4-FFF2-40B4-BE49-F238E27FC236}">
                <a16:creationId xmlns:a16="http://schemas.microsoft.com/office/drawing/2014/main" id="{E4BDB112-2889-77C2-FF44-C9CA549D4D85}"/>
              </a:ext>
            </a:extLst>
          </p:cNvPr>
          <p:cNvCxnSpPr>
            <a:cxnSpLocks/>
            <a:stCxn id="1537" idx="3"/>
            <a:endCxn id="1538" idx="3"/>
          </p:cNvCxnSpPr>
          <p:nvPr/>
        </p:nvCxnSpPr>
        <p:spPr>
          <a:xfrm>
            <a:off x="3570622" y="8024963"/>
            <a:ext cx="12700" cy="249081"/>
          </a:xfrm>
          <a:prstGeom prst="curvedConnector3">
            <a:avLst>
              <a:gd name="adj1" fmla="val 1992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CuadroTexto 1539">
            <a:extLst>
              <a:ext uri="{FF2B5EF4-FFF2-40B4-BE49-F238E27FC236}">
                <a16:creationId xmlns:a16="http://schemas.microsoft.com/office/drawing/2014/main" id="{1667BCDC-D20A-A546-5CD7-05B7C360CA36}"/>
              </a:ext>
            </a:extLst>
          </p:cNvPr>
          <p:cNvSpPr txBox="1"/>
          <p:nvPr/>
        </p:nvSpPr>
        <p:spPr>
          <a:xfrm>
            <a:off x="1595797" y="8014728"/>
            <a:ext cx="1372440" cy="25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Piruvato quinasa</a:t>
            </a:r>
          </a:p>
        </p:txBody>
      </p:sp>
      <p:sp>
        <p:nvSpPr>
          <p:cNvPr id="1541" name="CuadroTexto 1540">
            <a:extLst>
              <a:ext uri="{FF2B5EF4-FFF2-40B4-BE49-F238E27FC236}">
                <a16:creationId xmlns:a16="http://schemas.microsoft.com/office/drawing/2014/main" id="{B042E0AE-D521-7CE6-2300-9ADA0AA2AB72}"/>
              </a:ext>
            </a:extLst>
          </p:cNvPr>
          <p:cNvSpPr txBox="1"/>
          <p:nvPr/>
        </p:nvSpPr>
        <p:spPr>
          <a:xfrm>
            <a:off x="0" y="888402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1542" name="CuadroTexto 1541">
            <a:extLst>
              <a:ext uri="{FF2B5EF4-FFF2-40B4-BE49-F238E27FC236}">
                <a16:creationId xmlns:a16="http://schemas.microsoft.com/office/drawing/2014/main" id="{C3C70542-B081-8E48-1460-30F4EE9B5E71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543" name="CuadroTexto 1542">
            <a:extLst>
              <a:ext uri="{FF2B5EF4-FFF2-40B4-BE49-F238E27FC236}">
                <a16:creationId xmlns:a16="http://schemas.microsoft.com/office/drawing/2014/main" id="{30908F4F-DE69-CEAC-04F0-6106E5723A35}"/>
              </a:ext>
            </a:extLst>
          </p:cNvPr>
          <p:cNvSpPr txBox="1"/>
          <p:nvPr/>
        </p:nvSpPr>
        <p:spPr>
          <a:xfrm>
            <a:off x="972195" y="7055871"/>
            <a:ext cx="936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Oxalacetato</a:t>
            </a:r>
          </a:p>
        </p:txBody>
      </p:sp>
      <p:sp>
        <p:nvSpPr>
          <p:cNvPr id="1548" name="CuadroTexto 1547">
            <a:extLst>
              <a:ext uri="{FF2B5EF4-FFF2-40B4-BE49-F238E27FC236}">
                <a16:creationId xmlns:a16="http://schemas.microsoft.com/office/drawing/2014/main" id="{A7BFF2F5-C2A6-E6BB-3E83-780D03DE4A79}"/>
              </a:ext>
            </a:extLst>
          </p:cNvPr>
          <p:cNvSpPr txBox="1"/>
          <p:nvPr/>
        </p:nvSpPr>
        <p:spPr>
          <a:xfrm>
            <a:off x="2365241" y="6831251"/>
            <a:ext cx="4895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70" name="CuadroTexto 1569">
            <a:extLst>
              <a:ext uri="{FF2B5EF4-FFF2-40B4-BE49-F238E27FC236}">
                <a16:creationId xmlns:a16="http://schemas.microsoft.com/office/drawing/2014/main" id="{73B0EBB1-43E4-C26F-C5BE-867D5DBF08E2}"/>
              </a:ext>
            </a:extLst>
          </p:cNvPr>
          <p:cNvSpPr txBox="1"/>
          <p:nvPr/>
        </p:nvSpPr>
        <p:spPr>
          <a:xfrm>
            <a:off x="1346258" y="7302871"/>
            <a:ext cx="13647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Fosfoenolpiruvato carboxiquinasa</a:t>
            </a:r>
          </a:p>
        </p:txBody>
      </p:sp>
      <p:sp>
        <p:nvSpPr>
          <p:cNvPr id="1571" name="Rectángulo 1570">
            <a:extLst>
              <a:ext uri="{FF2B5EF4-FFF2-40B4-BE49-F238E27FC236}">
                <a16:creationId xmlns:a16="http://schemas.microsoft.com/office/drawing/2014/main" id="{6E4BF423-CF9B-0FB8-456C-750D9799FB88}"/>
              </a:ext>
            </a:extLst>
          </p:cNvPr>
          <p:cNvSpPr/>
          <p:nvPr/>
        </p:nvSpPr>
        <p:spPr>
          <a:xfrm>
            <a:off x="4815075" y="8274044"/>
            <a:ext cx="238188" cy="127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662" name="Conector: angular 1661">
            <a:extLst>
              <a:ext uri="{FF2B5EF4-FFF2-40B4-BE49-F238E27FC236}">
                <a16:creationId xmlns:a16="http://schemas.microsoft.com/office/drawing/2014/main" id="{ADB9BFE4-F093-31B0-E44B-F825A01CC743}"/>
              </a:ext>
            </a:extLst>
          </p:cNvPr>
          <p:cNvCxnSpPr>
            <a:cxnSpLocks/>
            <a:stCxn id="1543" idx="3"/>
            <a:endCxn id="1532" idx="1"/>
          </p:cNvCxnSpPr>
          <p:nvPr/>
        </p:nvCxnSpPr>
        <p:spPr>
          <a:xfrm>
            <a:off x="1908670" y="7186676"/>
            <a:ext cx="1152967" cy="612035"/>
          </a:xfrm>
          <a:prstGeom prst="bentConnector3">
            <a:avLst>
              <a:gd name="adj1" fmla="val 63021"/>
            </a:avLst>
          </a:prstGeom>
          <a:ln w="19050"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697" name="CuadroTexto 1696">
            <a:extLst>
              <a:ext uri="{FF2B5EF4-FFF2-40B4-BE49-F238E27FC236}">
                <a16:creationId xmlns:a16="http://schemas.microsoft.com/office/drawing/2014/main" id="{A2C104B9-550E-7846-D386-C78D201BEE15}"/>
              </a:ext>
            </a:extLst>
          </p:cNvPr>
          <p:cNvSpPr txBox="1"/>
          <p:nvPr/>
        </p:nvSpPr>
        <p:spPr>
          <a:xfrm>
            <a:off x="76222" y="4742435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</a:t>
            </a:r>
          </a:p>
        </p:txBody>
      </p:sp>
      <p:sp>
        <p:nvSpPr>
          <p:cNvPr id="1698" name="CuadroTexto 1697">
            <a:extLst>
              <a:ext uri="{FF2B5EF4-FFF2-40B4-BE49-F238E27FC236}">
                <a16:creationId xmlns:a16="http://schemas.microsoft.com/office/drawing/2014/main" id="{7F4E7D4A-C1F1-C3A7-D5BC-5185A3444798}"/>
              </a:ext>
            </a:extLst>
          </p:cNvPr>
          <p:cNvSpPr txBox="1"/>
          <p:nvPr/>
        </p:nvSpPr>
        <p:spPr>
          <a:xfrm>
            <a:off x="670339" y="4625590"/>
            <a:ext cx="12639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Glicerol quinasa</a:t>
            </a:r>
          </a:p>
        </p:txBody>
      </p:sp>
      <p:sp>
        <p:nvSpPr>
          <p:cNvPr id="1699" name="CuadroTexto 1698">
            <a:extLst>
              <a:ext uri="{FF2B5EF4-FFF2-40B4-BE49-F238E27FC236}">
                <a16:creationId xmlns:a16="http://schemas.microsoft.com/office/drawing/2014/main" id="{0A91E734-D80B-84B5-2FE7-360679B99B2E}"/>
              </a:ext>
            </a:extLst>
          </p:cNvPr>
          <p:cNvSpPr txBox="1"/>
          <p:nvPr/>
        </p:nvSpPr>
        <p:spPr>
          <a:xfrm>
            <a:off x="712916" y="4946052"/>
            <a:ext cx="4603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700" name="CuadroTexto 1699">
            <a:extLst>
              <a:ext uri="{FF2B5EF4-FFF2-40B4-BE49-F238E27FC236}">
                <a16:creationId xmlns:a16="http://schemas.microsoft.com/office/drawing/2014/main" id="{9F56EF96-E59B-F48D-14B3-A9C0A23D4553}"/>
              </a:ext>
            </a:extLst>
          </p:cNvPr>
          <p:cNvSpPr txBox="1"/>
          <p:nvPr/>
        </p:nvSpPr>
        <p:spPr>
          <a:xfrm>
            <a:off x="1455073" y="4954676"/>
            <a:ext cx="476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ADP</a:t>
            </a:r>
          </a:p>
        </p:txBody>
      </p:sp>
      <p:cxnSp>
        <p:nvCxnSpPr>
          <p:cNvPr id="1701" name="Conector: curvado 1700">
            <a:extLst>
              <a:ext uri="{FF2B5EF4-FFF2-40B4-BE49-F238E27FC236}">
                <a16:creationId xmlns:a16="http://schemas.microsoft.com/office/drawing/2014/main" id="{FB4421B1-F4E7-D3BA-08B8-8F05998436F3}"/>
              </a:ext>
            </a:extLst>
          </p:cNvPr>
          <p:cNvCxnSpPr>
            <a:cxnSpLocks/>
            <a:stCxn id="1699" idx="0"/>
            <a:endCxn id="1700" idx="0"/>
          </p:cNvCxnSpPr>
          <p:nvPr/>
        </p:nvCxnSpPr>
        <p:spPr>
          <a:xfrm rot="16200000" flipH="1">
            <a:off x="1313881" y="4575278"/>
            <a:ext cx="8624" cy="750172"/>
          </a:xfrm>
          <a:prstGeom prst="curvedConnector3">
            <a:avLst>
              <a:gd name="adj1" fmla="val -81561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2" name="Conector recto de flecha 1701">
            <a:extLst>
              <a:ext uri="{FF2B5EF4-FFF2-40B4-BE49-F238E27FC236}">
                <a16:creationId xmlns:a16="http://schemas.microsoft.com/office/drawing/2014/main" id="{541465D9-A6D0-7AE8-C382-30C412158365}"/>
              </a:ext>
            </a:extLst>
          </p:cNvPr>
          <p:cNvCxnSpPr>
            <a:cxnSpLocks/>
            <a:stCxn id="1697" idx="3"/>
            <a:endCxn id="1508" idx="1"/>
          </p:cNvCxnSpPr>
          <p:nvPr/>
        </p:nvCxnSpPr>
        <p:spPr>
          <a:xfrm>
            <a:off x="740186" y="4873240"/>
            <a:ext cx="2129472" cy="4513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3" name="CuadroTexto 1702">
            <a:extLst>
              <a:ext uri="{FF2B5EF4-FFF2-40B4-BE49-F238E27FC236}">
                <a16:creationId xmlns:a16="http://schemas.microsoft.com/office/drawing/2014/main" id="{8B387F79-85BB-8237-99FD-CAD7DC754AE9}"/>
              </a:ext>
            </a:extLst>
          </p:cNvPr>
          <p:cNvSpPr txBox="1"/>
          <p:nvPr/>
        </p:nvSpPr>
        <p:spPr>
          <a:xfrm>
            <a:off x="0" y="5925233"/>
            <a:ext cx="11592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Aspartato</a:t>
            </a:r>
          </a:p>
        </p:txBody>
      </p:sp>
      <p:sp>
        <p:nvSpPr>
          <p:cNvPr id="1704" name="CuadroTexto 1703">
            <a:extLst>
              <a:ext uri="{FF2B5EF4-FFF2-40B4-BE49-F238E27FC236}">
                <a16:creationId xmlns:a16="http://schemas.microsoft.com/office/drawing/2014/main" id="{AF7B6F7F-56EB-F33C-5C76-BA649CC10303}"/>
              </a:ext>
            </a:extLst>
          </p:cNvPr>
          <p:cNvSpPr txBox="1"/>
          <p:nvPr/>
        </p:nvSpPr>
        <p:spPr>
          <a:xfrm>
            <a:off x="1392035" y="6053557"/>
            <a:ext cx="13793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Aspartato aminotransferasa</a:t>
            </a:r>
          </a:p>
        </p:txBody>
      </p:sp>
      <p:sp>
        <p:nvSpPr>
          <p:cNvPr id="1705" name="CuadroTexto 1704">
            <a:extLst>
              <a:ext uri="{FF2B5EF4-FFF2-40B4-BE49-F238E27FC236}">
                <a16:creationId xmlns:a16="http://schemas.microsoft.com/office/drawing/2014/main" id="{48310420-16D5-B1B6-A6BC-32C1BCD6F092}"/>
              </a:ext>
            </a:extLst>
          </p:cNvPr>
          <p:cNvSpPr txBox="1"/>
          <p:nvPr/>
        </p:nvSpPr>
        <p:spPr>
          <a:xfrm>
            <a:off x="454619" y="6449273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1706" name="Conector: curvado 1705">
            <a:extLst>
              <a:ext uri="{FF2B5EF4-FFF2-40B4-BE49-F238E27FC236}">
                <a16:creationId xmlns:a16="http://schemas.microsoft.com/office/drawing/2014/main" id="{95FCE2FD-14C0-0164-A305-C6592FFD8732}"/>
              </a:ext>
            </a:extLst>
          </p:cNvPr>
          <p:cNvCxnSpPr>
            <a:cxnSpLocks/>
          </p:cNvCxnSpPr>
          <p:nvPr/>
        </p:nvCxnSpPr>
        <p:spPr>
          <a:xfrm rot="5400000">
            <a:off x="1269557" y="6415106"/>
            <a:ext cx="173467" cy="15647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7" name="Conector: angular 1706">
            <a:extLst>
              <a:ext uri="{FF2B5EF4-FFF2-40B4-BE49-F238E27FC236}">
                <a16:creationId xmlns:a16="http://schemas.microsoft.com/office/drawing/2014/main" id="{D4031D2B-B62E-6E4C-A190-414CBC84382B}"/>
              </a:ext>
            </a:extLst>
          </p:cNvPr>
          <p:cNvCxnSpPr>
            <a:cxnSpLocks/>
          </p:cNvCxnSpPr>
          <p:nvPr/>
        </p:nvCxnSpPr>
        <p:spPr>
          <a:xfrm>
            <a:off x="1154067" y="6140677"/>
            <a:ext cx="281141" cy="915194"/>
          </a:xfrm>
          <a:prstGeom prst="bentConnector2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8" name="CuadroTexto 1707">
            <a:extLst>
              <a:ext uri="{FF2B5EF4-FFF2-40B4-BE49-F238E27FC236}">
                <a16:creationId xmlns:a16="http://schemas.microsoft.com/office/drawing/2014/main" id="{3CA593AB-EAFF-19F4-C164-B760991AAF79}"/>
              </a:ext>
            </a:extLst>
          </p:cNvPr>
          <p:cNvSpPr txBox="1"/>
          <p:nvPr/>
        </p:nvSpPr>
        <p:spPr>
          <a:xfrm>
            <a:off x="5002042" y="1043692"/>
            <a:ext cx="8130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Trehalosa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709" name="Conector recto de flecha 1708">
            <a:extLst>
              <a:ext uri="{FF2B5EF4-FFF2-40B4-BE49-F238E27FC236}">
                <a16:creationId xmlns:a16="http://schemas.microsoft.com/office/drawing/2014/main" id="{4C052921-CA08-2DD9-273C-1BA45E141CD9}"/>
              </a:ext>
            </a:extLst>
          </p:cNvPr>
          <p:cNvCxnSpPr>
            <a:cxnSpLocks/>
            <a:stCxn id="1708" idx="1"/>
            <a:endCxn id="6" idx="3"/>
          </p:cNvCxnSpPr>
          <p:nvPr/>
        </p:nvCxnSpPr>
        <p:spPr>
          <a:xfrm flipH="1">
            <a:off x="4131055" y="1174497"/>
            <a:ext cx="870987" cy="1475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0" name="CuadroTexto 1709">
            <a:extLst>
              <a:ext uri="{FF2B5EF4-FFF2-40B4-BE49-F238E27FC236}">
                <a16:creationId xmlns:a16="http://schemas.microsoft.com/office/drawing/2014/main" id="{5A42484B-E2D7-E82E-02E2-25C74831EBFD}"/>
              </a:ext>
            </a:extLst>
          </p:cNvPr>
          <p:cNvSpPr txBox="1"/>
          <p:nvPr/>
        </p:nvSpPr>
        <p:spPr>
          <a:xfrm>
            <a:off x="4191486" y="920289"/>
            <a:ext cx="816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Trehalasa</a:t>
            </a:r>
            <a:endParaRPr lang="es-ES" sz="11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11" name="CuadroTexto 1710">
            <a:extLst>
              <a:ext uri="{FF2B5EF4-FFF2-40B4-BE49-F238E27FC236}">
                <a16:creationId xmlns:a16="http://schemas.microsoft.com/office/drawing/2014/main" id="{B1404035-6CF3-E485-D05C-4D9D0A40D12C}"/>
              </a:ext>
            </a:extLst>
          </p:cNvPr>
          <p:cNvSpPr txBox="1"/>
          <p:nvPr/>
        </p:nvSpPr>
        <p:spPr>
          <a:xfrm>
            <a:off x="6236047" y="1045167"/>
            <a:ext cx="6783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Lactosa</a:t>
            </a:r>
          </a:p>
        </p:txBody>
      </p:sp>
      <p:cxnSp>
        <p:nvCxnSpPr>
          <p:cNvPr id="1712" name="Conector: angular 1711">
            <a:extLst>
              <a:ext uri="{FF2B5EF4-FFF2-40B4-BE49-F238E27FC236}">
                <a16:creationId xmlns:a16="http://schemas.microsoft.com/office/drawing/2014/main" id="{1C70A625-4480-2AD3-B1BB-F5716AB00649}"/>
              </a:ext>
            </a:extLst>
          </p:cNvPr>
          <p:cNvCxnSpPr>
            <a:cxnSpLocks/>
            <a:stCxn id="1711" idx="0"/>
            <a:endCxn id="6" idx="3"/>
          </p:cNvCxnSpPr>
          <p:nvPr/>
        </p:nvCxnSpPr>
        <p:spPr>
          <a:xfrm rot="16200000" flipH="1" flipV="1">
            <a:off x="5287746" y="-111525"/>
            <a:ext cx="130805" cy="2444188"/>
          </a:xfrm>
          <a:prstGeom prst="bentConnector4">
            <a:avLst>
              <a:gd name="adj1" fmla="val -174764"/>
              <a:gd name="adj2" fmla="val 100122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3" name="CuadroTexto 1712">
            <a:extLst>
              <a:ext uri="{FF2B5EF4-FFF2-40B4-BE49-F238E27FC236}">
                <a16:creationId xmlns:a16="http://schemas.microsoft.com/office/drawing/2014/main" id="{FC5E14F2-1525-4EF4-2B17-560A0B9967C6}"/>
              </a:ext>
            </a:extLst>
          </p:cNvPr>
          <p:cNvSpPr txBox="1"/>
          <p:nvPr/>
        </p:nvSpPr>
        <p:spPr>
          <a:xfrm>
            <a:off x="6168990" y="1774777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Galactosa</a:t>
            </a:r>
          </a:p>
        </p:txBody>
      </p:sp>
      <p:cxnSp>
        <p:nvCxnSpPr>
          <p:cNvPr id="1714" name="Conector recto de flecha 1713">
            <a:extLst>
              <a:ext uri="{FF2B5EF4-FFF2-40B4-BE49-F238E27FC236}">
                <a16:creationId xmlns:a16="http://schemas.microsoft.com/office/drawing/2014/main" id="{7739AF1E-83DD-1E6D-63BC-582AAB479F95}"/>
              </a:ext>
            </a:extLst>
          </p:cNvPr>
          <p:cNvCxnSpPr>
            <a:cxnSpLocks/>
            <a:stCxn id="1711" idx="2"/>
            <a:endCxn id="1713" idx="0"/>
          </p:cNvCxnSpPr>
          <p:nvPr/>
        </p:nvCxnSpPr>
        <p:spPr>
          <a:xfrm>
            <a:off x="6575243" y="1306777"/>
            <a:ext cx="3475" cy="46800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5" name="CuadroTexto 1714">
            <a:extLst>
              <a:ext uri="{FF2B5EF4-FFF2-40B4-BE49-F238E27FC236}">
                <a16:creationId xmlns:a16="http://schemas.microsoft.com/office/drawing/2014/main" id="{53EACCC5-9D4A-A5DD-57ED-F331D946D295}"/>
              </a:ext>
            </a:extLst>
          </p:cNvPr>
          <p:cNvSpPr txBox="1"/>
          <p:nvPr/>
        </p:nvSpPr>
        <p:spPr>
          <a:xfrm>
            <a:off x="5697198" y="809682"/>
            <a:ext cx="816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Lactasa</a:t>
            </a:r>
          </a:p>
        </p:txBody>
      </p:sp>
      <p:sp>
        <p:nvSpPr>
          <p:cNvPr id="1716" name="CuadroTexto 1715">
            <a:extLst>
              <a:ext uri="{FF2B5EF4-FFF2-40B4-BE49-F238E27FC236}">
                <a16:creationId xmlns:a16="http://schemas.microsoft.com/office/drawing/2014/main" id="{B6D49798-AF53-D7A5-7605-E1014EE42160}"/>
              </a:ext>
            </a:extLst>
          </p:cNvPr>
          <p:cNvSpPr txBox="1"/>
          <p:nvPr/>
        </p:nvSpPr>
        <p:spPr>
          <a:xfrm>
            <a:off x="4242613" y="3637814"/>
            <a:ext cx="11657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UDP-Galactosa</a:t>
            </a:r>
          </a:p>
        </p:txBody>
      </p:sp>
      <p:cxnSp>
        <p:nvCxnSpPr>
          <p:cNvPr id="1717" name="Conector recto de flecha 1716">
            <a:extLst>
              <a:ext uri="{FF2B5EF4-FFF2-40B4-BE49-F238E27FC236}">
                <a16:creationId xmlns:a16="http://schemas.microsoft.com/office/drawing/2014/main" id="{05D60086-7B7D-8BB6-EBB1-A68E047FD5FE}"/>
              </a:ext>
            </a:extLst>
          </p:cNvPr>
          <p:cNvCxnSpPr>
            <a:cxnSpLocks/>
            <a:stCxn id="1713" idx="2"/>
            <a:endCxn id="1722" idx="0"/>
          </p:cNvCxnSpPr>
          <p:nvPr/>
        </p:nvCxnSpPr>
        <p:spPr>
          <a:xfrm>
            <a:off x="6578718" y="2036387"/>
            <a:ext cx="6915" cy="520303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8" name="CuadroTexto 1717">
            <a:extLst>
              <a:ext uri="{FF2B5EF4-FFF2-40B4-BE49-F238E27FC236}">
                <a16:creationId xmlns:a16="http://schemas.microsoft.com/office/drawing/2014/main" id="{CC78335E-A31B-5D2E-D3A3-8DE951A2B6C3}"/>
              </a:ext>
            </a:extLst>
          </p:cNvPr>
          <p:cNvSpPr txBox="1"/>
          <p:nvPr/>
        </p:nvSpPr>
        <p:spPr>
          <a:xfrm>
            <a:off x="4760543" y="2297013"/>
            <a:ext cx="12955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Glucosa-1-fosfato</a:t>
            </a:r>
          </a:p>
        </p:txBody>
      </p:sp>
      <p:sp>
        <p:nvSpPr>
          <p:cNvPr id="1719" name="CuadroTexto 1718">
            <a:extLst>
              <a:ext uri="{FF2B5EF4-FFF2-40B4-BE49-F238E27FC236}">
                <a16:creationId xmlns:a16="http://schemas.microsoft.com/office/drawing/2014/main" id="{A6204C31-DAC2-223F-963B-DEA92B129CC2}"/>
              </a:ext>
            </a:extLst>
          </p:cNvPr>
          <p:cNvSpPr txBox="1"/>
          <p:nvPr/>
        </p:nvSpPr>
        <p:spPr>
          <a:xfrm>
            <a:off x="6491215" y="2168779"/>
            <a:ext cx="11740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Galactoquinasa</a:t>
            </a:r>
          </a:p>
        </p:txBody>
      </p:sp>
      <p:sp>
        <p:nvSpPr>
          <p:cNvPr id="1720" name="CuadroTexto 1719">
            <a:extLst>
              <a:ext uri="{FF2B5EF4-FFF2-40B4-BE49-F238E27FC236}">
                <a16:creationId xmlns:a16="http://schemas.microsoft.com/office/drawing/2014/main" id="{80143CBE-3088-6BF5-4EB1-A7E01DD488DC}"/>
              </a:ext>
            </a:extLst>
          </p:cNvPr>
          <p:cNvSpPr txBox="1"/>
          <p:nvPr/>
        </p:nvSpPr>
        <p:spPr>
          <a:xfrm>
            <a:off x="5646039" y="2971319"/>
            <a:ext cx="14478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Galactosa-1-fosfato </a:t>
            </a:r>
            <a:r>
              <a:rPr lang="es-ES" sz="1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uridiltransferasa</a:t>
            </a:r>
            <a:endParaRPr lang="es-ES" sz="11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1" name="CuadroTexto 1720">
            <a:extLst>
              <a:ext uri="{FF2B5EF4-FFF2-40B4-BE49-F238E27FC236}">
                <a16:creationId xmlns:a16="http://schemas.microsoft.com/office/drawing/2014/main" id="{05E5432B-FC3B-0E37-5F79-DF0BECB62380}"/>
              </a:ext>
            </a:extLst>
          </p:cNvPr>
          <p:cNvSpPr txBox="1"/>
          <p:nvPr/>
        </p:nvSpPr>
        <p:spPr>
          <a:xfrm>
            <a:off x="5213782" y="4023121"/>
            <a:ext cx="17344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UDP-Glucosa-4-epimerasa</a:t>
            </a:r>
          </a:p>
        </p:txBody>
      </p:sp>
      <p:sp>
        <p:nvSpPr>
          <p:cNvPr id="1722" name="CuadroTexto 1721">
            <a:extLst>
              <a:ext uri="{FF2B5EF4-FFF2-40B4-BE49-F238E27FC236}">
                <a16:creationId xmlns:a16="http://schemas.microsoft.com/office/drawing/2014/main" id="{4792EFD9-0446-D4F4-7E91-4D963C8C7B46}"/>
              </a:ext>
            </a:extLst>
          </p:cNvPr>
          <p:cNvSpPr txBox="1"/>
          <p:nvPr/>
        </p:nvSpPr>
        <p:spPr>
          <a:xfrm>
            <a:off x="5879350" y="2556690"/>
            <a:ext cx="14125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Galactosa-1-fosfato</a:t>
            </a:r>
          </a:p>
        </p:txBody>
      </p:sp>
      <p:sp>
        <p:nvSpPr>
          <p:cNvPr id="1724" name="CuadroTexto 1723">
            <a:extLst>
              <a:ext uri="{FF2B5EF4-FFF2-40B4-BE49-F238E27FC236}">
                <a16:creationId xmlns:a16="http://schemas.microsoft.com/office/drawing/2014/main" id="{A4B933F8-3172-CED6-8925-E47CA5700994}"/>
              </a:ext>
            </a:extLst>
          </p:cNvPr>
          <p:cNvSpPr txBox="1"/>
          <p:nvPr/>
        </p:nvSpPr>
        <p:spPr>
          <a:xfrm>
            <a:off x="6510990" y="3638925"/>
            <a:ext cx="104868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UDP-Glucosa</a:t>
            </a:r>
          </a:p>
        </p:txBody>
      </p:sp>
      <p:sp>
        <p:nvSpPr>
          <p:cNvPr id="1725" name="CuadroTexto 1724">
            <a:extLst>
              <a:ext uri="{FF2B5EF4-FFF2-40B4-BE49-F238E27FC236}">
                <a16:creationId xmlns:a16="http://schemas.microsoft.com/office/drawing/2014/main" id="{F136BCB8-CFA2-BA15-A49A-D57BA42FF13A}"/>
              </a:ext>
            </a:extLst>
          </p:cNvPr>
          <p:cNvSpPr txBox="1"/>
          <p:nvPr/>
        </p:nvSpPr>
        <p:spPr>
          <a:xfrm>
            <a:off x="4131055" y="1997192"/>
            <a:ext cx="13260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Fosfoglucomutasa</a:t>
            </a:r>
            <a:endParaRPr lang="es-ES" sz="11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26" name="CuadroTexto 1725">
            <a:extLst>
              <a:ext uri="{FF2B5EF4-FFF2-40B4-BE49-F238E27FC236}">
                <a16:creationId xmlns:a16="http://schemas.microsoft.com/office/drawing/2014/main" id="{E651B8A6-EEF3-20AC-AA35-79571F002157}"/>
              </a:ext>
            </a:extLst>
          </p:cNvPr>
          <p:cNvSpPr txBox="1"/>
          <p:nvPr/>
        </p:nvSpPr>
        <p:spPr>
          <a:xfrm>
            <a:off x="6434814" y="1360651"/>
            <a:ext cx="816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Lactasa</a:t>
            </a:r>
          </a:p>
        </p:txBody>
      </p:sp>
      <p:sp>
        <p:nvSpPr>
          <p:cNvPr id="1727" name="CuadroTexto 1726">
            <a:extLst>
              <a:ext uri="{FF2B5EF4-FFF2-40B4-BE49-F238E27FC236}">
                <a16:creationId xmlns:a16="http://schemas.microsoft.com/office/drawing/2014/main" id="{C1225D57-9ACC-7C9E-4003-D69E428C796D}"/>
              </a:ext>
            </a:extLst>
          </p:cNvPr>
          <p:cNvSpPr txBox="1"/>
          <p:nvPr/>
        </p:nvSpPr>
        <p:spPr>
          <a:xfrm>
            <a:off x="1132533" y="1044317"/>
            <a:ext cx="7809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Sacarosa</a:t>
            </a:r>
          </a:p>
        </p:txBody>
      </p:sp>
      <p:cxnSp>
        <p:nvCxnSpPr>
          <p:cNvPr id="1728" name="Conector recto de flecha 1727">
            <a:extLst>
              <a:ext uri="{FF2B5EF4-FFF2-40B4-BE49-F238E27FC236}">
                <a16:creationId xmlns:a16="http://schemas.microsoft.com/office/drawing/2014/main" id="{9C3D3C97-E10D-CF0D-9824-A8FBC5C7DC55}"/>
              </a:ext>
            </a:extLst>
          </p:cNvPr>
          <p:cNvCxnSpPr>
            <a:cxnSpLocks/>
            <a:stCxn id="1727" idx="3"/>
            <a:endCxn id="6" idx="1"/>
          </p:cNvCxnSpPr>
          <p:nvPr/>
        </p:nvCxnSpPr>
        <p:spPr>
          <a:xfrm>
            <a:off x="1913516" y="1175122"/>
            <a:ext cx="1515103" cy="850"/>
          </a:xfrm>
          <a:prstGeom prst="straightConnector1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9" name="CuadroTexto 1728">
            <a:extLst>
              <a:ext uri="{FF2B5EF4-FFF2-40B4-BE49-F238E27FC236}">
                <a16:creationId xmlns:a16="http://schemas.microsoft.com/office/drawing/2014/main" id="{B9CE745D-89A8-7EA9-06C8-6707160EA787}"/>
              </a:ext>
            </a:extLst>
          </p:cNvPr>
          <p:cNvSpPr txBox="1"/>
          <p:nvPr/>
        </p:nvSpPr>
        <p:spPr>
          <a:xfrm>
            <a:off x="2149253" y="918903"/>
            <a:ext cx="816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Sacarasa</a:t>
            </a:r>
          </a:p>
        </p:txBody>
      </p:sp>
      <p:sp>
        <p:nvSpPr>
          <p:cNvPr id="1730" name="CuadroTexto 1729">
            <a:extLst>
              <a:ext uri="{FF2B5EF4-FFF2-40B4-BE49-F238E27FC236}">
                <a16:creationId xmlns:a16="http://schemas.microsoft.com/office/drawing/2014/main" id="{681D8638-E69C-4FDA-4FF2-B18E1A6FF49B}"/>
              </a:ext>
            </a:extLst>
          </p:cNvPr>
          <p:cNvSpPr txBox="1"/>
          <p:nvPr/>
        </p:nvSpPr>
        <p:spPr>
          <a:xfrm>
            <a:off x="1721395" y="1860296"/>
            <a:ext cx="73289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</a:t>
            </a:r>
          </a:p>
        </p:txBody>
      </p:sp>
      <p:cxnSp>
        <p:nvCxnSpPr>
          <p:cNvPr id="1731" name="Conector: angular 1730">
            <a:extLst>
              <a:ext uri="{FF2B5EF4-FFF2-40B4-BE49-F238E27FC236}">
                <a16:creationId xmlns:a16="http://schemas.microsoft.com/office/drawing/2014/main" id="{0C2382A0-0E6B-75A0-46D7-EE851EB1D9ED}"/>
              </a:ext>
            </a:extLst>
          </p:cNvPr>
          <p:cNvCxnSpPr>
            <a:cxnSpLocks/>
            <a:stCxn id="1727" idx="2"/>
            <a:endCxn id="1730" idx="1"/>
          </p:cNvCxnSpPr>
          <p:nvPr/>
        </p:nvCxnSpPr>
        <p:spPr>
          <a:xfrm rot="16200000" flipH="1">
            <a:off x="1279623" y="1549329"/>
            <a:ext cx="685174" cy="198370"/>
          </a:xfrm>
          <a:prstGeom prst="bentConnector2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2" name="CuadroTexto 1731">
            <a:extLst>
              <a:ext uri="{FF2B5EF4-FFF2-40B4-BE49-F238E27FC236}">
                <a16:creationId xmlns:a16="http://schemas.microsoft.com/office/drawing/2014/main" id="{F63DAF99-5BDD-7DE5-A566-81FC61B6980B}"/>
              </a:ext>
            </a:extLst>
          </p:cNvPr>
          <p:cNvSpPr txBox="1"/>
          <p:nvPr/>
        </p:nvSpPr>
        <p:spPr>
          <a:xfrm>
            <a:off x="1407824" y="1684470"/>
            <a:ext cx="8163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Sucrasa</a:t>
            </a:r>
            <a:endParaRPr lang="es-ES" sz="1100" dirty="0">
              <a:solidFill>
                <a:schemeClr val="accent5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33" name="CuadroTexto 1732">
            <a:extLst>
              <a:ext uri="{FF2B5EF4-FFF2-40B4-BE49-F238E27FC236}">
                <a16:creationId xmlns:a16="http://schemas.microsoft.com/office/drawing/2014/main" id="{E4909782-7113-B63B-C791-215C2A892CEB}"/>
              </a:ext>
            </a:extLst>
          </p:cNvPr>
          <p:cNvSpPr txBox="1"/>
          <p:nvPr/>
        </p:nvSpPr>
        <p:spPr>
          <a:xfrm>
            <a:off x="2533392" y="1989050"/>
            <a:ext cx="1018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Hexoquinasa</a:t>
            </a:r>
          </a:p>
        </p:txBody>
      </p:sp>
      <p:sp>
        <p:nvSpPr>
          <p:cNvPr id="1734" name="CuadroTexto 1733">
            <a:extLst>
              <a:ext uri="{FF2B5EF4-FFF2-40B4-BE49-F238E27FC236}">
                <a16:creationId xmlns:a16="http://schemas.microsoft.com/office/drawing/2014/main" id="{DCB6E5D8-056A-B144-D214-D0F3898943CC}"/>
              </a:ext>
            </a:extLst>
          </p:cNvPr>
          <p:cNvSpPr txBox="1"/>
          <p:nvPr/>
        </p:nvSpPr>
        <p:spPr>
          <a:xfrm>
            <a:off x="707246" y="3649599"/>
            <a:ext cx="132600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Fructosa-1-fosfato</a:t>
            </a:r>
          </a:p>
        </p:txBody>
      </p:sp>
      <p:cxnSp>
        <p:nvCxnSpPr>
          <p:cNvPr id="1735" name="Conector: angular 1734">
            <a:extLst>
              <a:ext uri="{FF2B5EF4-FFF2-40B4-BE49-F238E27FC236}">
                <a16:creationId xmlns:a16="http://schemas.microsoft.com/office/drawing/2014/main" id="{576E2613-5676-AA36-E8FE-E20317A39C11}"/>
              </a:ext>
            </a:extLst>
          </p:cNvPr>
          <p:cNvCxnSpPr>
            <a:cxnSpLocks/>
            <a:stCxn id="1730" idx="2"/>
            <a:endCxn id="1734" idx="0"/>
          </p:cNvCxnSpPr>
          <p:nvPr/>
        </p:nvCxnSpPr>
        <p:spPr>
          <a:xfrm rot="5400000">
            <a:off x="965199" y="2526955"/>
            <a:ext cx="1527693" cy="717594"/>
          </a:xfrm>
          <a:prstGeom prst="bentConnector3">
            <a:avLst>
              <a:gd name="adj1" fmla="val 4168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6" name="Conector: angular 1735">
            <a:extLst>
              <a:ext uri="{FF2B5EF4-FFF2-40B4-BE49-F238E27FC236}">
                <a16:creationId xmlns:a16="http://schemas.microsoft.com/office/drawing/2014/main" id="{942C33F6-78A8-2ED2-41C0-9B7CE3F2723C}"/>
              </a:ext>
            </a:extLst>
          </p:cNvPr>
          <p:cNvCxnSpPr>
            <a:cxnSpLocks/>
            <a:stCxn id="1734" idx="3"/>
            <a:endCxn id="1509" idx="0"/>
          </p:cNvCxnSpPr>
          <p:nvPr/>
        </p:nvCxnSpPr>
        <p:spPr>
          <a:xfrm>
            <a:off x="2033250" y="3780404"/>
            <a:ext cx="934987" cy="236367"/>
          </a:xfrm>
          <a:prstGeom prst="bentConnector2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7" name="CuadroTexto 1736">
            <a:extLst>
              <a:ext uri="{FF2B5EF4-FFF2-40B4-BE49-F238E27FC236}">
                <a16:creationId xmlns:a16="http://schemas.microsoft.com/office/drawing/2014/main" id="{048EB0B0-650A-269E-6C7B-33537FE4B46E}"/>
              </a:ext>
            </a:extLst>
          </p:cNvPr>
          <p:cNvSpPr txBox="1"/>
          <p:nvPr/>
        </p:nvSpPr>
        <p:spPr>
          <a:xfrm>
            <a:off x="2490863" y="3638925"/>
            <a:ext cx="11099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Aldolasa</a:t>
            </a:r>
          </a:p>
        </p:txBody>
      </p:sp>
      <p:sp>
        <p:nvSpPr>
          <p:cNvPr id="1738" name="CuadroTexto 1737">
            <a:extLst>
              <a:ext uri="{FF2B5EF4-FFF2-40B4-BE49-F238E27FC236}">
                <a16:creationId xmlns:a16="http://schemas.microsoft.com/office/drawing/2014/main" id="{9EFFC955-385C-8CB9-B8D8-912E8F7177A8}"/>
              </a:ext>
            </a:extLst>
          </p:cNvPr>
          <p:cNvSpPr txBox="1"/>
          <p:nvPr/>
        </p:nvSpPr>
        <p:spPr>
          <a:xfrm>
            <a:off x="736101" y="3794436"/>
            <a:ext cx="19769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Fructosa-1-fosfato aldolasa</a:t>
            </a:r>
          </a:p>
        </p:txBody>
      </p:sp>
      <p:sp>
        <p:nvSpPr>
          <p:cNvPr id="1739" name="CuadroTexto 1738">
            <a:extLst>
              <a:ext uri="{FF2B5EF4-FFF2-40B4-BE49-F238E27FC236}">
                <a16:creationId xmlns:a16="http://schemas.microsoft.com/office/drawing/2014/main" id="{34434687-DA70-1C71-A754-D5DCD41998B3}"/>
              </a:ext>
            </a:extLst>
          </p:cNvPr>
          <p:cNvSpPr txBox="1"/>
          <p:nvPr/>
        </p:nvSpPr>
        <p:spPr>
          <a:xfrm>
            <a:off x="37289" y="4016770"/>
            <a:ext cx="10951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</a:t>
            </a:r>
          </a:p>
        </p:txBody>
      </p:sp>
      <p:cxnSp>
        <p:nvCxnSpPr>
          <p:cNvPr id="1740" name="Conector: angular 1739">
            <a:extLst>
              <a:ext uri="{FF2B5EF4-FFF2-40B4-BE49-F238E27FC236}">
                <a16:creationId xmlns:a16="http://schemas.microsoft.com/office/drawing/2014/main" id="{919CCC0F-73F3-72C7-7DC8-C4F56935C328}"/>
              </a:ext>
            </a:extLst>
          </p:cNvPr>
          <p:cNvCxnSpPr>
            <a:cxnSpLocks/>
            <a:stCxn id="1734" idx="1"/>
            <a:endCxn id="1739" idx="0"/>
          </p:cNvCxnSpPr>
          <p:nvPr/>
        </p:nvCxnSpPr>
        <p:spPr>
          <a:xfrm rot="10800000" flipV="1">
            <a:off x="584876" y="3780404"/>
            <a:ext cx="122371" cy="236366"/>
          </a:xfrm>
          <a:prstGeom prst="bentConnector2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" name="Conector: angular 1740">
            <a:extLst>
              <a:ext uri="{FF2B5EF4-FFF2-40B4-BE49-F238E27FC236}">
                <a16:creationId xmlns:a16="http://schemas.microsoft.com/office/drawing/2014/main" id="{119017DC-C480-533C-44EE-A7665871B761}"/>
              </a:ext>
            </a:extLst>
          </p:cNvPr>
          <p:cNvCxnSpPr>
            <a:cxnSpLocks/>
            <a:stCxn id="1739" idx="3"/>
            <a:endCxn id="1508" idx="1"/>
          </p:cNvCxnSpPr>
          <p:nvPr/>
        </p:nvCxnSpPr>
        <p:spPr>
          <a:xfrm>
            <a:off x="1132461" y="4147575"/>
            <a:ext cx="1737197" cy="730178"/>
          </a:xfrm>
          <a:prstGeom prst="bentConnector3">
            <a:avLst>
              <a:gd name="adj1" fmla="val 42781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" name="CuadroTexto 1741">
            <a:extLst>
              <a:ext uri="{FF2B5EF4-FFF2-40B4-BE49-F238E27FC236}">
                <a16:creationId xmlns:a16="http://schemas.microsoft.com/office/drawing/2014/main" id="{582B917B-8841-4254-9153-238CE415B46E}"/>
              </a:ext>
            </a:extLst>
          </p:cNvPr>
          <p:cNvSpPr txBox="1"/>
          <p:nvPr/>
        </p:nvSpPr>
        <p:spPr>
          <a:xfrm>
            <a:off x="1027944" y="4121033"/>
            <a:ext cx="9039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Triosa quinasa</a:t>
            </a:r>
          </a:p>
        </p:txBody>
      </p:sp>
      <p:cxnSp>
        <p:nvCxnSpPr>
          <p:cNvPr id="1743" name="Conector: angular 1742">
            <a:extLst>
              <a:ext uri="{FF2B5EF4-FFF2-40B4-BE49-F238E27FC236}">
                <a16:creationId xmlns:a16="http://schemas.microsoft.com/office/drawing/2014/main" id="{A6EC23D1-D7E9-AF92-2A6C-7117DDAF3CCE}"/>
              </a:ext>
            </a:extLst>
          </p:cNvPr>
          <p:cNvCxnSpPr>
            <a:stCxn id="1482" idx="3"/>
            <a:endCxn id="1718" idx="0"/>
          </p:cNvCxnSpPr>
          <p:nvPr/>
        </p:nvCxnSpPr>
        <p:spPr>
          <a:xfrm>
            <a:off x="4427610" y="1907423"/>
            <a:ext cx="980707" cy="389590"/>
          </a:xfrm>
          <a:prstGeom prst="bentConnector2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" name="Conector: angular 1743">
            <a:extLst>
              <a:ext uri="{FF2B5EF4-FFF2-40B4-BE49-F238E27FC236}">
                <a16:creationId xmlns:a16="http://schemas.microsoft.com/office/drawing/2014/main" id="{099B3FDF-7182-1C46-82C4-095F876FCD05}"/>
              </a:ext>
            </a:extLst>
          </p:cNvPr>
          <p:cNvCxnSpPr>
            <a:cxnSpLocks/>
            <a:stCxn id="1508" idx="0"/>
            <a:endCxn id="1510" idx="2"/>
          </p:cNvCxnSpPr>
          <p:nvPr/>
        </p:nvCxnSpPr>
        <p:spPr>
          <a:xfrm rot="5400000" flipH="1" flipV="1">
            <a:off x="3957203" y="4139976"/>
            <a:ext cx="468567" cy="745379"/>
          </a:xfrm>
          <a:prstGeom prst="bentConnector3">
            <a:avLst>
              <a:gd name="adj1" fmla="val 38849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6" name="Conector: angular 1745">
            <a:extLst>
              <a:ext uri="{FF2B5EF4-FFF2-40B4-BE49-F238E27FC236}">
                <a16:creationId xmlns:a16="http://schemas.microsoft.com/office/drawing/2014/main" id="{0A04B4CE-D28C-2C4F-F3C6-9CD2B103484C}"/>
              </a:ext>
            </a:extLst>
          </p:cNvPr>
          <p:cNvCxnSpPr>
            <a:cxnSpLocks/>
            <a:stCxn id="1724" idx="1"/>
            <a:endCxn id="1722" idx="1"/>
          </p:cNvCxnSpPr>
          <p:nvPr/>
        </p:nvCxnSpPr>
        <p:spPr>
          <a:xfrm rot="10800000">
            <a:off x="5879350" y="2687496"/>
            <a:ext cx="631640" cy="1082235"/>
          </a:xfrm>
          <a:prstGeom prst="bentConnector3">
            <a:avLst>
              <a:gd name="adj1" fmla="val 135365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7" name="Conector: angular 1746">
            <a:extLst>
              <a:ext uri="{FF2B5EF4-FFF2-40B4-BE49-F238E27FC236}">
                <a16:creationId xmlns:a16="http://schemas.microsoft.com/office/drawing/2014/main" id="{5163059B-97B7-66CB-156F-0949ECA51F56}"/>
              </a:ext>
            </a:extLst>
          </p:cNvPr>
          <p:cNvCxnSpPr>
            <a:cxnSpLocks/>
            <a:stCxn id="1716" idx="3"/>
            <a:endCxn id="1718" idx="2"/>
          </p:cNvCxnSpPr>
          <p:nvPr/>
        </p:nvCxnSpPr>
        <p:spPr>
          <a:xfrm flipV="1">
            <a:off x="5408317" y="2558623"/>
            <a:ext cx="12700" cy="1209996"/>
          </a:xfrm>
          <a:prstGeom prst="bentConnector4">
            <a:avLst>
              <a:gd name="adj1" fmla="val 1949520"/>
              <a:gd name="adj2" fmla="val 89448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8" name="Conector: angular 1747">
            <a:extLst>
              <a:ext uri="{FF2B5EF4-FFF2-40B4-BE49-F238E27FC236}">
                <a16:creationId xmlns:a16="http://schemas.microsoft.com/office/drawing/2014/main" id="{439055D5-38C8-84BF-799B-678164171F9B}"/>
              </a:ext>
            </a:extLst>
          </p:cNvPr>
          <p:cNvCxnSpPr>
            <a:cxnSpLocks/>
            <a:stCxn id="1724" idx="2"/>
            <a:endCxn id="1716" idx="2"/>
          </p:cNvCxnSpPr>
          <p:nvPr/>
        </p:nvCxnSpPr>
        <p:spPr>
          <a:xfrm rot="5400000" flipH="1">
            <a:off x="5929843" y="2795046"/>
            <a:ext cx="1111" cy="2209868"/>
          </a:xfrm>
          <a:prstGeom prst="bentConnector3">
            <a:avLst>
              <a:gd name="adj1" fmla="val -12188389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3" name="Group 1385">
            <a:extLst>
              <a:ext uri="{FF2B5EF4-FFF2-40B4-BE49-F238E27FC236}">
                <a16:creationId xmlns:a16="http://schemas.microsoft.com/office/drawing/2014/main" id="{0497EC26-FA4E-765B-F939-032DFAC656F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1665" y="435001"/>
            <a:ext cx="1141095" cy="340150"/>
            <a:chOff x="446" y="1196"/>
            <a:chExt cx="1048" cy="312"/>
          </a:xfrm>
        </p:grpSpPr>
        <p:grpSp>
          <p:nvGrpSpPr>
            <p:cNvPr id="1794" name="Group 1386">
              <a:extLst>
                <a:ext uri="{FF2B5EF4-FFF2-40B4-BE49-F238E27FC236}">
                  <a16:creationId xmlns:a16="http://schemas.microsoft.com/office/drawing/2014/main" id="{5377E048-80F1-8C84-36B6-8FDBDADCF61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012" name="Oval 1387">
                <a:extLst>
                  <a:ext uri="{FF2B5EF4-FFF2-40B4-BE49-F238E27FC236}">
                    <a16:creationId xmlns:a16="http://schemas.microsoft.com/office/drawing/2014/main" id="{D16DEB04-A40B-2980-65C7-7BE2097F36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3" name="Oval 1388">
                <a:extLst>
                  <a:ext uri="{FF2B5EF4-FFF2-40B4-BE49-F238E27FC236}">
                    <a16:creationId xmlns:a16="http://schemas.microsoft.com/office/drawing/2014/main" id="{CAE60A36-2272-08EE-895F-FAE5C3A8C0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4" name="Freeform 1389">
                <a:extLst>
                  <a:ext uri="{FF2B5EF4-FFF2-40B4-BE49-F238E27FC236}">
                    <a16:creationId xmlns:a16="http://schemas.microsoft.com/office/drawing/2014/main" id="{3BD37E67-DF55-005D-031C-B10496C283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5" name="Freeform 1390">
                <a:extLst>
                  <a:ext uri="{FF2B5EF4-FFF2-40B4-BE49-F238E27FC236}">
                    <a16:creationId xmlns:a16="http://schemas.microsoft.com/office/drawing/2014/main" id="{19B8BA09-D931-3BE2-965C-591BE55690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6" name="Freeform 1391">
                <a:extLst>
                  <a:ext uri="{FF2B5EF4-FFF2-40B4-BE49-F238E27FC236}">
                    <a16:creationId xmlns:a16="http://schemas.microsoft.com/office/drawing/2014/main" id="{E8AA5D1F-C5F9-1E00-8F43-430CCE7BE8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7" name="Oval 1392">
                <a:extLst>
                  <a:ext uri="{FF2B5EF4-FFF2-40B4-BE49-F238E27FC236}">
                    <a16:creationId xmlns:a16="http://schemas.microsoft.com/office/drawing/2014/main" id="{0D7140C9-FB34-F61B-7190-8FE1674E11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95" name="Group 1393">
              <a:extLst>
                <a:ext uri="{FF2B5EF4-FFF2-40B4-BE49-F238E27FC236}">
                  <a16:creationId xmlns:a16="http://schemas.microsoft.com/office/drawing/2014/main" id="{2EF80B0D-CE48-0ABB-CC37-4E39C630A5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006" name="Oval 1394">
                <a:extLst>
                  <a:ext uri="{FF2B5EF4-FFF2-40B4-BE49-F238E27FC236}">
                    <a16:creationId xmlns:a16="http://schemas.microsoft.com/office/drawing/2014/main" id="{800022AF-F6F0-8566-5C05-764E14B31D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7" name="Oval 1395">
                <a:extLst>
                  <a:ext uri="{FF2B5EF4-FFF2-40B4-BE49-F238E27FC236}">
                    <a16:creationId xmlns:a16="http://schemas.microsoft.com/office/drawing/2014/main" id="{89C7D99B-A13D-C9C2-8E8A-5618E51E9F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8" name="Freeform 1396">
                <a:extLst>
                  <a:ext uri="{FF2B5EF4-FFF2-40B4-BE49-F238E27FC236}">
                    <a16:creationId xmlns:a16="http://schemas.microsoft.com/office/drawing/2014/main" id="{2330BC38-389F-0A9B-6EAE-AB0671670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Freeform 1397">
                <a:extLst>
                  <a:ext uri="{FF2B5EF4-FFF2-40B4-BE49-F238E27FC236}">
                    <a16:creationId xmlns:a16="http://schemas.microsoft.com/office/drawing/2014/main" id="{C782103F-F872-18D9-6132-831F5BA530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Freeform 1398">
                <a:extLst>
                  <a:ext uri="{FF2B5EF4-FFF2-40B4-BE49-F238E27FC236}">
                    <a16:creationId xmlns:a16="http://schemas.microsoft.com/office/drawing/2014/main" id="{8C43591D-124A-996D-9846-4F25195AA1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1" name="Oval 1399">
                <a:extLst>
                  <a:ext uri="{FF2B5EF4-FFF2-40B4-BE49-F238E27FC236}">
                    <a16:creationId xmlns:a16="http://schemas.microsoft.com/office/drawing/2014/main" id="{115964D4-1B26-AFB3-6464-D9AC8DEA79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96" name="Group 1400">
              <a:extLst>
                <a:ext uri="{FF2B5EF4-FFF2-40B4-BE49-F238E27FC236}">
                  <a16:creationId xmlns:a16="http://schemas.microsoft.com/office/drawing/2014/main" id="{1E79DEA2-0276-4E31-51B7-51FAD2296C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000" name="Oval 1401">
                <a:extLst>
                  <a:ext uri="{FF2B5EF4-FFF2-40B4-BE49-F238E27FC236}">
                    <a16:creationId xmlns:a16="http://schemas.microsoft.com/office/drawing/2014/main" id="{A8BF4F57-CCB4-9E3D-41E6-F95DFE001D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1" name="Oval 1402">
                <a:extLst>
                  <a:ext uri="{FF2B5EF4-FFF2-40B4-BE49-F238E27FC236}">
                    <a16:creationId xmlns:a16="http://schemas.microsoft.com/office/drawing/2014/main" id="{22FB577A-1C98-A834-5455-72537D70C4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2" name="Freeform 1403">
                <a:extLst>
                  <a:ext uri="{FF2B5EF4-FFF2-40B4-BE49-F238E27FC236}">
                    <a16:creationId xmlns:a16="http://schemas.microsoft.com/office/drawing/2014/main" id="{59437B7F-168A-6CCB-A4DC-436AFEB89A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3" name="Freeform 1404">
                <a:extLst>
                  <a:ext uri="{FF2B5EF4-FFF2-40B4-BE49-F238E27FC236}">
                    <a16:creationId xmlns:a16="http://schemas.microsoft.com/office/drawing/2014/main" id="{F0132EE0-0C7F-FF1D-F36F-E126DD11B3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4" name="Freeform 1405">
                <a:extLst>
                  <a:ext uri="{FF2B5EF4-FFF2-40B4-BE49-F238E27FC236}">
                    <a16:creationId xmlns:a16="http://schemas.microsoft.com/office/drawing/2014/main" id="{2EA10B53-BC70-839F-6786-537D93CF49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5" name="Oval 1406">
                <a:extLst>
                  <a:ext uri="{FF2B5EF4-FFF2-40B4-BE49-F238E27FC236}">
                    <a16:creationId xmlns:a16="http://schemas.microsoft.com/office/drawing/2014/main" id="{6CDAD481-CC24-6237-9F26-4A8329C466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97" name="Group 1407">
              <a:extLst>
                <a:ext uri="{FF2B5EF4-FFF2-40B4-BE49-F238E27FC236}">
                  <a16:creationId xmlns:a16="http://schemas.microsoft.com/office/drawing/2014/main" id="{B95D23FA-468A-2B94-ADDC-834EC8469B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994" name="Oval 1408">
                <a:extLst>
                  <a:ext uri="{FF2B5EF4-FFF2-40B4-BE49-F238E27FC236}">
                    <a16:creationId xmlns:a16="http://schemas.microsoft.com/office/drawing/2014/main" id="{FA344091-E101-3B0B-28C5-3EA4899894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5" name="Oval 1409">
                <a:extLst>
                  <a:ext uri="{FF2B5EF4-FFF2-40B4-BE49-F238E27FC236}">
                    <a16:creationId xmlns:a16="http://schemas.microsoft.com/office/drawing/2014/main" id="{2AE34409-264A-D33B-F220-D32272AB96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6" name="Freeform 1410">
                <a:extLst>
                  <a:ext uri="{FF2B5EF4-FFF2-40B4-BE49-F238E27FC236}">
                    <a16:creationId xmlns:a16="http://schemas.microsoft.com/office/drawing/2014/main" id="{F2A87555-BD2D-A3CC-713F-2DDD5801E0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7" name="Freeform 1411">
                <a:extLst>
                  <a:ext uri="{FF2B5EF4-FFF2-40B4-BE49-F238E27FC236}">
                    <a16:creationId xmlns:a16="http://schemas.microsoft.com/office/drawing/2014/main" id="{25F124D0-FE24-B844-38E5-0ADE0133E2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8" name="Freeform 1412">
                <a:extLst>
                  <a:ext uri="{FF2B5EF4-FFF2-40B4-BE49-F238E27FC236}">
                    <a16:creationId xmlns:a16="http://schemas.microsoft.com/office/drawing/2014/main" id="{503F2851-21D7-84AD-C5C8-42A114C731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9" name="Oval 1413">
                <a:extLst>
                  <a:ext uri="{FF2B5EF4-FFF2-40B4-BE49-F238E27FC236}">
                    <a16:creationId xmlns:a16="http://schemas.microsoft.com/office/drawing/2014/main" id="{482B780C-4A18-7DD8-38D6-3CE4E377E4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98" name="Group 1414">
              <a:extLst>
                <a:ext uri="{FF2B5EF4-FFF2-40B4-BE49-F238E27FC236}">
                  <a16:creationId xmlns:a16="http://schemas.microsoft.com/office/drawing/2014/main" id="{568AE523-5774-7832-7A91-07117DA23C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988" name="Oval 1415">
                <a:extLst>
                  <a:ext uri="{FF2B5EF4-FFF2-40B4-BE49-F238E27FC236}">
                    <a16:creationId xmlns:a16="http://schemas.microsoft.com/office/drawing/2014/main" id="{F4EC968E-1FDE-0429-CE04-614AD6E672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9" name="Oval 1416">
                <a:extLst>
                  <a:ext uri="{FF2B5EF4-FFF2-40B4-BE49-F238E27FC236}">
                    <a16:creationId xmlns:a16="http://schemas.microsoft.com/office/drawing/2014/main" id="{38AA773F-2911-BCAF-5AC5-C3D4E30CE5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90" name="Freeform 1417">
                <a:extLst>
                  <a:ext uri="{FF2B5EF4-FFF2-40B4-BE49-F238E27FC236}">
                    <a16:creationId xmlns:a16="http://schemas.microsoft.com/office/drawing/2014/main" id="{BAFCF1C8-7E63-7BA3-A068-B324BB2FD0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1" name="Freeform 1418">
                <a:extLst>
                  <a:ext uri="{FF2B5EF4-FFF2-40B4-BE49-F238E27FC236}">
                    <a16:creationId xmlns:a16="http://schemas.microsoft.com/office/drawing/2014/main" id="{ECF4B96A-1A39-36CC-915B-887EC8423F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2" name="Freeform 1419">
                <a:extLst>
                  <a:ext uri="{FF2B5EF4-FFF2-40B4-BE49-F238E27FC236}">
                    <a16:creationId xmlns:a16="http://schemas.microsoft.com/office/drawing/2014/main" id="{0B9BDA5D-21BE-BF0C-4B0F-48CC1E7303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Oval 1420">
                <a:extLst>
                  <a:ext uri="{FF2B5EF4-FFF2-40B4-BE49-F238E27FC236}">
                    <a16:creationId xmlns:a16="http://schemas.microsoft.com/office/drawing/2014/main" id="{88208D1B-E1F2-1A10-6E89-43FDDFDAC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99" name="Group 1421">
              <a:extLst>
                <a:ext uri="{FF2B5EF4-FFF2-40B4-BE49-F238E27FC236}">
                  <a16:creationId xmlns:a16="http://schemas.microsoft.com/office/drawing/2014/main" id="{4DF012C0-A682-006F-2420-B3AB337AB82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82" name="Oval 1422">
                <a:extLst>
                  <a:ext uri="{FF2B5EF4-FFF2-40B4-BE49-F238E27FC236}">
                    <a16:creationId xmlns:a16="http://schemas.microsoft.com/office/drawing/2014/main" id="{9F8822F7-6960-EC9E-5577-02B90762F5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3" name="Oval 1423">
                <a:extLst>
                  <a:ext uri="{FF2B5EF4-FFF2-40B4-BE49-F238E27FC236}">
                    <a16:creationId xmlns:a16="http://schemas.microsoft.com/office/drawing/2014/main" id="{2F1B3B5C-606D-167F-E463-FFD91366D5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84" name="Freeform 1424">
                <a:extLst>
                  <a:ext uri="{FF2B5EF4-FFF2-40B4-BE49-F238E27FC236}">
                    <a16:creationId xmlns:a16="http://schemas.microsoft.com/office/drawing/2014/main" id="{14956FC3-E1F6-4FB8-59D4-58D8A7BAE6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5" name="Freeform 1425">
                <a:extLst>
                  <a:ext uri="{FF2B5EF4-FFF2-40B4-BE49-F238E27FC236}">
                    <a16:creationId xmlns:a16="http://schemas.microsoft.com/office/drawing/2014/main" id="{B3DCAB9B-7BE2-BBC2-A3C1-5A927C5E1F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6" name="Freeform 1426">
                <a:extLst>
                  <a:ext uri="{FF2B5EF4-FFF2-40B4-BE49-F238E27FC236}">
                    <a16:creationId xmlns:a16="http://schemas.microsoft.com/office/drawing/2014/main" id="{5C4FDF84-8BFD-1AD1-43A7-9C03ED2CB4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7" name="Oval 1427">
                <a:extLst>
                  <a:ext uri="{FF2B5EF4-FFF2-40B4-BE49-F238E27FC236}">
                    <a16:creationId xmlns:a16="http://schemas.microsoft.com/office/drawing/2014/main" id="{A408496A-EA6A-B220-FF10-C01CA441CD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0" name="Group 1428">
              <a:extLst>
                <a:ext uri="{FF2B5EF4-FFF2-40B4-BE49-F238E27FC236}">
                  <a16:creationId xmlns:a16="http://schemas.microsoft.com/office/drawing/2014/main" id="{8C77A625-E2A7-D962-5BBD-9B101252D8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976" name="Oval 1429">
                <a:extLst>
                  <a:ext uri="{FF2B5EF4-FFF2-40B4-BE49-F238E27FC236}">
                    <a16:creationId xmlns:a16="http://schemas.microsoft.com/office/drawing/2014/main" id="{8A01C614-2993-818E-F8DA-5E43376B79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7" name="Oval 1430">
                <a:extLst>
                  <a:ext uri="{FF2B5EF4-FFF2-40B4-BE49-F238E27FC236}">
                    <a16:creationId xmlns:a16="http://schemas.microsoft.com/office/drawing/2014/main" id="{835C1204-381E-5F6B-4F8F-4FEE2261C1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8" name="Freeform 1431">
                <a:extLst>
                  <a:ext uri="{FF2B5EF4-FFF2-40B4-BE49-F238E27FC236}">
                    <a16:creationId xmlns:a16="http://schemas.microsoft.com/office/drawing/2014/main" id="{30501C10-51C7-BA01-F381-F97667AF54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9" name="Freeform 1432">
                <a:extLst>
                  <a:ext uri="{FF2B5EF4-FFF2-40B4-BE49-F238E27FC236}">
                    <a16:creationId xmlns:a16="http://schemas.microsoft.com/office/drawing/2014/main" id="{640EB535-7DC5-0F24-0BF3-093AB3A3A3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0" name="Freeform 1433">
                <a:extLst>
                  <a:ext uri="{FF2B5EF4-FFF2-40B4-BE49-F238E27FC236}">
                    <a16:creationId xmlns:a16="http://schemas.microsoft.com/office/drawing/2014/main" id="{3465C7E8-B0B3-3831-C61A-667032527C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1" name="Oval 1434">
                <a:extLst>
                  <a:ext uri="{FF2B5EF4-FFF2-40B4-BE49-F238E27FC236}">
                    <a16:creationId xmlns:a16="http://schemas.microsoft.com/office/drawing/2014/main" id="{E2455E6F-2A5D-1631-5934-CC6356124B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1" name="Group 1435">
              <a:extLst>
                <a:ext uri="{FF2B5EF4-FFF2-40B4-BE49-F238E27FC236}">
                  <a16:creationId xmlns:a16="http://schemas.microsoft.com/office/drawing/2014/main" id="{6F78E4AA-EE66-B876-D2B9-DC43ACBCEA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970" name="Oval 1436">
                <a:extLst>
                  <a:ext uri="{FF2B5EF4-FFF2-40B4-BE49-F238E27FC236}">
                    <a16:creationId xmlns:a16="http://schemas.microsoft.com/office/drawing/2014/main" id="{856526A4-27E3-4C0F-44F2-E34EDB5DEB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1" name="Oval 1437">
                <a:extLst>
                  <a:ext uri="{FF2B5EF4-FFF2-40B4-BE49-F238E27FC236}">
                    <a16:creationId xmlns:a16="http://schemas.microsoft.com/office/drawing/2014/main" id="{F4A72534-8D33-BEE2-16A1-58B6EC3938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72" name="Freeform 1438">
                <a:extLst>
                  <a:ext uri="{FF2B5EF4-FFF2-40B4-BE49-F238E27FC236}">
                    <a16:creationId xmlns:a16="http://schemas.microsoft.com/office/drawing/2014/main" id="{DE97D22D-7219-8199-2B0C-05B94361B1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3" name="Freeform 1439">
                <a:extLst>
                  <a:ext uri="{FF2B5EF4-FFF2-40B4-BE49-F238E27FC236}">
                    <a16:creationId xmlns:a16="http://schemas.microsoft.com/office/drawing/2014/main" id="{FC3DBAE3-265C-D13D-4244-A7119D8EBC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4" name="Freeform 1440">
                <a:extLst>
                  <a:ext uri="{FF2B5EF4-FFF2-40B4-BE49-F238E27FC236}">
                    <a16:creationId xmlns:a16="http://schemas.microsoft.com/office/drawing/2014/main" id="{FD2C37A8-D048-8F10-02E3-BEED8D9FD7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5" name="Oval 1441">
                <a:extLst>
                  <a:ext uri="{FF2B5EF4-FFF2-40B4-BE49-F238E27FC236}">
                    <a16:creationId xmlns:a16="http://schemas.microsoft.com/office/drawing/2014/main" id="{983D3B83-A7A7-231B-FBCE-9F2801EACB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2" name="Group 1442">
              <a:extLst>
                <a:ext uri="{FF2B5EF4-FFF2-40B4-BE49-F238E27FC236}">
                  <a16:creationId xmlns:a16="http://schemas.microsoft.com/office/drawing/2014/main" id="{474F4C75-60FB-393F-ACBA-AC8ED1A0F0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964" name="Oval 1443">
                <a:extLst>
                  <a:ext uri="{FF2B5EF4-FFF2-40B4-BE49-F238E27FC236}">
                    <a16:creationId xmlns:a16="http://schemas.microsoft.com/office/drawing/2014/main" id="{8764B6FB-C277-FF88-F781-C36035D76A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5" name="Oval 1444">
                <a:extLst>
                  <a:ext uri="{FF2B5EF4-FFF2-40B4-BE49-F238E27FC236}">
                    <a16:creationId xmlns:a16="http://schemas.microsoft.com/office/drawing/2014/main" id="{592AE7B9-32BB-4831-065F-AEAD72241E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6" name="Freeform 1445">
                <a:extLst>
                  <a:ext uri="{FF2B5EF4-FFF2-40B4-BE49-F238E27FC236}">
                    <a16:creationId xmlns:a16="http://schemas.microsoft.com/office/drawing/2014/main" id="{FD9728D9-8E3C-2EFF-5645-F6770004E7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7" name="Freeform 1446">
                <a:extLst>
                  <a:ext uri="{FF2B5EF4-FFF2-40B4-BE49-F238E27FC236}">
                    <a16:creationId xmlns:a16="http://schemas.microsoft.com/office/drawing/2014/main" id="{1FBEB622-FC4B-02A3-822B-FA25EAD976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8" name="Freeform 1447">
                <a:extLst>
                  <a:ext uri="{FF2B5EF4-FFF2-40B4-BE49-F238E27FC236}">
                    <a16:creationId xmlns:a16="http://schemas.microsoft.com/office/drawing/2014/main" id="{DC0F6620-B9D0-79A9-8323-76E785DDA7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9" name="Oval 1448">
                <a:extLst>
                  <a:ext uri="{FF2B5EF4-FFF2-40B4-BE49-F238E27FC236}">
                    <a16:creationId xmlns:a16="http://schemas.microsoft.com/office/drawing/2014/main" id="{E39C8126-8274-1E65-8C2A-F623E37BBF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3" name="Group 1449">
              <a:extLst>
                <a:ext uri="{FF2B5EF4-FFF2-40B4-BE49-F238E27FC236}">
                  <a16:creationId xmlns:a16="http://schemas.microsoft.com/office/drawing/2014/main" id="{4EB0D632-3DAF-C3B5-D26A-260E2D6E5BF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958" name="Oval 1450">
                <a:extLst>
                  <a:ext uri="{FF2B5EF4-FFF2-40B4-BE49-F238E27FC236}">
                    <a16:creationId xmlns:a16="http://schemas.microsoft.com/office/drawing/2014/main" id="{34804064-A88F-F7DE-9746-E096F6E1E6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9" name="Oval 1451">
                <a:extLst>
                  <a:ext uri="{FF2B5EF4-FFF2-40B4-BE49-F238E27FC236}">
                    <a16:creationId xmlns:a16="http://schemas.microsoft.com/office/drawing/2014/main" id="{9D205EF7-BC24-9517-0ED1-E621AAA94C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0" name="Freeform 1452">
                <a:extLst>
                  <a:ext uri="{FF2B5EF4-FFF2-40B4-BE49-F238E27FC236}">
                    <a16:creationId xmlns:a16="http://schemas.microsoft.com/office/drawing/2014/main" id="{5A8A5C90-EE4F-7980-3094-92F83D2C12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1" name="Freeform 1453">
                <a:extLst>
                  <a:ext uri="{FF2B5EF4-FFF2-40B4-BE49-F238E27FC236}">
                    <a16:creationId xmlns:a16="http://schemas.microsoft.com/office/drawing/2014/main" id="{47469586-E1E0-3937-8B89-FB30CCDF2D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2" name="Freeform 1454">
                <a:extLst>
                  <a:ext uri="{FF2B5EF4-FFF2-40B4-BE49-F238E27FC236}">
                    <a16:creationId xmlns:a16="http://schemas.microsoft.com/office/drawing/2014/main" id="{4BF8BEA7-0D19-9F2F-231F-9DC86DF101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3" name="Oval 1455">
                <a:extLst>
                  <a:ext uri="{FF2B5EF4-FFF2-40B4-BE49-F238E27FC236}">
                    <a16:creationId xmlns:a16="http://schemas.microsoft.com/office/drawing/2014/main" id="{9E852346-00D9-7D6C-CF5E-EA52E88CAE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4" name="Group 1456">
              <a:extLst>
                <a:ext uri="{FF2B5EF4-FFF2-40B4-BE49-F238E27FC236}">
                  <a16:creationId xmlns:a16="http://schemas.microsoft.com/office/drawing/2014/main" id="{1A441D0A-4804-F41D-FD75-191E5A0F046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952" name="Oval 1457">
                <a:extLst>
                  <a:ext uri="{FF2B5EF4-FFF2-40B4-BE49-F238E27FC236}">
                    <a16:creationId xmlns:a16="http://schemas.microsoft.com/office/drawing/2014/main" id="{A433C1AA-20E1-A67A-4339-12F8BD6F98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3" name="Oval 1458">
                <a:extLst>
                  <a:ext uri="{FF2B5EF4-FFF2-40B4-BE49-F238E27FC236}">
                    <a16:creationId xmlns:a16="http://schemas.microsoft.com/office/drawing/2014/main" id="{E09C2951-562F-9553-87C9-80B216A2B9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4" name="Freeform 1459">
                <a:extLst>
                  <a:ext uri="{FF2B5EF4-FFF2-40B4-BE49-F238E27FC236}">
                    <a16:creationId xmlns:a16="http://schemas.microsoft.com/office/drawing/2014/main" id="{DFF44942-0D2B-7413-4F76-F55CFD1D83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5" name="Freeform 1460">
                <a:extLst>
                  <a:ext uri="{FF2B5EF4-FFF2-40B4-BE49-F238E27FC236}">
                    <a16:creationId xmlns:a16="http://schemas.microsoft.com/office/drawing/2014/main" id="{702EC8C9-4BBC-1809-9C36-BF14694E61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6" name="Freeform 1461">
                <a:extLst>
                  <a:ext uri="{FF2B5EF4-FFF2-40B4-BE49-F238E27FC236}">
                    <a16:creationId xmlns:a16="http://schemas.microsoft.com/office/drawing/2014/main" id="{D36FE297-CC3D-1B99-AEE2-D010261F51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7" name="Oval 1462">
                <a:extLst>
                  <a:ext uri="{FF2B5EF4-FFF2-40B4-BE49-F238E27FC236}">
                    <a16:creationId xmlns:a16="http://schemas.microsoft.com/office/drawing/2014/main" id="{E27EB011-BF0B-BDD5-9E79-402E8B958A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5" name="Group 1463">
              <a:extLst>
                <a:ext uri="{FF2B5EF4-FFF2-40B4-BE49-F238E27FC236}">
                  <a16:creationId xmlns:a16="http://schemas.microsoft.com/office/drawing/2014/main" id="{B15283B7-5810-5A14-723B-B288209084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946" name="Oval 1464">
                <a:extLst>
                  <a:ext uri="{FF2B5EF4-FFF2-40B4-BE49-F238E27FC236}">
                    <a16:creationId xmlns:a16="http://schemas.microsoft.com/office/drawing/2014/main" id="{F2F60573-4A2B-37FC-F928-C8AFC11EC1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7" name="Oval 1465">
                <a:extLst>
                  <a:ext uri="{FF2B5EF4-FFF2-40B4-BE49-F238E27FC236}">
                    <a16:creationId xmlns:a16="http://schemas.microsoft.com/office/drawing/2014/main" id="{EA36E79A-B2CA-19FA-3409-36C6418277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8" name="Freeform 1466">
                <a:extLst>
                  <a:ext uri="{FF2B5EF4-FFF2-40B4-BE49-F238E27FC236}">
                    <a16:creationId xmlns:a16="http://schemas.microsoft.com/office/drawing/2014/main" id="{88C19318-EA4C-3AD0-EE0F-38A2024B06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9" name="Freeform 1467">
                <a:extLst>
                  <a:ext uri="{FF2B5EF4-FFF2-40B4-BE49-F238E27FC236}">
                    <a16:creationId xmlns:a16="http://schemas.microsoft.com/office/drawing/2014/main" id="{9962F1C9-D03F-5640-7654-5707CEA360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0" name="Freeform 1468">
                <a:extLst>
                  <a:ext uri="{FF2B5EF4-FFF2-40B4-BE49-F238E27FC236}">
                    <a16:creationId xmlns:a16="http://schemas.microsoft.com/office/drawing/2014/main" id="{4FD52A60-8816-20F6-0726-A9FF49C6E5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1" name="Oval 1469">
                <a:extLst>
                  <a:ext uri="{FF2B5EF4-FFF2-40B4-BE49-F238E27FC236}">
                    <a16:creationId xmlns:a16="http://schemas.microsoft.com/office/drawing/2014/main" id="{2CAEEDAA-97D0-EB62-F903-B334749BC3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6" name="Group 1470">
              <a:extLst>
                <a:ext uri="{FF2B5EF4-FFF2-40B4-BE49-F238E27FC236}">
                  <a16:creationId xmlns:a16="http://schemas.microsoft.com/office/drawing/2014/main" id="{7AD30557-1DE1-FD24-D722-6C72F47456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940" name="Oval 1471">
                <a:extLst>
                  <a:ext uri="{FF2B5EF4-FFF2-40B4-BE49-F238E27FC236}">
                    <a16:creationId xmlns:a16="http://schemas.microsoft.com/office/drawing/2014/main" id="{F89F0E31-1F9D-2E30-30DA-F46902CB88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1" name="Oval 1472">
                <a:extLst>
                  <a:ext uri="{FF2B5EF4-FFF2-40B4-BE49-F238E27FC236}">
                    <a16:creationId xmlns:a16="http://schemas.microsoft.com/office/drawing/2014/main" id="{5A1DF9FE-C9E3-6C8B-B6C0-464EEC2DAA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2" name="Freeform 1473">
                <a:extLst>
                  <a:ext uri="{FF2B5EF4-FFF2-40B4-BE49-F238E27FC236}">
                    <a16:creationId xmlns:a16="http://schemas.microsoft.com/office/drawing/2014/main" id="{D728B2D2-1133-3A45-80FE-3132D53A0E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3" name="Freeform 1474">
                <a:extLst>
                  <a:ext uri="{FF2B5EF4-FFF2-40B4-BE49-F238E27FC236}">
                    <a16:creationId xmlns:a16="http://schemas.microsoft.com/office/drawing/2014/main" id="{72200AF8-B6AC-43B1-82F5-CC0173EBF6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4" name="Freeform 1475">
                <a:extLst>
                  <a:ext uri="{FF2B5EF4-FFF2-40B4-BE49-F238E27FC236}">
                    <a16:creationId xmlns:a16="http://schemas.microsoft.com/office/drawing/2014/main" id="{F457E5EB-D75E-A782-DD41-333457E991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5" name="Oval 1476">
                <a:extLst>
                  <a:ext uri="{FF2B5EF4-FFF2-40B4-BE49-F238E27FC236}">
                    <a16:creationId xmlns:a16="http://schemas.microsoft.com/office/drawing/2014/main" id="{B0283080-9C14-53A5-3234-D38EB1069F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7" name="Group 1477">
              <a:extLst>
                <a:ext uri="{FF2B5EF4-FFF2-40B4-BE49-F238E27FC236}">
                  <a16:creationId xmlns:a16="http://schemas.microsoft.com/office/drawing/2014/main" id="{DC54D3F6-1B82-95D0-0D3A-3824A359B32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934" name="Oval 1478">
                <a:extLst>
                  <a:ext uri="{FF2B5EF4-FFF2-40B4-BE49-F238E27FC236}">
                    <a16:creationId xmlns:a16="http://schemas.microsoft.com/office/drawing/2014/main" id="{CA31B5B9-84F0-BCD6-E35B-D71B0A78EA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5" name="Oval 1479">
                <a:extLst>
                  <a:ext uri="{FF2B5EF4-FFF2-40B4-BE49-F238E27FC236}">
                    <a16:creationId xmlns:a16="http://schemas.microsoft.com/office/drawing/2014/main" id="{1C33C7CE-7734-9848-BCFC-63CBA252BC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6" name="Freeform 1480">
                <a:extLst>
                  <a:ext uri="{FF2B5EF4-FFF2-40B4-BE49-F238E27FC236}">
                    <a16:creationId xmlns:a16="http://schemas.microsoft.com/office/drawing/2014/main" id="{B3ED5B9E-B43A-EE7C-70F5-16E000F778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7" name="Freeform 1481">
                <a:extLst>
                  <a:ext uri="{FF2B5EF4-FFF2-40B4-BE49-F238E27FC236}">
                    <a16:creationId xmlns:a16="http://schemas.microsoft.com/office/drawing/2014/main" id="{9D3ED732-FF95-59DA-D2B6-F285861CAD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8" name="Freeform 1482">
                <a:extLst>
                  <a:ext uri="{FF2B5EF4-FFF2-40B4-BE49-F238E27FC236}">
                    <a16:creationId xmlns:a16="http://schemas.microsoft.com/office/drawing/2014/main" id="{A6B0DC0A-5E94-6A1A-71AC-8D8D06ECD5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9" name="Oval 1483">
                <a:extLst>
                  <a:ext uri="{FF2B5EF4-FFF2-40B4-BE49-F238E27FC236}">
                    <a16:creationId xmlns:a16="http://schemas.microsoft.com/office/drawing/2014/main" id="{5DE3D8AF-CE48-4A1E-C02E-7308EE0D9D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8" name="Group 1484">
              <a:extLst>
                <a:ext uri="{FF2B5EF4-FFF2-40B4-BE49-F238E27FC236}">
                  <a16:creationId xmlns:a16="http://schemas.microsoft.com/office/drawing/2014/main" id="{694A1C7D-51DD-7587-D2CC-38AB87FC89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928" name="Oval 1485">
                <a:extLst>
                  <a:ext uri="{FF2B5EF4-FFF2-40B4-BE49-F238E27FC236}">
                    <a16:creationId xmlns:a16="http://schemas.microsoft.com/office/drawing/2014/main" id="{0A37D019-95B8-6BCF-E7DD-B85DD8E9CF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29" name="Oval 1486">
                <a:extLst>
                  <a:ext uri="{FF2B5EF4-FFF2-40B4-BE49-F238E27FC236}">
                    <a16:creationId xmlns:a16="http://schemas.microsoft.com/office/drawing/2014/main" id="{FF637974-0175-53BB-1E61-D39C3FC7FC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30" name="Freeform 1487">
                <a:extLst>
                  <a:ext uri="{FF2B5EF4-FFF2-40B4-BE49-F238E27FC236}">
                    <a16:creationId xmlns:a16="http://schemas.microsoft.com/office/drawing/2014/main" id="{2246B970-D73C-6DD3-44B8-428381A997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1" name="Freeform 1488">
                <a:extLst>
                  <a:ext uri="{FF2B5EF4-FFF2-40B4-BE49-F238E27FC236}">
                    <a16:creationId xmlns:a16="http://schemas.microsoft.com/office/drawing/2014/main" id="{1469497E-F2AB-756D-3B1F-3648BC32F5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2" name="Freeform 1489">
                <a:extLst>
                  <a:ext uri="{FF2B5EF4-FFF2-40B4-BE49-F238E27FC236}">
                    <a16:creationId xmlns:a16="http://schemas.microsoft.com/office/drawing/2014/main" id="{09054900-C24F-E99B-8DA5-000476AB64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3" name="Oval 1490">
                <a:extLst>
                  <a:ext uri="{FF2B5EF4-FFF2-40B4-BE49-F238E27FC236}">
                    <a16:creationId xmlns:a16="http://schemas.microsoft.com/office/drawing/2014/main" id="{25FF91D5-F27C-8717-A9C7-491CED19B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09" name="Group 1491">
              <a:extLst>
                <a:ext uri="{FF2B5EF4-FFF2-40B4-BE49-F238E27FC236}">
                  <a16:creationId xmlns:a16="http://schemas.microsoft.com/office/drawing/2014/main" id="{57493215-AFE8-F382-E7B2-57E9600E5E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922" name="Oval 1492">
                <a:extLst>
                  <a:ext uri="{FF2B5EF4-FFF2-40B4-BE49-F238E27FC236}">
                    <a16:creationId xmlns:a16="http://schemas.microsoft.com/office/drawing/2014/main" id="{FE253008-4D6C-5F9D-6EDD-8F778C0F8A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23" name="Oval 1493">
                <a:extLst>
                  <a:ext uri="{FF2B5EF4-FFF2-40B4-BE49-F238E27FC236}">
                    <a16:creationId xmlns:a16="http://schemas.microsoft.com/office/drawing/2014/main" id="{A248F7C7-3E0B-D139-5E67-2E16923233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24" name="Freeform 1494">
                <a:extLst>
                  <a:ext uri="{FF2B5EF4-FFF2-40B4-BE49-F238E27FC236}">
                    <a16:creationId xmlns:a16="http://schemas.microsoft.com/office/drawing/2014/main" id="{BB9CBEEA-6A89-F21C-FA27-0212375C87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5" name="Freeform 1495">
                <a:extLst>
                  <a:ext uri="{FF2B5EF4-FFF2-40B4-BE49-F238E27FC236}">
                    <a16:creationId xmlns:a16="http://schemas.microsoft.com/office/drawing/2014/main" id="{F4315ECE-29CB-2485-2CA7-02832DFEB0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6" name="Freeform 1496">
                <a:extLst>
                  <a:ext uri="{FF2B5EF4-FFF2-40B4-BE49-F238E27FC236}">
                    <a16:creationId xmlns:a16="http://schemas.microsoft.com/office/drawing/2014/main" id="{BEED616E-407B-C68B-CD06-5976983002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7" name="Oval 1497">
                <a:extLst>
                  <a:ext uri="{FF2B5EF4-FFF2-40B4-BE49-F238E27FC236}">
                    <a16:creationId xmlns:a16="http://schemas.microsoft.com/office/drawing/2014/main" id="{29FAD549-016F-F312-B55E-F98C21A64F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0" name="Group 1498">
              <a:extLst>
                <a:ext uri="{FF2B5EF4-FFF2-40B4-BE49-F238E27FC236}">
                  <a16:creationId xmlns:a16="http://schemas.microsoft.com/office/drawing/2014/main" id="{5D2C1D57-3CF7-7841-6462-1F46A4922A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916" name="Oval 1499">
                <a:extLst>
                  <a:ext uri="{FF2B5EF4-FFF2-40B4-BE49-F238E27FC236}">
                    <a16:creationId xmlns:a16="http://schemas.microsoft.com/office/drawing/2014/main" id="{42412604-2634-33C2-E633-DDF9197DCC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17" name="Oval 1500">
                <a:extLst>
                  <a:ext uri="{FF2B5EF4-FFF2-40B4-BE49-F238E27FC236}">
                    <a16:creationId xmlns:a16="http://schemas.microsoft.com/office/drawing/2014/main" id="{659A95EE-08FC-B69B-661C-54388127A6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18" name="Freeform 1501">
                <a:extLst>
                  <a:ext uri="{FF2B5EF4-FFF2-40B4-BE49-F238E27FC236}">
                    <a16:creationId xmlns:a16="http://schemas.microsoft.com/office/drawing/2014/main" id="{E4D94B82-3B06-6F3B-F78E-920343872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9" name="Freeform 1502">
                <a:extLst>
                  <a:ext uri="{FF2B5EF4-FFF2-40B4-BE49-F238E27FC236}">
                    <a16:creationId xmlns:a16="http://schemas.microsoft.com/office/drawing/2014/main" id="{D216A050-D5A1-6232-80B3-DBAB1601A3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0" name="Freeform 1503">
                <a:extLst>
                  <a:ext uri="{FF2B5EF4-FFF2-40B4-BE49-F238E27FC236}">
                    <a16:creationId xmlns:a16="http://schemas.microsoft.com/office/drawing/2014/main" id="{A344AEF2-9604-31DA-6322-B496B8A6B7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1" name="Oval 1504">
                <a:extLst>
                  <a:ext uri="{FF2B5EF4-FFF2-40B4-BE49-F238E27FC236}">
                    <a16:creationId xmlns:a16="http://schemas.microsoft.com/office/drawing/2014/main" id="{984C3CEA-1916-65C4-B5BF-25AE5FC66B7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1" name="Group 1505">
              <a:extLst>
                <a:ext uri="{FF2B5EF4-FFF2-40B4-BE49-F238E27FC236}">
                  <a16:creationId xmlns:a16="http://schemas.microsoft.com/office/drawing/2014/main" id="{A2F30142-8913-93F4-2BEB-3E586EE457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910" name="Oval 1506">
                <a:extLst>
                  <a:ext uri="{FF2B5EF4-FFF2-40B4-BE49-F238E27FC236}">
                    <a16:creationId xmlns:a16="http://schemas.microsoft.com/office/drawing/2014/main" id="{526ABDB9-D7F2-2978-6C6F-2327D6BB50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11" name="Oval 1507">
                <a:extLst>
                  <a:ext uri="{FF2B5EF4-FFF2-40B4-BE49-F238E27FC236}">
                    <a16:creationId xmlns:a16="http://schemas.microsoft.com/office/drawing/2014/main" id="{1A028655-8769-D86A-8142-A6F8D6EE20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12" name="Freeform 1508">
                <a:extLst>
                  <a:ext uri="{FF2B5EF4-FFF2-40B4-BE49-F238E27FC236}">
                    <a16:creationId xmlns:a16="http://schemas.microsoft.com/office/drawing/2014/main" id="{0AA7B7A8-F240-9612-4207-4A7FD58DE0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3" name="Freeform 1509">
                <a:extLst>
                  <a:ext uri="{FF2B5EF4-FFF2-40B4-BE49-F238E27FC236}">
                    <a16:creationId xmlns:a16="http://schemas.microsoft.com/office/drawing/2014/main" id="{E19E3086-5FDA-0A8E-E93B-00B279AC0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" name="Freeform 1510">
                <a:extLst>
                  <a:ext uri="{FF2B5EF4-FFF2-40B4-BE49-F238E27FC236}">
                    <a16:creationId xmlns:a16="http://schemas.microsoft.com/office/drawing/2014/main" id="{0A5AC8D2-0E7F-B903-E6A8-C00B0E46D0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" name="Oval 1511">
                <a:extLst>
                  <a:ext uri="{FF2B5EF4-FFF2-40B4-BE49-F238E27FC236}">
                    <a16:creationId xmlns:a16="http://schemas.microsoft.com/office/drawing/2014/main" id="{C6E6FA75-1912-E168-B65D-A5384BA923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2" name="Group 1512">
              <a:extLst>
                <a:ext uri="{FF2B5EF4-FFF2-40B4-BE49-F238E27FC236}">
                  <a16:creationId xmlns:a16="http://schemas.microsoft.com/office/drawing/2014/main" id="{DACD28AF-1A8B-972F-AB3F-446CCB64677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904" name="Oval 1513">
                <a:extLst>
                  <a:ext uri="{FF2B5EF4-FFF2-40B4-BE49-F238E27FC236}">
                    <a16:creationId xmlns:a16="http://schemas.microsoft.com/office/drawing/2014/main" id="{52D9590B-9F76-6DB4-6A1D-28043FF47E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05" name="Oval 1514">
                <a:extLst>
                  <a:ext uri="{FF2B5EF4-FFF2-40B4-BE49-F238E27FC236}">
                    <a16:creationId xmlns:a16="http://schemas.microsoft.com/office/drawing/2014/main" id="{3372A00C-6304-11CE-8AE7-50FC8E74CD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06" name="Freeform 1515">
                <a:extLst>
                  <a:ext uri="{FF2B5EF4-FFF2-40B4-BE49-F238E27FC236}">
                    <a16:creationId xmlns:a16="http://schemas.microsoft.com/office/drawing/2014/main" id="{6F20C929-C012-D938-553B-5F6326E385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" name="Freeform 1516">
                <a:extLst>
                  <a:ext uri="{FF2B5EF4-FFF2-40B4-BE49-F238E27FC236}">
                    <a16:creationId xmlns:a16="http://schemas.microsoft.com/office/drawing/2014/main" id="{F5F7F62B-08F9-9509-90AF-0383AF0016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" name="Freeform 1517">
                <a:extLst>
                  <a:ext uri="{FF2B5EF4-FFF2-40B4-BE49-F238E27FC236}">
                    <a16:creationId xmlns:a16="http://schemas.microsoft.com/office/drawing/2014/main" id="{0C19E7CB-FADE-EFAE-2B9B-E26C109342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" name="Oval 1518">
                <a:extLst>
                  <a:ext uri="{FF2B5EF4-FFF2-40B4-BE49-F238E27FC236}">
                    <a16:creationId xmlns:a16="http://schemas.microsoft.com/office/drawing/2014/main" id="{18B93639-7C05-65E8-DE71-3310E9F15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3" name="Group 1519">
              <a:extLst>
                <a:ext uri="{FF2B5EF4-FFF2-40B4-BE49-F238E27FC236}">
                  <a16:creationId xmlns:a16="http://schemas.microsoft.com/office/drawing/2014/main" id="{B947E052-34CD-41F7-0D15-050EAFAB99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898" name="Oval 1520">
                <a:extLst>
                  <a:ext uri="{FF2B5EF4-FFF2-40B4-BE49-F238E27FC236}">
                    <a16:creationId xmlns:a16="http://schemas.microsoft.com/office/drawing/2014/main" id="{7D6279B8-2343-CBB6-8DBC-D5BEA86CF4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99" name="Oval 1521">
                <a:extLst>
                  <a:ext uri="{FF2B5EF4-FFF2-40B4-BE49-F238E27FC236}">
                    <a16:creationId xmlns:a16="http://schemas.microsoft.com/office/drawing/2014/main" id="{0572CCD3-C89D-A7E0-A82E-4CAFD0AD48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00" name="Freeform 1522">
                <a:extLst>
                  <a:ext uri="{FF2B5EF4-FFF2-40B4-BE49-F238E27FC236}">
                    <a16:creationId xmlns:a16="http://schemas.microsoft.com/office/drawing/2014/main" id="{35F2BD8C-25B7-96C1-FA82-C8D02FDB7D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" name="Freeform 1523">
                <a:extLst>
                  <a:ext uri="{FF2B5EF4-FFF2-40B4-BE49-F238E27FC236}">
                    <a16:creationId xmlns:a16="http://schemas.microsoft.com/office/drawing/2014/main" id="{A818854A-A411-2F52-20C8-F99DAC158C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2" name="Freeform 1524">
                <a:extLst>
                  <a:ext uri="{FF2B5EF4-FFF2-40B4-BE49-F238E27FC236}">
                    <a16:creationId xmlns:a16="http://schemas.microsoft.com/office/drawing/2014/main" id="{6C43B761-2BA5-FF8C-8E93-71E10CB56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3" name="Oval 1525">
                <a:extLst>
                  <a:ext uri="{FF2B5EF4-FFF2-40B4-BE49-F238E27FC236}">
                    <a16:creationId xmlns:a16="http://schemas.microsoft.com/office/drawing/2014/main" id="{B1019298-5B91-0736-589C-2C0BBD5D58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4" name="Group 1526">
              <a:extLst>
                <a:ext uri="{FF2B5EF4-FFF2-40B4-BE49-F238E27FC236}">
                  <a16:creationId xmlns:a16="http://schemas.microsoft.com/office/drawing/2014/main" id="{68B25A67-B96E-3E9C-ECBF-D9E4A40D85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892" name="Oval 1527">
                <a:extLst>
                  <a:ext uri="{FF2B5EF4-FFF2-40B4-BE49-F238E27FC236}">
                    <a16:creationId xmlns:a16="http://schemas.microsoft.com/office/drawing/2014/main" id="{ACBDAF57-1DC8-E796-34CD-15FBA266B4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93" name="Oval 1528">
                <a:extLst>
                  <a:ext uri="{FF2B5EF4-FFF2-40B4-BE49-F238E27FC236}">
                    <a16:creationId xmlns:a16="http://schemas.microsoft.com/office/drawing/2014/main" id="{36FEC0DA-7E07-A681-C4F6-FC61035501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94" name="Freeform 1529">
                <a:extLst>
                  <a:ext uri="{FF2B5EF4-FFF2-40B4-BE49-F238E27FC236}">
                    <a16:creationId xmlns:a16="http://schemas.microsoft.com/office/drawing/2014/main" id="{D5E83719-ADC4-DB79-B072-D59449D669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" name="Freeform 1530">
                <a:extLst>
                  <a:ext uri="{FF2B5EF4-FFF2-40B4-BE49-F238E27FC236}">
                    <a16:creationId xmlns:a16="http://schemas.microsoft.com/office/drawing/2014/main" id="{5FDD85F2-E2D6-AE65-55CF-F00DC16477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6" name="Freeform 1531">
                <a:extLst>
                  <a:ext uri="{FF2B5EF4-FFF2-40B4-BE49-F238E27FC236}">
                    <a16:creationId xmlns:a16="http://schemas.microsoft.com/office/drawing/2014/main" id="{235FC237-D06D-4D7B-C491-B8B39B64D2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7" name="Oval 1532">
                <a:extLst>
                  <a:ext uri="{FF2B5EF4-FFF2-40B4-BE49-F238E27FC236}">
                    <a16:creationId xmlns:a16="http://schemas.microsoft.com/office/drawing/2014/main" id="{EB8C319E-167D-B25E-38F8-9613332E37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5" name="Group 1533">
              <a:extLst>
                <a:ext uri="{FF2B5EF4-FFF2-40B4-BE49-F238E27FC236}">
                  <a16:creationId xmlns:a16="http://schemas.microsoft.com/office/drawing/2014/main" id="{1A71335D-B097-5F52-E595-C11F6BA37B5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886" name="Oval 1534">
                <a:extLst>
                  <a:ext uri="{FF2B5EF4-FFF2-40B4-BE49-F238E27FC236}">
                    <a16:creationId xmlns:a16="http://schemas.microsoft.com/office/drawing/2014/main" id="{2B55226B-0139-5889-3637-9CEE224A88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7" name="Oval 1535">
                <a:extLst>
                  <a:ext uri="{FF2B5EF4-FFF2-40B4-BE49-F238E27FC236}">
                    <a16:creationId xmlns:a16="http://schemas.microsoft.com/office/drawing/2014/main" id="{C081224B-DC7F-CF04-02B6-79269C301A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8" name="Freeform 1536">
                <a:extLst>
                  <a:ext uri="{FF2B5EF4-FFF2-40B4-BE49-F238E27FC236}">
                    <a16:creationId xmlns:a16="http://schemas.microsoft.com/office/drawing/2014/main" id="{BB617671-0C9F-2F64-513C-7FC07E469D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9" name="Freeform 1537">
                <a:extLst>
                  <a:ext uri="{FF2B5EF4-FFF2-40B4-BE49-F238E27FC236}">
                    <a16:creationId xmlns:a16="http://schemas.microsoft.com/office/drawing/2014/main" id="{1D1BD4EF-79AB-406F-3217-ABDEC1017F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0" name="Freeform 1538">
                <a:extLst>
                  <a:ext uri="{FF2B5EF4-FFF2-40B4-BE49-F238E27FC236}">
                    <a16:creationId xmlns:a16="http://schemas.microsoft.com/office/drawing/2014/main" id="{2D598755-F2D9-15DF-2AD2-D9B0EC71D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1" name="Oval 1539">
                <a:extLst>
                  <a:ext uri="{FF2B5EF4-FFF2-40B4-BE49-F238E27FC236}">
                    <a16:creationId xmlns:a16="http://schemas.microsoft.com/office/drawing/2014/main" id="{2F27380B-7893-4267-C29B-EB89C646F9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6" name="Group 1540">
              <a:extLst>
                <a:ext uri="{FF2B5EF4-FFF2-40B4-BE49-F238E27FC236}">
                  <a16:creationId xmlns:a16="http://schemas.microsoft.com/office/drawing/2014/main" id="{E4AE7B0C-07C8-EB0C-EEBC-A3C9B43A71A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880" name="Oval 1541">
                <a:extLst>
                  <a:ext uri="{FF2B5EF4-FFF2-40B4-BE49-F238E27FC236}">
                    <a16:creationId xmlns:a16="http://schemas.microsoft.com/office/drawing/2014/main" id="{04196612-3377-DB4E-FFE2-6C936B9DED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1" name="Oval 1542">
                <a:extLst>
                  <a:ext uri="{FF2B5EF4-FFF2-40B4-BE49-F238E27FC236}">
                    <a16:creationId xmlns:a16="http://schemas.microsoft.com/office/drawing/2014/main" id="{A7EF304D-C713-71D2-4BA9-46E2A065E5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2" name="Freeform 1543">
                <a:extLst>
                  <a:ext uri="{FF2B5EF4-FFF2-40B4-BE49-F238E27FC236}">
                    <a16:creationId xmlns:a16="http://schemas.microsoft.com/office/drawing/2014/main" id="{ADB48D70-4B21-6E65-EA23-34C093A7A8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3" name="Freeform 1544">
                <a:extLst>
                  <a:ext uri="{FF2B5EF4-FFF2-40B4-BE49-F238E27FC236}">
                    <a16:creationId xmlns:a16="http://schemas.microsoft.com/office/drawing/2014/main" id="{9067E043-5E93-5023-CD69-46A78BCD33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4" name="Freeform 1545">
                <a:extLst>
                  <a:ext uri="{FF2B5EF4-FFF2-40B4-BE49-F238E27FC236}">
                    <a16:creationId xmlns:a16="http://schemas.microsoft.com/office/drawing/2014/main" id="{9EFC875F-84AD-8DB9-6AD3-F088CF42D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5" name="Oval 1546">
                <a:extLst>
                  <a:ext uri="{FF2B5EF4-FFF2-40B4-BE49-F238E27FC236}">
                    <a16:creationId xmlns:a16="http://schemas.microsoft.com/office/drawing/2014/main" id="{2202ADCA-4FD7-07B3-77C7-9F618700F2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7" name="Group 1547">
              <a:extLst>
                <a:ext uri="{FF2B5EF4-FFF2-40B4-BE49-F238E27FC236}">
                  <a16:creationId xmlns:a16="http://schemas.microsoft.com/office/drawing/2014/main" id="{7EB1966D-FE9E-7EA3-D989-801FE3E8322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874" name="Oval 1548">
                <a:extLst>
                  <a:ext uri="{FF2B5EF4-FFF2-40B4-BE49-F238E27FC236}">
                    <a16:creationId xmlns:a16="http://schemas.microsoft.com/office/drawing/2014/main" id="{DFFD057C-6A44-A21C-83C7-CA7F351528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5" name="Oval 1549">
                <a:extLst>
                  <a:ext uri="{FF2B5EF4-FFF2-40B4-BE49-F238E27FC236}">
                    <a16:creationId xmlns:a16="http://schemas.microsoft.com/office/drawing/2014/main" id="{934CB7C1-3960-CE5E-1282-35A7F91F0F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6" name="Freeform 1550">
                <a:extLst>
                  <a:ext uri="{FF2B5EF4-FFF2-40B4-BE49-F238E27FC236}">
                    <a16:creationId xmlns:a16="http://schemas.microsoft.com/office/drawing/2014/main" id="{ADCDF5E5-D884-7E5D-D0CA-9755756BD0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7" name="Freeform 1551">
                <a:extLst>
                  <a:ext uri="{FF2B5EF4-FFF2-40B4-BE49-F238E27FC236}">
                    <a16:creationId xmlns:a16="http://schemas.microsoft.com/office/drawing/2014/main" id="{02629D59-3D0E-F14A-0679-CC74D5CA3A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" name="Freeform 1552">
                <a:extLst>
                  <a:ext uri="{FF2B5EF4-FFF2-40B4-BE49-F238E27FC236}">
                    <a16:creationId xmlns:a16="http://schemas.microsoft.com/office/drawing/2014/main" id="{2671E7CB-6228-62C0-9C22-86E49056C1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" name="Oval 1553">
                <a:extLst>
                  <a:ext uri="{FF2B5EF4-FFF2-40B4-BE49-F238E27FC236}">
                    <a16:creationId xmlns:a16="http://schemas.microsoft.com/office/drawing/2014/main" id="{020D30D8-6520-0327-8706-48E20E5133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8" name="Group 1554">
              <a:extLst>
                <a:ext uri="{FF2B5EF4-FFF2-40B4-BE49-F238E27FC236}">
                  <a16:creationId xmlns:a16="http://schemas.microsoft.com/office/drawing/2014/main" id="{4B475D6C-ECE3-481F-4B22-8C666865F03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868" name="Oval 1555">
                <a:extLst>
                  <a:ext uri="{FF2B5EF4-FFF2-40B4-BE49-F238E27FC236}">
                    <a16:creationId xmlns:a16="http://schemas.microsoft.com/office/drawing/2014/main" id="{CFCE63F7-5301-479F-DD07-8754D06D8E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69" name="Oval 1556">
                <a:extLst>
                  <a:ext uri="{FF2B5EF4-FFF2-40B4-BE49-F238E27FC236}">
                    <a16:creationId xmlns:a16="http://schemas.microsoft.com/office/drawing/2014/main" id="{2A1BC5FD-FDC7-3F9B-F21B-D5FE0F8491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70" name="Freeform 1557">
                <a:extLst>
                  <a:ext uri="{FF2B5EF4-FFF2-40B4-BE49-F238E27FC236}">
                    <a16:creationId xmlns:a16="http://schemas.microsoft.com/office/drawing/2014/main" id="{C0AE818C-69FD-2EF8-BA34-4635702B44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" name="Freeform 1558">
                <a:extLst>
                  <a:ext uri="{FF2B5EF4-FFF2-40B4-BE49-F238E27FC236}">
                    <a16:creationId xmlns:a16="http://schemas.microsoft.com/office/drawing/2014/main" id="{3C97A140-3EBD-D7BD-AD98-305C00F667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" name="Freeform 1559">
                <a:extLst>
                  <a:ext uri="{FF2B5EF4-FFF2-40B4-BE49-F238E27FC236}">
                    <a16:creationId xmlns:a16="http://schemas.microsoft.com/office/drawing/2014/main" id="{14753B16-8C09-CB97-7E62-0C1A90802F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" name="Oval 1560">
                <a:extLst>
                  <a:ext uri="{FF2B5EF4-FFF2-40B4-BE49-F238E27FC236}">
                    <a16:creationId xmlns:a16="http://schemas.microsoft.com/office/drawing/2014/main" id="{32478BCB-86E0-067D-78BF-6D9084B237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19" name="Group 1561">
              <a:extLst>
                <a:ext uri="{FF2B5EF4-FFF2-40B4-BE49-F238E27FC236}">
                  <a16:creationId xmlns:a16="http://schemas.microsoft.com/office/drawing/2014/main" id="{9A45C7EA-5A04-972C-6B80-E5ECE307E6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862" name="Oval 1562">
                <a:extLst>
                  <a:ext uri="{FF2B5EF4-FFF2-40B4-BE49-F238E27FC236}">
                    <a16:creationId xmlns:a16="http://schemas.microsoft.com/office/drawing/2014/main" id="{1B2FD921-5376-42A8-5FC3-A518A3E715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63" name="Oval 1563">
                <a:extLst>
                  <a:ext uri="{FF2B5EF4-FFF2-40B4-BE49-F238E27FC236}">
                    <a16:creationId xmlns:a16="http://schemas.microsoft.com/office/drawing/2014/main" id="{8932F604-85A2-7B1C-05A1-82553538A3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64" name="Freeform 1564">
                <a:extLst>
                  <a:ext uri="{FF2B5EF4-FFF2-40B4-BE49-F238E27FC236}">
                    <a16:creationId xmlns:a16="http://schemas.microsoft.com/office/drawing/2014/main" id="{8A345C3D-0CAC-81C5-A78A-0F23CC290E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5" name="Freeform 1565">
                <a:extLst>
                  <a:ext uri="{FF2B5EF4-FFF2-40B4-BE49-F238E27FC236}">
                    <a16:creationId xmlns:a16="http://schemas.microsoft.com/office/drawing/2014/main" id="{EC20CF1A-7E15-2168-CE18-204021BA2C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6" name="Freeform 1566">
                <a:extLst>
                  <a:ext uri="{FF2B5EF4-FFF2-40B4-BE49-F238E27FC236}">
                    <a16:creationId xmlns:a16="http://schemas.microsoft.com/office/drawing/2014/main" id="{FD4647E3-2FF7-3235-CA9C-9CCD060B48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7" name="Oval 1567">
                <a:extLst>
                  <a:ext uri="{FF2B5EF4-FFF2-40B4-BE49-F238E27FC236}">
                    <a16:creationId xmlns:a16="http://schemas.microsoft.com/office/drawing/2014/main" id="{C2D51BDF-A321-B2F8-5A04-798D696BB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20" name="Group 1568">
              <a:extLst>
                <a:ext uri="{FF2B5EF4-FFF2-40B4-BE49-F238E27FC236}">
                  <a16:creationId xmlns:a16="http://schemas.microsoft.com/office/drawing/2014/main" id="{9D38AFA7-EB3B-1558-D874-017E47CD8A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856" name="Oval 1569">
                <a:extLst>
                  <a:ext uri="{FF2B5EF4-FFF2-40B4-BE49-F238E27FC236}">
                    <a16:creationId xmlns:a16="http://schemas.microsoft.com/office/drawing/2014/main" id="{CB54ACAB-EDB7-856E-DF72-309FBD6A3C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57" name="Oval 1570">
                <a:extLst>
                  <a:ext uri="{FF2B5EF4-FFF2-40B4-BE49-F238E27FC236}">
                    <a16:creationId xmlns:a16="http://schemas.microsoft.com/office/drawing/2014/main" id="{CEDA859C-B891-9C7B-0DB2-A0643FA99F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58" name="Freeform 1571">
                <a:extLst>
                  <a:ext uri="{FF2B5EF4-FFF2-40B4-BE49-F238E27FC236}">
                    <a16:creationId xmlns:a16="http://schemas.microsoft.com/office/drawing/2014/main" id="{BC15E0EF-4813-C229-F4D4-66B1EA6771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9" name="Freeform 1572">
                <a:extLst>
                  <a:ext uri="{FF2B5EF4-FFF2-40B4-BE49-F238E27FC236}">
                    <a16:creationId xmlns:a16="http://schemas.microsoft.com/office/drawing/2014/main" id="{3FBB3F27-8480-E0D2-63C4-08E6FA2B8B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0" name="Freeform 1573">
                <a:extLst>
                  <a:ext uri="{FF2B5EF4-FFF2-40B4-BE49-F238E27FC236}">
                    <a16:creationId xmlns:a16="http://schemas.microsoft.com/office/drawing/2014/main" id="{0B545097-27F7-7EE0-FB74-41CD041AD5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1" name="Oval 1574">
                <a:extLst>
                  <a:ext uri="{FF2B5EF4-FFF2-40B4-BE49-F238E27FC236}">
                    <a16:creationId xmlns:a16="http://schemas.microsoft.com/office/drawing/2014/main" id="{F6E61BA1-81FE-A38A-39AD-9BBEED1402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21" name="Group 1575">
              <a:extLst>
                <a:ext uri="{FF2B5EF4-FFF2-40B4-BE49-F238E27FC236}">
                  <a16:creationId xmlns:a16="http://schemas.microsoft.com/office/drawing/2014/main" id="{DF8C9116-216D-8968-447B-095ED62BD5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850" name="Oval 1576">
                <a:extLst>
                  <a:ext uri="{FF2B5EF4-FFF2-40B4-BE49-F238E27FC236}">
                    <a16:creationId xmlns:a16="http://schemas.microsoft.com/office/drawing/2014/main" id="{C212707C-DF67-AE19-2457-865A35F7C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51" name="Oval 1577">
                <a:extLst>
                  <a:ext uri="{FF2B5EF4-FFF2-40B4-BE49-F238E27FC236}">
                    <a16:creationId xmlns:a16="http://schemas.microsoft.com/office/drawing/2014/main" id="{BC1F224D-76DF-D342-0702-DFDC1A5997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52" name="Freeform 1578">
                <a:extLst>
                  <a:ext uri="{FF2B5EF4-FFF2-40B4-BE49-F238E27FC236}">
                    <a16:creationId xmlns:a16="http://schemas.microsoft.com/office/drawing/2014/main" id="{BE351F99-0E62-2640-BB1F-6829ABDE31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" name="Freeform 1579">
                <a:extLst>
                  <a:ext uri="{FF2B5EF4-FFF2-40B4-BE49-F238E27FC236}">
                    <a16:creationId xmlns:a16="http://schemas.microsoft.com/office/drawing/2014/main" id="{5C55CA77-17B1-0A19-2480-F8D63116C2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" name="Freeform 1580">
                <a:extLst>
                  <a:ext uri="{FF2B5EF4-FFF2-40B4-BE49-F238E27FC236}">
                    <a16:creationId xmlns:a16="http://schemas.microsoft.com/office/drawing/2014/main" id="{A8A5A1A0-E730-4580-EDC4-42086FE630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" name="Oval 1581">
                <a:extLst>
                  <a:ext uri="{FF2B5EF4-FFF2-40B4-BE49-F238E27FC236}">
                    <a16:creationId xmlns:a16="http://schemas.microsoft.com/office/drawing/2014/main" id="{173D01B7-17C6-A2A9-EC42-486CF2887F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22" name="Group 1582">
              <a:extLst>
                <a:ext uri="{FF2B5EF4-FFF2-40B4-BE49-F238E27FC236}">
                  <a16:creationId xmlns:a16="http://schemas.microsoft.com/office/drawing/2014/main" id="{BABC81EC-3CE6-1DCC-E836-79BD7EBC79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844" name="Oval 1583">
                <a:extLst>
                  <a:ext uri="{FF2B5EF4-FFF2-40B4-BE49-F238E27FC236}">
                    <a16:creationId xmlns:a16="http://schemas.microsoft.com/office/drawing/2014/main" id="{42BBB8A2-4613-2C4F-07B4-B9FD3C4D45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45" name="Oval 1584">
                <a:extLst>
                  <a:ext uri="{FF2B5EF4-FFF2-40B4-BE49-F238E27FC236}">
                    <a16:creationId xmlns:a16="http://schemas.microsoft.com/office/drawing/2014/main" id="{FE16B464-C1BA-53F4-08C4-EC8D38B47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46" name="Freeform 1585">
                <a:extLst>
                  <a:ext uri="{FF2B5EF4-FFF2-40B4-BE49-F238E27FC236}">
                    <a16:creationId xmlns:a16="http://schemas.microsoft.com/office/drawing/2014/main" id="{85BB580D-BBC2-460D-7ACC-8257147F38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7" name="Freeform 1586">
                <a:extLst>
                  <a:ext uri="{FF2B5EF4-FFF2-40B4-BE49-F238E27FC236}">
                    <a16:creationId xmlns:a16="http://schemas.microsoft.com/office/drawing/2014/main" id="{F68E69D2-4D3B-6E44-81F3-CF1CB03B86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8" name="Freeform 1587">
                <a:extLst>
                  <a:ext uri="{FF2B5EF4-FFF2-40B4-BE49-F238E27FC236}">
                    <a16:creationId xmlns:a16="http://schemas.microsoft.com/office/drawing/2014/main" id="{B2B34671-65C5-6BE7-6B6A-F418C6AAE3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9" name="Oval 1588">
                <a:extLst>
                  <a:ext uri="{FF2B5EF4-FFF2-40B4-BE49-F238E27FC236}">
                    <a16:creationId xmlns:a16="http://schemas.microsoft.com/office/drawing/2014/main" id="{7D9C9B3E-D8F4-430E-8800-3B393C8D52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23" name="Group 1589">
              <a:extLst>
                <a:ext uri="{FF2B5EF4-FFF2-40B4-BE49-F238E27FC236}">
                  <a16:creationId xmlns:a16="http://schemas.microsoft.com/office/drawing/2014/main" id="{A2914425-3505-F931-735D-F2689D3CF34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838" name="Oval 1590">
                <a:extLst>
                  <a:ext uri="{FF2B5EF4-FFF2-40B4-BE49-F238E27FC236}">
                    <a16:creationId xmlns:a16="http://schemas.microsoft.com/office/drawing/2014/main" id="{8BDEBB53-473B-7C75-631B-4E7AB64CCB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39" name="Oval 1591">
                <a:extLst>
                  <a:ext uri="{FF2B5EF4-FFF2-40B4-BE49-F238E27FC236}">
                    <a16:creationId xmlns:a16="http://schemas.microsoft.com/office/drawing/2014/main" id="{D36C0C2A-6D43-CAEB-BD54-4E82304CA9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40" name="Freeform 1592">
                <a:extLst>
                  <a:ext uri="{FF2B5EF4-FFF2-40B4-BE49-F238E27FC236}">
                    <a16:creationId xmlns:a16="http://schemas.microsoft.com/office/drawing/2014/main" id="{7C4C1F31-8A45-B29F-6B64-1906661876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1" name="Freeform 1593">
                <a:extLst>
                  <a:ext uri="{FF2B5EF4-FFF2-40B4-BE49-F238E27FC236}">
                    <a16:creationId xmlns:a16="http://schemas.microsoft.com/office/drawing/2014/main" id="{8523E2B6-D4D5-2BA4-77F8-4C286A98F7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2" name="Freeform 1594">
                <a:extLst>
                  <a:ext uri="{FF2B5EF4-FFF2-40B4-BE49-F238E27FC236}">
                    <a16:creationId xmlns:a16="http://schemas.microsoft.com/office/drawing/2014/main" id="{70DB9F20-1527-82A8-3091-8C306D7D55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3" name="Oval 1595">
                <a:extLst>
                  <a:ext uri="{FF2B5EF4-FFF2-40B4-BE49-F238E27FC236}">
                    <a16:creationId xmlns:a16="http://schemas.microsoft.com/office/drawing/2014/main" id="{BD3FEF69-1B0D-5631-70DC-E789D65D97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24" name="Group 1596">
              <a:extLst>
                <a:ext uri="{FF2B5EF4-FFF2-40B4-BE49-F238E27FC236}">
                  <a16:creationId xmlns:a16="http://schemas.microsoft.com/office/drawing/2014/main" id="{402912C1-845B-818C-7914-10DB812C2D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832" name="Oval 1597">
                <a:extLst>
                  <a:ext uri="{FF2B5EF4-FFF2-40B4-BE49-F238E27FC236}">
                    <a16:creationId xmlns:a16="http://schemas.microsoft.com/office/drawing/2014/main" id="{F1C59EE5-9018-23D9-5636-A18D911860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33" name="Oval 1598">
                <a:extLst>
                  <a:ext uri="{FF2B5EF4-FFF2-40B4-BE49-F238E27FC236}">
                    <a16:creationId xmlns:a16="http://schemas.microsoft.com/office/drawing/2014/main" id="{DDA5CEED-7BD1-E698-8A5A-1D21BFFF84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34" name="Freeform 1599">
                <a:extLst>
                  <a:ext uri="{FF2B5EF4-FFF2-40B4-BE49-F238E27FC236}">
                    <a16:creationId xmlns:a16="http://schemas.microsoft.com/office/drawing/2014/main" id="{0845010A-1038-7F60-B0B1-1D7DB5E586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5" name="Freeform 1600">
                <a:extLst>
                  <a:ext uri="{FF2B5EF4-FFF2-40B4-BE49-F238E27FC236}">
                    <a16:creationId xmlns:a16="http://schemas.microsoft.com/office/drawing/2014/main" id="{8749338E-530A-5C8C-F9F3-DB6A672D9E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6" name="Freeform 1601">
                <a:extLst>
                  <a:ext uri="{FF2B5EF4-FFF2-40B4-BE49-F238E27FC236}">
                    <a16:creationId xmlns:a16="http://schemas.microsoft.com/office/drawing/2014/main" id="{5AEADC0A-3B0C-A7A9-3EA9-924FE3DE31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7" name="Oval 1602">
                <a:extLst>
                  <a:ext uri="{FF2B5EF4-FFF2-40B4-BE49-F238E27FC236}">
                    <a16:creationId xmlns:a16="http://schemas.microsoft.com/office/drawing/2014/main" id="{F0FFDEED-0BA3-5529-7177-CC71165326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25" name="Group 1603">
              <a:extLst>
                <a:ext uri="{FF2B5EF4-FFF2-40B4-BE49-F238E27FC236}">
                  <a16:creationId xmlns:a16="http://schemas.microsoft.com/office/drawing/2014/main" id="{7280B16D-5691-FE43-2EF8-93773B67D8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826" name="Oval 1604">
                <a:extLst>
                  <a:ext uri="{FF2B5EF4-FFF2-40B4-BE49-F238E27FC236}">
                    <a16:creationId xmlns:a16="http://schemas.microsoft.com/office/drawing/2014/main" id="{6BB372FC-58F9-538E-2911-CBEF739385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7" name="Oval 1605">
                <a:extLst>
                  <a:ext uri="{FF2B5EF4-FFF2-40B4-BE49-F238E27FC236}">
                    <a16:creationId xmlns:a16="http://schemas.microsoft.com/office/drawing/2014/main" id="{EE2FBC4E-3716-85B9-60DD-1D88727F4B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8" name="Freeform 1606">
                <a:extLst>
                  <a:ext uri="{FF2B5EF4-FFF2-40B4-BE49-F238E27FC236}">
                    <a16:creationId xmlns:a16="http://schemas.microsoft.com/office/drawing/2014/main" id="{2CD7C0EC-42BF-15A2-BB65-4C6454A57D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9" name="Freeform 1607">
                <a:extLst>
                  <a:ext uri="{FF2B5EF4-FFF2-40B4-BE49-F238E27FC236}">
                    <a16:creationId xmlns:a16="http://schemas.microsoft.com/office/drawing/2014/main" id="{24FA3907-77DE-EBCC-7619-3C24FA1163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0" name="Freeform 1608">
                <a:extLst>
                  <a:ext uri="{FF2B5EF4-FFF2-40B4-BE49-F238E27FC236}">
                    <a16:creationId xmlns:a16="http://schemas.microsoft.com/office/drawing/2014/main" id="{DAD80960-A423-A873-26FF-E516E0430B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1" name="Oval 1609">
                <a:extLst>
                  <a:ext uri="{FF2B5EF4-FFF2-40B4-BE49-F238E27FC236}">
                    <a16:creationId xmlns:a16="http://schemas.microsoft.com/office/drawing/2014/main" id="{899BB749-625A-79B0-3C6A-765E06C23F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2018" name="CuadroTexto 2017">
            <a:extLst>
              <a:ext uri="{FF2B5EF4-FFF2-40B4-BE49-F238E27FC236}">
                <a16:creationId xmlns:a16="http://schemas.microsoft.com/office/drawing/2014/main" id="{0F2D3A53-040C-BF1F-6F12-E4E513599295}"/>
              </a:ext>
            </a:extLst>
          </p:cNvPr>
          <p:cNvSpPr txBox="1"/>
          <p:nvPr/>
        </p:nvSpPr>
        <p:spPr>
          <a:xfrm>
            <a:off x="6091003" y="7396309"/>
            <a:ext cx="1468672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Propionato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Pirimidinas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Cisteína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Valina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Isoleucina (en parte)</a:t>
            </a:r>
          </a:p>
        </p:txBody>
      </p:sp>
      <p:cxnSp>
        <p:nvCxnSpPr>
          <p:cNvPr id="2019" name="Conector: angular 2018">
            <a:extLst>
              <a:ext uri="{FF2B5EF4-FFF2-40B4-BE49-F238E27FC236}">
                <a16:creationId xmlns:a16="http://schemas.microsoft.com/office/drawing/2014/main" id="{BCC455E4-078B-792E-9CF6-D5325EFBF87D}"/>
              </a:ext>
            </a:extLst>
          </p:cNvPr>
          <p:cNvCxnSpPr>
            <a:cxnSpLocks/>
            <a:stCxn id="2018" idx="1"/>
            <a:endCxn id="1535" idx="3"/>
          </p:cNvCxnSpPr>
          <p:nvPr/>
        </p:nvCxnSpPr>
        <p:spPr>
          <a:xfrm rot="10800000" flipV="1">
            <a:off x="4275011" y="8034946"/>
            <a:ext cx="1815993" cy="492766"/>
          </a:xfrm>
          <a:prstGeom prst="bentConnector3">
            <a:avLst>
              <a:gd name="adj1" fmla="val 40547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2" name="CuadroTexto 2021">
            <a:extLst>
              <a:ext uri="{FF2B5EF4-FFF2-40B4-BE49-F238E27FC236}">
                <a16:creationId xmlns:a16="http://schemas.microsoft.com/office/drawing/2014/main" id="{4F788582-2A6F-9EE4-A8E7-2B9AA3BC5719}"/>
              </a:ext>
            </a:extLst>
          </p:cNvPr>
          <p:cNvSpPr txBox="1"/>
          <p:nvPr/>
        </p:nvSpPr>
        <p:spPr>
          <a:xfrm>
            <a:off x="6433803" y="5663623"/>
            <a:ext cx="6575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Alanina</a:t>
            </a:r>
          </a:p>
        </p:txBody>
      </p:sp>
      <p:sp>
        <p:nvSpPr>
          <p:cNvPr id="2028" name="CuadroTexto 2027">
            <a:extLst>
              <a:ext uri="{FF2B5EF4-FFF2-40B4-BE49-F238E27FC236}">
                <a16:creationId xmlns:a16="http://schemas.microsoft.com/office/drawing/2014/main" id="{533B8583-2935-7757-7333-2C4DA289FA28}"/>
              </a:ext>
            </a:extLst>
          </p:cNvPr>
          <p:cNvSpPr txBox="1"/>
          <p:nvPr/>
        </p:nvSpPr>
        <p:spPr>
          <a:xfrm>
            <a:off x="5349075" y="5819497"/>
            <a:ext cx="17344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Alanina aminotransferasa</a:t>
            </a:r>
          </a:p>
        </p:txBody>
      </p:sp>
      <p:sp>
        <p:nvSpPr>
          <p:cNvPr id="2029" name="CuadroTexto 2028">
            <a:extLst>
              <a:ext uri="{FF2B5EF4-FFF2-40B4-BE49-F238E27FC236}">
                <a16:creationId xmlns:a16="http://schemas.microsoft.com/office/drawing/2014/main" id="{5AA52A47-A662-7144-1032-6F8078789DC9}"/>
              </a:ext>
            </a:extLst>
          </p:cNvPr>
          <p:cNvSpPr txBox="1"/>
          <p:nvPr/>
        </p:nvSpPr>
        <p:spPr>
          <a:xfrm>
            <a:off x="5553004" y="5435402"/>
            <a:ext cx="11592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α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Cetoglutarato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0" name="CuadroTexto 2029">
            <a:extLst>
              <a:ext uri="{FF2B5EF4-FFF2-40B4-BE49-F238E27FC236}">
                <a16:creationId xmlns:a16="http://schemas.microsoft.com/office/drawing/2014/main" id="{BECFF5E7-5AD9-BAC2-C9E1-6DE42A2D5F3E}"/>
              </a:ext>
            </a:extLst>
          </p:cNvPr>
          <p:cNvSpPr txBox="1"/>
          <p:nvPr/>
        </p:nvSpPr>
        <p:spPr>
          <a:xfrm>
            <a:off x="5517169" y="6231734"/>
            <a:ext cx="8338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Glutamato</a:t>
            </a:r>
          </a:p>
        </p:txBody>
      </p:sp>
      <p:cxnSp>
        <p:nvCxnSpPr>
          <p:cNvPr id="2031" name="Conector: curvado 2030">
            <a:extLst>
              <a:ext uri="{FF2B5EF4-FFF2-40B4-BE49-F238E27FC236}">
                <a16:creationId xmlns:a16="http://schemas.microsoft.com/office/drawing/2014/main" id="{FC07EB73-02D8-EE3A-16C8-1C6172122422}"/>
              </a:ext>
            </a:extLst>
          </p:cNvPr>
          <p:cNvCxnSpPr>
            <a:cxnSpLocks/>
            <a:stCxn id="2029" idx="2"/>
          </p:cNvCxnSpPr>
          <p:nvPr/>
        </p:nvCxnSpPr>
        <p:spPr>
          <a:xfrm rot="5400000">
            <a:off x="5954130" y="5625172"/>
            <a:ext cx="106680" cy="250360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4" name="Conector: curvado 2033">
            <a:extLst>
              <a:ext uri="{FF2B5EF4-FFF2-40B4-BE49-F238E27FC236}">
                <a16:creationId xmlns:a16="http://schemas.microsoft.com/office/drawing/2014/main" id="{71F6028F-DC6D-BA8D-B4CF-C3303EBDB52B}"/>
              </a:ext>
            </a:extLst>
          </p:cNvPr>
          <p:cNvCxnSpPr>
            <a:cxnSpLocks/>
            <a:endCxn id="2030" idx="1"/>
          </p:cNvCxnSpPr>
          <p:nvPr/>
        </p:nvCxnSpPr>
        <p:spPr>
          <a:xfrm rot="16200000" flipH="1">
            <a:off x="5333718" y="6179088"/>
            <a:ext cx="201736" cy="16516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3" name="Conector: angular 2022">
            <a:extLst>
              <a:ext uri="{FF2B5EF4-FFF2-40B4-BE49-F238E27FC236}">
                <a16:creationId xmlns:a16="http://schemas.microsoft.com/office/drawing/2014/main" id="{50C81DA7-6DB4-EE47-5531-A18D2C750ADB}"/>
              </a:ext>
            </a:extLst>
          </p:cNvPr>
          <p:cNvCxnSpPr>
            <a:cxnSpLocks/>
            <a:stCxn id="2022" idx="1"/>
            <a:endCxn id="1535" idx="3"/>
          </p:cNvCxnSpPr>
          <p:nvPr/>
        </p:nvCxnSpPr>
        <p:spPr>
          <a:xfrm rot="10800000" flipV="1">
            <a:off x="4275011" y="5794428"/>
            <a:ext cx="2158793" cy="2733284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8" name="CuadroTexto 2037">
            <a:extLst>
              <a:ext uri="{FF2B5EF4-FFF2-40B4-BE49-F238E27FC236}">
                <a16:creationId xmlns:a16="http://schemas.microsoft.com/office/drawing/2014/main" id="{68BEF7D6-0AD0-AD34-B3AF-FDCA75B5473C}"/>
              </a:ext>
            </a:extLst>
          </p:cNvPr>
          <p:cNvSpPr txBox="1"/>
          <p:nvPr/>
        </p:nvSpPr>
        <p:spPr>
          <a:xfrm>
            <a:off x="6447504" y="6843800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Lactato</a:t>
            </a:r>
          </a:p>
        </p:txBody>
      </p:sp>
      <p:sp>
        <p:nvSpPr>
          <p:cNvPr id="2044" name="CuadroTexto 2043">
            <a:extLst>
              <a:ext uri="{FF2B5EF4-FFF2-40B4-BE49-F238E27FC236}">
                <a16:creationId xmlns:a16="http://schemas.microsoft.com/office/drawing/2014/main" id="{60C6BF65-B03D-AD51-09BB-903E92891ADD}"/>
              </a:ext>
            </a:extLst>
          </p:cNvPr>
          <p:cNvSpPr txBox="1"/>
          <p:nvPr/>
        </p:nvSpPr>
        <p:spPr>
          <a:xfrm>
            <a:off x="5694603" y="6613255"/>
            <a:ext cx="5870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NADH</a:t>
            </a:r>
          </a:p>
        </p:txBody>
      </p:sp>
      <p:cxnSp>
        <p:nvCxnSpPr>
          <p:cNvPr id="2045" name="Conector: curvado 2044">
            <a:extLst>
              <a:ext uri="{FF2B5EF4-FFF2-40B4-BE49-F238E27FC236}">
                <a16:creationId xmlns:a16="http://schemas.microsoft.com/office/drawing/2014/main" id="{3568FD71-C43A-9C7E-9E31-592E2D8D567F}"/>
              </a:ext>
            </a:extLst>
          </p:cNvPr>
          <p:cNvCxnSpPr>
            <a:cxnSpLocks/>
            <a:stCxn id="2044" idx="2"/>
          </p:cNvCxnSpPr>
          <p:nvPr/>
        </p:nvCxnSpPr>
        <p:spPr>
          <a:xfrm rot="5400000">
            <a:off x="5814718" y="6804734"/>
            <a:ext cx="103265" cy="24352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8" name="CuadroTexto 2047">
            <a:extLst>
              <a:ext uri="{FF2B5EF4-FFF2-40B4-BE49-F238E27FC236}">
                <a16:creationId xmlns:a16="http://schemas.microsoft.com/office/drawing/2014/main" id="{7F2DC215-78A3-B510-F863-5DD2B7758875}"/>
              </a:ext>
            </a:extLst>
          </p:cNvPr>
          <p:cNvSpPr txBox="1"/>
          <p:nvPr/>
        </p:nvSpPr>
        <p:spPr>
          <a:xfrm>
            <a:off x="5559967" y="7346573"/>
            <a:ext cx="4844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</a:t>
            </a:r>
          </a:p>
        </p:txBody>
      </p:sp>
      <p:cxnSp>
        <p:nvCxnSpPr>
          <p:cNvPr id="2050" name="Conector: curvado 2049">
            <a:extLst>
              <a:ext uri="{FF2B5EF4-FFF2-40B4-BE49-F238E27FC236}">
                <a16:creationId xmlns:a16="http://schemas.microsoft.com/office/drawing/2014/main" id="{B76BA80D-75D0-B274-CF6C-759FD4B423A6}"/>
              </a:ext>
            </a:extLst>
          </p:cNvPr>
          <p:cNvCxnSpPr>
            <a:cxnSpLocks/>
            <a:endCxn id="2048" idx="1"/>
          </p:cNvCxnSpPr>
          <p:nvPr/>
        </p:nvCxnSpPr>
        <p:spPr>
          <a:xfrm rot="16200000" flipH="1">
            <a:off x="5355025" y="7272435"/>
            <a:ext cx="210071" cy="19981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9" name="Conector: angular 2038">
            <a:extLst>
              <a:ext uri="{FF2B5EF4-FFF2-40B4-BE49-F238E27FC236}">
                <a16:creationId xmlns:a16="http://schemas.microsoft.com/office/drawing/2014/main" id="{ACA41A1F-B841-03FC-B1D6-F8F57FF175AC}"/>
              </a:ext>
            </a:extLst>
          </p:cNvPr>
          <p:cNvCxnSpPr>
            <a:cxnSpLocks/>
            <a:stCxn id="2038" idx="1"/>
            <a:endCxn id="1535" idx="3"/>
          </p:cNvCxnSpPr>
          <p:nvPr/>
        </p:nvCxnSpPr>
        <p:spPr>
          <a:xfrm rot="10800000" flipV="1">
            <a:off x="4275010" y="6974604"/>
            <a:ext cx="2172494" cy="1553107"/>
          </a:xfrm>
          <a:prstGeom prst="bentConnector3">
            <a:avLst>
              <a:gd name="adj1" fmla="val 50000"/>
            </a:avLst>
          </a:prstGeom>
          <a:ln>
            <a:solidFill>
              <a:schemeClr val="accent5">
                <a:lumMod val="40000"/>
                <a:lumOff val="6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8" name="CuadroTexto 1487">
            <a:extLst>
              <a:ext uri="{FF2B5EF4-FFF2-40B4-BE49-F238E27FC236}">
                <a16:creationId xmlns:a16="http://schemas.microsoft.com/office/drawing/2014/main" id="{33FB6483-0CA9-7E98-4308-F16A1A4B190E}"/>
              </a:ext>
            </a:extLst>
          </p:cNvPr>
          <p:cNvSpPr txBox="1"/>
          <p:nvPr/>
        </p:nvSpPr>
        <p:spPr>
          <a:xfrm>
            <a:off x="5346170" y="6972856"/>
            <a:ext cx="15670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Lactato deshidrogenasa</a:t>
            </a:r>
          </a:p>
        </p:txBody>
      </p:sp>
    </p:spTree>
    <p:extLst>
      <p:ext uri="{BB962C8B-B14F-4D97-AF65-F5344CB8AC3E}">
        <p14:creationId xmlns:p14="http://schemas.microsoft.com/office/powerpoint/2010/main" val="1151029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</Words>
  <Application>Microsoft Office PowerPoint</Application>
  <PresentationFormat>Personalizado</PresentationFormat>
  <Paragraphs>86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26</cp:revision>
  <dcterms:created xsi:type="dcterms:W3CDTF">2025-10-09T08:39:27Z</dcterms:created>
  <dcterms:modified xsi:type="dcterms:W3CDTF">2025-10-14T15:36:15Z</dcterms:modified>
</cp:coreProperties>
</file>