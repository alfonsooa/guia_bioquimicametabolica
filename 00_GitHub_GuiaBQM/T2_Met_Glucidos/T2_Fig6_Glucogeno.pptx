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13" d="100"/>
          <a:sy n="213" d="100"/>
        </p:scale>
        <p:origin x="-48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DB19282-BA51-1F58-7B1D-090352240533}"/>
              </a:ext>
            </a:extLst>
          </p:cNvPr>
          <p:cNvSpPr txBox="1"/>
          <p:nvPr/>
        </p:nvSpPr>
        <p:spPr>
          <a:xfrm>
            <a:off x="4110383" y="27065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grpSp>
        <p:nvGrpSpPr>
          <p:cNvPr id="3" name="Group 1385">
            <a:extLst>
              <a:ext uri="{FF2B5EF4-FFF2-40B4-BE49-F238E27FC236}">
                <a16:creationId xmlns:a16="http://schemas.microsoft.com/office/drawing/2014/main" id="{CA4D81AD-BE73-7465-0685-73B22F86D3D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4" name="Group 1386">
              <a:extLst>
                <a:ext uri="{FF2B5EF4-FFF2-40B4-BE49-F238E27FC236}">
                  <a16:creationId xmlns:a16="http://schemas.microsoft.com/office/drawing/2014/main" id="{971BFFBB-E34A-73F6-6D44-943535D6C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2" name="Oval 1387">
                <a:extLst>
                  <a:ext uri="{FF2B5EF4-FFF2-40B4-BE49-F238E27FC236}">
                    <a16:creationId xmlns:a16="http://schemas.microsoft.com/office/drawing/2014/main" id="{E80D0D92-7352-D922-6A3A-2D601095E0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" name="Oval 1388">
                <a:extLst>
                  <a:ext uri="{FF2B5EF4-FFF2-40B4-BE49-F238E27FC236}">
                    <a16:creationId xmlns:a16="http://schemas.microsoft.com/office/drawing/2014/main" id="{5457C413-8B98-F89E-FA40-415DA38BF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Freeform 1389">
                <a:extLst>
                  <a:ext uri="{FF2B5EF4-FFF2-40B4-BE49-F238E27FC236}">
                    <a16:creationId xmlns:a16="http://schemas.microsoft.com/office/drawing/2014/main" id="{B7440241-203F-E55C-CA8F-A7FE0F3694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390">
                <a:extLst>
                  <a:ext uri="{FF2B5EF4-FFF2-40B4-BE49-F238E27FC236}">
                    <a16:creationId xmlns:a16="http://schemas.microsoft.com/office/drawing/2014/main" id="{E434EEFE-886A-2AB0-B9DD-D705A955DD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391">
                <a:extLst>
                  <a:ext uri="{FF2B5EF4-FFF2-40B4-BE49-F238E27FC236}">
                    <a16:creationId xmlns:a16="http://schemas.microsoft.com/office/drawing/2014/main" id="{F20720EC-7549-6D4F-FD60-E140607056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Oval 1392">
                <a:extLst>
                  <a:ext uri="{FF2B5EF4-FFF2-40B4-BE49-F238E27FC236}">
                    <a16:creationId xmlns:a16="http://schemas.microsoft.com/office/drawing/2014/main" id="{01B8699D-DB61-ADD6-A48A-5065AA819D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" name="Group 1393">
              <a:extLst>
                <a:ext uri="{FF2B5EF4-FFF2-40B4-BE49-F238E27FC236}">
                  <a16:creationId xmlns:a16="http://schemas.microsoft.com/office/drawing/2014/main" id="{CF0609BA-8D24-8B8C-E0DC-2373D9FA99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16" name="Oval 1394">
                <a:extLst>
                  <a:ext uri="{FF2B5EF4-FFF2-40B4-BE49-F238E27FC236}">
                    <a16:creationId xmlns:a16="http://schemas.microsoft.com/office/drawing/2014/main" id="{8075318A-AF30-F70F-0254-3A2F71D081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" name="Oval 1395">
                <a:extLst>
                  <a:ext uri="{FF2B5EF4-FFF2-40B4-BE49-F238E27FC236}">
                    <a16:creationId xmlns:a16="http://schemas.microsoft.com/office/drawing/2014/main" id="{94A43361-43F8-E89A-C9B0-08747F74E9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Freeform 1396">
                <a:extLst>
                  <a:ext uri="{FF2B5EF4-FFF2-40B4-BE49-F238E27FC236}">
                    <a16:creationId xmlns:a16="http://schemas.microsoft.com/office/drawing/2014/main" id="{34736ACF-0721-97BD-B7B4-403AEBDA7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397">
                <a:extLst>
                  <a:ext uri="{FF2B5EF4-FFF2-40B4-BE49-F238E27FC236}">
                    <a16:creationId xmlns:a16="http://schemas.microsoft.com/office/drawing/2014/main" id="{9AD41B93-D243-B7FA-3F06-BC58D3604C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398">
                <a:extLst>
                  <a:ext uri="{FF2B5EF4-FFF2-40B4-BE49-F238E27FC236}">
                    <a16:creationId xmlns:a16="http://schemas.microsoft.com/office/drawing/2014/main" id="{26D45C9E-D409-9EE9-370A-F9939942EB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Oval 1399">
                <a:extLst>
                  <a:ext uri="{FF2B5EF4-FFF2-40B4-BE49-F238E27FC236}">
                    <a16:creationId xmlns:a16="http://schemas.microsoft.com/office/drawing/2014/main" id="{22987527-FA03-8F99-DF88-C68A6F9ADF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400">
              <a:extLst>
                <a:ext uri="{FF2B5EF4-FFF2-40B4-BE49-F238E27FC236}">
                  <a16:creationId xmlns:a16="http://schemas.microsoft.com/office/drawing/2014/main" id="{FE2363A7-7323-71B0-6676-F4EDF6D146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0" name="Oval 1401">
                <a:extLst>
                  <a:ext uri="{FF2B5EF4-FFF2-40B4-BE49-F238E27FC236}">
                    <a16:creationId xmlns:a16="http://schemas.microsoft.com/office/drawing/2014/main" id="{4CC55161-5175-F329-DBCF-932660FA83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" name="Oval 1402">
                <a:extLst>
                  <a:ext uri="{FF2B5EF4-FFF2-40B4-BE49-F238E27FC236}">
                    <a16:creationId xmlns:a16="http://schemas.microsoft.com/office/drawing/2014/main" id="{807AFDD3-16AA-C99F-EB5C-14BD3BB80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Freeform 1403">
                <a:extLst>
                  <a:ext uri="{FF2B5EF4-FFF2-40B4-BE49-F238E27FC236}">
                    <a16:creationId xmlns:a16="http://schemas.microsoft.com/office/drawing/2014/main" id="{1AB08D3F-DEB9-1D26-E8D3-4C57F6E63B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404">
                <a:extLst>
                  <a:ext uri="{FF2B5EF4-FFF2-40B4-BE49-F238E27FC236}">
                    <a16:creationId xmlns:a16="http://schemas.microsoft.com/office/drawing/2014/main" id="{4221DA6E-5AAB-56E8-D925-9C6A8BA702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05">
                <a:extLst>
                  <a:ext uri="{FF2B5EF4-FFF2-40B4-BE49-F238E27FC236}">
                    <a16:creationId xmlns:a16="http://schemas.microsoft.com/office/drawing/2014/main" id="{C7C78F57-03A2-5AA8-C8C5-8DF48C7B59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Oval 1406">
                <a:extLst>
                  <a:ext uri="{FF2B5EF4-FFF2-40B4-BE49-F238E27FC236}">
                    <a16:creationId xmlns:a16="http://schemas.microsoft.com/office/drawing/2014/main" id="{6EC1C2C1-DB67-24EA-0F7B-BABA151E98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7">
              <a:extLst>
                <a:ext uri="{FF2B5EF4-FFF2-40B4-BE49-F238E27FC236}">
                  <a16:creationId xmlns:a16="http://schemas.microsoft.com/office/drawing/2014/main" id="{975B84D0-7394-1475-EC7C-D7E883EA91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4" name="Oval 1408">
                <a:extLst>
                  <a:ext uri="{FF2B5EF4-FFF2-40B4-BE49-F238E27FC236}">
                    <a16:creationId xmlns:a16="http://schemas.microsoft.com/office/drawing/2014/main" id="{1BCD7722-A9C4-0860-860F-8568E2B85F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" name="Oval 1409">
                <a:extLst>
                  <a:ext uri="{FF2B5EF4-FFF2-40B4-BE49-F238E27FC236}">
                    <a16:creationId xmlns:a16="http://schemas.microsoft.com/office/drawing/2014/main" id="{0876E088-6D41-B326-78BB-634A25A7A2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Freeform 1410">
                <a:extLst>
                  <a:ext uri="{FF2B5EF4-FFF2-40B4-BE49-F238E27FC236}">
                    <a16:creationId xmlns:a16="http://schemas.microsoft.com/office/drawing/2014/main" id="{21DE3F8A-2530-EAF1-4940-0888AD263A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411">
                <a:extLst>
                  <a:ext uri="{FF2B5EF4-FFF2-40B4-BE49-F238E27FC236}">
                    <a16:creationId xmlns:a16="http://schemas.microsoft.com/office/drawing/2014/main" id="{F25BE3C3-FB65-F76A-5B4A-6C28440B56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12">
                <a:extLst>
                  <a:ext uri="{FF2B5EF4-FFF2-40B4-BE49-F238E27FC236}">
                    <a16:creationId xmlns:a16="http://schemas.microsoft.com/office/drawing/2014/main" id="{37D8D803-4AD5-357E-2023-CFC765B732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Oval 1413">
                <a:extLst>
                  <a:ext uri="{FF2B5EF4-FFF2-40B4-BE49-F238E27FC236}">
                    <a16:creationId xmlns:a16="http://schemas.microsoft.com/office/drawing/2014/main" id="{CC9E463D-2F65-AC7E-4F61-0FB1E449A6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14">
              <a:extLst>
                <a:ext uri="{FF2B5EF4-FFF2-40B4-BE49-F238E27FC236}">
                  <a16:creationId xmlns:a16="http://schemas.microsoft.com/office/drawing/2014/main" id="{FD84D8AB-FAEF-80C3-8B2A-410D5972CE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98" name="Oval 1415">
                <a:extLst>
                  <a:ext uri="{FF2B5EF4-FFF2-40B4-BE49-F238E27FC236}">
                    <a16:creationId xmlns:a16="http://schemas.microsoft.com/office/drawing/2014/main" id="{4C155B94-DEBE-087C-15EF-46A476B7D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" name="Oval 1416">
                <a:extLst>
                  <a:ext uri="{FF2B5EF4-FFF2-40B4-BE49-F238E27FC236}">
                    <a16:creationId xmlns:a16="http://schemas.microsoft.com/office/drawing/2014/main" id="{1682E058-F3A9-88B1-101D-21496783BB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Freeform 1417">
                <a:extLst>
                  <a:ext uri="{FF2B5EF4-FFF2-40B4-BE49-F238E27FC236}">
                    <a16:creationId xmlns:a16="http://schemas.microsoft.com/office/drawing/2014/main" id="{283E4193-BAE4-17ED-325B-1C9D0D9332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418">
                <a:extLst>
                  <a:ext uri="{FF2B5EF4-FFF2-40B4-BE49-F238E27FC236}">
                    <a16:creationId xmlns:a16="http://schemas.microsoft.com/office/drawing/2014/main" id="{A0038637-A994-F842-BFAA-87B879E6BB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19">
                <a:extLst>
                  <a:ext uri="{FF2B5EF4-FFF2-40B4-BE49-F238E27FC236}">
                    <a16:creationId xmlns:a16="http://schemas.microsoft.com/office/drawing/2014/main" id="{9DCA3697-1A4F-38E4-372E-476F71FC5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Oval 1420">
                <a:extLst>
                  <a:ext uri="{FF2B5EF4-FFF2-40B4-BE49-F238E27FC236}">
                    <a16:creationId xmlns:a16="http://schemas.microsoft.com/office/drawing/2014/main" id="{48518D34-C687-A4D9-87EA-DC10A404E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21">
              <a:extLst>
                <a:ext uri="{FF2B5EF4-FFF2-40B4-BE49-F238E27FC236}">
                  <a16:creationId xmlns:a16="http://schemas.microsoft.com/office/drawing/2014/main" id="{43B7F72A-5823-B9F1-71EE-6A36F82B02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2" name="Oval 1422">
                <a:extLst>
                  <a:ext uri="{FF2B5EF4-FFF2-40B4-BE49-F238E27FC236}">
                    <a16:creationId xmlns:a16="http://schemas.microsoft.com/office/drawing/2014/main" id="{4BBFE0D3-2703-75A9-157B-8620EF0FB7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" name="Oval 1423">
                <a:extLst>
                  <a:ext uri="{FF2B5EF4-FFF2-40B4-BE49-F238E27FC236}">
                    <a16:creationId xmlns:a16="http://schemas.microsoft.com/office/drawing/2014/main" id="{BC42D101-5551-CB5D-3DDA-F0803BF705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Freeform 1424">
                <a:extLst>
                  <a:ext uri="{FF2B5EF4-FFF2-40B4-BE49-F238E27FC236}">
                    <a16:creationId xmlns:a16="http://schemas.microsoft.com/office/drawing/2014/main" id="{A5DA4B6F-8BE7-4210-1A7C-353180630A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425">
                <a:extLst>
                  <a:ext uri="{FF2B5EF4-FFF2-40B4-BE49-F238E27FC236}">
                    <a16:creationId xmlns:a16="http://schemas.microsoft.com/office/drawing/2014/main" id="{CE0BA779-39A2-8D76-5703-E9F9CB75EE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26">
                <a:extLst>
                  <a:ext uri="{FF2B5EF4-FFF2-40B4-BE49-F238E27FC236}">
                    <a16:creationId xmlns:a16="http://schemas.microsoft.com/office/drawing/2014/main" id="{99956AEE-13EE-123C-D903-3B9093882F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Oval 1427">
                <a:extLst>
                  <a:ext uri="{FF2B5EF4-FFF2-40B4-BE49-F238E27FC236}">
                    <a16:creationId xmlns:a16="http://schemas.microsoft.com/office/drawing/2014/main" id="{25DC764B-4093-3856-EB3E-62C8BEFE91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8">
              <a:extLst>
                <a:ext uri="{FF2B5EF4-FFF2-40B4-BE49-F238E27FC236}">
                  <a16:creationId xmlns:a16="http://schemas.microsoft.com/office/drawing/2014/main" id="{7671FD8E-94A4-08C3-B6B7-982777790A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86" name="Oval 1429">
                <a:extLst>
                  <a:ext uri="{FF2B5EF4-FFF2-40B4-BE49-F238E27FC236}">
                    <a16:creationId xmlns:a16="http://schemas.microsoft.com/office/drawing/2014/main" id="{19E8C923-89FB-7605-0AD0-25E75B41AE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" name="Oval 1430">
                <a:extLst>
                  <a:ext uri="{FF2B5EF4-FFF2-40B4-BE49-F238E27FC236}">
                    <a16:creationId xmlns:a16="http://schemas.microsoft.com/office/drawing/2014/main" id="{4EE5096E-3B5C-7BA6-C51E-0B10D8F9E0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Freeform 1431">
                <a:extLst>
                  <a:ext uri="{FF2B5EF4-FFF2-40B4-BE49-F238E27FC236}">
                    <a16:creationId xmlns:a16="http://schemas.microsoft.com/office/drawing/2014/main" id="{485F3C76-2F7E-42EA-D52D-5867FD1F53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432">
                <a:extLst>
                  <a:ext uri="{FF2B5EF4-FFF2-40B4-BE49-F238E27FC236}">
                    <a16:creationId xmlns:a16="http://schemas.microsoft.com/office/drawing/2014/main" id="{E54AB2B8-9526-F91C-F359-F5F6523429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33">
                <a:extLst>
                  <a:ext uri="{FF2B5EF4-FFF2-40B4-BE49-F238E27FC236}">
                    <a16:creationId xmlns:a16="http://schemas.microsoft.com/office/drawing/2014/main" id="{BFA98E71-4C35-EDE2-785B-AFBAFC4B90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Oval 1434">
                <a:extLst>
                  <a:ext uri="{FF2B5EF4-FFF2-40B4-BE49-F238E27FC236}">
                    <a16:creationId xmlns:a16="http://schemas.microsoft.com/office/drawing/2014/main" id="{9388264E-E91F-F948-098A-0C38F0D46D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35">
              <a:extLst>
                <a:ext uri="{FF2B5EF4-FFF2-40B4-BE49-F238E27FC236}">
                  <a16:creationId xmlns:a16="http://schemas.microsoft.com/office/drawing/2014/main" id="{6270D48C-96CD-E460-0894-915739BAB1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0" name="Oval 1436">
                <a:extLst>
                  <a:ext uri="{FF2B5EF4-FFF2-40B4-BE49-F238E27FC236}">
                    <a16:creationId xmlns:a16="http://schemas.microsoft.com/office/drawing/2014/main" id="{2F9BE5FA-58A3-38ED-C4D5-9E65BE0A01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1" name="Oval 1437">
                <a:extLst>
                  <a:ext uri="{FF2B5EF4-FFF2-40B4-BE49-F238E27FC236}">
                    <a16:creationId xmlns:a16="http://schemas.microsoft.com/office/drawing/2014/main" id="{617DB054-7617-6CA7-A8E1-D4FF1ED867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Freeform 1438">
                <a:extLst>
                  <a:ext uri="{FF2B5EF4-FFF2-40B4-BE49-F238E27FC236}">
                    <a16:creationId xmlns:a16="http://schemas.microsoft.com/office/drawing/2014/main" id="{DBAE1BC1-6C04-D7DE-1B6E-BB0CF82DAC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439">
                <a:extLst>
                  <a:ext uri="{FF2B5EF4-FFF2-40B4-BE49-F238E27FC236}">
                    <a16:creationId xmlns:a16="http://schemas.microsoft.com/office/drawing/2014/main" id="{A35603B4-C96A-D596-17B6-916B9501B4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440">
                <a:extLst>
                  <a:ext uri="{FF2B5EF4-FFF2-40B4-BE49-F238E27FC236}">
                    <a16:creationId xmlns:a16="http://schemas.microsoft.com/office/drawing/2014/main" id="{6711E38F-8E0C-2A6A-5C7D-3152F14840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Oval 1441">
                <a:extLst>
                  <a:ext uri="{FF2B5EF4-FFF2-40B4-BE49-F238E27FC236}">
                    <a16:creationId xmlns:a16="http://schemas.microsoft.com/office/drawing/2014/main" id="{80AAD18A-2CEF-B32B-4F46-87977F7605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42">
              <a:extLst>
                <a:ext uri="{FF2B5EF4-FFF2-40B4-BE49-F238E27FC236}">
                  <a16:creationId xmlns:a16="http://schemas.microsoft.com/office/drawing/2014/main" id="{5D98933A-0DE5-AF05-17FE-F03EA754CC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4" name="Oval 1443">
                <a:extLst>
                  <a:ext uri="{FF2B5EF4-FFF2-40B4-BE49-F238E27FC236}">
                    <a16:creationId xmlns:a16="http://schemas.microsoft.com/office/drawing/2014/main" id="{C4711D6C-43B4-A1EE-2E94-E7288CFDBC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" name="Oval 1444">
                <a:extLst>
                  <a:ext uri="{FF2B5EF4-FFF2-40B4-BE49-F238E27FC236}">
                    <a16:creationId xmlns:a16="http://schemas.microsoft.com/office/drawing/2014/main" id="{B54CCBCA-492B-06C0-4905-AC50D3BBB8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Freeform 1445">
                <a:extLst>
                  <a:ext uri="{FF2B5EF4-FFF2-40B4-BE49-F238E27FC236}">
                    <a16:creationId xmlns:a16="http://schemas.microsoft.com/office/drawing/2014/main" id="{503536AD-B83D-CC7C-9D2F-5BD3B6708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46">
                <a:extLst>
                  <a:ext uri="{FF2B5EF4-FFF2-40B4-BE49-F238E27FC236}">
                    <a16:creationId xmlns:a16="http://schemas.microsoft.com/office/drawing/2014/main" id="{1E889280-3A6C-F63B-61FA-AECDD2027E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447">
                <a:extLst>
                  <a:ext uri="{FF2B5EF4-FFF2-40B4-BE49-F238E27FC236}">
                    <a16:creationId xmlns:a16="http://schemas.microsoft.com/office/drawing/2014/main" id="{FF75B7A2-F7E6-7AA2-2DAE-1AD2C25574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Oval 1448">
                <a:extLst>
                  <a:ext uri="{FF2B5EF4-FFF2-40B4-BE49-F238E27FC236}">
                    <a16:creationId xmlns:a16="http://schemas.microsoft.com/office/drawing/2014/main" id="{E97F1163-D496-8DCA-A82F-2BCD5F0F19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9">
              <a:extLst>
                <a:ext uri="{FF2B5EF4-FFF2-40B4-BE49-F238E27FC236}">
                  <a16:creationId xmlns:a16="http://schemas.microsoft.com/office/drawing/2014/main" id="{FC2D5065-E058-58A3-8083-2F3405CAD0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68" name="Oval 1450">
                <a:extLst>
                  <a:ext uri="{FF2B5EF4-FFF2-40B4-BE49-F238E27FC236}">
                    <a16:creationId xmlns:a16="http://schemas.microsoft.com/office/drawing/2014/main" id="{11958F16-E134-678A-CAA2-10106C8562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" name="Oval 1451">
                <a:extLst>
                  <a:ext uri="{FF2B5EF4-FFF2-40B4-BE49-F238E27FC236}">
                    <a16:creationId xmlns:a16="http://schemas.microsoft.com/office/drawing/2014/main" id="{03261CCE-CB4E-C1B5-DB72-606EC8EDDA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Freeform 1452">
                <a:extLst>
                  <a:ext uri="{FF2B5EF4-FFF2-40B4-BE49-F238E27FC236}">
                    <a16:creationId xmlns:a16="http://schemas.microsoft.com/office/drawing/2014/main" id="{E0ADB8DB-96D9-59E3-592A-D26E5304E2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453">
                <a:extLst>
                  <a:ext uri="{FF2B5EF4-FFF2-40B4-BE49-F238E27FC236}">
                    <a16:creationId xmlns:a16="http://schemas.microsoft.com/office/drawing/2014/main" id="{131CFE8A-DB53-D3DA-7518-EEF6B5D2BB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454">
                <a:extLst>
                  <a:ext uri="{FF2B5EF4-FFF2-40B4-BE49-F238E27FC236}">
                    <a16:creationId xmlns:a16="http://schemas.microsoft.com/office/drawing/2014/main" id="{D3315FEF-B309-CE35-9615-E88939E02D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1455">
                <a:extLst>
                  <a:ext uri="{FF2B5EF4-FFF2-40B4-BE49-F238E27FC236}">
                    <a16:creationId xmlns:a16="http://schemas.microsoft.com/office/drawing/2014/main" id="{8BF8CDB9-123A-1066-376A-AC0D59001A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56">
              <a:extLst>
                <a:ext uri="{FF2B5EF4-FFF2-40B4-BE49-F238E27FC236}">
                  <a16:creationId xmlns:a16="http://schemas.microsoft.com/office/drawing/2014/main" id="{C6AA79B8-07DA-8889-A75F-F1246B921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2" name="Oval 1457">
                <a:extLst>
                  <a:ext uri="{FF2B5EF4-FFF2-40B4-BE49-F238E27FC236}">
                    <a16:creationId xmlns:a16="http://schemas.microsoft.com/office/drawing/2014/main" id="{6F6D0444-0B20-E3B1-634E-F09204760B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" name="Oval 1458">
                <a:extLst>
                  <a:ext uri="{FF2B5EF4-FFF2-40B4-BE49-F238E27FC236}">
                    <a16:creationId xmlns:a16="http://schemas.microsoft.com/office/drawing/2014/main" id="{432A14F9-29CD-4407-760A-973E9DACC8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Freeform 1459">
                <a:extLst>
                  <a:ext uri="{FF2B5EF4-FFF2-40B4-BE49-F238E27FC236}">
                    <a16:creationId xmlns:a16="http://schemas.microsoft.com/office/drawing/2014/main" id="{50C67111-473A-7E07-143C-1DAAC6BD1D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460">
                <a:extLst>
                  <a:ext uri="{FF2B5EF4-FFF2-40B4-BE49-F238E27FC236}">
                    <a16:creationId xmlns:a16="http://schemas.microsoft.com/office/drawing/2014/main" id="{34503BAE-DF3C-E4CD-53E1-BE110F6AF5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461">
                <a:extLst>
                  <a:ext uri="{FF2B5EF4-FFF2-40B4-BE49-F238E27FC236}">
                    <a16:creationId xmlns:a16="http://schemas.microsoft.com/office/drawing/2014/main" id="{8499844D-C6CF-3F41-8B0C-B96EE8853A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462">
                <a:extLst>
                  <a:ext uri="{FF2B5EF4-FFF2-40B4-BE49-F238E27FC236}">
                    <a16:creationId xmlns:a16="http://schemas.microsoft.com/office/drawing/2014/main" id="{A9C18AA9-3759-C10A-1F11-30EDDDF442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63">
              <a:extLst>
                <a:ext uri="{FF2B5EF4-FFF2-40B4-BE49-F238E27FC236}">
                  <a16:creationId xmlns:a16="http://schemas.microsoft.com/office/drawing/2014/main" id="{0094ED3C-0BC7-A0B6-F752-E5A101C3B7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" name="Oval 1464">
                <a:extLst>
                  <a:ext uri="{FF2B5EF4-FFF2-40B4-BE49-F238E27FC236}">
                    <a16:creationId xmlns:a16="http://schemas.microsoft.com/office/drawing/2014/main" id="{6FE76AA8-A258-174C-95DE-4FDFC7007A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" name="Oval 1465">
                <a:extLst>
                  <a:ext uri="{FF2B5EF4-FFF2-40B4-BE49-F238E27FC236}">
                    <a16:creationId xmlns:a16="http://schemas.microsoft.com/office/drawing/2014/main" id="{B7A465B9-3294-6B94-0B65-482AD8448B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Freeform 1466">
                <a:extLst>
                  <a:ext uri="{FF2B5EF4-FFF2-40B4-BE49-F238E27FC236}">
                    <a16:creationId xmlns:a16="http://schemas.microsoft.com/office/drawing/2014/main" id="{23BD1B51-D83A-EBDD-8B55-36537BF19F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467">
                <a:extLst>
                  <a:ext uri="{FF2B5EF4-FFF2-40B4-BE49-F238E27FC236}">
                    <a16:creationId xmlns:a16="http://schemas.microsoft.com/office/drawing/2014/main" id="{AA7CB73D-B3F9-899C-592B-91A17F50F2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468">
                <a:extLst>
                  <a:ext uri="{FF2B5EF4-FFF2-40B4-BE49-F238E27FC236}">
                    <a16:creationId xmlns:a16="http://schemas.microsoft.com/office/drawing/2014/main" id="{C024C1AC-D9E2-A746-AD3B-4F07A3BFBD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469">
                <a:extLst>
                  <a:ext uri="{FF2B5EF4-FFF2-40B4-BE49-F238E27FC236}">
                    <a16:creationId xmlns:a16="http://schemas.microsoft.com/office/drawing/2014/main" id="{EEC59336-4B0C-5691-B077-C08B9E7C7E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70">
              <a:extLst>
                <a:ext uri="{FF2B5EF4-FFF2-40B4-BE49-F238E27FC236}">
                  <a16:creationId xmlns:a16="http://schemas.microsoft.com/office/drawing/2014/main" id="{6B4DF581-FCDE-1575-CD6F-AEA8A67C67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" name="Oval 1471">
                <a:extLst>
                  <a:ext uri="{FF2B5EF4-FFF2-40B4-BE49-F238E27FC236}">
                    <a16:creationId xmlns:a16="http://schemas.microsoft.com/office/drawing/2014/main" id="{B211E7D4-7C96-BFCF-32D5-A2396D697B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" name="Oval 1472">
                <a:extLst>
                  <a:ext uri="{FF2B5EF4-FFF2-40B4-BE49-F238E27FC236}">
                    <a16:creationId xmlns:a16="http://schemas.microsoft.com/office/drawing/2014/main" id="{AE1A4588-9CDE-81AB-5A7B-83592D3795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Freeform 1473">
                <a:extLst>
                  <a:ext uri="{FF2B5EF4-FFF2-40B4-BE49-F238E27FC236}">
                    <a16:creationId xmlns:a16="http://schemas.microsoft.com/office/drawing/2014/main" id="{024F2F88-E9BF-37B5-ECBE-E254932F6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474">
                <a:extLst>
                  <a:ext uri="{FF2B5EF4-FFF2-40B4-BE49-F238E27FC236}">
                    <a16:creationId xmlns:a16="http://schemas.microsoft.com/office/drawing/2014/main" id="{D77BCB73-C5B7-B484-B9C1-8CBB519DE8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475">
                <a:extLst>
                  <a:ext uri="{FF2B5EF4-FFF2-40B4-BE49-F238E27FC236}">
                    <a16:creationId xmlns:a16="http://schemas.microsoft.com/office/drawing/2014/main" id="{12BC8CC3-7FA7-B3A8-C011-A17799DF30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Oval 1476">
                <a:extLst>
                  <a:ext uri="{FF2B5EF4-FFF2-40B4-BE49-F238E27FC236}">
                    <a16:creationId xmlns:a16="http://schemas.microsoft.com/office/drawing/2014/main" id="{0DBFF2F6-85CE-281F-B7D3-75BD80AD33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7">
              <a:extLst>
                <a:ext uri="{FF2B5EF4-FFF2-40B4-BE49-F238E27FC236}">
                  <a16:creationId xmlns:a16="http://schemas.microsoft.com/office/drawing/2014/main" id="{1DFF2464-A58D-B85B-83DF-EA2DC45311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4" name="Oval 1478">
                <a:extLst>
                  <a:ext uri="{FF2B5EF4-FFF2-40B4-BE49-F238E27FC236}">
                    <a16:creationId xmlns:a16="http://schemas.microsoft.com/office/drawing/2014/main" id="{5C5833D8-B60B-22BC-58D0-B142AAD76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" name="Oval 1479">
                <a:extLst>
                  <a:ext uri="{FF2B5EF4-FFF2-40B4-BE49-F238E27FC236}">
                    <a16:creationId xmlns:a16="http://schemas.microsoft.com/office/drawing/2014/main" id="{15E46B3B-D073-2BC9-522B-E47E693F0F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Freeform 1480">
                <a:extLst>
                  <a:ext uri="{FF2B5EF4-FFF2-40B4-BE49-F238E27FC236}">
                    <a16:creationId xmlns:a16="http://schemas.microsoft.com/office/drawing/2014/main" id="{5861F869-CAC4-AB37-DBE4-073D5C3EF2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81">
                <a:extLst>
                  <a:ext uri="{FF2B5EF4-FFF2-40B4-BE49-F238E27FC236}">
                    <a16:creationId xmlns:a16="http://schemas.microsoft.com/office/drawing/2014/main" id="{3B07D85A-ED19-4637-C73D-E687E3198B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482">
                <a:extLst>
                  <a:ext uri="{FF2B5EF4-FFF2-40B4-BE49-F238E27FC236}">
                    <a16:creationId xmlns:a16="http://schemas.microsoft.com/office/drawing/2014/main" id="{0C838532-7E7E-5072-253A-188093C164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Oval 1483">
                <a:extLst>
                  <a:ext uri="{FF2B5EF4-FFF2-40B4-BE49-F238E27FC236}">
                    <a16:creationId xmlns:a16="http://schemas.microsoft.com/office/drawing/2014/main" id="{E42316BA-F45B-619D-5275-93B4EBA7A5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84">
              <a:extLst>
                <a:ext uri="{FF2B5EF4-FFF2-40B4-BE49-F238E27FC236}">
                  <a16:creationId xmlns:a16="http://schemas.microsoft.com/office/drawing/2014/main" id="{36D9E281-15B5-6C2D-2805-104B239A0A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38" name="Oval 1485">
                <a:extLst>
                  <a:ext uri="{FF2B5EF4-FFF2-40B4-BE49-F238E27FC236}">
                    <a16:creationId xmlns:a16="http://schemas.microsoft.com/office/drawing/2014/main" id="{A0EB5853-EC5A-A838-B6E9-E20DA3622D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" name="Oval 1486">
                <a:extLst>
                  <a:ext uri="{FF2B5EF4-FFF2-40B4-BE49-F238E27FC236}">
                    <a16:creationId xmlns:a16="http://schemas.microsoft.com/office/drawing/2014/main" id="{45AB4291-FCEF-FA39-282C-35CD7F324A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Freeform 1487">
                <a:extLst>
                  <a:ext uri="{FF2B5EF4-FFF2-40B4-BE49-F238E27FC236}">
                    <a16:creationId xmlns:a16="http://schemas.microsoft.com/office/drawing/2014/main" id="{749DEFC8-7050-CC99-A092-53F9A66EA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88">
                <a:extLst>
                  <a:ext uri="{FF2B5EF4-FFF2-40B4-BE49-F238E27FC236}">
                    <a16:creationId xmlns:a16="http://schemas.microsoft.com/office/drawing/2014/main" id="{CF7571DC-7B1D-D512-B953-229EBEEED9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489">
                <a:extLst>
                  <a:ext uri="{FF2B5EF4-FFF2-40B4-BE49-F238E27FC236}">
                    <a16:creationId xmlns:a16="http://schemas.microsoft.com/office/drawing/2014/main" id="{EA801778-9169-7588-2A8D-7438DC1503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Oval 1490">
                <a:extLst>
                  <a:ext uri="{FF2B5EF4-FFF2-40B4-BE49-F238E27FC236}">
                    <a16:creationId xmlns:a16="http://schemas.microsoft.com/office/drawing/2014/main" id="{90F00D74-7541-1D54-7448-3841D0FF9C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91">
              <a:extLst>
                <a:ext uri="{FF2B5EF4-FFF2-40B4-BE49-F238E27FC236}">
                  <a16:creationId xmlns:a16="http://schemas.microsoft.com/office/drawing/2014/main" id="{4203E42D-8C20-02E7-97AC-110D175CC2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2" name="Oval 1492">
                <a:extLst>
                  <a:ext uri="{FF2B5EF4-FFF2-40B4-BE49-F238E27FC236}">
                    <a16:creationId xmlns:a16="http://schemas.microsoft.com/office/drawing/2014/main" id="{7DE2725E-AF0B-6900-A454-5AE46CF2EB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" name="Oval 1493">
                <a:extLst>
                  <a:ext uri="{FF2B5EF4-FFF2-40B4-BE49-F238E27FC236}">
                    <a16:creationId xmlns:a16="http://schemas.microsoft.com/office/drawing/2014/main" id="{A51600BD-1DD6-9DAB-1834-F3D1617474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Freeform 1494">
                <a:extLst>
                  <a:ext uri="{FF2B5EF4-FFF2-40B4-BE49-F238E27FC236}">
                    <a16:creationId xmlns:a16="http://schemas.microsoft.com/office/drawing/2014/main" id="{4F2E2304-A68A-1598-DA98-BB318347F9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495">
                <a:extLst>
                  <a:ext uri="{FF2B5EF4-FFF2-40B4-BE49-F238E27FC236}">
                    <a16:creationId xmlns:a16="http://schemas.microsoft.com/office/drawing/2014/main" id="{148EE741-5BFD-8107-3051-E833588A53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496">
                <a:extLst>
                  <a:ext uri="{FF2B5EF4-FFF2-40B4-BE49-F238E27FC236}">
                    <a16:creationId xmlns:a16="http://schemas.microsoft.com/office/drawing/2014/main" id="{63E999D1-4907-B58D-5161-B2F5C783FB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Oval 1497">
                <a:extLst>
                  <a:ext uri="{FF2B5EF4-FFF2-40B4-BE49-F238E27FC236}">
                    <a16:creationId xmlns:a16="http://schemas.microsoft.com/office/drawing/2014/main" id="{6763667F-EDFB-421A-C915-83EF48A683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8">
              <a:extLst>
                <a:ext uri="{FF2B5EF4-FFF2-40B4-BE49-F238E27FC236}">
                  <a16:creationId xmlns:a16="http://schemas.microsoft.com/office/drawing/2014/main" id="{49A1802B-0DC1-401C-5376-58969D2295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6" name="Oval 1499">
                <a:extLst>
                  <a:ext uri="{FF2B5EF4-FFF2-40B4-BE49-F238E27FC236}">
                    <a16:creationId xmlns:a16="http://schemas.microsoft.com/office/drawing/2014/main" id="{6BABB643-6A8B-2BFE-F43B-81DBC53C5E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" name="Oval 1500">
                <a:extLst>
                  <a:ext uri="{FF2B5EF4-FFF2-40B4-BE49-F238E27FC236}">
                    <a16:creationId xmlns:a16="http://schemas.microsoft.com/office/drawing/2014/main" id="{6F05CC29-CAF7-A1C8-A0ED-505A61F4C7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Freeform 1501">
                <a:extLst>
                  <a:ext uri="{FF2B5EF4-FFF2-40B4-BE49-F238E27FC236}">
                    <a16:creationId xmlns:a16="http://schemas.microsoft.com/office/drawing/2014/main" id="{D1585982-0F40-8763-E64F-C3D4BC0BA3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502">
                <a:extLst>
                  <a:ext uri="{FF2B5EF4-FFF2-40B4-BE49-F238E27FC236}">
                    <a16:creationId xmlns:a16="http://schemas.microsoft.com/office/drawing/2014/main" id="{6D5026D2-BAE4-0ACD-9377-C7E72E7A3C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03">
                <a:extLst>
                  <a:ext uri="{FF2B5EF4-FFF2-40B4-BE49-F238E27FC236}">
                    <a16:creationId xmlns:a16="http://schemas.microsoft.com/office/drawing/2014/main" id="{BE8C07B5-A882-1E2C-8F6A-6D95A581B8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Oval 1504">
                <a:extLst>
                  <a:ext uri="{FF2B5EF4-FFF2-40B4-BE49-F238E27FC236}">
                    <a16:creationId xmlns:a16="http://schemas.microsoft.com/office/drawing/2014/main" id="{4F5222DA-B06F-8E0F-32FF-516A7BDD34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505">
              <a:extLst>
                <a:ext uri="{FF2B5EF4-FFF2-40B4-BE49-F238E27FC236}">
                  <a16:creationId xmlns:a16="http://schemas.microsoft.com/office/drawing/2014/main" id="{C030A6D1-816C-BA8A-942B-CE9A105607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0" name="Oval 1506">
                <a:extLst>
                  <a:ext uri="{FF2B5EF4-FFF2-40B4-BE49-F238E27FC236}">
                    <a16:creationId xmlns:a16="http://schemas.microsoft.com/office/drawing/2014/main" id="{5436A759-4704-76B9-83ED-7768308648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" name="Oval 1507">
                <a:extLst>
                  <a:ext uri="{FF2B5EF4-FFF2-40B4-BE49-F238E27FC236}">
                    <a16:creationId xmlns:a16="http://schemas.microsoft.com/office/drawing/2014/main" id="{80DFF053-F1D7-FF70-C893-E4A26860F0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Freeform 1508">
                <a:extLst>
                  <a:ext uri="{FF2B5EF4-FFF2-40B4-BE49-F238E27FC236}">
                    <a16:creationId xmlns:a16="http://schemas.microsoft.com/office/drawing/2014/main" id="{2E382D6C-293D-983B-6FE0-5A0C0FE402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509">
                <a:extLst>
                  <a:ext uri="{FF2B5EF4-FFF2-40B4-BE49-F238E27FC236}">
                    <a16:creationId xmlns:a16="http://schemas.microsoft.com/office/drawing/2014/main" id="{3AD755FB-14D0-F350-DFA1-805E4144B6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10">
                <a:extLst>
                  <a:ext uri="{FF2B5EF4-FFF2-40B4-BE49-F238E27FC236}">
                    <a16:creationId xmlns:a16="http://schemas.microsoft.com/office/drawing/2014/main" id="{4DF82956-8D98-38EC-93ED-D8BC59A33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Oval 1511">
                <a:extLst>
                  <a:ext uri="{FF2B5EF4-FFF2-40B4-BE49-F238E27FC236}">
                    <a16:creationId xmlns:a16="http://schemas.microsoft.com/office/drawing/2014/main" id="{F115B950-D436-5BEC-3F7A-8A7A5B1CAF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12">
              <a:extLst>
                <a:ext uri="{FF2B5EF4-FFF2-40B4-BE49-F238E27FC236}">
                  <a16:creationId xmlns:a16="http://schemas.microsoft.com/office/drawing/2014/main" id="{D95DC436-792C-7FE4-14A6-786290ED05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4" name="Oval 1513">
                <a:extLst>
                  <a:ext uri="{FF2B5EF4-FFF2-40B4-BE49-F238E27FC236}">
                    <a16:creationId xmlns:a16="http://schemas.microsoft.com/office/drawing/2014/main" id="{B15FE855-28A5-AA93-A02E-42443FD269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" name="Oval 1514">
                <a:extLst>
                  <a:ext uri="{FF2B5EF4-FFF2-40B4-BE49-F238E27FC236}">
                    <a16:creationId xmlns:a16="http://schemas.microsoft.com/office/drawing/2014/main" id="{6F1E5842-C8BD-A89B-3FE0-32616C60E5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Freeform 1515">
                <a:extLst>
                  <a:ext uri="{FF2B5EF4-FFF2-40B4-BE49-F238E27FC236}">
                    <a16:creationId xmlns:a16="http://schemas.microsoft.com/office/drawing/2014/main" id="{1C27D14A-E23A-6AEE-9BA2-494A32D193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516">
                <a:extLst>
                  <a:ext uri="{FF2B5EF4-FFF2-40B4-BE49-F238E27FC236}">
                    <a16:creationId xmlns:a16="http://schemas.microsoft.com/office/drawing/2014/main" id="{E74F5EE0-4AA5-ECE8-0E3E-C5F7D5C02B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17">
                <a:extLst>
                  <a:ext uri="{FF2B5EF4-FFF2-40B4-BE49-F238E27FC236}">
                    <a16:creationId xmlns:a16="http://schemas.microsoft.com/office/drawing/2014/main" id="{FF8D5523-FB08-DBC9-ABBA-574812090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Oval 1518">
                <a:extLst>
                  <a:ext uri="{FF2B5EF4-FFF2-40B4-BE49-F238E27FC236}">
                    <a16:creationId xmlns:a16="http://schemas.microsoft.com/office/drawing/2014/main" id="{D6E91903-AAB6-8223-A3EA-026EE8BF2F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9">
              <a:extLst>
                <a:ext uri="{FF2B5EF4-FFF2-40B4-BE49-F238E27FC236}">
                  <a16:creationId xmlns:a16="http://schemas.microsoft.com/office/drawing/2014/main" id="{78750673-06D1-95CE-6661-39CC3D8322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8" name="Oval 1520">
                <a:extLst>
                  <a:ext uri="{FF2B5EF4-FFF2-40B4-BE49-F238E27FC236}">
                    <a16:creationId xmlns:a16="http://schemas.microsoft.com/office/drawing/2014/main" id="{DE3B716D-F1B8-A4F1-52EA-9E4BEC44C7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" name="Oval 1521">
                <a:extLst>
                  <a:ext uri="{FF2B5EF4-FFF2-40B4-BE49-F238E27FC236}">
                    <a16:creationId xmlns:a16="http://schemas.microsoft.com/office/drawing/2014/main" id="{C3D2B66F-F8AF-59D7-D30A-2CD9DBF69D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Freeform 1522">
                <a:extLst>
                  <a:ext uri="{FF2B5EF4-FFF2-40B4-BE49-F238E27FC236}">
                    <a16:creationId xmlns:a16="http://schemas.microsoft.com/office/drawing/2014/main" id="{2E8555F4-A22C-B1CB-EFB4-F1B68F67B6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23">
                <a:extLst>
                  <a:ext uri="{FF2B5EF4-FFF2-40B4-BE49-F238E27FC236}">
                    <a16:creationId xmlns:a16="http://schemas.microsoft.com/office/drawing/2014/main" id="{4E6B0D95-A3F9-D1BC-42AC-B1583BD1DD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24">
                <a:extLst>
                  <a:ext uri="{FF2B5EF4-FFF2-40B4-BE49-F238E27FC236}">
                    <a16:creationId xmlns:a16="http://schemas.microsoft.com/office/drawing/2014/main" id="{770076AC-D294-0199-4C5B-EB118BAC0F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Oval 1525">
                <a:extLst>
                  <a:ext uri="{FF2B5EF4-FFF2-40B4-BE49-F238E27FC236}">
                    <a16:creationId xmlns:a16="http://schemas.microsoft.com/office/drawing/2014/main" id="{A65EFC25-7596-5E32-08B6-AC43C4158C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26">
              <a:extLst>
                <a:ext uri="{FF2B5EF4-FFF2-40B4-BE49-F238E27FC236}">
                  <a16:creationId xmlns:a16="http://schemas.microsoft.com/office/drawing/2014/main" id="{F25B4757-EBE9-ED50-C92C-901ACBAE88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" name="Oval 1527">
                <a:extLst>
                  <a:ext uri="{FF2B5EF4-FFF2-40B4-BE49-F238E27FC236}">
                    <a16:creationId xmlns:a16="http://schemas.microsoft.com/office/drawing/2014/main" id="{4FC44508-560C-B42A-3E32-C1F7007D4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" name="Oval 1528">
                <a:extLst>
                  <a:ext uri="{FF2B5EF4-FFF2-40B4-BE49-F238E27FC236}">
                    <a16:creationId xmlns:a16="http://schemas.microsoft.com/office/drawing/2014/main" id="{D02FC53F-7072-9CEF-013C-4294CE28AB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Freeform 1529">
                <a:extLst>
                  <a:ext uri="{FF2B5EF4-FFF2-40B4-BE49-F238E27FC236}">
                    <a16:creationId xmlns:a16="http://schemas.microsoft.com/office/drawing/2014/main" id="{C601FD8F-06C8-8685-4864-4F0622965D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30">
                <a:extLst>
                  <a:ext uri="{FF2B5EF4-FFF2-40B4-BE49-F238E27FC236}">
                    <a16:creationId xmlns:a16="http://schemas.microsoft.com/office/drawing/2014/main" id="{5F44C741-A570-E77E-C5BF-FE19358B78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31">
                <a:extLst>
                  <a:ext uri="{FF2B5EF4-FFF2-40B4-BE49-F238E27FC236}">
                    <a16:creationId xmlns:a16="http://schemas.microsoft.com/office/drawing/2014/main" id="{A47432F9-22C7-C631-9BE4-09E5A18AA8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Oval 1532">
                <a:extLst>
                  <a:ext uri="{FF2B5EF4-FFF2-40B4-BE49-F238E27FC236}">
                    <a16:creationId xmlns:a16="http://schemas.microsoft.com/office/drawing/2014/main" id="{5A5BFA4F-384A-5ECC-2A19-F7CF14E9A2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33">
              <a:extLst>
                <a:ext uri="{FF2B5EF4-FFF2-40B4-BE49-F238E27FC236}">
                  <a16:creationId xmlns:a16="http://schemas.microsoft.com/office/drawing/2014/main" id="{0098F98E-81A7-7D98-68B8-80232FA980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6" name="Oval 1534">
                <a:extLst>
                  <a:ext uri="{FF2B5EF4-FFF2-40B4-BE49-F238E27FC236}">
                    <a16:creationId xmlns:a16="http://schemas.microsoft.com/office/drawing/2014/main" id="{4EF02B25-F239-E073-AE7B-807DEA31CD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" name="Oval 1535">
                <a:extLst>
                  <a:ext uri="{FF2B5EF4-FFF2-40B4-BE49-F238E27FC236}">
                    <a16:creationId xmlns:a16="http://schemas.microsoft.com/office/drawing/2014/main" id="{D15F7375-0471-90BF-9511-FFACD6B3D0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Freeform 1536">
                <a:extLst>
                  <a:ext uri="{FF2B5EF4-FFF2-40B4-BE49-F238E27FC236}">
                    <a16:creationId xmlns:a16="http://schemas.microsoft.com/office/drawing/2014/main" id="{D0073563-C7AB-B024-0035-2741DDA3B1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37">
                <a:extLst>
                  <a:ext uri="{FF2B5EF4-FFF2-40B4-BE49-F238E27FC236}">
                    <a16:creationId xmlns:a16="http://schemas.microsoft.com/office/drawing/2014/main" id="{99122AFB-2C57-C66E-1F2F-C3E2B6BA3E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38">
                <a:extLst>
                  <a:ext uri="{FF2B5EF4-FFF2-40B4-BE49-F238E27FC236}">
                    <a16:creationId xmlns:a16="http://schemas.microsoft.com/office/drawing/2014/main" id="{02DD325F-6003-15D5-5320-4C417C99E1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Oval 1539">
                <a:extLst>
                  <a:ext uri="{FF2B5EF4-FFF2-40B4-BE49-F238E27FC236}">
                    <a16:creationId xmlns:a16="http://schemas.microsoft.com/office/drawing/2014/main" id="{205BE3AE-3494-E335-AF3C-8A33FDF7A0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40">
              <a:extLst>
                <a:ext uri="{FF2B5EF4-FFF2-40B4-BE49-F238E27FC236}">
                  <a16:creationId xmlns:a16="http://schemas.microsoft.com/office/drawing/2014/main" id="{302439D0-7F4C-9B41-96F5-8DB82F2374C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0" name="Oval 1541">
                <a:extLst>
                  <a:ext uri="{FF2B5EF4-FFF2-40B4-BE49-F238E27FC236}">
                    <a16:creationId xmlns:a16="http://schemas.microsoft.com/office/drawing/2014/main" id="{5B58521E-8BD0-6C5D-4626-FD41987AC0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" name="Oval 1542">
                <a:extLst>
                  <a:ext uri="{FF2B5EF4-FFF2-40B4-BE49-F238E27FC236}">
                    <a16:creationId xmlns:a16="http://schemas.microsoft.com/office/drawing/2014/main" id="{8CECAA87-A86E-ACB0-B364-F4DDF30EF1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Freeform 1543">
                <a:extLst>
                  <a:ext uri="{FF2B5EF4-FFF2-40B4-BE49-F238E27FC236}">
                    <a16:creationId xmlns:a16="http://schemas.microsoft.com/office/drawing/2014/main" id="{534BAFAD-E3A0-FA23-94DE-5BCCCB7352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44">
                <a:extLst>
                  <a:ext uri="{FF2B5EF4-FFF2-40B4-BE49-F238E27FC236}">
                    <a16:creationId xmlns:a16="http://schemas.microsoft.com/office/drawing/2014/main" id="{73198D85-C561-3659-DB61-A3C221BA44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45">
                <a:extLst>
                  <a:ext uri="{FF2B5EF4-FFF2-40B4-BE49-F238E27FC236}">
                    <a16:creationId xmlns:a16="http://schemas.microsoft.com/office/drawing/2014/main" id="{09977AAE-4000-DC59-2137-CBE42DA34B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Oval 1546">
                <a:extLst>
                  <a:ext uri="{FF2B5EF4-FFF2-40B4-BE49-F238E27FC236}">
                    <a16:creationId xmlns:a16="http://schemas.microsoft.com/office/drawing/2014/main" id="{A1F3C378-932A-5C38-8513-E9FCFD4870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7">
              <a:extLst>
                <a:ext uri="{FF2B5EF4-FFF2-40B4-BE49-F238E27FC236}">
                  <a16:creationId xmlns:a16="http://schemas.microsoft.com/office/drawing/2014/main" id="{2C9D9076-6260-D2D5-8F35-270FB8B3C1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4" name="Oval 1548">
                <a:extLst>
                  <a:ext uri="{FF2B5EF4-FFF2-40B4-BE49-F238E27FC236}">
                    <a16:creationId xmlns:a16="http://schemas.microsoft.com/office/drawing/2014/main" id="{CF7A943E-094E-83C1-BEA1-7EF06EFA8C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" name="Oval 1549">
                <a:extLst>
                  <a:ext uri="{FF2B5EF4-FFF2-40B4-BE49-F238E27FC236}">
                    <a16:creationId xmlns:a16="http://schemas.microsoft.com/office/drawing/2014/main" id="{57C5C03E-5321-69A5-2EB8-BF5F6EC362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" name="Freeform 1550">
                <a:extLst>
                  <a:ext uri="{FF2B5EF4-FFF2-40B4-BE49-F238E27FC236}">
                    <a16:creationId xmlns:a16="http://schemas.microsoft.com/office/drawing/2014/main" id="{8B289DB7-983E-5D3A-B3CF-095DAC07F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51">
                <a:extLst>
                  <a:ext uri="{FF2B5EF4-FFF2-40B4-BE49-F238E27FC236}">
                    <a16:creationId xmlns:a16="http://schemas.microsoft.com/office/drawing/2014/main" id="{44BF0C76-8F62-CA80-1F1F-A1CEA8A077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52">
                <a:extLst>
                  <a:ext uri="{FF2B5EF4-FFF2-40B4-BE49-F238E27FC236}">
                    <a16:creationId xmlns:a16="http://schemas.microsoft.com/office/drawing/2014/main" id="{DBE8C4A7-4590-14EE-4255-BF60E7DE20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Oval 1553">
                <a:extLst>
                  <a:ext uri="{FF2B5EF4-FFF2-40B4-BE49-F238E27FC236}">
                    <a16:creationId xmlns:a16="http://schemas.microsoft.com/office/drawing/2014/main" id="{74756131-4336-001B-53AC-23DDDF651F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54">
              <a:extLst>
                <a:ext uri="{FF2B5EF4-FFF2-40B4-BE49-F238E27FC236}">
                  <a16:creationId xmlns:a16="http://schemas.microsoft.com/office/drawing/2014/main" id="{E176CFBE-4DAF-FA72-15AC-F6171BB80C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8" name="Oval 1555">
                <a:extLst>
                  <a:ext uri="{FF2B5EF4-FFF2-40B4-BE49-F238E27FC236}">
                    <a16:creationId xmlns:a16="http://schemas.microsoft.com/office/drawing/2014/main" id="{610B844C-DCAD-055F-5B25-880A9002E9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" name="Oval 1556">
                <a:extLst>
                  <a:ext uri="{FF2B5EF4-FFF2-40B4-BE49-F238E27FC236}">
                    <a16:creationId xmlns:a16="http://schemas.microsoft.com/office/drawing/2014/main" id="{F4F4ABC2-3034-D214-9CEA-0A37773B87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" name="Freeform 1557">
                <a:extLst>
                  <a:ext uri="{FF2B5EF4-FFF2-40B4-BE49-F238E27FC236}">
                    <a16:creationId xmlns:a16="http://schemas.microsoft.com/office/drawing/2014/main" id="{E9213983-FEA0-EF33-7F24-517F2C50CD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58">
                <a:extLst>
                  <a:ext uri="{FF2B5EF4-FFF2-40B4-BE49-F238E27FC236}">
                    <a16:creationId xmlns:a16="http://schemas.microsoft.com/office/drawing/2014/main" id="{C4CC2AB0-88E5-3893-0C2C-C4B49D6910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59">
                <a:extLst>
                  <a:ext uri="{FF2B5EF4-FFF2-40B4-BE49-F238E27FC236}">
                    <a16:creationId xmlns:a16="http://schemas.microsoft.com/office/drawing/2014/main" id="{94DD1511-105C-CB95-2158-35C644BD68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Oval 1560">
                <a:extLst>
                  <a:ext uri="{FF2B5EF4-FFF2-40B4-BE49-F238E27FC236}">
                    <a16:creationId xmlns:a16="http://schemas.microsoft.com/office/drawing/2014/main" id="{2DBC9746-94AA-813C-9F69-CFD09178A9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61">
              <a:extLst>
                <a:ext uri="{FF2B5EF4-FFF2-40B4-BE49-F238E27FC236}">
                  <a16:creationId xmlns:a16="http://schemas.microsoft.com/office/drawing/2014/main" id="{0C0ED5C4-F115-6D4B-2615-B794373E1C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2" name="Oval 1562">
                <a:extLst>
                  <a:ext uri="{FF2B5EF4-FFF2-40B4-BE49-F238E27FC236}">
                    <a16:creationId xmlns:a16="http://schemas.microsoft.com/office/drawing/2014/main" id="{BECFF1E3-8B41-C3CA-E5ED-DE2142C49A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" name="Oval 1563">
                <a:extLst>
                  <a:ext uri="{FF2B5EF4-FFF2-40B4-BE49-F238E27FC236}">
                    <a16:creationId xmlns:a16="http://schemas.microsoft.com/office/drawing/2014/main" id="{A09EAE16-825A-5E1A-4E26-3B6CF9887D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" name="Freeform 1564">
                <a:extLst>
                  <a:ext uri="{FF2B5EF4-FFF2-40B4-BE49-F238E27FC236}">
                    <a16:creationId xmlns:a16="http://schemas.microsoft.com/office/drawing/2014/main" id="{A19CF483-5D70-FDE9-BBED-2913A713D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5">
                <a:extLst>
                  <a:ext uri="{FF2B5EF4-FFF2-40B4-BE49-F238E27FC236}">
                    <a16:creationId xmlns:a16="http://schemas.microsoft.com/office/drawing/2014/main" id="{0406DBEC-A403-1A22-D519-29E7A0FA4D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6">
                <a:extLst>
                  <a:ext uri="{FF2B5EF4-FFF2-40B4-BE49-F238E27FC236}">
                    <a16:creationId xmlns:a16="http://schemas.microsoft.com/office/drawing/2014/main" id="{9C09FA75-A69F-618E-C1B3-5065751F05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1567">
                <a:extLst>
                  <a:ext uri="{FF2B5EF4-FFF2-40B4-BE49-F238E27FC236}">
                    <a16:creationId xmlns:a16="http://schemas.microsoft.com/office/drawing/2014/main" id="{4DB2B071-7BFC-68C3-0783-4396A6F920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8">
              <a:extLst>
                <a:ext uri="{FF2B5EF4-FFF2-40B4-BE49-F238E27FC236}">
                  <a16:creationId xmlns:a16="http://schemas.microsoft.com/office/drawing/2014/main" id="{4A283DED-57F1-4894-7FFA-BAC731FC08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66" name="Oval 1569">
                <a:extLst>
                  <a:ext uri="{FF2B5EF4-FFF2-40B4-BE49-F238E27FC236}">
                    <a16:creationId xmlns:a16="http://schemas.microsoft.com/office/drawing/2014/main" id="{224389F6-920A-1B37-379B-CA00D71A60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" name="Oval 1570">
                <a:extLst>
                  <a:ext uri="{FF2B5EF4-FFF2-40B4-BE49-F238E27FC236}">
                    <a16:creationId xmlns:a16="http://schemas.microsoft.com/office/drawing/2014/main" id="{1A655D4D-683F-2C79-C4FB-E84D8F7A32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" name="Freeform 1571">
                <a:extLst>
                  <a:ext uri="{FF2B5EF4-FFF2-40B4-BE49-F238E27FC236}">
                    <a16:creationId xmlns:a16="http://schemas.microsoft.com/office/drawing/2014/main" id="{689E403C-BF4A-6998-6F3C-7FE02900C4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72">
                <a:extLst>
                  <a:ext uri="{FF2B5EF4-FFF2-40B4-BE49-F238E27FC236}">
                    <a16:creationId xmlns:a16="http://schemas.microsoft.com/office/drawing/2014/main" id="{AAF5DD09-ED17-949D-2758-0B13A70484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73">
                <a:extLst>
                  <a:ext uri="{FF2B5EF4-FFF2-40B4-BE49-F238E27FC236}">
                    <a16:creationId xmlns:a16="http://schemas.microsoft.com/office/drawing/2014/main" id="{1455FB09-7A14-EC78-0F91-3628194345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Oval 1574">
                <a:extLst>
                  <a:ext uri="{FF2B5EF4-FFF2-40B4-BE49-F238E27FC236}">
                    <a16:creationId xmlns:a16="http://schemas.microsoft.com/office/drawing/2014/main" id="{6C44B112-20A4-BE83-6730-6AF6860602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75">
              <a:extLst>
                <a:ext uri="{FF2B5EF4-FFF2-40B4-BE49-F238E27FC236}">
                  <a16:creationId xmlns:a16="http://schemas.microsoft.com/office/drawing/2014/main" id="{437BD1F2-750D-EAEF-4D11-4D236B18F2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0" name="Oval 1576">
                <a:extLst>
                  <a:ext uri="{FF2B5EF4-FFF2-40B4-BE49-F238E27FC236}">
                    <a16:creationId xmlns:a16="http://schemas.microsoft.com/office/drawing/2014/main" id="{0471CEAD-D797-D0E3-6E2B-B4852030EA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" name="Oval 1577">
                <a:extLst>
                  <a:ext uri="{FF2B5EF4-FFF2-40B4-BE49-F238E27FC236}">
                    <a16:creationId xmlns:a16="http://schemas.microsoft.com/office/drawing/2014/main" id="{37198147-494D-6646-E06E-ACD1464B7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Freeform 1578">
                <a:extLst>
                  <a:ext uri="{FF2B5EF4-FFF2-40B4-BE49-F238E27FC236}">
                    <a16:creationId xmlns:a16="http://schemas.microsoft.com/office/drawing/2014/main" id="{B993EFAB-DF46-4E4F-33BC-3BBB42DB5C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79">
                <a:extLst>
                  <a:ext uri="{FF2B5EF4-FFF2-40B4-BE49-F238E27FC236}">
                    <a16:creationId xmlns:a16="http://schemas.microsoft.com/office/drawing/2014/main" id="{C577CA3A-E3CD-4BC5-7A95-AC8E97109D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80">
                <a:extLst>
                  <a:ext uri="{FF2B5EF4-FFF2-40B4-BE49-F238E27FC236}">
                    <a16:creationId xmlns:a16="http://schemas.microsoft.com/office/drawing/2014/main" id="{AD42A83F-21BB-1038-5A17-81C2652323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Oval 1581">
                <a:extLst>
                  <a:ext uri="{FF2B5EF4-FFF2-40B4-BE49-F238E27FC236}">
                    <a16:creationId xmlns:a16="http://schemas.microsoft.com/office/drawing/2014/main" id="{2923C051-AE57-3EE0-D384-AB7AC9DAFB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82">
              <a:extLst>
                <a:ext uri="{FF2B5EF4-FFF2-40B4-BE49-F238E27FC236}">
                  <a16:creationId xmlns:a16="http://schemas.microsoft.com/office/drawing/2014/main" id="{BBADE5DC-9FB3-B08F-9016-5E0F801B25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4" name="Oval 1583">
                <a:extLst>
                  <a:ext uri="{FF2B5EF4-FFF2-40B4-BE49-F238E27FC236}">
                    <a16:creationId xmlns:a16="http://schemas.microsoft.com/office/drawing/2014/main" id="{A4A83475-AA3A-B691-C869-060EE753A0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" name="Oval 1584">
                <a:extLst>
                  <a:ext uri="{FF2B5EF4-FFF2-40B4-BE49-F238E27FC236}">
                    <a16:creationId xmlns:a16="http://schemas.microsoft.com/office/drawing/2014/main" id="{B66D3771-2375-876E-BB01-696D3678FD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Freeform 1585">
                <a:extLst>
                  <a:ext uri="{FF2B5EF4-FFF2-40B4-BE49-F238E27FC236}">
                    <a16:creationId xmlns:a16="http://schemas.microsoft.com/office/drawing/2014/main" id="{113A0681-3462-2CE3-BA57-AB244203F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86">
                <a:extLst>
                  <a:ext uri="{FF2B5EF4-FFF2-40B4-BE49-F238E27FC236}">
                    <a16:creationId xmlns:a16="http://schemas.microsoft.com/office/drawing/2014/main" id="{18B471D6-4E18-8698-0139-56763428B6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7">
                <a:extLst>
                  <a:ext uri="{FF2B5EF4-FFF2-40B4-BE49-F238E27FC236}">
                    <a16:creationId xmlns:a16="http://schemas.microsoft.com/office/drawing/2014/main" id="{DFE9D2C3-EC40-B409-A8A3-68DDD221B1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Oval 1588">
                <a:extLst>
                  <a:ext uri="{FF2B5EF4-FFF2-40B4-BE49-F238E27FC236}">
                    <a16:creationId xmlns:a16="http://schemas.microsoft.com/office/drawing/2014/main" id="{ADDB3132-ED67-51D6-DEF7-C46E5E1033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9">
              <a:extLst>
                <a:ext uri="{FF2B5EF4-FFF2-40B4-BE49-F238E27FC236}">
                  <a16:creationId xmlns:a16="http://schemas.microsoft.com/office/drawing/2014/main" id="{36331BFA-AD62-550E-20FA-E4F9BE7308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8" name="Oval 1590">
                <a:extLst>
                  <a:ext uri="{FF2B5EF4-FFF2-40B4-BE49-F238E27FC236}">
                    <a16:creationId xmlns:a16="http://schemas.microsoft.com/office/drawing/2014/main" id="{29BB5E00-13D2-04C7-B240-F0AFD14F03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" name="Oval 1591">
                <a:extLst>
                  <a:ext uri="{FF2B5EF4-FFF2-40B4-BE49-F238E27FC236}">
                    <a16:creationId xmlns:a16="http://schemas.microsoft.com/office/drawing/2014/main" id="{A77DB833-74F8-F4E6-F720-266493E9CD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Freeform 1592">
                <a:extLst>
                  <a:ext uri="{FF2B5EF4-FFF2-40B4-BE49-F238E27FC236}">
                    <a16:creationId xmlns:a16="http://schemas.microsoft.com/office/drawing/2014/main" id="{1AD7C39A-EAC7-86E1-5B05-C1D2D58E7A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593">
                <a:extLst>
                  <a:ext uri="{FF2B5EF4-FFF2-40B4-BE49-F238E27FC236}">
                    <a16:creationId xmlns:a16="http://schemas.microsoft.com/office/drawing/2014/main" id="{02D3DA39-883A-6D23-867F-323C66548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4">
                <a:extLst>
                  <a:ext uri="{FF2B5EF4-FFF2-40B4-BE49-F238E27FC236}">
                    <a16:creationId xmlns:a16="http://schemas.microsoft.com/office/drawing/2014/main" id="{B2BE7C24-5564-D014-AC81-CB5B7B3A09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1595">
                <a:extLst>
                  <a:ext uri="{FF2B5EF4-FFF2-40B4-BE49-F238E27FC236}">
                    <a16:creationId xmlns:a16="http://schemas.microsoft.com/office/drawing/2014/main" id="{48522E51-EF77-720D-73EE-50E8C5D7B3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96">
              <a:extLst>
                <a:ext uri="{FF2B5EF4-FFF2-40B4-BE49-F238E27FC236}">
                  <a16:creationId xmlns:a16="http://schemas.microsoft.com/office/drawing/2014/main" id="{A640A3AF-B43D-537C-34A7-53DCE570C6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2" name="Oval 1597">
                <a:extLst>
                  <a:ext uri="{FF2B5EF4-FFF2-40B4-BE49-F238E27FC236}">
                    <a16:creationId xmlns:a16="http://schemas.microsoft.com/office/drawing/2014/main" id="{1E78020D-ECDC-E87D-5FE8-B3BD9487AE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" name="Oval 1598">
                <a:extLst>
                  <a:ext uri="{FF2B5EF4-FFF2-40B4-BE49-F238E27FC236}">
                    <a16:creationId xmlns:a16="http://schemas.microsoft.com/office/drawing/2014/main" id="{147E40BA-1B26-7962-96FC-A5E8034EE0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Freeform 1599">
                <a:extLst>
                  <a:ext uri="{FF2B5EF4-FFF2-40B4-BE49-F238E27FC236}">
                    <a16:creationId xmlns:a16="http://schemas.microsoft.com/office/drawing/2014/main" id="{D31364AD-DEC6-2A63-2273-DEC1C0DDB9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600">
                <a:extLst>
                  <a:ext uri="{FF2B5EF4-FFF2-40B4-BE49-F238E27FC236}">
                    <a16:creationId xmlns:a16="http://schemas.microsoft.com/office/drawing/2014/main" id="{3AEF4CB1-40A6-DC42-CCA9-9CB75884F7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1">
                <a:extLst>
                  <a:ext uri="{FF2B5EF4-FFF2-40B4-BE49-F238E27FC236}">
                    <a16:creationId xmlns:a16="http://schemas.microsoft.com/office/drawing/2014/main" id="{C9A960F1-4745-21F0-ED07-0694DC54B1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1602">
                <a:extLst>
                  <a:ext uri="{FF2B5EF4-FFF2-40B4-BE49-F238E27FC236}">
                    <a16:creationId xmlns:a16="http://schemas.microsoft.com/office/drawing/2014/main" id="{9D87104B-E571-EA62-5EFD-F6B1725130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603">
              <a:extLst>
                <a:ext uri="{FF2B5EF4-FFF2-40B4-BE49-F238E27FC236}">
                  <a16:creationId xmlns:a16="http://schemas.microsoft.com/office/drawing/2014/main" id="{F0192A8C-2DB3-DF2A-B1A1-923F476B9E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6" name="Oval 1604">
                <a:extLst>
                  <a:ext uri="{FF2B5EF4-FFF2-40B4-BE49-F238E27FC236}">
                    <a16:creationId xmlns:a16="http://schemas.microsoft.com/office/drawing/2014/main" id="{92D27AB2-4729-76F1-C468-93B2E773FC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" name="Oval 1605">
                <a:extLst>
                  <a:ext uri="{FF2B5EF4-FFF2-40B4-BE49-F238E27FC236}">
                    <a16:creationId xmlns:a16="http://schemas.microsoft.com/office/drawing/2014/main" id="{A4982FD3-A61C-C5AE-D6E2-341C21EBC6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Freeform 1606">
                <a:extLst>
                  <a:ext uri="{FF2B5EF4-FFF2-40B4-BE49-F238E27FC236}">
                    <a16:creationId xmlns:a16="http://schemas.microsoft.com/office/drawing/2014/main" id="{D2A98066-5472-5EE4-02E4-80CEC346BE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607">
                <a:extLst>
                  <a:ext uri="{FF2B5EF4-FFF2-40B4-BE49-F238E27FC236}">
                    <a16:creationId xmlns:a16="http://schemas.microsoft.com/office/drawing/2014/main" id="{593983ED-0480-EE79-18A9-74A9C85571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8">
                <a:extLst>
                  <a:ext uri="{FF2B5EF4-FFF2-40B4-BE49-F238E27FC236}">
                    <a16:creationId xmlns:a16="http://schemas.microsoft.com/office/drawing/2014/main" id="{8C2717EE-D545-133D-D336-6CCDB1CE6E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1609">
                <a:extLst>
                  <a:ext uri="{FF2B5EF4-FFF2-40B4-BE49-F238E27FC236}">
                    <a16:creationId xmlns:a16="http://schemas.microsoft.com/office/drawing/2014/main" id="{78EAF6F9-117C-237D-3A05-E59E9140AA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8" name="Group 1385">
            <a:extLst>
              <a:ext uri="{FF2B5EF4-FFF2-40B4-BE49-F238E27FC236}">
                <a16:creationId xmlns:a16="http://schemas.microsoft.com/office/drawing/2014/main" id="{85159B2C-71D0-2605-6FD9-C16C5ADAD4A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29" name="Group 1386">
              <a:extLst>
                <a:ext uri="{FF2B5EF4-FFF2-40B4-BE49-F238E27FC236}">
                  <a16:creationId xmlns:a16="http://schemas.microsoft.com/office/drawing/2014/main" id="{16FA9009-362F-FC77-2688-D222DD3876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47" name="Oval 1387">
                <a:extLst>
                  <a:ext uri="{FF2B5EF4-FFF2-40B4-BE49-F238E27FC236}">
                    <a16:creationId xmlns:a16="http://schemas.microsoft.com/office/drawing/2014/main" id="{53C884DC-C28C-01DD-C9C4-0EDB09B7E0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8" name="Oval 1388">
                <a:extLst>
                  <a:ext uri="{FF2B5EF4-FFF2-40B4-BE49-F238E27FC236}">
                    <a16:creationId xmlns:a16="http://schemas.microsoft.com/office/drawing/2014/main" id="{7C55CE15-D9F3-6C45-298A-CDDD05BE73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Freeform 1389">
                <a:extLst>
                  <a:ext uri="{FF2B5EF4-FFF2-40B4-BE49-F238E27FC236}">
                    <a16:creationId xmlns:a16="http://schemas.microsoft.com/office/drawing/2014/main" id="{730118DB-C943-F95E-EF61-C665011E8E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390">
                <a:extLst>
                  <a:ext uri="{FF2B5EF4-FFF2-40B4-BE49-F238E27FC236}">
                    <a16:creationId xmlns:a16="http://schemas.microsoft.com/office/drawing/2014/main" id="{6D4BEC83-92FD-94F5-65A8-21EE152A30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391">
                <a:extLst>
                  <a:ext uri="{FF2B5EF4-FFF2-40B4-BE49-F238E27FC236}">
                    <a16:creationId xmlns:a16="http://schemas.microsoft.com/office/drawing/2014/main" id="{9940C62F-D052-24BE-92A6-AE13AEA22F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Oval 1392">
                <a:extLst>
                  <a:ext uri="{FF2B5EF4-FFF2-40B4-BE49-F238E27FC236}">
                    <a16:creationId xmlns:a16="http://schemas.microsoft.com/office/drawing/2014/main" id="{248226AB-5D14-CA39-7ECA-B485A1C841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0" name="Group 1393">
              <a:extLst>
                <a:ext uri="{FF2B5EF4-FFF2-40B4-BE49-F238E27FC236}">
                  <a16:creationId xmlns:a16="http://schemas.microsoft.com/office/drawing/2014/main" id="{9EB6E939-E921-EE8F-E625-BA9EA29491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1" name="Oval 1394">
                <a:extLst>
                  <a:ext uri="{FF2B5EF4-FFF2-40B4-BE49-F238E27FC236}">
                    <a16:creationId xmlns:a16="http://schemas.microsoft.com/office/drawing/2014/main" id="{6D48BD5F-B7A1-97D3-717E-26345D1A3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2" name="Oval 1395">
                <a:extLst>
                  <a:ext uri="{FF2B5EF4-FFF2-40B4-BE49-F238E27FC236}">
                    <a16:creationId xmlns:a16="http://schemas.microsoft.com/office/drawing/2014/main" id="{815C0974-CE53-2ACC-1475-1013675569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Freeform 1396">
                <a:extLst>
                  <a:ext uri="{FF2B5EF4-FFF2-40B4-BE49-F238E27FC236}">
                    <a16:creationId xmlns:a16="http://schemas.microsoft.com/office/drawing/2014/main" id="{384FB3DB-6A10-6C92-A76D-C371B5B61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397">
                <a:extLst>
                  <a:ext uri="{FF2B5EF4-FFF2-40B4-BE49-F238E27FC236}">
                    <a16:creationId xmlns:a16="http://schemas.microsoft.com/office/drawing/2014/main" id="{BB39750D-FE65-A344-10DB-1EC29ED14E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398">
                <a:extLst>
                  <a:ext uri="{FF2B5EF4-FFF2-40B4-BE49-F238E27FC236}">
                    <a16:creationId xmlns:a16="http://schemas.microsoft.com/office/drawing/2014/main" id="{B967491F-80A4-E258-1DAC-DFCFBD3837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Oval 1399">
                <a:extLst>
                  <a:ext uri="{FF2B5EF4-FFF2-40B4-BE49-F238E27FC236}">
                    <a16:creationId xmlns:a16="http://schemas.microsoft.com/office/drawing/2014/main" id="{1E8A902D-5C0A-A4DD-80E6-66F895C4BD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1" name="Group 1400">
              <a:extLst>
                <a:ext uri="{FF2B5EF4-FFF2-40B4-BE49-F238E27FC236}">
                  <a16:creationId xmlns:a16="http://schemas.microsoft.com/office/drawing/2014/main" id="{642D9379-1237-AA2E-69C0-3A21BADFA6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5" name="Oval 1401">
                <a:extLst>
                  <a:ext uri="{FF2B5EF4-FFF2-40B4-BE49-F238E27FC236}">
                    <a16:creationId xmlns:a16="http://schemas.microsoft.com/office/drawing/2014/main" id="{AE15585D-6943-A1F0-93C5-5DC63FFB53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6" name="Oval 1402">
                <a:extLst>
                  <a:ext uri="{FF2B5EF4-FFF2-40B4-BE49-F238E27FC236}">
                    <a16:creationId xmlns:a16="http://schemas.microsoft.com/office/drawing/2014/main" id="{9D0DC805-4942-7BA6-7E2B-23B0B87BEB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Freeform 1403">
                <a:extLst>
                  <a:ext uri="{FF2B5EF4-FFF2-40B4-BE49-F238E27FC236}">
                    <a16:creationId xmlns:a16="http://schemas.microsoft.com/office/drawing/2014/main" id="{A3F2A7A5-8E7B-0AE4-7D72-1EF501C1B6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404">
                <a:extLst>
                  <a:ext uri="{FF2B5EF4-FFF2-40B4-BE49-F238E27FC236}">
                    <a16:creationId xmlns:a16="http://schemas.microsoft.com/office/drawing/2014/main" id="{C9052327-E76E-99D2-CDF4-FEB7116DB8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05">
                <a:extLst>
                  <a:ext uri="{FF2B5EF4-FFF2-40B4-BE49-F238E27FC236}">
                    <a16:creationId xmlns:a16="http://schemas.microsoft.com/office/drawing/2014/main" id="{BD6459CC-5B64-2FE7-34F6-E23C4CE25F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Oval 1406">
                <a:extLst>
                  <a:ext uri="{FF2B5EF4-FFF2-40B4-BE49-F238E27FC236}">
                    <a16:creationId xmlns:a16="http://schemas.microsoft.com/office/drawing/2014/main" id="{319E9855-E9FB-E4AE-3C03-C6ED3C2C32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2" name="Group 1407">
              <a:extLst>
                <a:ext uri="{FF2B5EF4-FFF2-40B4-BE49-F238E27FC236}">
                  <a16:creationId xmlns:a16="http://schemas.microsoft.com/office/drawing/2014/main" id="{9AA757DD-6EA6-A6AE-96D9-B2D4DD37A6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29" name="Oval 1408">
                <a:extLst>
                  <a:ext uri="{FF2B5EF4-FFF2-40B4-BE49-F238E27FC236}">
                    <a16:creationId xmlns:a16="http://schemas.microsoft.com/office/drawing/2014/main" id="{E51B8D6E-5F75-3EEF-1343-69EBB3F321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" name="Oval 1409">
                <a:extLst>
                  <a:ext uri="{FF2B5EF4-FFF2-40B4-BE49-F238E27FC236}">
                    <a16:creationId xmlns:a16="http://schemas.microsoft.com/office/drawing/2014/main" id="{7D137220-C9CA-9302-E51D-9AA42C668F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Freeform 1410">
                <a:extLst>
                  <a:ext uri="{FF2B5EF4-FFF2-40B4-BE49-F238E27FC236}">
                    <a16:creationId xmlns:a16="http://schemas.microsoft.com/office/drawing/2014/main" id="{14C4BEFF-C921-37B5-A35C-DDAF1DEDBB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411">
                <a:extLst>
                  <a:ext uri="{FF2B5EF4-FFF2-40B4-BE49-F238E27FC236}">
                    <a16:creationId xmlns:a16="http://schemas.microsoft.com/office/drawing/2014/main" id="{A476B091-F98C-554F-BA98-DA35F5851E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12">
                <a:extLst>
                  <a:ext uri="{FF2B5EF4-FFF2-40B4-BE49-F238E27FC236}">
                    <a16:creationId xmlns:a16="http://schemas.microsoft.com/office/drawing/2014/main" id="{46BA38E0-2025-EC44-9A42-BDE4342ED7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Oval 1413">
                <a:extLst>
                  <a:ext uri="{FF2B5EF4-FFF2-40B4-BE49-F238E27FC236}">
                    <a16:creationId xmlns:a16="http://schemas.microsoft.com/office/drawing/2014/main" id="{7899D3C2-193C-B80C-3099-0238E816C5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3" name="Group 1414">
              <a:extLst>
                <a:ext uri="{FF2B5EF4-FFF2-40B4-BE49-F238E27FC236}">
                  <a16:creationId xmlns:a16="http://schemas.microsoft.com/office/drawing/2014/main" id="{96FF2548-CD0E-C135-6A2A-3A02EC49F3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3" name="Oval 1415">
                <a:extLst>
                  <a:ext uri="{FF2B5EF4-FFF2-40B4-BE49-F238E27FC236}">
                    <a16:creationId xmlns:a16="http://schemas.microsoft.com/office/drawing/2014/main" id="{E4E93653-4DEB-FC49-C40D-7637FD10E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4" name="Oval 1416">
                <a:extLst>
                  <a:ext uri="{FF2B5EF4-FFF2-40B4-BE49-F238E27FC236}">
                    <a16:creationId xmlns:a16="http://schemas.microsoft.com/office/drawing/2014/main" id="{B6F2EBD0-0C8D-21B7-7CA8-DD3E8A8ABF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Freeform 1417">
                <a:extLst>
                  <a:ext uri="{FF2B5EF4-FFF2-40B4-BE49-F238E27FC236}">
                    <a16:creationId xmlns:a16="http://schemas.microsoft.com/office/drawing/2014/main" id="{75A2953D-4ABF-BE4F-DE0B-635C4458D0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418">
                <a:extLst>
                  <a:ext uri="{FF2B5EF4-FFF2-40B4-BE49-F238E27FC236}">
                    <a16:creationId xmlns:a16="http://schemas.microsoft.com/office/drawing/2014/main" id="{545E4379-F594-1BF8-3818-1FB4C535A9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19">
                <a:extLst>
                  <a:ext uri="{FF2B5EF4-FFF2-40B4-BE49-F238E27FC236}">
                    <a16:creationId xmlns:a16="http://schemas.microsoft.com/office/drawing/2014/main" id="{B8E7A372-9C8C-7DB0-293C-7D5D82C436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Oval 1420">
                <a:extLst>
                  <a:ext uri="{FF2B5EF4-FFF2-40B4-BE49-F238E27FC236}">
                    <a16:creationId xmlns:a16="http://schemas.microsoft.com/office/drawing/2014/main" id="{2266083E-8C68-7220-428D-D7B5ED4DBC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421">
              <a:extLst>
                <a:ext uri="{FF2B5EF4-FFF2-40B4-BE49-F238E27FC236}">
                  <a16:creationId xmlns:a16="http://schemas.microsoft.com/office/drawing/2014/main" id="{70742787-B749-3CA5-74E1-9BAFDC4DF8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17" name="Oval 1422">
                <a:extLst>
                  <a:ext uri="{FF2B5EF4-FFF2-40B4-BE49-F238E27FC236}">
                    <a16:creationId xmlns:a16="http://schemas.microsoft.com/office/drawing/2014/main" id="{3A565C6A-5AA4-497D-EF2C-655C6F1236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" name="Oval 1423">
                <a:extLst>
                  <a:ext uri="{FF2B5EF4-FFF2-40B4-BE49-F238E27FC236}">
                    <a16:creationId xmlns:a16="http://schemas.microsoft.com/office/drawing/2014/main" id="{7CE9EF54-C1EE-75CD-3F0B-20C901A97F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Freeform 1424">
                <a:extLst>
                  <a:ext uri="{FF2B5EF4-FFF2-40B4-BE49-F238E27FC236}">
                    <a16:creationId xmlns:a16="http://schemas.microsoft.com/office/drawing/2014/main" id="{0CFE9E27-8038-75F4-94A1-338C6FD310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425">
                <a:extLst>
                  <a:ext uri="{FF2B5EF4-FFF2-40B4-BE49-F238E27FC236}">
                    <a16:creationId xmlns:a16="http://schemas.microsoft.com/office/drawing/2014/main" id="{00D65A03-6CD2-C3E4-8102-A105C33FEF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26">
                <a:extLst>
                  <a:ext uri="{FF2B5EF4-FFF2-40B4-BE49-F238E27FC236}">
                    <a16:creationId xmlns:a16="http://schemas.microsoft.com/office/drawing/2014/main" id="{FDC69CF7-7F05-32B4-7131-FE8115A464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Oval 1427">
                <a:extLst>
                  <a:ext uri="{FF2B5EF4-FFF2-40B4-BE49-F238E27FC236}">
                    <a16:creationId xmlns:a16="http://schemas.microsoft.com/office/drawing/2014/main" id="{A1CE758D-5BEE-8643-49CC-1E3F179019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28">
              <a:extLst>
                <a:ext uri="{FF2B5EF4-FFF2-40B4-BE49-F238E27FC236}">
                  <a16:creationId xmlns:a16="http://schemas.microsoft.com/office/drawing/2014/main" id="{4EB47756-5628-11AD-CAA0-301BADDE51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1" name="Oval 1429">
                <a:extLst>
                  <a:ext uri="{FF2B5EF4-FFF2-40B4-BE49-F238E27FC236}">
                    <a16:creationId xmlns:a16="http://schemas.microsoft.com/office/drawing/2014/main" id="{11591CAB-D96A-378D-7DD2-6E5B2A5055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" name="Oval 1430">
                <a:extLst>
                  <a:ext uri="{FF2B5EF4-FFF2-40B4-BE49-F238E27FC236}">
                    <a16:creationId xmlns:a16="http://schemas.microsoft.com/office/drawing/2014/main" id="{6EAB62E5-025D-FCA7-D032-C170A708BF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Freeform 1431">
                <a:extLst>
                  <a:ext uri="{FF2B5EF4-FFF2-40B4-BE49-F238E27FC236}">
                    <a16:creationId xmlns:a16="http://schemas.microsoft.com/office/drawing/2014/main" id="{25BA907F-D026-7C52-BA9B-7BE403D879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432">
                <a:extLst>
                  <a:ext uri="{FF2B5EF4-FFF2-40B4-BE49-F238E27FC236}">
                    <a16:creationId xmlns:a16="http://schemas.microsoft.com/office/drawing/2014/main" id="{2EF4B0C0-7B0F-0284-6872-9102EF4026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33">
                <a:extLst>
                  <a:ext uri="{FF2B5EF4-FFF2-40B4-BE49-F238E27FC236}">
                    <a16:creationId xmlns:a16="http://schemas.microsoft.com/office/drawing/2014/main" id="{980E90F6-461B-2143-3770-DB974CB2D5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Oval 1434">
                <a:extLst>
                  <a:ext uri="{FF2B5EF4-FFF2-40B4-BE49-F238E27FC236}">
                    <a16:creationId xmlns:a16="http://schemas.microsoft.com/office/drawing/2014/main" id="{A0A9160A-62BC-30A9-6B48-D1FB0107A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35">
              <a:extLst>
                <a:ext uri="{FF2B5EF4-FFF2-40B4-BE49-F238E27FC236}">
                  <a16:creationId xmlns:a16="http://schemas.microsoft.com/office/drawing/2014/main" id="{D93921C7-B80C-1CDE-C49D-2F4C1B12AE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5" name="Oval 1436">
                <a:extLst>
                  <a:ext uri="{FF2B5EF4-FFF2-40B4-BE49-F238E27FC236}">
                    <a16:creationId xmlns:a16="http://schemas.microsoft.com/office/drawing/2014/main" id="{B58A505C-94D6-435E-8EA8-843FC4AB01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" name="Oval 1437">
                <a:extLst>
                  <a:ext uri="{FF2B5EF4-FFF2-40B4-BE49-F238E27FC236}">
                    <a16:creationId xmlns:a16="http://schemas.microsoft.com/office/drawing/2014/main" id="{E161E2BE-A197-0958-BB9A-BD15694379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Freeform 1438">
                <a:extLst>
                  <a:ext uri="{FF2B5EF4-FFF2-40B4-BE49-F238E27FC236}">
                    <a16:creationId xmlns:a16="http://schemas.microsoft.com/office/drawing/2014/main" id="{B1FD2980-F7E2-0995-94DF-3A5552235B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439">
                <a:extLst>
                  <a:ext uri="{FF2B5EF4-FFF2-40B4-BE49-F238E27FC236}">
                    <a16:creationId xmlns:a16="http://schemas.microsoft.com/office/drawing/2014/main" id="{410B2C1A-FB6D-9682-BAFA-11652390CC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440">
                <a:extLst>
                  <a:ext uri="{FF2B5EF4-FFF2-40B4-BE49-F238E27FC236}">
                    <a16:creationId xmlns:a16="http://schemas.microsoft.com/office/drawing/2014/main" id="{D95C9423-CCCC-B0FD-1476-64D9539A9C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Oval 1441">
                <a:extLst>
                  <a:ext uri="{FF2B5EF4-FFF2-40B4-BE49-F238E27FC236}">
                    <a16:creationId xmlns:a16="http://schemas.microsoft.com/office/drawing/2014/main" id="{F28514FA-C9D9-79C1-017D-9E28A74452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42">
              <a:extLst>
                <a:ext uri="{FF2B5EF4-FFF2-40B4-BE49-F238E27FC236}">
                  <a16:creationId xmlns:a16="http://schemas.microsoft.com/office/drawing/2014/main" id="{779D26CB-7AA5-A789-881F-8930996C97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99" name="Oval 1443">
                <a:extLst>
                  <a:ext uri="{FF2B5EF4-FFF2-40B4-BE49-F238E27FC236}">
                    <a16:creationId xmlns:a16="http://schemas.microsoft.com/office/drawing/2014/main" id="{40766250-FD17-2F68-3930-61BBFE0004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" name="Oval 1444">
                <a:extLst>
                  <a:ext uri="{FF2B5EF4-FFF2-40B4-BE49-F238E27FC236}">
                    <a16:creationId xmlns:a16="http://schemas.microsoft.com/office/drawing/2014/main" id="{5831A520-F723-454E-4909-C5DFA699B3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Freeform 1445">
                <a:extLst>
                  <a:ext uri="{FF2B5EF4-FFF2-40B4-BE49-F238E27FC236}">
                    <a16:creationId xmlns:a16="http://schemas.microsoft.com/office/drawing/2014/main" id="{833F3BF9-2C3F-B082-A888-29179F1BDC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446">
                <a:extLst>
                  <a:ext uri="{FF2B5EF4-FFF2-40B4-BE49-F238E27FC236}">
                    <a16:creationId xmlns:a16="http://schemas.microsoft.com/office/drawing/2014/main" id="{506B4A4C-A08A-99BC-51D1-0292C7E195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447">
                <a:extLst>
                  <a:ext uri="{FF2B5EF4-FFF2-40B4-BE49-F238E27FC236}">
                    <a16:creationId xmlns:a16="http://schemas.microsoft.com/office/drawing/2014/main" id="{2C8D6D49-3FFD-F267-23F9-D19B48CD62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Oval 1448">
                <a:extLst>
                  <a:ext uri="{FF2B5EF4-FFF2-40B4-BE49-F238E27FC236}">
                    <a16:creationId xmlns:a16="http://schemas.microsoft.com/office/drawing/2014/main" id="{973E0CEB-06BE-CBAB-CA65-042D79B32C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49">
              <a:extLst>
                <a:ext uri="{FF2B5EF4-FFF2-40B4-BE49-F238E27FC236}">
                  <a16:creationId xmlns:a16="http://schemas.microsoft.com/office/drawing/2014/main" id="{6778180D-BFAD-A663-8589-D4133E61B9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3" name="Oval 1450">
                <a:extLst>
                  <a:ext uri="{FF2B5EF4-FFF2-40B4-BE49-F238E27FC236}">
                    <a16:creationId xmlns:a16="http://schemas.microsoft.com/office/drawing/2014/main" id="{3E26A6E7-D5CF-DEC0-4A24-5551680D8D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" name="Oval 1451">
                <a:extLst>
                  <a:ext uri="{FF2B5EF4-FFF2-40B4-BE49-F238E27FC236}">
                    <a16:creationId xmlns:a16="http://schemas.microsoft.com/office/drawing/2014/main" id="{231A6DE9-3BDB-D95F-1187-243E2DC22A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Freeform 1452">
                <a:extLst>
                  <a:ext uri="{FF2B5EF4-FFF2-40B4-BE49-F238E27FC236}">
                    <a16:creationId xmlns:a16="http://schemas.microsoft.com/office/drawing/2014/main" id="{E9F3EEA8-C68B-2CE7-12F6-AAA9C756D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453">
                <a:extLst>
                  <a:ext uri="{FF2B5EF4-FFF2-40B4-BE49-F238E27FC236}">
                    <a16:creationId xmlns:a16="http://schemas.microsoft.com/office/drawing/2014/main" id="{E41340AC-D966-2564-7F36-F9731E3E7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454">
                <a:extLst>
                  <a:ext uri="{FF2B5EF4-FFF2-40B4-BE49-F238E27FC236}">
                    <a16:creationId xmlns:a16="http://schemas.microsoft.com/office/drawing/2014/main" id="{8F010F57-BB19-D995-92AA-ECE4D34E2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Oval 1455">
                <a:extLst>
                  <a:ext uri="{FF2B5EF4-FFF2-40B4-BE49-F238E27FC236}">
                    <a16:creationId xmlns:a16="http://schemas.microsoft.com/office/drawing/2014/main" id="{26B5BF5A-AF5A-24E6-6A9C-3BABF71C2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56">
              <a:extLst>
                <a:ext uri="{FF2B5EF4-FFF2-40B4-BE49-F238E27FC236}">
                  <a16:creationId xmlns:a16="http://schemas.microsoft.com/office/drawing/2014/main" id="{7884B8CB-D5E9-0E81-F8A8-875F49B458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87" name="Oval 1457">
                <a:extLst>
                  <a:ext uri="{FF2B5EF4-FFF2-40B4-BE49-F238E27FC236}">
                    <a16:creationId xmlns:a16="http://schemas.microsoft.com/office/drawing/2014/main" id="{60BFCE70-C189-74B1-6E1F-6CAFFB29C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" name="Oval 1458">
                <a:extLst>
                  <a:ext uri="{FF2B5EF4-FFF2-40B4-BE49-F238E27FC236}">
                    <a16:creationId xmlns:a16="http://schemas.microsoft.com/office/drawing/2014/main" id="{C7789D4E-8F74-56FA-EB4E-9CD37584A7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Freeform 1459">
                <a:extLst>
                  <a:ext uri="{FF2B5EF4-FFF2-40B4-BE49-F238E27FC236}">
                    <a16:creationId xmlns:a16="http://schemas.microsoft.com/office/drawing/2014/main" id="{F56527E9-143A-9AD7-41A9-2503B4B215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460">
                <a:extLst>
                  <a:ext uri="{FF2B5EF4-FFF2-40B4-BE49-F238E27FC236}">
                    <a16:creationId xmlns:a16="http://schemas.microsoft.com/office/drawing/2014/main" id="{9F8D83E9-815C-0EE8-C5D9-52C06FDBF5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461">
                <a:extLst>
                  <a:ext uri="{FF2B5EF4-FFF2-40B4-BE49-F238E27FC236}">
                    <a16:creationId xmlns:a16="http://schemas.microsoft.com/office/drawing/2014/main" id="{5A6D5C67-70E4-4572-C8AD-393193E901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Oval 1462">
                <a:extLst>
                  <a:ext uri="{FF2B5EF4-FFF2-40B4-BE49-F238E27FC236}">
                    <a16:creationId xmlns:a16="http://schemas.microsoft.com/office/drawing/2014/main" id="{308817D6-DB0D-EE0E-4EEA-BDAE18291E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63">
              <a:extLst>
                <a:ext uri="{FF2B5EF4-FFF2-40B4-BE49-F238E27FC236}">
                  <a16:creationId xmlns:a16="http://schemas.microsoft.com/office/drawing/2014/main" id="{889C8A8E-8ECE-F7B3-748E-75C49F9B38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1" name="Oval 1464">
                <a:extLst>
                  <a:ext uri="{FF2B5EF4-FFF2-40B4-BE49-F238E27FC236}">
                    <a16:creationId xmlns:a16="http://schemas.microsoft.com/office/drawing/2014/main" id="{768F63B7-5909-68DF-412B-3B27E10CC5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2" name="Oval 1465">
                <a:extLst>
                  <a:ext uri="{FF2B5EF4-FFF2-40B4-BE49-F238E27FC236}">
                    <a16:creationId xmlns:a16="http://schemas.microsoft.com/office/drawing/2014/main" id="{6BF20BB6-0006-3224-3759-AE619DC83C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Freeform 1466">
                <a:extLst>
                  <a:ext uri="{FF2B5EF4-FFF2-40B4-BE49-F238E27FC236}">
                    <a16:creationId xmlns:a16="http://schemas.microsoft.com/office/drawing/2014/main" id="{E0799AD9-DC86-645D-693C-66ED51C967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467">
                <a:extLst>
                  <a:ext uri="{FF2B5EF4-FFF2-40B4-BE49-F238E27FC236}">
                    <a16:creationId xmlns:a16="http://schemas.microsoft.com/office/drawing/2014/main" id="{BDD0651D-10A4-C764-E86E-3A9E40C2C3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468">
                <a:extLst>
                  <a:ext uri="{FF2B5EF4-FFF2-40B4-BE49-F238E27FC236}">
                    <a16:creationId xmlns:a16="http://schemas.microsoft.com/office/drawing/2014/main" id="{937E7A5E-2FFD-DEBB-3F46-9BCF8F3685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Oval 1469">
                <a:extLst>
                  <a:ext uri="{FF2B5EF4-FFF2-40B4-BE49-F238E27FC236}">
                    <a16:creationId xmlns:a16="http://schemas.microsoft.com/office/drawing/2014/main" id="{5A84092D-3F5A-EAF8-B479-F2B5396ECA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70">
              <a:extLst>
                <a:ext uri="{FF2B5EF4-FFF2-40B4-BE49-F238E27FC236}">
                  <a16:creationId xmlns:a16="http://schemas.microsoft.com/office/drawing/2014/main" id="{7C356F86-178D-466E-44C6-23B519C14D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5" name="Oval 1471">
                <a:extLst>
                  <a:ext uri="{FF2B5EF4-FFF2-40B4-BE49-F238E27FC236}">
                    <a16:creationId xmlns:a16="http://schemas.microsoft.com/office/drawing/2014/main" id="{D91B2C91-3927-0843-91C3-3A0A7A25D0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" name="Oval 1472">
                <a:extLst>
                  <a:ext uri="{FF2B5EF4-FFF2-40B4-BE49-F238E27FC236}">
                    <a16:creationId xmlns:a16="http://schemas.microsoft.com/office/drawing/2014/main" id="{8C719626-61DF-4E80-C397-763A883B96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Freeform 1473">
                <a:extLst>
                  <a:ext uri="{FF2B5EF4-FFF2-40B4-BE49-F238E27FC236}">
                    <a16:creationId xmlns:a16="http://schemas.microsoft.com/office/drawing/2014/main" id="{B09852F3-658C-7C0C-C469-9832E04EA1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474">
                <a:extLst>
                  <a:ext uri="{FF2B5EF4-FFF2-40B4-BE49-F238E27FC236}">
                    <a16:creationId xmlns:a16="http://schemas.microsoft.com/office/drawing/2014/main" id="{ED19BA00-4DD3-4A87-A9D3-C49AD3C10B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475">
                <a:extLst>
                  <a:ext uri="{FF2B5EF4-FFF2-40B4-BE49-F238E27FC236}">
                    <a16:creationId xmlns:a16="http://schemas.microsoft.com/office/drawing/2014/main" id="{CD552A28-FB5B-95D7-D72A-92EA7D42C2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Oval 1476">
                <a:extLst>
                  <a:ext uri="{FF2B5EF4-FFF2-40B4-BE49-F238E27FC236}">
                    <a16:creationId xmlns:a16="http://schemas.microsoft.com/office/drawing/2014/main" id="{1035E8A1-CB57-2C8C-96F0-B05BAAB9C6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77">
              <a:extLst>
                <a:ext uri="{FF2B5EF4-FFF2-40B4-BE49-F238E27FC236}">
                  <a16:creationId xmlns:a16="http://schemas.microsoft.com/office/drawing/2014/main" id="{3A638A7A-956D-9606-D887-2703037EC8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69" name="Oval 1478">
                <a:extLst>
                  <a:ext uri="{FF2B5EF4-FFF2-40B4-BE49-F238E27FC236}">
                    <a16:creationId xmlns:a16="http://schemas.microsoft.com/office/drawing/2014/main" id="{120A614A-0DDE-196E-5EEC-A86F343301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" name="Oval 1479">
                <a:extLst>
                  <a:ext uri="{FF2B5EF4-FFF2-40B4-BE49-F238E27FC236}">
                    <a16:creationId xmlns:a16="http://schemas.microsoft.com/office/drawing/2014/main" id="{042FDF8F-B4CE-CC7E-D3C9-7A5D28180C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Freeform 1480">
                <a:extLst>
                  <a:ext uri="{FF2B5EF4-FFF2-40B4-BE49-F238E27FC236}">
                    <a16:creationId xmlns:a16="http://schemas.microsoft.com/office/drawing/2014/main" id="{062DFF20-1476-4912-0E15-A5F386C37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481">
                <a:extLst>
                  <a:ext uri="{FF2B5EF4-FFF2-40B4-BE49-F238E27FC236}">
                    <a16:creationId xmlns:a16="http://schemas.microsoft.com/office/drawing/2014/main" id="{D302EDBF-4499-2793-CF82-974F4DEF8C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482">
                <a:extLst>
                  <a:ext uri="{FF2B5EF4-FFF2-40B4-BE49-F238E27FC236}">
                    <a16:creationId xmlns:a16="http://schemas.microsoft.com/office/drawing/2014/main" id="{7FEC138B-9B24-A762-B100-3177B125E6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Oval 1483">
                <a:extLst>
                  <a:ext uri="{FF2B5EF4-FFF2-40B4-BE49-F238E27FC236}">
                    <a16:creationId xmlns:a16="http://schemas.microsoft.com/office/drawing/2014/main" id="{A34F2C01-31B5-C531-0476-92C8211B22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84">
              <a:extLst>
                <a:ext uri="{FF2B5EF4-FFF2-40B4-BE49-F238E27FC236}">
                  <a16:creationId xmlns:a16="http://schemas.microsoft.com/office/drawing/2014/main" id="{C29C461E-98AD-6610-8F64-2E8F008CB4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3" name="Oval 1485">
                <a:extLst>
                  <a:ext uri="{FF2B5EF4-FFF2-40B4-BE49-F238E27FC236}">
                    <a16:creationId xmlns:a16="http://schemas.microsoft.com/office/drawing/2014/main" id="{87E68F3A-6D0B-2A6E-79AA-C829978583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" name="Oval 1486">
                <a:extLst>
                  <a:ext uri="{FF2B5EF4-FFF2-40B4-BE49-F238E27FC236}">
                    <a16:creationId xmlns:a16="http://schemas.microsoft.com/office/drawing/2014/main" id="{121EB55E-507E-ACCF-08DB-C2B99BDF70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Freeform 1487">
                <a:extLst>
                  <a:ext uri="{FF2B5EF4-FFF2-40B4-BE49-F238E27FC236}">
                    <a16:creationId xmlns:a16="http://schemas.microsoft.com/office/drawing/2014/main" id="{C4DDAECA-D9E6-51CC-8C32-F6580C7CDD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488">
                <a:extLst>
                  <a:ext uri="{FF2B5EF4-FFF2-40B4-BE49-F238E27FC236}">
                    <a16:creationId xmlns:a16="http://schemas.microsoft.com/office/drawing/2014/main" id="{BBA645B0-3565-7737-E7C2-D0B1533437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489">
                <a:extLst>
                  <a:ext uri="{FF2B5EF4-FFF2-40B4-BE49-F238E27FC236}">
                    <a16:creationId xmlns:a16="http://schemas.microsoft.com/office/drawing/2014/main" id="{21F2B142-D88B-DF9F-446D-500351D1EF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Oval 1490">
                <a:extLst>
                  <a:ext uri="{FF2B5EF4-FFF2-40B4-BE49-F238E27FC236}">
                    <a16:creationId xmlns:a16="http://schemas.microsoft.com/office/drawing/2014/main" id="{D33C0972-39FB-07F5-13AB-314F664B42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91">
              <a:extLst>
                <a:ext uri="{FF2B5EF4-FFF2-40B4-BE49-F238E27FC236}">
                  <a16:creationId xmlns:a16="http://schemas.microsoft.com/office/drawing/2014/main" id="{D9FF3F17-96DB-2214-A166-D3BC41286D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57" name="Oval 1492">
                <a:extLst>
                  <a:ext uri="{FF2B5EF4-FFF2-40B4-BE49-F238E27FC236}">
                    <a16:creationId xmlns:a16="http://schemas.microsoft.com/office/drawing/2014/main" id="{410A8FE0-7069-4052-E5F8-632C4C9CA4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8" name="Oval 1493">
                <a:extLst>
                  <a:ext uri="{FF2B5EF4-FFF2-40B4-BE49-F238E27FC236}">
                    <a16:creationId xmlns:a16="http://schemas.microsoft.com/office/drawing/2014/main" id="{0EA311CF-3722-9CBC-F8D4-B787881072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Freeform 1494">
                <a:extLst>
                  <a:ext uri="{FF2B5EF4-FFF2-40B4-BE49-F238E27FC236}">
                    <a16:creationId xmlns:a16="http://schemas.microsoft.com/office/drawing/2014/main" id="{A057FD38-8917-5B63-BBFF-76BD4C9D43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495">
                <a:extLst>
                  <a:ext uri="{FF2B5EF4-FFF2-40B4-BE49-F238E27FC236}">
                    <a16:creationId xmlns:a16="http://schemas.microsoft.com/office/drawing/2014/main" id="{4C3A81A8-AEC8-94FD-BDE9-EADC128C66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496">
                <a:extLst>
                  <a:ext uri="{FF2B5EF4-FFF2-40B4-BE49-F238E27FC236}">
                    <a16:creationId xmlns:a16="http://schemas.microsoft.com/office/drawing/2014/main" id="{CA6159E5-EAB3-9619-5F61-43F7AD40FF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Oval 1497">
                <a:extLst>
                  <a:ext uri="{FF2B5EF4-FFF2-40B4-BE49-F238E27FC236}">
                    <a16:creationId xmlns:a16="http://schemas.microsoft.com/office/drawing/2014/main" id="{0E12710E-D73A-BF34-3165-2D43672ABA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98">
              <a:extLst>
                <a:ext uri="{FF2B5EF4-FFF2-40B4-BE49-F238E27FC236}">
                  <a16:creationId xmlns:a16="http://schemas.microsoft.com/office/drawing/2014/main" id="{7746E980-0832-27B0-4612-C61C9E93DA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1" name="Oval 1499">
                <a:extLst>
                  <a:ext uri="{FF2B5EF4-FFF2-40B4-BE49-F238E27FC236}">
                    <a16:creationId xmlns:a16="http://schemas.microsoft.com/office/drawing/2014/main" id="{9F4F9F9B-79D9-EC1C-9F17-E60BA6FC2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2" name="Oval 1500">
                <a:extLst>
                  <a:ext uri="{FF2B5EF4-FFF2-40B4-BE49-F238E27FC236}">
                    <a16:creationId xmlns:a16="http://schemas.microsoft.com/office/drawing/2014/main" id="{BBCE81FB-6AC9-AF98-BF88-8A8A948BB5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Freeform 1501">
                <a:extLst>
                  <a:ext uri="{FF2B5EF4-FFF2-40B4-BE49-F238E27FC236}">
                    <a16:creationId xmlns:a16="http://schemas.microsoft.com/office/drawing/2014/main" id="{8767440B-64EF-42EC-B31F-72DA57F37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502">
                <a:extLst>
                  <a:ext uri="{FF2B5EF4-FFF2-40B4-BE49-F238E27FC236}">
                    <a16:creationId xmlns:a16="http://schemas.microsoft.com/office/drawing/2014/main" id="{3A89A254-EA2E-0420-201F-6668D84354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03">
                <a:extLst>
                  <a:ext uri="{FF2B5EF4-FFF2-40B4-BE49-F238E27FC236}">
                    <a16:creationId xmlns:a16="http://schemas.microsoft.com/office/drawing/2014/main" id="{DA710943-73AE-94D2-A62F-357DC7ED57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Oval 1504">
                <a:extLst>
                  <a:ext uri="{FF2B5EF4-FFF2-40B4-BE49-F238E27FC236}">
                    <a16:creationId xmlns:a16="http://schemas.microsoft.com/office/drawing/2014/main" id="{E84CDD07-F126-031B-D34B-EBB1CEB6DD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505">
              <a:extLst>
                <a:ext uri="{FF2B5EF4-FFF2-40B4-BE49-F238E27FC236}">
                  <a16:creationId xmlns:a16="http://schemas.microsoft.com/office/drawing/2014/main" id="{22A711FE-776D-18DB-E4C8-D8A2F61078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5" name="Oval 1506">
                <a:extLst>
                  <a:ext uri="{FF2B5EF4-FFF2-40B4-BE49-F238E27FC236}">
                    <a16:creationId xmlns:a16="http://schemas.microsoft.com/office/drawing/2014/main" id="{ABB9FD92-B968-06F3-25C9-B19D7BBA74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6" name="Oval 1507">
                <a:extLst>
                  <a:ext uri="{FF2B5EF4-FFF2-40B4-BE49-F238E27FC236}">
                    <a16:creationId xmlns:a16="http://schemas.microsoft.com/office/drawing/2014/main" id="{6C33E17D-890D-108E-EF63-3CD132F191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Freeform 1508">
                <a:extLst>
                  <a:ext uri="{FF2B5EF4-FFF2-40B4-BE49-F238E27FC236}">
                    <a16:creationId xmlns:a16="http://schemas.microsoft.com/office/drawing/2014/main" id="{DED055E9-87FE-CE07-D0E3-494E7D2E6E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509">
                <a:extLst>
                  <a:ext uri="{FF2B5EF4-FFF2-40B4-BE49-F238E27FC236}">
                    <a16:creationId xmlns:a16="http://schemas.microsoft.com/office/drawing/2014/main" id="{FC741D71-8933-A3C5-0158-BEAE0C7796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10">
                <a:extLst>
                  <a:ext uri="{FF2B5EF4-FFF2-40B4-BE49-F238E27FC236}">
                    <a16:creationId xmlns:a16="http://schemas.microsoft.com/office/drawing/2014/main" id="{993DFF5A-4B6A-6B31-7505-68FB59D5A4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Oval 1511">
                <a:extLst>
                  <a:ext uri="{FF2B5EF4-FFF2-40B4-BE49-F238E27FC236}">
                    <a16:creationId xmlns:a16="http://schemas.microsoft.com/office/drawing/2014/main" id="{9FDD041F-95F3-6E6F-B103-6DCD0554CD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512">
              <a:extLst>
                <a:ext uri="{FF2B5EF4-FFF2-40B4-BE49-F238E27FC236}">
                  <a16:creationId xmlns:a16="http://schemas.microsoft.com/office/drawing/2014/main" id="{E263028F-0F55-7F3E-0708-EB4ED43B48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39" name="Oval 1513">
                <a:extLst>
                  <a:ext uri="{FF2B5EF4-FFF2-40B4-BE49-F238E27FC236}">
                    <a16:creationId xmlns:a16="http://schemas.microsoft.com/office/drawing/2014/main" id="{DAF5A909-53D6-D5AE-28F4-7DDFA21014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0" name="Oval 1514">
                <a:extLst>
                  <a:ext uri="{FF2B5EF4-FFF2-40B4-BE49-F238E27FC236}">
                    <a16:creationId xmlns:a16="http://schemas.microsoft.com/office/drawing/2014/main" id="{E5622457-5FFC-E4DC-5524-EC950C97FE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Freeform 1515">
                <a:extLst>
                  <a:ext uri="{FF2B5EF4-FFF2-40B4-BE49-F238E27FC236}">
                    <a16:creationId xmlns:a16="http://schemas.microsoft.com/office/drawing/2014/main" id="{5F498488-DDFC-86FC-5DE7-6DF5AD8CDA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516">
                <a:extLst>
                  <a:ext uri="{FF2B5EF4-FFF2-40B4-BE49-F238E27FC236}">
                    <a16:creationId xmlns:a16="http://schemas.microsoft.com/office/drawing/2014/main" id="{0DB472F2-912A-3A96-8587-3141F55440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17">
                <a:extLst>
                  <a:ext uri="{FF2B5EF4-FFF2-40B4-BE49-F238E27FC236}">
                    <a16:creationId xmlns:a16="http://schemas.microsoft.com/office/drawing/2014/main" id="{D0D3BB7C-21B8-8308-F0A4-2CE6E0FB7A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Oval 1518">
                <a:extLst>
                  <a:ext uri="{FF2B5EF4-FFF2-40B4-BE49-F238E27FC236}">
                    <a16:creationId xmlns:a16="http://schemas.microsoft.com/office/drawing/2014/main" id="{5487168D-B837-80CC-A6A1-0A8435CCF2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519">
              <a:extLst>
                <a:ext uri="{FF2B5EF4-FFF2-40B4-BE49-F238E27FC236}">
                  <a16:creationId xmlns:a16="http://schemas.microsoft.com/office/drawing/2014/main" id="{7CA7F1A9-B70C-38B4-B6FE-7369CA5B9D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3" name="Oval 1520">
                <a:extLst>
                  <a:ext uri="{FF2B5EF4-FFF2-40B4-BE49-F238E27FC236}">
                    <a16:creationId xmlns:a16="http://schemas.microsoft.com/office/drawing/2014/main" id="{64984550-006A-D053-779B-C7F76BCF23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4" name="Oval 1521">
                <a:extLst>
                  <a:ext uri="{FF2B5EF4-FFF2-40B4-BE49-F238E27FC236}">
                    <a16:creationId xmlns:a16="http://schemas.microsoft.com/office/drawing/2014/main" id="{5C892534-3F05-33FE-78AF-470A09FBAD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Freeform 1522">
                <a:extLst>
                  <a:ext uri="{FF2B5EF4-FFF2-40B4-BE49-F238E27FC236}">
                    <a16:creationId xmlns:a16="http://schemas.microsoft.com/office/drawing/2014/main" id="{B5F74C70-AB42-0E60-D54B-63D1EF85BF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523">
                <a:extLst>
                  <a:ext uri="{FF2B5EF4-FFF2-40B4-BE49-F238E27FC236}">
                    <a16:creationId xmlns:a16="http://schemas.microsoft.com/office/drawing/2014/main" id="{877FF68E-B57E-6549-4037-E102D6BA48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24">
                <a:extLst>
                  <a:ext uri="{FF2B5EF4-FFF2-40B4-BE49-F238E27FC236}">
                    <a16:creationId xmlns:a16="http://schemas.microsoft.com/office/drawing/2014/main" id="{9BD93FAD-C411-62FF-9D21-856A9A20A3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Oval 1525">
                <a:extLst>
                  <a:ext uri="{FF2B5EF4-FFF2-40B4-BE49-F238E27FC236}">
                    <a16:creationId xmlns:a16="http://schemas.microsoft.com/office/drawing/2014/main" id="{577512B5-9185-61C7-340C-2662FE021F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526">
              <a:extLst>
                <a:ext uri="{FF2B5EF4-FFF2-40B4-BE49-F238E27FC236}">
                  <a16:creationId xmlns:a16="http://schemas.microsoft.com/office/drawing/2014/main" id="{B16AB4CA-02F5-CA64-8FF1-B9F836A1F5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27" name="Oval 1527">
                <a:extLst>
                  <a:ext uri="{FF2B5EF4-FFF2-40B4-BE49-F238E27FC236}">
                    <a16:creationId xmlns:a16="http://schemas.microsoft.com/office/drawing/2014/main" id="{CA4290D9-0D86-9A1D-ECC1-D70BF7BC2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8" name="Oval 1528">
                <a:extLst>
                  <a:ext uri="{FF2B5EF4-FFF2-40B4-BE49-F238E27FC236}">
                    <a16:creationId xmlns:a16="http://schemas.microsoft.com/office/drawing/2014/main" id="{7B190938-7535-0D29-0739-B776373A2D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Freeform 1529">
                <a:extLst>
                  <a:ext uri="{FF2B5EF4-FFF2-40B4-BE49-F238E27FC236}">
                    <a16:creationId xmlns:a16="http://schemas.microsoft.com/office/drawing/2014/main" id="{5D40FCE8-FD8A-EFD0-1AD5-B6E89B1D9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530">
                <a:extLst>
                  <a:ext uri="{FF2B5EF4-FFF2-40B4-BE49-F238E27FC236}">
                    <a16:creationId xmlns:a16="http://schemas.microsoft.com/office/drawing/2014/main" id="{8BFF1EEC-A0BF-C266-4707-D25EA17BC3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31">
                <a:extLst>
                  <a:ext uri="{FF2B5EF4-FFF2-40B4-BE49-F238E27FC236}">
                    <a16:creationId xmlns:a16="http://schemas.microsoft.com/office/drawing/2014/main" id="{6050E7A1-66EA-F428-D25F-89FEAAB4D9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Oval 1532">
                <a:extLst>
                  <a:ext uri="{FF2B5EF4-FFF2-40B4-BE49-F238E27FC236}">
                    <a16:creationId xmlns:a16="http://schemas.microsoft.com/office/drawing/2014/main" id="{CF8111FE-8D37-7540-FBA7-33A3F66DFE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33">
              <a:extLst>
                <a:ext uri="{FF2B5EF4-FFF2-40B4-BE49-F238E27FC236}">
                  <a16:creationId xmlns:a16="http://schemas.microsoft.com/office/drawing/2014/main" id="{311661BA-DCB1-4582-7799-47A6C788B3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1" name="Oval 1534">
                <a:extLst>
                  <a:ext uri="{FF2B5EF4-FFF2-40B4-BE49-F238E27FC236}">
                    <a16:creationId xmlns:a16="http://schemas.microsoft.com/office/drawing/2014/main" id="{FD810DAC-980B-AF75-4C80-0C4BAB4E29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2" name="Oval 1535">
                <a:extLst>
                  <a:ext uri="{FF2B5EF4-FFF2-40B4-BE49-F238E27FC236}">
                    <a16:creationId xmlns:a16="http://schemas.microsoft.com/office/drawing/2014/main" id="{2E3980A4-4C95-F1C1-147D-53610FA240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Freeform 1536">
                <a:extLst>
                  <a:ext uri="{FF2B5EF4-FFF2-40B4-BE49-F238E27FC236}">
                    <a16:creationId xmlns:a16="http://schemas.microsoft.com/office/drawing/2014/main" id="{CC363E85-88A1-4F37-89C0-C48AC3AC58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537">
                <a:extLst>
                  <a:ext uri="{FF2B5EF4-FFF2-40B4-BE49-F238E27FC236}">
                    <a16:creationId xmlns:a16="http://schemas.microsoft.com/office/drawing/2014/main" id="{D128C064-7ECA-EC14-7823-E6F15966A3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538">
                <a:extLst>
                  <a:ext uri="{FF2B5EF4-FFF2-40B4-BE49-F238E27FC236}">
                    <a16:creationId xmlns:a16="http://schemas.microsoft.com/office/drawing/2014/main" id="{100174C0-92CA-3095-C494-5F9CB57E20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Oval 1539">
                <a:extLst>
                  <a:ext uri="{FF2B5EF4-FFF2-40B4-BE49-F238E27FC236}">
                    <a16:creationId xmlns:a16="http://schemas.microsoft.com/office/drawing/2014/main" id="{B6EFCC74-25EA-F44D-ADFC-004691234A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40">
              <a:extLst>
                <a:ext uri="{FF2B5EF4-FFF2-40B4-BE49-F238E27FC236}">
                  <a16:creationId xmlns:a16="http://schemas.microsoft.com/office/drawing/2014/main" id="{63FD5E02-726B-C681-D2AD-455EA2CB13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5" name="Oval 1541">
                <a:extLst>
                  <a:ext uri="{FF2B5EF4-FFF2-40B4-BE49-F238E27FC236}">
                    <a16:creationId xmlns:a16="http://schemas.microsoft.com/office/drawing/2014/main" id="{A33A806B-1614-CDB7-361F-A9C268302A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" name="Oval 1542">
                <a:extLst>
                  <a:ext uri="{FF2B5EF4-FFF2-40B4-BE49-F238E27FC236}">
                    <a16:creationId xmlns:a16="http://schemas.microsoft.com/office/drawing/2014/main" id="{66B7ED07-6BBF-B971-689A-D243BE27B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Freeform 1543">
                <a:extLst>
                  <a:ext uri="{FF2B5EF4-FFF2-40B4-BE49-F238E27FC236}">
                    <a16:creationId xmlns:a16="http://schemas.microsoft.com/office/drawing/2014/main" id="{E4435657-B30F-37C9-E442-2BA7EFDA15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544">
                <a:extLst>
                  <a:ext uri="{FF2B5EF4-FFF2-40B4-BE49-F238E27FC236}">
                    <a16:creationId xmlns:a16="http://schemas.microsoft.com/office/drawing/2014/main" id="{07CD7661-92A8-4766-D21D-8E149CD700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545">
                <a:extLst>
                  <a:ext uri="{FF2B5EF4-FFF2-40B4-BE49-F238E27FC236}">
                    <a16:creationId xmlns:a16="http://schemas.microsoft.com/office/drawing/2014/main" id="{38381D3B-B198-0C7F-1DB1-30469F9FEA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Oval 1546">
                <a:extLst>
                  <a:ext uri="{FF2B5EF4-FFF2-40B4-BE49-F238E27FC236}">
                    <a16:creationId xmlns:a16="http://schemas.microsoft.com/office/drawing/2014/main" id="{6058EDA1-9AA7-E0A1-400D-BFBF8EB693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47">
              <a:extLst>
                <a:ext uri="{FF2B5EF4-FFF2-40B4-BE49-F238E27FC236}">
                  <a16:creationId xmlns:a16="http://schemas.microsoft.com/office/drawing/2014/main" id="{46BF544B-4C63-A45E-BB75-55C2070C83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9" name="Oval 1548">
                <a:extLst>
                  <a:ext uri="{FF2B5EF4-FFF2-40B4-BE49-F238E27FC236}">
                    <a16:creationId xmlns:a16="http://schemas.microsoft.com/office/drawing/2014/main" id="{13291D28-09F2-0E7C-33B7-DACEA9CBBE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" name="Oval 1549">
                <a:extLst>
                  <a:ext uri="{FF2B5EF4-FFF2-40B4-BE49-F238E27FC236}">
                    <a16:creationId xmlns:a16="http://schemas.microsoft.com/office/drawing/2014/main" id="{8B6885DA-A999-4BF1-9BC7-184552EA1A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" name="Freeform 1550">
                <a:extLst>
                  <a:ext uri="{FF2B5EF4-FFF2-40B4-BE49-F238E27FC236}">
                    <a16:creationId xmlns:a16="http://schemas.microsoft.com/office/drawing/2014/main" id="{2E9EB175-CC11-259B-28C1-F0CF64EC61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551">
                <a:extLst>
                  <a:ext uri="{FF2B5EF4-FFF2-40B4-BE49-F238E27FC236}">
                    <a16:creationId xmlns:a16="http://schemas.microsoft.com/office/drawing/2014/main" id="{A383DC7D-2C14-266D-E5A8-9BEFAE3ED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552">
                <a:extLst>
                  <a:ext uri="{FF2B5EF4-FFF2-40B4-BE49-F238E27FC236}">
                    <a16:creationId xmlns:a16="http://schemas.microsoft.com/office/drawing/2014/main" id="{95CE3C77-E3D0-0B02-1B65-A14AF9B61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Oval 1553">
                <a:extLst>
                  <a:ext uri="{FF2B5EF4-FFF2-40B4-BE49-F238E27FC236}">
                    <a16:creationId xmlns:a16="http://schemas.microsoft.com/office/drawing/2014/main" id="{4F3AB9FD-EB32-C6C3-8595-13D57EFD85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54">
              <a:extLst>
                <a:ext uri="{FF2B5EF4-FFF2-40B4-BE49-F238E27FC236}">
                  <a16:creationId xmlns:a16="http://schemas.microsoft.com/office/drawing/2014/main" id="{392E6218-96BB-3AB8-0BAD-98340D704D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3" name="Oval 1555">
                <a:extLst>
                  <a:ext uri="{FF2B5EF4-FFF2-40B4-BE49-F238E27FC236}">
                    <a16:creationId xmlns:a16="http://schemas.microsoft.com/office/drawing/2014/main" id="{AA474E9C-39BA-48C7-F4FE-533A35F26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" name="Oval 1556">
                <a:extLst>
                  <a:ext uri="{FF2B5EF4-FFF2-40B4-BE49-F238E27FC236}">
                    <a16:creationId xmlns:a16="http://schemas.microsoft.com/office/drawing/2014/main" id="{CF43B71F-59CD-172D-0DEF-C18A737476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" name="Freeform 1557">
                <a:extLst>
                  <a:ext uri="{FF2B5EF4-FFF2-40B4-BE49-F238E27FC236}">
                    <a16:creationId xmlns:a16="http://schemas.microsoft.com/office/drawing/2014/main" id="{E68F491C-F131-C303-AFEF-3A8AD78FCF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558">
                <a:extLst>
                  <a:ext uri="{FF2B5EF4-FFF2-40B4-BE49-F238E27FC236}">
                    <a16:creationId xmlns:a16="http://schemas.microsoft.com/office/drawing/2014/main" id="{A0AD582F-94E6-2169-5211-5D086BC803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559">
                <a:extLst>
                  <a:ext uri="{FF2B5EF4-FFF2-40B4-BE49-F238E27FC236}">
                    <a16:creationId xmlns:a16="http://schemas.microsoft.com/office/drawing/2014/main" id="{A5CFE0B0-331B-C231-C632-84B087738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Oval 1560">
                <a:extLst>
                  <a:ext uri="{FF2B5EF4-FFF2-40B4-BE49-F238E27FC236}">
                    <a16:creationId xmlns:a16="http://schemas.microsoft.com/office/drawing/2014/main" id="{F5C9CC9A-2615-BE4B-58B3-6D154FD96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61">
              <a:extLst>
                <a:ext uri="{FF2B5EF4-FFF2-40B4-BE49-F238E27FC236}">
                  <a16:creationId xmlns:a16="http://schemas.microsoft.com/office/drawing/2014/main" id="{9AD07C58-5ABE-8DDC-628C-94578E4BAB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97" name="Oval 1562">
                <a:extLst>
                  <a:ext uri="{FF2B5EF4-FFF2-40B4-BE49-F238E27FC236}">
                    <a16:creationId xmlns:a16="http://schemas.microsoft.com/office/drawing/2014/main" id="{08E4891D-D53A-27B5-549D-3B9C3FFDEA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" name="Oval 1563">
                <a:extLst>
                  <a:ext uri="{FF2B5EF4-FFF2-40B4-BE49-F238E27FC236}">
                    <a16:creationId xmlns:a16="http://schemas.microsoft.com/office/drawing/2014/main" id="{5667F01E-E61C-A858-1809-93E6DB88D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" name="Freeform 1564">
                <a:extLst>
                  <a:ext uri="{FF2B5EF4-FFF2-40B4-BE49-F238E27FC236}">
                    <a16:creationId xmlns:a16="http://schemas.microsoft.com/office/drawing/2014/main" id="{F32779D5-8E1B-13F7-7AED-D0D537CBD7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565">
                <a:extLst>
                  <a:ext uri="{FF2B5EF4-FFF2-40B4-BE49-F238E27FC236}">
                    <a16:creationId xmlns:a16="http://schemas.microsoft.com/office/drawing/2014/main" id="{C4A46F5D-12D7-873D-8795-3C294888B1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566">
                <a:extLst>
                  <a:ext uri="{FF2B5EF4-FFF2-40B4-BE49-F238E27FC236}">
                    <a16:creationId xmlns:a16="http://schemas.microsoft.com/office/drawing/2014/main" id="{BBAF1ADB-2B0E-3EE9-E385-5BFEB18719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Oval 1567">
                <a:extLst>
                  <a:ext uri="{FF2B5EF4-FFF2-40B4-BE49-F238E27FC236}">
                    <a16:creationId xmlns:a16="http://schemas.microsoft.com/office/drawing/2014/main" id="{C2E61BFF-D223-3BAB-564D-5197A01FF3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68">
              <a:extLst>
                <a:ext uri="{FF2B5EF4-FFF2-40B4-BE49-F238E27FC236}">
                  <a16:creationId xmlns:a16="http://schemas.microsoft.com/office/drawing/2014/main" id="{22A2E220-E959-809F-61B4-666014B530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1" name="Oval 1569">
                <a:extLst>
                  <a:ext uri="{FF2B5EF4-FFF2-40B4-BE49-F238E27FC236}">
                    <a16:creationId xmlns:a16="http://schemas.microsoft.com/office/drawing/2014/main" id="{F347848C-BBB3-45A3-F1B5-574566A8C4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" name="Oval 1570">
                <a:extLst>
                  <a:ext uri="{FF2B5EF4-FFF2-40B4-BE49-F238E27FC236}">
                    <a16:creationId xmlns:a16="http://schemas.microsoft.com/office/drawing/2014/main" id="{50AE5AE6-581A-5F11-C316-A80AFC0F79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" name="Freeform 1571">
                <a:extLst>
                  <a:ext uri="{FF2B5EF4-FFF2-40B4-BE49-F238E27FC236}">
                    <a16:creationId xmlns:a16="http://schemas.microsoft.com/office/drawing/2014/main" id="{B3457C98-658A-CDD0-82EA-EBDC757C81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572">
                <a:extLst>
                  <a:ext uri="{FF2B5EF4-FFF2-40B4-BE49-F238E27FC236}">
                    <a16:creationId xmlns:a16="http://schemas.microsoft.com/office/drawing/2014/main" id="{AE9F6234-2527-030D-D39C-6ABB2F720D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573">
                <a:extLst>
                  <a:ext uri="{FF2B5EF4-FFF2-40B4-BE49-F238E27FC236}">
                    <a16:creationId xmlns:a16="http://schemas.microsoft.com/office/drawing/2014/main" id="{AC6C7CF9-F527-92E7-E9BB-2B9474263A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Oval 1574">
                <a:extLst>
                  <a:ext uri="{FF2B5EF4-FFF2-40B4-BE49-F238E27FC236}">
                    <a16:creationId xmlns:a16="http://schemas.microsoft.com/office/drawing/2014/main" id="{8E44FB34-EAE0-C6F8-5017-630DF24C02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75">
              <a:extLst>
                <a:ext uri="{FF2B5EF4-FFF2-40B4-BE49-F238E27FC236}">
                  <a16:creationId xmlns:a16="http://schemas.microsoft.com/office/drawing/2014/main" id="{EAE18A45-89B1-CF6A-24D6-42462F53A7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5" name="Oval 1576">
                <a:extLst>
                  <a:ext uri="{FF2B5EF4-FFF2-40B4-BE49-F238E27FC236}">
                    <a16:creationId xmlns:a16="http://schemas.microsoft.com/office/drawing/2014/main" id="{0343213A-1FC7-8D93-229D-2BD8A23120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" name="Oval 1577">
                <a:extLst>
                  <a:ext uri="{FF2B5EF4-FFF2-40B4-BE49-F238E27FC236}">
                    <a16:creationId xmlns:a16="http://schemas.microsoft.com/office/drawing/2014/main" id="{7D44A39F-3767-CD69-03F8-FB8957533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" name="Freeform 1578">
                <a:extLst>
                  <a:ext uri="{FF2B5EF4-FFF2-40B4-BE49-F238E27FC236}">
                    <a16:creationId xmlns:a16="http://schemas.microsoft.com/office/drawing/2014/main" id="{22D048DF-5B05-5B39-4B00-6A41A4DAE8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579">
                <a:extLst>
                  <a:ext uri="{FF2B5EF4-FFF2-40B4-BE49-F238E27FC236}">
                    <a16:creationId xmlns:a16="http://schemas.microsoft.com/office/drawing/2014/main" id="{95182664-0242-7772-C5B7-19AB88BCA8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580">
                <a:extLst>
                  <a:ext uri="{FF2B5EF4-FFF2-40B4-BE49-F238E27FC236}">
                    <a16:creationId xmlns:a16="http://schemas.microsoft.com/office/drawing/2014/main" id="{B0B2F889-203D-6577-68D5-BB730E42C1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Oval 1581">
                <a:extLst>
                  <a:ext uri="{FF2B5EF4-FFF2-40B4-BE49-F238E27FC236}">
                    <a16:creationId xmlns:a16="http://schemas.microsoft.com/office/drawing/2014/main" id="{79C69948-8549-15B6-FA5C-E0F8A74F6B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82">
              <a:extLst>
                <a:ext uri="{FF2B5EF4-FFF2-40B4-BE49-F238E27FC236}">
                  <a16:creationId xmlns:a16="http://schemas.microsoft.com/office/drawing/2014/main" id="{A8B60992-EF54-1AA6-844C-D12332D106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9" name="Oval 1583">
                <a:extLst>
                  <a:ext uri="{FF2B5EF4-FFF2-40B4-BE49-F238E27FC236}">
                    <a16:creationId xmlns:a16="http://schemas.microsoft.com/office/drawing/2014/main" id="{75453CB2-6B4E-0C1E-2DBB-7BB2D112AD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" name="Oval 1584">
                <a:extLst>
                  <a:ext uri="{FF2B5EF4-FFF2-40B4-BE49-F238E27FC236}">
                    <a16:creationId xmlns:a16="http://schemas.microsoft.com/office/drawing/2014/main" id="{C29642AE-AC8F-7C38-E8A4-1D3DFA4C34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" name="Freeform 1585">
                <a:extLst>
                  <a:ext uri="{FF2B5EF4-FFF2-40B4-BE49-F238E27FC236}">
                    <a16:creationId xmlns:a16="http://schemas.microsoft.com/office/drawing/2014/main" id="{8EEA5C92-1076-F6E6-5186-62808F306C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586">
                <a:extLst>
                  <a:ext uri="{FF2B5EF4-FFF2-40B4-BE49-F238E27FC236}">
                    <a16:creationId xmlns:a16="http://schemas.microsoft.com/office/drawing/2014/main" id="{786E3BDF-E8A9-B162-90FE-3EE55705AA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587">
                <a:extLst>
                  <a:ext uri="{FF2B5EF4-FFF2-40B4-BE49-F238E27FC236}">
                    <a16:creationId xmlns:a16="http://schemas.microsoft.com/office/drawing/2014/main" id="{607E2905-FA82-F3A2-21D6-DAFC190310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Oval 1588">
                <a:extLst>
                  <a:ext uri="{FF2B5EF4-FFF2-40B4-BE49-F238E27FC236}">
                    <a16:creationId xmlns:a16="http://schemas.microsoft.com/office/drawing/2014/main" id="{30A41922-68DA-8699-7545-AF05B2E376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89">
              <a:extLst>
                <a:ext uri="{FF2B5EF4-FFF2-40B4-BE49-F238E27FC236}">
                  <a16:creationId xmlns:a16="http://schemas.microsoft.com/office/drawing/2014/main" id="{948CFCB9-E43B-AD64-8AD5-544AC1D2CB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3" name="Oval 1590">
                <a:extLst>
                  <a:ext uri="{FF2B5EF4-FFF2-40B4-BE49-F238E27FC236}">
                    <a16:creationId xmlns:a16="http://schemas.microsoft.com/office/drawing/2014/main" id="{56E6073C-287C-32E5-3550-E1173338F4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" name="Oval 1591">
                <a:extLst>
                  <a:ext uri="{FF2B5EF4-FFF2-40B4-BE49-F238E27FC236}">
                    <a16:creationId xmlns:a16="http://schemas.microsoft.com/office/drawing/2014/main" id="{9BBCB640-AFA7-62CB-B6D3-8A66433DE8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" name="Freeform 1592">
                <a:extLst>
                  <a:ext uri="{FF2B5EF4-FFF2-40B4-BE49-F238E27FC236}">
                    <a16:creationId xmlns:a16="http://schemas.microsoft.com/office/drawing/2014/main" id="{A5CD5E1C-71BE-A7C7-1DAE-CAA589B537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593">
                <a:extLst>
                  <a:ext uri="{FF2B5EF4-FFF2-40B4-BE49-F238E27FC236}">
                    <a16:creationId xmlns:a16="http://schemas.microsoft.com/office/drawing/2014/main" id="{8F1EEAA3-0DB3-6CF8-6A1A-944D2C3B6E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594">
                <a:extLst>
                  <a:ext uri="{FF2B5EF4-FFF2-40B4-BE49-F238E27FC236}">
                    <a16:creationId xmlns:a16="http://schemas.microsoft.com/office/drawing/2014/main" id="{0797F951-5BAD-8963-889D-A83365AD69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Oval 1595">
                <a:extLst>
                  <a:ext uri="{FF2B5EF4-FFF2-40B4-BE49-F238E27FC236}">
                    <a16:creationId xmlns:a16="http://schemas.microsoft.com/office/drawing/2014/main" id="{C8766E1E-781D-5865-BF42-32C664EB9B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96">
              <a:extLst>
                <a:ext uri="{FF2B5EF4-FFF2-40B4-BE49-F238E27FC236}">
                  <a16:creationId xmlns:a16="http://schemas.microsoft.com/office/drawing/2014/main" id="{CC1047DD-3139-5719-240C-5E3720E025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67" name="Oval 1597">
                <a:extLst>
                  <a:ext uri="{FF2B5EF4-FFF2-40B4-BE49-F238E27FC236}">
                    <a16:creationId xmlns:a16="http://schemas.microsoft.com/office/drawing/2014/main" id="{39769727-2C48-7B37-9CE1-DB5BB291C6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" name="Oval 1598">
                <a:extLst>
                  <a:ext uri="{FF2B5EF4-FFF2-40B4-BE49-F238E27FC236}">
                    <a16:creationId xmlns:a16="http://schemas.microsoft.com/office/drawing/2014/main" id="{0A9DF8DF-7B35-0C71-1666-3496838CEC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" name="Freeform 1599">
                <a:extLst>
                  <a:ext uri="{FF2B5EF4-FFF2-40B4-BE49-F238E27FC236}">
                    <a16:creationId xmlns:a16="http://schemas.microsoft.com/office/drawing/2014/main" id="{317F1BDC-8132-19DC-2AED-8A9894394C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00">
                <a:extLst>
                  <a:ext uri="{FF2B5EF4-FFF2-40B4-BE49-F238E27FC236}">
                    <a16:creationId xmlns:a16="http://schemas.microsoft.com/office/drawing/2014/main" id="{802D9888-7A64-0F00-735D-F8AFBF892A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601">
                <a:extLst>
                  <a:ext uri="{FF2B5EF4-FFF2-40B4-BE49-F238E27FC236}">
                    <a16:creationId xmlns:a16="http://schemas.microsoft.com/office/drawing/2014/main" id="{E93E3FCD-1FDB-142A-367B-5C658722A7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Oval 1602">
                <a:extLst>
                  <a:ext uri="{FF2B5EF4-FFF2-40B4-BE49-F238E27FC236}">
                    <a16:creationId xmlns:a16="http://schemas.microsoft.com/office/drawing/2014/main" id="{193A8DFD-8C80-372A-FDB0-5CA23B7EAC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603">
              <a:extLst>
                <a:ext uri="{FF2B5EF4-FFF2-40B4-BE49-F238E27FC236}">
                  <a16:creationId xmlns:a16="http://schemas.microsoft.com/office/drawing/2014/main" id="{778C4214-A4FF-B422-B0B2-DD5B184835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1" name="Oval 1604">
                <a:extLst>
                  <a:ext uri="{FF2B5EF4-FFF2-40B4-BE49-F238E27FC236}">
                    <a16:creationId xmlns:a16="http://schemas.microsoft.com/office/drawing/2014/main" id="{DEB93800-DA0A-CB33-0FEF-CD2273D705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" name="Oval 1605">
                <a:extLst>
                  <a:ext uri="{FF2B5EF4-FFF2-40B4-BE49-F238E27FC236}">
                    <a16:creationId xmlns:a16="http://schemas.microsoft.com/office/drawing/2014/main" id="{FE3B9482-3E77-2E31-E998-03EA188D40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" name="Freeform 1606">
                <a:extLst>
                  <a:ext uri="{FF2B5EF4-FFF2-40B4-BE49-F238E27FC236}">
                    <a16:creationId xmlns:a16="http://schemas.microsoft.com/office/drawing/2014/main" id="{2A970C6E-2DFA-4516-EB47-71D8B80381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607">
                <a:extLst>
                  <a:ext uri="{FF2B5EF4-FFF2-40B4-BE49-F238E27FC236}">
                    <a16:creationId xmlns:a16="http://schemas.microsoft.com/office/drawing/2014/main" id="{FB7EDB6C-8396-C292-EB33-0C0AA4AE4A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608">
                <a:extLst>
                  <a:ext uri="{FF2B5EF4-FFF2-40B4-BE49-F238E27FC236}">
                    <a16:creationId xmlns:a16="http://schemas.microsoft.com/office/drawing/2014/main" id="{5798C262-B1ED-BD6C-3FF9-F6F6C18232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Oval 1609">
                <a:extLst>
                  <a:ext uri="{FF2B5EF4-FFF2-40B4-BE49-F238E27FC236}">
                    <a16:creationId xmlns:a16="http://schemas.microsoft.com/office/drawing/2014/main" id="{A372BDA4-66BE-9297-E0E6-4735221C1E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3" name="Group 1385">
            <a:extLst>
              <a:ext uri="{FF2B5EF4-FFF2-40B4-BE49-F238E27FC236}">
                <a16:creationId xmlns:a16="http://schemas.microsoft.com/office/drawing/2014/main" id="{941C9464-C346-DD5B-51B5-B570C02938D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4" name="Group 1386">
              <a:extLst>
                <a:ext uri="{FF2B5EF4-FFF2-40B4-BE49-F238E27FC236}">
                  <a16:creationId xmlns:a16="http://schemas.microsoft.com/office/drawing/2014/main" id="{0B530702-E88E-7B61-58DA-F1E786A9E8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2" name="Oval 1387">
                <a:extLst>
                  <a:ext uri="{FF2B5EF4-FFF2-40B4-BE49-F238E27FC236}">
                    <a16:creationId xmlns:a16="http://schemas.microsoft.com/office/drawing/2014/main" id="{5594B22F-A305-3158-DB5B-1B4F28027E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3" name="Oval 1388">
                <a:extLst>
                  <a:ext uri="{FF2B5EF4-FFF2-40B4-BE49-F238E27FC236}">
                    <a16:creationId xmlns:a16="http://schemas.microsoft.com/office/drawing/2014/main" id="{1A6FBDA6-B883-8A00-D844-79617F6D79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Freeform 1389">
                <a:extLst>
                  <a:ext uri="{FF2B5EF4-FFF2-40B4-BE49-F238E27FC236}">
                    <a16:creationId xmlns:a16="http://schemas.microsoft.com/office/drawing/2014/main" id="{00EFCE41-F6D5-28BC-3EAC-1EDEC6E9C5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1390">
                <a:extLst>
                  <a:ext uri="{FF2B5EF4-FFF2-40B4-BE49-F238E27FC236}">
                    <a16:creationId xmlns:a16="http://schemas.microsoft.com/office/drawing/2014/main" id="{B0B2810B-5D44-B8E6-AEB0-0C3636167D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391">
                <a:extLst>
                  <a:ext uri="{FF2B5EF4-FFF2-40B4-BE49-F238E27FC236}">
                    <a16:creationId xmlns:a16="http://schemas.microsoft.com/office/drawing/2014/main" id="{8BC15BC3-3434-C1AC-5379-8DEB79D252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Oval 1392">
                <a:extLst>
                  <a:ext uri="{FF2B5EF4-FFF2-40B4-BE49-F238E27FC236}">
                    <a16:creationId xmlns:a16="http://schemas.microsoft.com/office/drawing/2014/main" id="{B99E2E54-AA7B-8972-49F5-70258F5576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5" name="Group 1393">
              <a:extLst>
                <a:ext uri="{FF2B5EF4-FFF2-40B4-BE49-F238E27FC236}">
                  <a16:creationId xmlns:a16="http://schemas.microsoft.com/office/drawing/2014/main" id="{DF60E0BE-EE8D-86E5-DBC7-05E3EF7624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66" name="Oval 1394">
                <a:extLst>
                  <a:ext uri="{FF2B5EF4-FFF2-40B4-BE49-F238E27FC236}">
                    <a16:creationId xmlns:a16="http://schemas.microsoft.com/office/drawing/2014/main" id="{68B69B1B-3711-E86B-47A8-D2A174E875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7" name="Oval 1395">
                <a:extLst>
                  <a:ext uri="{FF2B5EF4-FFF2-40B4-BE49-F238E27FC236}">
                    <a16:creationId xmlns:a16="http://schemas.microsoft.com/office/drawing/2014/main" id="{7386A77D-4E95-AAC0-519A-42B96BE5DF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Freeform 1396">
                <a:extLst>
                  <a:ext uri="{FF2B5EF4-FFF2-40B4-BE49-F238E27FC236}">
                    <a16:creationId xmlns:a16="http://schemas.microsoft.com/office/drawing/2014/main" id="{BA031FA3-04DC-E1BA-D02B-2B973F06BF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1397">
                <a:extLst>
                  <a:ext uri="{FF2B5EF4-FFF2-40B4-BE49-F238E27FC236}">
                    <a16:creationId xmlns:a16="http://schemas.microsoft.com/office/drawing/2014/main" id="{0F6603A2-6522-1A3A-7975-D756B0244F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398">
                <a:extLst>
                  <a:ext uri="{FF2B5EF4-FFF2-40B4-BE49-F238E27FC236}">
                    <a16:creationId xmlns:a16="http://schemas.microsoft.com/office/drawing/2014/main" id="{B999BB9D-5D6E-E0A7-EB0A-647AAABA99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Oval 1399">
                <a:extLst>
                  <a:ext uri="{FF2B5EF4-FFF2-40B4-BE49-F238E27FC236}">
                    <a16:creationId xmlns:a16="http://schemas.microsoft.com/office/drawing/2014/main" id="{51A85EDF-D29C-BF25-F14B-ED59418E31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6" name="Group 1400">
              <a:extLst>
                <a:ext uri="{FF2B5EF4-FFF2-40B4-BE49-F238E27FC236}">
                  <a16:creationId xmlns:a16="http://schemas.microsoft.com/office/drawing/2014/main" id="{470BE0E2-7501-6267-1DD7-CB801C049F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0" name="Oval 1401">
                <a:extLst>
                  <a:ext uri="{FF2B5EF4-FFF2-40B4-BE49-F238E27FC236}">
                    <a16:creationId xmlns:a16="http://schemas.microsoft.com/office/drawing/2014/main" id="{65E7B885-9022-5CE4-3083-A18DCA3E71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1" name="Oval 1402">
                <a:extLst>
                  <a:ext uri="{FF2B5EF4-FFF2-40B4-BE49-F238E27FC236}">
                    <a16:creationId xmlns:a16="http://schemas.microsoft.com/office/drawing/2014/main" id="{5054DCD7-3565-B817-0C65-EBD73091F7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Freeform 1403">
                <a:extLst>
                  <a:ext uri="{FF2B5EF4-FFF2-40B4-BE49-F238E27FC236}">
                    <a16:creationId xmlns:a16="http://schemas.microsoft.com/office/drawing/2014/main" id="{BA37E4C3-A603-B49F-2333-5F09CDCA0A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1404">
                <a:extLst>
                  <a:ext uri="{FF2B5EF4-FFF2-40B4-BE49-F238E27FC236}">
                    <a16:creationId xmlns:a16="http://schemas.microsoft.com/office/drawing/2014/main" id="{7C57BAB6-5A4F-0F93-4A4E-6E32EE16CA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05">
                <a:extLst>
                  <a:ext uri="{FF2B5EF4-FFF2-40B4-BE49-F238E27FC236}">
                    <a16:creationId xmlns:a16="http://schemas.microsoft.com/office/drawing/2014/main" id="{A9B4233B-B900-4C4B-CE5F-83CC880073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Oval 1406">
                <a:extLst>
                  <a:ext uri="{FF2B5EF4-FFF2-40B4-BE49-F238E27FC236}">
                    <a16:creationId xmlns:a16="http://schemas.microsoft.com/office/drawing/2014/main" id="{C995D8A5-B141-19CB-2128-2EC4931838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7" name="Group 1407">
              <a:extLst>
                <a:ext uri="{FF2B5EF4-FFF2-40B4-BE49-F238E27FC236}">
                  <a16:creationId xmlns:a16="http://schemas.microsoft.com/office/drawing/2014/main" id="{D3B3421E-DDF9-82C5-B83E-7FEB4B658E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4" name="Oval 1408">
                <a:extLst>
                  <a:ext uri="{FF2B5EF4-FFF2-40B4-BE49-F238E27FC236}">
                    <a16:creationId xmlns:a16="http://schemas.microsoft.com/office/drawing/2014/main" id="{6B758D7C-DCCE-15DB-FB28-39A5A3E81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5" name="Oval 1409">
                <a:extLst>
                  <a:ext uri="{FF2B5EF4-FFF2-40B4-BE49-F238E27FC236}">
                    <a16:creationId xmlns:a16="http://schemas.microsoft.com/office/drawing/2014/main" id="{9AA32D01-AF95-BB11-FE6C-EA07CBAFFA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Freeform 1410">
                <a:extLst>
                  <a:ext uri="{FF2B5EF4-FFF2-40B4-BE49-F238E27FC236}">
                    <a16:creationId xmlns:a16="http://schemas.microsoft.com/office/drawing/2014/main" id="{E2A78486-ADED-8349-520D-B966FC2F12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1411">
                <a:extLst>
                  <a:ext uri="{FF2B5EF4-FFF2-40B4-BE49-F238E27FC236}">
                    <a16:creationId xmlns:a16="http://schemas.microsoft.com/office/drawing/2014/main" id="{12B994FF-E45B-9812-860A-90C0B55E47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12">
                <a:extLst>
                  <a:ext uri="{FF2B5EF4-FFF2-40B4-BE49-F238E27FC236}">
                    <a16:creationId xmlns:a16="http://schemas.microsoft.com/office/drawing/2014/main" id="{66F96E26-A48B-66D1-2861-2373B4527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Oval 1413">
                <a:extLst>
                  <a:ext uri="{FF2B5EF4-FFF2-40B4-BE49-F238E27FC236}">
                    <a16:creationId xmlns:a16="http://schemas.microsoft.com/office/drawing/2014/main" id="{B045C0FA-FC22-CA64-B95A-755DE5A6CA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8" name="Group 1414">
              <a:extLst>
                <a:ext uri="{FF2B5EF4-FFF2-40B4-BE49-F238E27FC236}">
                  <a16:creationId xmlns:a16="http://schemas.microsoft.com/office/drawing/2014/main" id="{4FA40955-D7A5-3CD0-71B0-79E6D1591D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48" name="Oval 1415">
                <a:extLst>
                  <a:ext uri="{FF2B5EF4-FFF2-40B4-BE49-F238E27FC236}">
                    <a16:creationId xmlns:a16="http://schemas.microsoft.com/office/drawing/2014/main" id="{D4347944-8E9D-701A-FCA9-26A97DCEDA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9" name="Oval 1416">
                <a:extLst>
                  <a:ext uri="{FF2B5EF4-FFF2-40B4-BE49-F238E27FC236}">
                    <a16:creationId xmlns:a16="http://schemas.microsoft.com/office/drawing/2014/main" id="{A81F54A7-AA10-E735-F033-457B217C6C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Freeform 1417">
                <a:extLst>
                  <a:ext uri="{FF2B5EF4-FFF2-40B4-BE49-F238E27FC236}">
                    <a16:creationId xmlns:a16="http://schemas.microsoft.com/office/drawing/2014/main" id="{30516D01-9B74-FA71-998E-56F646CA21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1418">
                <a:extLst>
                  <a:ext uri="{FF2B5EF4-FFF2-40B4-BE49-F238E27FC236}">
                    <a16:creationId xmlns:a16="http://schemas.microsoft.com/office/drawing/2014/main" id="{04F355FF-1B09-9FA0-DCCA-AB9572ECF2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19">
                <a:extLst>
                  <a:ext uri="{FF2B5EF4-FFF2-40B4-BE49-F238E27FC236}">
                    <a16:creationId xmlns:a16="http://schemas.microsoft.com/office/drawing/2014/main" id="{4B101550-D8C4-40FF-E1DD-C4360A1978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Oval 1420">
                <a:extLst>
                  <a:ext uri="{FF2B5EF4-FFF2-40B4-BE49-F238E27FC236}">
                    <a16:creationId xmlns:a16="http://schemas.microsoft.com/office/drawing/2014/main" id="{CF23C9D7-B1B1-5F62-9BB7-2F44EAF136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421">
              <a:extLst>
                <a:ext uri="{FF2B5EF4-FFF2-40B4-BE49-F238E27FC236}">
                  <a16:creationId xmlns:a16="http://schemas.microsoft.com/office/drawing/2014/main" id="{55E0B206-433D-61C4-B903-C141CC3DC1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2" name="Oval 1422">
                <a:extLst>
                  <a:ext uri="{FF2B5EF4-FFF2-40B4-BE49-F238E27FC236}">
                    <a16:creationId xmlns:a16="http://schemas.microsoft.com/office/drawing/2014/main" id="{34FE6FE1-1F36-3717-E8B9-8D6799B2D8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3" name="Oval 1423">
                <a:extLst>
                  <a:ext uri="{FF2B5EF4-FFF2-40B4-BE49-F238E27FC236}">
                    <a16:creationId xmlns:a16="http://schemas.microsoft.com/office/drawing/2014/main" id="{CEA0AC1A-4DC3-85CE-80A7-0AA90C33A0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Freeform 1424">
                <a:extLst>
                  <a:ext uri="{FF2B5EF4-FFF2-40B4-BE49-F238E27FC236}">
                    <a16:creationId xmlns:a16="http://schemas.microsoft.com/office/drawing/2014/main" id="{F1D759CF-9439-3EC1-BD65-890D819447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1425">
                <a:extLst>
                  <a:ext uri="{FF2B5EF4-FFF2-40B4-BE49-F238E27FC236}">
                    <a16:creationId xmlns:a16="http://schemas.microsoft.com/office/drawing/2014/main" id="{39CD4A9F-3D79-BF1F-2817-8C593F7058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26">
                <a:extLst>
                  <a:ext uri="{FF2B5EF4-FFF2-40B4-BE49-F238E27FC236}">
                    <a16:creationId xmlns:a16="http://schemas.microsoft.com/office/drawing/2014/main" id="{318CA0F2-3124-1BA4-1181-FA8D463BFB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Oval 1427">
                <a:extLst>
                  <a:ext uri="{FF2B5EF4-FFF2-40B4-BE49-F238E27FC236}">
                    <a16:creationId xmlns:a16="http://schemas.microsoft.com/office/drawing/2014/main" id="{CE1BF9C4-CEE1-6285-E75F-2015F50EB6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28">
              <a:extLst>
                <a:ext uri="{FF2B5EF4-FFF2-40B4-BE49-F238E27FC236}">
                  <a16:creationId xmlns:a16="http://schemas.microsoft.com/office/drawing/2014/main" id="{D383E4C2-C77A-E42A-41D2-FF02BF1789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36" name="Oval 1429">
                <a:extLst>
                  <a:ext uri="{FF2B5EF4-FFF2-40B4-BE49-F238E27FC236}">
                    <a16:creationId xmlns:a16="http://schemas.microsoft.com/office/drawing/2014/main" id="{FAF80DAF-42E0-883F-1542-28E1C2821F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7" name="Oval 1430">
                <a:extLst>
                  <a:ext uri="{FF2B5EF4-FFF2-40B4-BE49-F238E27FC236}">
                    <a16:creationId xmlns:a16="http://schemas.microsoft.com/office/drawing/2014/main" id="{7C2C81C2-E2C1-D029-FDE8-C17FEE97BD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Freeform 1431">
                <a:extLst>
                  <a:ext uri="{FF2B5EF4-FFF2-40B4-BE49-F238E27FC236}">
                    <a16:creationId xmlns:a16="http://schemas.microsoft.com/office/drawing/2014/main" id="{087FB24E-83DB-64EE-C880-BF69F23ADE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1432">
                <a:extLst>
                  <a:ext uri="{FF2B5EF4-FFF2-40B4-BE49-F238E27FC236}">
                    <a16:creationId xmlns:a16="http://schemas.microsoft.com/office/drawing/2014/main" id="{099DD9A0-F110-B0F7-6DC6-9E9E46E55F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33">
                <a:extLst>
                  <a:ext uri="{FF2B5EF4-FFF2-40B4-BE49-F238E27FC236}">
                    <a16:creationId xmlns:a16="http://schemas.microsoft.com/office/drawing/2014/main" id="{0CE496B9-E9CD-49B6-FB59-B0EDE46E72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Oval 1434">
                <a:extLst>
                  <a:ext uri="{FF2B5EF4-FFF2-40B4-BE49-F238E27FC236}">
                    <a16:creationId xmlns:a16="http://schemas.microsoft.com/office/drawing/2014/main" id="{4F9BB705-A0F9-8182-9B4E-CAF4EF5658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35">
              <a:extLst>
                <a:ext uri="{FF2B5EF4-FFF2-40B4-BE49-F238E27FC236}">
                  <a16:creationId xmlns:a16="http://schemas.microsoft.com/office/drawing/2014/main" id="{E89A7CFC-A40A-5060-C03E-DC0069B0A4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0" name="Oval 1436">
                <a:extLst>
                  <a:ext uri="{FF2B5EF4-FFF2-40B4-BE49-F238E27FC236}">
                    <a16:creationId xmlns:a16="http://schemas.microsoft.com/office/drawing/2014/main" id="{197A2A9F-4E20-6B26-5E80-3B45EA89EA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1" name="Oval 1437">
                <a:extLst>
                  <a:ext uri="{FF2B5EF4-FFF2-40B4-BE49-F238E27FC236}">
                    <a16:creationId xmlns:a16="http://schemas.microsoft.com/office/drawing/2014/main" id="{93F79283-0D85-11AD-240D-0D041246BB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Freeform 1438">
                <a:extLst>
                  <a:ext uri="{FF2B5EF4-FFF2-40B4-BE49-F238E27FC236}">
                    <a16:creationId xmlns:a16="http://schemas.microsoft.com/office/drawing/2014/main" id="{7DE10291-85C2-751E-1A1F-6D6B545E94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1439">
                <a:extLst>
                  <a:ext uri="{FF2B5EF4-FFF2-40B4-BE49-F238E27FC236}">
                    <a16:creationId xmlns:a16="http://schemas.microsoft.com/office/drawing/2014/main" id="{5AC2F7AC-6AE4-EF07-B2C1-B76BF77C24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440">
                <a:extLst>
                  <a:ext uri="{FF2B5EF4-FFF2-40B4-BE49-F238E27FC236}">
                    <a16:creationId xmlns:a16="http://schemas.microsoft.com/office/drawing/2014/main" id="{27DBE075-E2B1-7BFD-E433-4E97F36276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Oval 1441">
                <a:extLst>
                  <a:ext uri="{FF2B5EF4-FFF2-40B4-BE49-F238E27FC236}">
                    <a16:creationId xmlns:a16="http://schemas.microsoft.com/office/drawing/2014/main" id="{8443BA1B-9E7F-88D9-423C-E7A1A4BDB9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42">
              <a:extLst>
                <a:ext uri="{FF2B5EF4-FFF2-40B4-BE49-F238E27FC236}">
                  <a16:creationId xmlns:a16="http://schemas.microsoft.com/office/drawing/2014/main" id="{3E7D6287-ECED-E29E-AFFB-1C110EC720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4" name="Oval 1443">
                <a:extLst>
                  <a:ext uri="{FF2B5EF4-FFF2-40B4-BE49-F238E27FC236}">
                    <a16:creationId xmlns:a16="http://schemas.microsoft.com/office/drawing/2014/main" id="{BDD069AF-4049-2046-A754-C3F5192147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5" name="Oval 1444">
                <a:extLst>
                  <a:ext uri="{FF2B5EF4-FFF2-40B4-BE49-F238E27FC236}">
                    <a16:creationId xmlns:a16="http://schemas.microsoft.com/office/drawing/2014/main" id="{033D96E2-13C5-C474-DC5B-5A75FFC726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Freeform 1445">
                <a:extLst>
                  <a:ext uri="{FF2B5EF4-FFF2-40B4-BE49-F238E27FC236}">
                    <a16:creationId xmlns:a16="http://schemas.microsoft.com/office/drawing/2014/main" id="{DC88C7AE-B915-38D3-8FBA-0862BEFA50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1446">
                <a:extLst>
                  <a:ext uri="{FF2B5EF4-FFF2-40B4-BE49-F238E27FC236}">
                    <a16:creationId xmlns:a16="http://schemas.microsoft.com/office/drawing/2014/main" id="{E7E0A88B-1157-6524-8067-699B592005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447">
                <a:extLst>
                  <a:ext uri="{FF2B5EF4-FFF2-40B4-BE49-F238E27FC236}">
                    <a16:creationId xmlns:a16="http://schemas.microsoft.com/office/drawing/2014/main" id="{1EFC56C1-AACD-575F-918B-909DD6F97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Oval 1448">
                <a:extLst>
                  <a:ext uri="{FF2B5EF4-FFF2-40B4-BE49-F238E27FC236}">
                    <a16:creationId xmlns:a16="http://schemas.microsoft.com/office/drawing/2014/main" id="{11D222A3-097F-8BCF-53AA-17CAC31B90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49">
              <a:extLst>
                <a:ext uri="{FF2B5EF4-FFF2-40B4-BE49-F238E27FC236}">
                  <a16:creationId xmlns:a16="http://schemas.microsoft.com/office/drawing/2014/main" id="{9D6AF970-6B27-B8BA-4EA5-DD1161FD97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18" name="Oval 1450">
                <a:extLst>
                  <a:ext uri="{FF2B5EF4-FFF2-40B4-BE49-F238E27FC236}">
                    <a16:creationId xmlns:a16="http://schemas.microsoft.com/office/drawing/2014/main" id="{2E59812E-E9E0-9BF8-45F0-BB8DDBEB90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9" name="Oval 1451">
                <a:extLst>
                  <a:ext uri="{FF2B5EF4-FFF2-40B4-BE49-F238E27FC236}">
                    <a16:creationId xmlns:a16="http://schemas.microsoft.com/office/drawing/2014/main" id="{388A22A4-B011-7843-D424-BD040F046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Freeform 1452">
                <a:extLst>
                  <a:ext uri="{FF2B5EF4-FFF2-40B4-BE49-F238E27FC236}">
                    <a16:creationId xmlns:a16="http://schemas.microsoft.com/office/drawing/2014/main" id="{1076CFC6-1ECB-1E6A-8C96-77485096B3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1453">
                <a:extLst>
                  <a:ext uri="{FF2B5EF4-FFF2-40B4-BE49-F238E27FC236}">
                    <a16:creationId xmlns:a16="http://schemas.microsoft.com/office/drawing/2014/main" id="{1DA2A789-9838-8BD0-22DD-6DB97C99E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454">
                <a:extLst>
                  <a:ext uri="{FF2B5EF4-FFF2-40B4-BE49-F238E27FC236}">
                    <a16:creationId xmlns:a16="http://schemas.microsoft.com/office/drawing/2014/main" id="{FAEB49A4-A8D8-B6AE-7420-C95A01AFA9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Oval 1455">
                <a:extLst>
                  <a:ext uri="{FF2B5EF4-FFF2-40B4-BE49-F238E27FC236}">
                    <a16:creationId xmlns:a16="http://schemas.microsoft.com/office/drawing/2014/main" id="{7A172ABA-1336-EEBE-2792-46E925D9B8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56">
              <a:extLst>
                <a:ext uri="{FF2B5EF4-FFF2-40B4-BE49-F238E27FC236}">
                  <a16:creationId xmlns:a16="http://schemas.microsoft.com/office/drawing/2014/main" id="{E306E340-AF82-AECA-0263-A4805D3601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2" name="Oval 1457">
                <a:extLst>
                  <a:ext uri="{FF2B5EF4-FFF2-40B4-BE49-F238E27FC236}">
                    <a16:creationId xmlns:a16="http://schemas.microsoft.com/office/drawing/2014/main" id="{6DDEC651-AA51-5457-AF42-439BCE4555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3" name="Oval 1458">
                <a:extLst>
                  <a:ext uri="{FF2B5EF4-FFF2-40B4-BE49-F238E27FC236}">
                    <a16:creationId xmlns:a16="http://schemas.microsoft.com/office/drawing/2014/main" id="{FA327992-38F1-9FEB-A06F-B84BD44EE1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Freeform 1459">
                <a:extLst>
                  <a:ext uri="{FF2B5EF4-FFF2-40B4-BE49-F238E27FC236}">
                    <a16:creationId xmlns:a16="http://schemas.microsoft.com/office/drawing/2014/main" id="{25C165DD-2B3D-9B42-F24F-D8ED9AC720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1460">
                <a:extLst>
                  <a:ext uri="{FF2B5EF4-FFF2-40B4-BE49-F238E27FC236}">
                    <a16:creationId xmlns:a16="http://schemas.microsoft.com/office/drawing/2014/main" id="{C2D38E52-A7B7-7634-CFD8-2296CDAB94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461">
                <a:extLst>
                  <a:ext uri="{FF2B5EF4-FFF2-40B4-BE49-F238E27FC236}">
                    <a16:creationId xmlns:a16="http://schemas.microsoft.com/office/drawing/2014/main" id="{4A06A76E-B072-8406-8A61-215F09D88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Oval 1462">
                <a:extLst>
                  <a:ext uri="{FF2B5EF4-FFF2-40B4-BE49-F238E27FC236}">
                    <a16:creationId xmlns:a16="http://schemas.microsoft.com/office/drawing/2014/main" id="{E31A034D-1057-DA89-6701-A98B7C7B3E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63">
              <a:extLst>
                <a:ext uri="{FF2B5EF4-FFF2-40B4-BE49-F238E27FC236}">
                  <a16:creationId xmlns:a16="http://schemas.microsoft.com/office/drawing/2014/main" id="{B30E7EC0-1070-B769-7AA3-BFB33BD28B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06" name="Oval 1464">
                <a:extLst>
                  <a:ext uri="{FF2B5EF4-FFF2-40B4-BE49-F238E27FC236}">
                    <a16:creationId xmlns:a16="http://schemas.microsoft.com/office/drawing/2014/main" id="{A71C6B4B-FD46-4D45-9FED-B1226EE932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7" name="Oval 1465">
                <a:extLst>
                  <a:ext uri="{FF2B5EF4-FFF2-40B4-BE49-F238E27FC236}">
                    <a16:creationId xmlns:a16="http://schemas.microsoft.com/office/drawing/2014/main" id="{84E88A47-3BCE-4E4E-9ABD-594307CDE3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Freeform 1466">
                <a:extLst>
                  <a:ext uri="{FF2B5EF4-FFF2-40B4-BE49-F238E27FC236}">
                    <a16:creationId xmlns:a16="http://schemas.microsoft.com/office/drawing/2014/main" id="{14EE2E65-0029-617D-6F1B-4EE0465BDF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467">
                <a:extLst>
                  <a:ext uri="{FF2B5EF4-FFF2-40B4-BE49-F238E27FC236}">
                    <a16:creationId xmlns:a16="http://schemas.microsoft.com/office/drawing/2014/main" id="{EC15FA2D-A616-3DD4-3419-031E8B9954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468">
                <a:extLst>
                  <a:ext uri="{FF2B5EF4-FFF2-40B4-BE49-F238E27FC236}">
                    <a16:creationId xmlns:a16="http://schemas.microsoft.com/office/drawing/2014/main" id="{AE030C86-D7D0-4D3A-CA77-A8BDBDB29C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Oval 1469">
                <a:extLst>
                  <a:ext uri="{FF2B5EF4-FFF2-40B4-BE49-F238E27FC236}">
                    <a16:creationId xmlns:a16="http://schemas.microsoft.com/office/drawing/2014/main" id="{5737AE77-81E7-A643-67EF-777D767B99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70">
              <a:extLst>
                <a:ext uri="{FF2B5EF4-FFF2-40B4-BE49-F238E27FC236}">
                  <a16:creationId xmlns:a16="http://schemas.microsoft.com/office/drawing/2014/main" id="{5CE7D7CE-0079-B880-A0F2-85FB5C8818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0" name="Oval 1471">
                <a:extLst>
                  <a:ext uri="{FF2B5EF4-FFF2-40B4-BE49-F238E27FC236}">
                    <a16:creationId xmlns:a16="http://schemas.microsoft.com/office/drawing/2014/main" id="{25C17DC2-B6CC-382C-2B78-E8D36168DD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1" name="Oval 1472">
                <a:extLst>
                  <a:ext uri="{FF2B5EF4-FFF2-40B4-BE49-F238E27FC236}">
                    <a16:creationId xmlns:a16="http://schemas.microsoft.com/office/drawing/2014/main" id="{B4905D40-D3C9-3792-78A9-C8828995BA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Freeform 1473">
                <a:extLst>
                  <a:ext uri="{FF2B5EF4-FFF2-40B4-BE49-F238E27FC236}">
                    <a16:creationId xmlns:a16="http://schemas.microsoft.com/office/drawing/2014/main" id="{07C6CD4D-9E1F-3ECE-0A9C-10BDCDE237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474">
                <a:extLst>
                  <a:ext uri="{FF2B5EF4-FFF2-40B4-BE49-F238E27FC236}">
                    <a16:creationId xmlns:a16="http://schemas.microsoft.com/office/drawing/2014/main" id="{30A12A58-AC3D-D7CD-BAED-80C95ECCFE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475">
                <a:extLst>
                  <a:ext uri="{FF2B5EF4-FFF2-40B4-BE49-F238E27FC236}">
                    <a16:creationId xmlns:a16="http://schemas.microsoft.com/office/drawing/2014/main" id="{7A48FE65-3B18-CDEC-9075-7EA64500AE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Oval 1476">
                <a:extLst>
                  <a:ext uri="{FF2B5EF4-FFF2-40B4-BE49-F238E27FC236}">
                    <a16:creationId xmlns:a16="http://schemas.microsoft.com/office/drawing/2014/main" id="{E4C064D0-1827-5A7E-4133-FC0A5AC368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77">
              <a:extLst>
                <a:ext uri="{FF2B5EF4-FFF2-40B4-BE49-F238E27FC236}">
                  <a16:creationId xmlns:a16="http://schemas.microsoft.com/office/drawing/2014/main" id="{A95A60D1-BFBE-12CA-1DCF-AC67A0199F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4" name="Oval 1478">
                <a:extLst>
                  <a:ext uri="{FF2B5EF4-FFF2-40B4-BE49-F238E27FC236}">
                    <a16:creationId xmlns:a16="http://schemas.microsoft.com/office/drawing/2014/main" id="{86E62788-6E21-A54C-25DD-EB4EB740A1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5" name="Oval 1479">
                <a:extLst>
                  <a:ext uri="{FF2B5EF4-FFF2-40B4-BE49-F238E27FC236}">
                    <a16:creationId xmlns:a16="http://schemas.microsoft.com/office/drawing/2014/main" id="{E4FA5369-7214-FD99-3F23-3E33E30CFC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Freeform 1480">
                <a:extLst>
                  <a:ext uri="{FF2B5EF4-FFF2-40B4-BE49-F238E27FC236}">
                    <a16:creationId xmlns:a16="http://schemas.microsoft.com/office/drawing/2014/main" id="{C77BF9B7-B5BC-43F1-86C2-3C4B0ED9E4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481">
                <a:extLst>
                  <a:ext uri="{FF2B5EF4-FFF2-40B4-BE49-F238E27FC236}">
                    <a16:creationId xmlns:a16="http://schemas.microsoft.com/office/drawing/2014/main" id="{E5130E41-D151-8782-B28C-6B2551DFCD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482">
                <a:extLst>
                  <a:ext uri="{FF2B5EF4-FFF2-40B4-BE49-F238E27FC236}">
                    <a16:creationId xmlns:a16="http://schemas.microsoft.com/office/drawing/2014/main" id="{D7131BFF-9FDF-61EC-BF4C-06679F313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Oval 1483">
                <a:extLst>
                  <a:ext uri="{FF2B5EF4-FFF2-40B4-BE49-F238E27FC236}">
                    <a16:creationId xmlns:a16="http://schemas.microsoft.com/office/drawing/2014/main" id="{492B0342-0FFF-ACC1-60EF-A5D348928D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84">
              <a:extLst>
                <a:ext uri="{FF2B5EF4-FFF2-40B4-BE49-F238E27FC236}">
                  <a16:creationId xmlns:a16="http://schemas.microsoft.com/office/drawing/2014/main" id="{878129AF-CC8F-92F8-836B-161722298D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88" name="Oval 1485">
                <a:extLst>
                  <a:ext uri="{FF2B5EF4-FFF2-40B4-BE49-F238E27FC236}">
                    <a16:creationId xmlns:a16="http://schemas.microsoft.com/office/drawing/2014/main" id="{395F54EF-389A-8E80-00E9-8C3DB64511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9" name="Oval 1486">
                <a:extLst>
                  <a:ext uri="{FF2B5EF4-FFF2-40B4-BE49-F238E27FC236}">
                    <a16:creationId xmlns:a16="http://schemas.microsoft.com/office/drawing/2014/main" id="{8FC8B3AF-7D98-DAAA-6AAE-7374F94A26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Freeform 1487">
                <a:extLst>
                  <a:ext uri="{FF2B5EF4-FFF2-40B4-BE49-F238E27FC236}">
                    <a16:creationId xmlns:a16="http://schemas.microsoft.com/office/drawing/2014/main" id="{CE0C4389-982F-C73F-1488-86FF037227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488">
                <a:extLst>
                  <a:ext uri="{FF2B5EF4-FFF2-40B4-BE49-F238E27FC236}">
                    <a16:creationId xmlns:a16="http://schemas.microsoft.com/office/drawing/2014/main" id="{F73B817E-FD5C-B057-5DB2-8CD5E7D90B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489">
                <a:extLst>
                  <a:ext uri="{FF2B5EF4-FFF2-40B4-BE49-F238E27FC236}">
                    <a16:creationId xmlns:a16="http://schemas.microsoft.com/office/drawing/2014/main" id="{8618D5A7-EF6D-5169-462F-C41D2A86C5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Oval 1490">
                <a:extLst>
                  <a:ext uri="{FF2B5EF4-FFF2-40B4-BE49-F238E27FC236}">
                    <a16:creationId xmlns:a16="http://schemas.microsoft.com/office/drawing/2014/main" id="{5E642003-2896-D1FC-459C-AB717368F8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91">
              <a:extLst>
                <a:ext uri="{FF2B5EF4-FFF2-40B4-BE49-F238E27FC236}">
                  <a16:creationId xmlns:a16="http://schemas.microsoft.com/office/drawing/2014/main" id="{D31264BE-2BD6-30B3-2BCF-1674ABB2D6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2" name="Oval 1492">
                <a:extLst>
                  <a:ext uri="{FF2B5EF4-FFF2-40B4-BE49-F238E27FC236}">
                    <a16:creationId xmlns:a16="http://schemas.microsoft.com/office/drawing/2014/main" id="{0EDA0269-7FB4-9346-D24D-0F59D74BFF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3" name="Oval 1493">
                <a:extLst>
                  <a:ext uri="{FF2B5EF4-FFF2-40B4-BE49-F238E27FC236}">
                    <a16:creationId xmlns:a16="http://schemas.microsoft.com/office/drawing/2014/main" id="{507F721B-AFF4-AE64-65C2-094F7A5086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Freeform 1494">
                <a:extLst>
                  <a:ext uri="{FF2B5EF4-FFF2-40B4-BE49-F238E27FC236}">
                    <a16:creationId xmlns:a16="http://schemas.microsoft.com/office/drawing/2014/main" id="{284F14A9-0EC8-B1B1-E485-03B2CB0E34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495">
                <a:extLst>
                  <a:ext uri="{FF2B5EF4-FFF2-40B4-BE49-F238E27FC236}">
                    <a16:creationId xmlns:a16="http://schemas.microsoft.com/office/drawing/2014/main" id="{61B36652-776B-8D3F-D502-498126DAE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496">
                <a:extLst>
                  <a:ext uri="{FF2B5EF4-FFF2-40B4-BE49-F238E27FC236}">
                    <a16:creationId xmlns:a16="http://schemas.microsoft.com/office/drawing/2014/main" id="{183CE060-B984-1C51-1554-A7E533F831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Oval 1497">
                <a:extLst>
                  <a:ext uri="{FF2B5EF4-FFF2-40B4-BE49-F238E27FC236}">
                    <a16:creationId xmlns:a16="http://schemas.microsoft.com/office/drawing/2014/main" id="{0EC305D8-A044-F01A-4637-614351060A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98">
              <a:extLst>
                <a:ext uri="{FF2B5EF4-FFF2-40B4-BE49-F238E27FC236}">
                  <a16:creationId xmlns:a16="http://schemas.microsoft.com/office/drawing/2014/main" id="{9A38BE74-7DAA-A066-A46C-2F7EEDFA59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76" name="Oval 1499">
                <a:extLst>
                  <a:ext uri="{FF2B5EF4-FFF2-40B4-BE49-F238E27FC236}">
                    <a16:creationId xmlns:a16="http://schemas.microsoft.com/office/drawing/2014/main" id="{C9C9333D-D1DD-76E2-9702-74D25CB1D5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7" name="Oval 1500">
                <a:extLst>
                  <a:ext uri="{FF2B5EF4-FFF2-40B4-BE49-F238E27FC236}">
                    <a16:creationId xmlns:a16="http://schemas.microsoft.com/office/drawing/2014/main" id="{DBB4B106-5E6A-9DA5-12BF-5D0B832525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Freeform 1501">
                <a:extLst>
                  <a:ext uri="{FF2B5EF4-FFF2-40B4-BE49-F238E27FC236}">
                    <a16:creationId xmlns:a16="http://schemas.microsoft.com/office/drawing/2014/main" id="{5FCD810C-7DEC-25C4-18BF-F111A930E2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502">
                <a:extLst>
                  <a:ext uri="{FF2B5EF4-FFF2-40B4-BE49-F238E27FC236}">
                    <a16:creationId xmlns:a16="http://schemas.microsoft.com/office/drawing/2014/main" id="{4940744B-8ED3-1BBB-78A4-56C45C08F0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03">
                <a:extLst>
                  <a:ext uri="{FF2B5EF4-FFF2-40B4-BE49-F238E27FC236}">
                    <a16:creationId xmlns:a16="http://schemas.microsoft.com/office/drawing/2014/main" id="{F4B67359-733F-AB3C-E1BB-93F5531E25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Oval 1504">
                <a:extLst>
                  <a:ext uri="{FF2B5EF4-FFF2-40B4-BE49-F238E27FC236}">
                    <a16:creationId xmlns:a16="http://schemas.microsoft.com/office/drawing/2014/main" id="{F0C83F06-D805-3B7C-C83D-E7787976CB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505">
              <a:extLst>
                <a:ext uri="{FF2B5EF4-FFF2-40B4-BE49-F238E27FC236}">
                  <a16:creationId xmlns:a16="http://schemas.microsoft.com/office/drawing/2014/main" id="{FE8360F9-A25A-D646-B1D3-91FBCAB309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0" name="Oval 1506">
                <a:extLst>
                  <a:ext uri="{FF2B5EF4-FFF2-40B4-BE49-F238E27FC236}">
                    <a16:creationId xmlns:a16="http://schemas.microsoft.com/office/drawing/2014/main" id="{AC6F9CA4-2356-36BC-2612-C678E9DC23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1" name="Oval 1507">
                <a:extLst>
                  <a:ext uri="{FF2B5EF4-FFF2-40B4-BE49-F238E27FC236}">
                    <a16:creationId xmlns:a16="http://schemas.microsoft.com/office/drawing/2014/main" id="{4A6B8B67-6962-BF10-3588-DBD40A3CEF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Freeform 1508">
                <a:extLst>
                  <a:ext uri="{FF2B5EF4-FFF2-40B4-BE49-F238E27FC236}">
                    <a16:creationId xmlns:a16="http://schemas.microsoft.com/office/drawing/2014/main" id="{F561849D-F013-47F2-A2EF-41E659976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509">
                <a:extLst>
                  <a:ext uri="{FF2B5EF4-FFF2-40B4-BE49-F238E27FC236}">
                    <a16:creationId xmlns:a16="http://schemas.microsoft.com/office/drawing/2014/main" id="{9DB3BFFD-F1D0-34F4-53AB-069C8B12A4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10">
                <a:extLst>
                  <a:ext uri="{FF2B5EF4-FFF2-40B4-BE49-F238E27FC236}">
                    <a16:creationId xmlns:a16="http://schemas.microsoft.com/office/drawing/2014/main" id="{A4CBB884-5406-05CB-B353-9DEADCCA77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Oval 1511">
                <a:extLst>
                  <a:ext uri="{FF2B5EF4-FFF2-40B4-BE49-F238E27FC236}">
                    <a16:creationId xmlns:a16="http://schemas.microsoft.com/office/drawing/2014/main" id="{2E9E0D1F-BEBD-735B-2DC8-A02CBB95A1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512">
              <a:extLst>
                <a:ext uri="{FF2B5EF4-FFF2-40B4-BE49-F238E27FC236}">
                  <a16:creationId xmlns:a16="http://schemas.microsoft.com/office/drawing/2014/main" id="{CE37383D-FEC4-7B3F-64AB-F6156B4DD3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4" name="Oval 1513">
                <a:extLst>
                  <a:ext uri="{FF2B5EF4-FFF2-40B4-BE49-F238E27FC236}">
                    <a16:creationId xmlns:a16="http://schemas.microsoft.com/office/drawing/2014/main" id="{6BA1499B-FCEE-47EA-CC0F-EE439A4996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5" name="Oval 1514">
                <a:extLst>
                  <a:ext uri="{FF2B5EF4-FFF2-40B4-BE49-F238E27FC236}">
                    <a16:creationId xmlns:a16="http://schemas.microsoft.com/office/drawing/2014/main" id="{EE47E3A3-1B8E-33A2-E107-A69D748D40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Freeform 1515">
                <a:extLst>
                  <a:ext uri="{FF2B5EF4-FFF2-40B4-BE49-F238E27FC236}">
                    <a16:creationId xmlns:a16="http://schemas.microsoft.com/office/drawing/2014/main" id="{663ED2AE-E916-A5D1-8D77-70B8D06E2B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516">
                <a:extLst>
                  <a:ext uri="{FF2B5EF4-FFF2-40B4-BE49-F238E27FC236}">
                    <a16:creationId xmlns:a16="http://schemas.microsoft.com/office/drawing/2014/main" id="{C43758F2-CAE8-6526-694F-17925A1EB5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17">
                <a:extLst>
                  <a:ext uri="{FF2B5EF4-FFF2-40B4-BE49-F238E27FC236}">
                    <a16:creationId xmlns:a16="http://schemas.microsoft.com/office/drawing/2014/main" id="{857F510A-9BC7-C3C3-4460-DDB6B806FD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Oval 1518">
                <a:extLst>
                  <a:ext uri="{FF2B5EF4-FFF2-40B4-BE49-F238E27FC236}">
                    <a16:creationId xmlns:a16="http://schemas.microsoft.com/office/drawing/2014/main" id="{377B6C61-8FB6-A1EA-563F-00B258D10E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519">
              <a:extLst>
                <a:ext uri="{FF2B5EF4-FFF2-40B4-BE49-F238E27FC236}">
                  <a16:creationId xmlns:a16="http://schemas.microsoft.com/office/drawing/2014/main" id="{97D24485-C5EC-2C58-7E08-2870937891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58" name="Oval 1520">
                <a:extLst>
                  <a:ext uri="{FF2B5EF4-FFF2-40B4-BE49-F238E27FC236}">
                    <a16:creationId xmlns:a16="http://schemas.microsoft.com/office/drawing/2014/main" id="{0DB3C113-5F29-5144-0DB2-E3E0EC9CC9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9" name="Oval 1521">
                <a:extLst>
                  <a:ext uri="{FF2B5EF4-FFF2-40B4-BE49-F238E27FC236}">
                    <a16:creationId xmlns:a16="http://schemas.microsoft.com/office/drawing/2014/main" id="{7F6C3976-7619-D226-7966-AA383B9D4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Freeform 1522">
                <a:extLst>
                  <a:ext uri="{FF2B5EF4-FFF2-40B4-BE49-F238E27FC236}">
                    <a16:creationId xmlns:a16="http://schemas.microsoft.com/office/drawing/2014/main" id="{D5686063-6BA1-B1E5-5710-8627F663B4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523">
                <a:extLst>
                  <a:ext uri="{FF2B5EF4-FFF2-40B4-BE49-F238E27FC236}">
                    <a16:creationId xmlns:a16="http://schemas.microsoft.com/office/drawing/2014/main" id="{556F1E86-9FBA-D03D-95F5-80E1E2D1E5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24">
                <a:extLst>
                  <a:ext uri="{FF2B5EF4-FFF2-40B4-BE49-F238E27FC236}">
                    <a16:creationId xmlns:a16="http://schemas.microsoft.com/office/drawing/2014/main" id="{605A9537-D2CC-D563-0819-D6AD1FB911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Oval 1525">
                <a:extLst>
                  <a:ext uri="{FF2B5EF4-FFF2-40B4-BE49-F238E27FC236}">
                    <a16:creationId xmlns:a16="http://schemas.microsoft.com/office/drawing/2014/main" id="{A66B3BB6-D276-A1D4-D8CE-0016CE9867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526">
              <a:extLst>
                <a:ext uri="{FF2B5EF4-FFF2-40B4-BE49-F238E27FC236}">
                  <a16:creationId xmlns:a16="http://schemas.microsoft.com/office/drawing/2014/main" id="{D2688575-E457-54A6-F7A7-C3CF822CBC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2" name="Oval 1527">
                <a:extLst>
                  <a:ext uri="{FF2B5EF4-FFF2-40B4-BE49-F238E27FC236}">
                    <a16:creationId xmlns:a16="http://schemas.microsoft.com/office/drawing/2014/main" id="{648DD89C-01EA-38D9-F606-97FFC8338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3" name="Oval 1528">
                <a:extLst>
                  <a:ext uri="{FF2B5EF4-FFF2-40B4-BE49-F238E27FC236}">
                    <a16:creationId xmlns:a16="http://schemas.microsoft.com/office/drawing/2014/main" id="{0AE3E4E7-55E3-6A36-0803-CA52F9B7CA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Freeform 1529">
                <a:extLst>
                  <a:ext uri="{FF2B5EF4-FFF2-40B4-BE49-F238E27FC236}">
                    <a16:creationId xmlns:a16="http://schemas.microsoft.com/office/drawing/2014/main" id="{21A954FB-88A4-9D14-A486-32E18DB1A4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530">
                <a:extLst>
                  <a:ext uri="{FF2B5EF4-FFF2-40B4-BE49-F238E27FC236}">
                    <a16:creationId xmlns:a16="http://schemas.microsoft.com/office/drawing/2014/main" id="{DF7D1D32-9C9F-4BB3-C9DB-C1A3B39C02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31">
                <a:extLst>
                  <a:ext uri="{FF2B5EF4-FFF2-40B4-BE49-F238E27FC236}">
                    <a16:creationId xmlns:a16="http://schemas.microsoft.com/office/drawing/2014/main" id="{BA7E6B2A-C541-C438-D25A-7E4977FEB0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Oval 1532">
                <a:extLst>
                  <a:ext uri="{FF2B5EF4-FFF2-40B4-BE49-F238E27FC236}">
                    <a16:creationId xmlns:a16="http://schemas.microsoft.com/office/drawing/2014/main" id="{35A90343-2DA1-4CBB-ED9B-C938184778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33">
              <a:extLst>
                <a:ext uri="{FF2B5EF4-FFF2-40B4-BE49-F238E27FC236}">
                  <a16:creationId xmlns:a16="http://schemas.microsoft.com/office/drawing/2014/main" id="{E80AB2D9-DB6A-3350-611E-8F1676DB83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46" name="Oval 1534">
                <a:extLst>
                  <a:ext uri="{FF2B5EF4-FFF2-40B4-BE49-F238E27FC236}">
                    <a16:creationId xmlns:a16="http://schemas.microsoft.com/office/drawing/2014/main" id="{828973FE-2B3F-7896-0E34-C3DC7D87FC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7" name="Oval 1535">
                <a:extLst>
                  <a:ext uri="{FF2B5EF4-FFF2-40B4-BE49-F238E27FC236}">
                    <a16:creationId xmlns:a16="http://schemas.microsoft.com/office/drawing/2014/main" id="{D761C0FF-1FAD-EC1F-D23C-9ADF3F5427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Freeform 1536">
                <a:extLst>
                  <a:ext uri="{FF2B5EF4-FFF2-40B4-BE49-F238E27FC236}">
                    <a16:creationId xmlns:a16="http://schemas.microsoft.com/office/drawing/2014/main" id="{E1B376B5-FF67-8A88-BD09-932B0EE5FD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537">
                <a:extLst>
                  <a:ext uri="{FF2B5EF4-FFF2-40B4-BE49-F238E27FC236}">
                    <a16:creationId xmlns:a16="http://schemas.microsoft.com/office/drawing/2014/main" id="{6697D61E-AB11-C7FB-6B3D-B49974861C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538">
                <a:extLst>
                  <a:ext uri="{FF2B5EF4-FFF2-40B4-BE49-F238E27FC236}">
                    <a16:creationId xmlns:a16="http://schemas.microsoft.com/office/drawing/2014/main" id="{7F4132D2-B7FE-65DD-71FD-A9D1A36A56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Oval 1539">
                <a:extLst>
                  <a:ext uri="{FF2B5EF4-FFF2-40B4-BE49-F238E27FC236}">
                    <a16:creationId xmlns:a16="http://schemas.microsoft.com/office/drawing/2014/main" id="{E50C2F7D-1861-DBED-FE79-24DBD6F9D8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40">
              <a:extLst>
                <a:ext uri="{FF2B5EF4-FFF2-40B4-BE49-F238E27FC236}">
                  <a16:creationId xmlns:a16="http://schemas.microsoft.com/office/drawing/2014/main" id="{A598E751-2D55-E4FD-1F22-7E2E0075FF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0" name="Oval 1541">
                <a:extLst>
                  <a:ext uri="{FF2B5EF4-FFF2-40B4-BE49-F238E27FC236}">
                    <a16:creationId xmlns:a16="http://schemas.microsoft.com/office/drawing/2014/main" id="{9C2E1039-0EED-B902-017B-9E40911911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1" name="Oval 1542">
                <a:extLst>
                  <a:ext uri="{FF2B5EF4-FFF2-40B4-BE49-F238E27FC236}">
                    <a16:creationId xmlns:a16="http://schemas.microsoft.com/office/drawing/2014/main" id="{269EA6C1-B912-8E19-5466-592E644DF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Freeform 1543">
                <a:extLst>
                  <a:ext uri="{FF2B5EF4-FFF2-40B4-BE49-F238E27FC236}">
                    <a16:creationId xmlns:a16="http://schemas.microsoft.com/office/drawing/2014/main" id="{9EF845C8-D434-22BE-AFC0-84648F1BD1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544">
                <a:extLst>
                  <a:ext uri="{FF2B5EF4-FFF2-40B4-BE49-F238E27FC236}">
                    <a16:creationId xmlns:a16="http://schemas.microsoft.com/office/drawing/2014/main" id="{3BDEEF47-C1F8-3DA1-9022-DA7D2C304A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545">
                <a:extLst>
                  <a:ext uri="{FF2B5EF4-FFF2-40B4-BE49-F238E27FC236}">
                    <a16:creationId xmlns:a16="http://schemas.microsoft.com/office/drawing/2014/main" id="{E48574B2-3260-F61D-C336-4B47D011B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Oval 1546">
                <a:extLst>
                  <a:ext uri="{FF2B5EF4-FFF2-40B4-BE49-F238E27FC236}">
                    <a16:creationId xmlns:a16="http://schemas.microsoft.com/office/drawing/2014/main" id="{847A8164-EC8B-F45E-E2C9-BC63DF17BE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47">
              <a:extLst>
                <a:ext uri="{FF2B5EF4-FFF2-40B4-BE49-F238E27FC236}">
                  <a16:creationId xmlns:a16="http://schemas.microsoft.com/office/drawing/2014/main" id="{C4E9C858-2B92-C0E8-8BD0-AD84A8CA39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4" name="Oval 1548">
                <a:extLst>
                  <a:ext uri="{FF2B5EF4-FFF2-40B4-BE49-F238E27FC236}">
                    <a16:creationId xmlns:a16="http://schemas.microsoft.com/office/drawing/2014/main" id="{D993C28D-BA87-431E-0FE6-1EE8234894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5" name="Oval 1549">
                <a:extLst>
                  <a:ext uri="{FF2B5EF4-FFF2-40B4-BE49-F238E27FC236}">
                    <a16:creationId xmlns:a16="http://schemas.microsoft.com/office/drawing/2014/main" id="{59FF7BCA-4C0B-E489-B83D-7D371CE457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6" name="Freeform 1550">
                <a:extLst>
                  <a:ext uri="{FF2B5EF4-FFF2-40B4-BE49-F238E27FC236}">
                    <a16:creationId xmlns:a16="http://schemas.microsoft.com/office/drawing/2014/main" id="{615CADEC-8504-A5E0-76F1-9D1BBE3837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551">
                <a:extLst>
                  <a:ext uri="{FF2B5EF4-FFF2-40B4-BE49-F238E27FC236}">
                    <a16:creationId xmlns:a16="http://schemas.microsoft.com/office/drawing/2014/main" id="{FEBE2723-F79B-99AA-785C-078B1DAAB8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1552">
                <a:extLst>
                  <a:ext uri="{FF2B5EF4-FFF2-40B4-BE49-F238E27FC236}">
                    <a16:creationId xmlns:a16="http://schemas.microsoft.com/office/drawing/2014/main" id="{746204D2-F991-075A-09CB-49604B3F76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Oval 1553">
                <a:extLst>
                  <a:ext uri="{FF2B5EF4-FFF2-40B4-BE49-F238E27FC236}">
                    <a16:creationId xmlns:a16="http://schemas.microsoft.com/office/drawing/2014/main" id="{23CCA80A-63CB-05DB-6DF5-7A1824CC0C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54">
              <a:extLst>
                <a:ext uri="{FF2B5EF4-FFF2-40B4-BE49-F238E27FC236}">
                  <a16:creationId xmlns:a16="http://schemas.microsoft.com/office/drawing/2014/main" id="{87DEAE16-AF9B-CBD0-7AB0-AD96746E34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28" name="Oval 1555">
                <a:extLst>
                  <a:ext uri="{FF2B5EF4-FFF2-40B4-BE49-F238E27FC236}">
                    <a16:creationId xmlns:a16="http://schemas.microsoft.com/office/drawing/2014/main" id="{093138A0-44B8-12A0-9A40-2E1E57F9A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9" name="Oval 1556">
                <a:extLst>
                  <a:ext uri="{FF2B5EF4-FFF2-40B4-BE49-F238E27FC236}">
                    <a16:creationId xmlns:a16="http://schemas.microsoft.com/office/drawing/2014/main" id="{27FEA13E-5187-9A0A-D4FD-C022705308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0" name="Freeform 1557">
                <a:extLst>
                  <a:ext uri="{FF2B5EF4-FFF2-40B4-BE49-F238E27FC236}">
                    <a16:creationId xmlns:a16="http://schemas.microsoft.com/office/drawing/2014/main" id="{2906A633-324C-A655-71EC-306B4A1CB0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558">
                <a:extLst>
                  <a:ext uri="{FF2B5EF4-FFF2-40B4-BE49-F238E27FC236}">
                    <a16:creationId xmlns:a16="http://schemas.microsoft.com/office/drawing/2014/main" id="{5C542E2E-5886-CF08-25D1-435CA627CE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1559">
                <a:extLst>
                  <a:ext uri="{FF2B5EF4-FFF2-40B4-BE49-F238E27FC236}">
                    <a16:creationId xmlns:a16="http://schemas.microsoft.com/office/drawing/2014/main" id="{8FBDBCF2-C564-BDFB-1F98-C0CB14060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Oval 1560">
                <a:extLst>
                  <a:ext uri="{FF2B5EF4-FFF2-40B4-BE49-F238E27FC236}">
                    <a16:creationId xmlns:a16="http://schemas.microsoft.com/office/drawing/2014/main" id="{A4D9E88A-E325-E615-84C7-1DBA129009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61">
              <a:extLst>
                <a:ext uri="{FF2B5EF4-FFF2-40B4-BE49-F238E27FC236}">
                  <a16:creationId xmlns:a16="http://schemas.microsoft.com/office/drawing/2014/main" id="{F678F73D-71DA-4AF0-6429-472B9D71E8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2" name="Oval 1562">
                <a:extLst>
                  <a:ext uri="{FF2B5EF4-FFF2-40B4-BE49-F238E27FC236}">
                    <a16:creationId xmlns:a16="http://schemas.microsoft.com/office/drawing/2014/main" id="{87FDB353-896D-9C83-6E7D-28DA52C0E4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3" name="Oval 1563">
                <a:extLst>
                  <a:ext uri="{FF2B5EF4-FFF2-40B4-BE49-F238E27FC236}">
                    <a16:creationId xmlns:a16="http://schemas.microsoft.com/office/drawing/2014/main" id="{E25E7762-F3F0-0B01-CE3E-1F317AD41A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4" name="Freeform 1564">
                <a:extLst>
                  <a:ext uri="{FF2B5EF4-FFF2-40B4-BE49-F238E27FC236}">
                    <a16:creationId xmlns:a16="http://schemas.microsoft.com/office/drawing/2014/main" id="{3BEA4C17-2576-F0A3-D755-4341ED9078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565">
                <a:extLst>
                  <a:ext uri="{FF2B5EF4-FFF2-40B4-BE49-F238E27FC236}">
                    <a16:creationId xmlns:a16="http://schemas.microsoft.com/office/drawing/2014/main" id="{626FC054-DAD8-9509-D90C-2B0B3361B8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1566">
                <a:extLst>
                  <a:ext uri="{FF2B5EF4-FFF2-40B4-BE49-F238E27FC236}">
                    <a16:creationId xmlns:a16="http://schemas.microsoft.com/office/drawing/2014/main" id="{1988882C-8B94-244E-4F03-BFC4A39825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Oval 1567">
                <a:extLst>
                  <a:ext uri="{FF2B5EF4-FFF2-40B4-BE49-F238E27FC236}">
                    <a16:creationId xmlns:a16="http://schemas.microsoft.com/office/drawing/2014/main" id="{D7469D96-11FA-2A25-611E-8640DAAE04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68">
              <a:extLst>
                <a:ext uri="{FF2B5EF4-FFF2-40B4-BE49-F238E27FC236}">
                  <a16:creationId xmlns:a16="http://schemas.microsoft.com/office/drawing/2014/main" id="{CD96B38C-0DDC-56A6-B8D7-9CC3B10383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16" name="Oval 1569">
                <a:extLst>
                  <a:ext uri="{FF2B5EF4-FFF2-40B4-BE49-F238E27FC236}">
                    <a16:creationId xmlns:a16="http://schemas.microsoft.com/office/drawing/2014/main" id="{502BD796-56CA-5324-CACE-5673B77BE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7" name="Oval 1570">
                <a:extLst>
                  <a:ext uri="{FF2B5EF4-FFF2-40B4-BE49-F238E27FC236}">
                    <a16:creationId xmlns:a16="http://schemas.microsoft.com/office/drawing/2014/main" id="{53F0C81C-9B76-655B-B990-713519574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8" name="Freeform 1571">
                <a:extLst>
                  <a:ext uri="{FF2B5EF4-FFF2-40B4-BE49-F238E27FC236}">
                    <a16:creationId xmlns:a16="http://schemas.microsoft.com/office/drawing/2014/main" id="{03859A2F-D98E-A1EF-3A75-BA8A8A3F0B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572">
                <a:extLst>
                  <a:ext uri="{FF2B5EF4-FFF2-40B4-BE49-F238E27FC236}">
                    <a16:creationId xmlns:a16="http://schemas.microsoft.com/office/drawing/2014/main" id="{D19CA8B0-0B36-DF51-BE33-57394D18C7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1573">
                <a:extLst>
                  <a:ext uri="{FF2B5EF4-FFF2-40B4-BE49-F238E27FC236}">
                    <a16:creationId xmlns:a16="http://schemas.microsoft.com/office/drawing/2014/main" id="{80C0563A-B581-892C-6A4B-234288A297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Oval 1574">
                <a:extLst>
                  <a:ext uri="{FF2B5EF4-FFF2-40B4-BE49-F238E27FC236}">
                    <a16:creationId xmlns:a16="http://schemas.microsoft.com/office/drawing/2014/main" id="{0ABAD186-6EAF-D953-1693-7E2E2BDD9B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75">
              <a:extLst>
                <a:ext uri="{FF2B5EF4-FFF2-40B4-BE49-F238E27FC236}">
                  <a16:creationId xmlns:a16="http://schemas.microsoft.com/office/drawing/2014/main" id="{C51E6777-6B57-E075-62E5-65EEEA10E0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0" name="Oval 1576">
                <a:extLst>
                  <a:ext uri="{FF2B5EF4-FFF2-40B4-BE49-F238E27FC236}">
                    <a16:creationId xmlns:a16="http://schemas.microsoft.com/office/drawing/2014/main" id="{5A32E651-92EB-DA7B-C6C8-5F30E74789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1" name="Oval 1577">
                <a:extLst>
                  <a:ext uri="{FF2B5EF4-FFF2-40B4-BE49-F238E27FC236}">
                    <a16:creationId xmlns:a16="http://schemas.microsoft.com/office/drawing/2014/main" id="{824D4DEF-1375-A18D-C6F8-E0B818A517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2" name="Freeform 1578">
                <a:extLst>
                  <a:ext uri="{FF2B5EF4-FFF2-40B4-BE49-F238E27FC236}">
                    <a16:creationId xmlns:a16="http://schemas.microsoft.com/office/drawing/2014/main" id="{E75119FD-7547-B779-177A-96B149BDB4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579">
                <a:extLst>
                  <a:ext uri="{FF2B5EF4-FFF2-40B4-BE49-F238E27FC236}">
                    <a16:creationId xmlns:a16="http://schemas.microsoft.com/office/drawing/2014/main" id="{DA592003-1E2C-EA23-1D9D-0079BA5F5F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580">
                <a:extLst>
                  <a:ext uri="{FF2B5EF4-FFF2-40B4-BE49-F238E27FC236}">
                    <a16:creationId xmlns:a16="http://schemas.microsoft.com/office/drawing/2014/main" id="{20DF5ED4-F369-AD95-E03E-99EA94D1CA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Oval 1581">
                <a:extLst>
                  <a:ext uri="{FF2B5EF4-FFF2-40B4-BE49-F238E27FC236}">
                    <a16:creationId xmlns:a16="http://schemas.microsoft.com/office/drawing/2014/main" id="{AB5235E1-32CD-09FF-9AEC-7D19867429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82">
              <a:extLst>
                <a:ext uri="{FF2B5EF4-FFF2-40B4-BE49-F238E27FC236}">
                  <a16:creationId xmlns:a16="http://schemas.microsoft.com/office/drawing/2014/main" id="{721AD2B9-457E-50CA-D16D-97FFC45D4E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4" name="Oval 1583">
                <a:extLst>
                  <a:ext uri="{FF2B5EF4-FFF2-40B4-BE49-F238E27FC236}">
                    <a16:creationId xmlns:a16="http://schemas.microsoft.com/office/drawing/2014/main" id="{A4CC5AFB-F5DD-4FA4-17FF-6E7334EE08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5" name="Oval 1584">
                <a:extLst>
                  <a:ext uri="{FF2B5EF4-FFF2-40B4-BE49-F238E27FC236}">
                    <a16:creationId xmlns:a16="http://schemas.microsoft.com/office/drawing/2014/main" id="{FE9C9B94-1E45-6E63-BCB1-586DCE6308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6" name="Freeform 1585">
                <a:extLst>
                  <a:ext uri="{FF2B5EF4-FFF2-40B4-BE49-F238E27FC236}">
                    <a16:creationId xmlns:a16="http://schemas.microsoft.com/office/drawing/2014/main" id="{A50E112E-7B29-0BD3-5972-F27B8E56BD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586">
                <a:extLst>
                  <a:ext uri="{FF2B5EF4-FFF2-40B4-BE49-F238E27FC236}">
                    <a16:creationId xmlns:a16="http://schemas.microsoft.com/office/drawing/2014/main" id="{0BF187EB-B7F9-E7ED-039B-AC51DEA634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587">
                <a:extLst>
                  <a:ext uri="{FF2B5EF4-FFF2-40B4-BE49-F238E27FC236}">
                    <a16:creationId xmlns:a16="http://schemas.microsoft.com/office/drawing/2014/main" id="{29D14ACC-9149-43B6-F3BF-F59B6FC1EE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Oval 1588">
                <a:extLst>
                  <a:ext uri="{FF2B5EF4-FFF2-40B4-BE49-F238E27FC236}">
                    <a16:creationId xmlns:a16="http://schemas.microsoft.com/office/drawing/2014/main" id="{71F4E36D-B8AE-8990-A998-8EE4A6CB4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89">
              <a:extLst>
                <a:ext uri="{FF2B5EF4-FFF2-40B4-BE49-F238E27FC236}">
                  <a16:creationId xmlns:a16="http://schemas.microsoft.com/office/drawing/2014/main" id="{001C6727-0C4F-71B3-116D-9FF004B5EA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8" name="Oval 1590">
                <a:extLst>
                  <a:ext uri="{FF2B5EF4-FFF2-40B4-BE49-F238E27FC236}">
                    <a16:creationId xmlns:a16="http://schemas.microsoft.com/office/drawing/2014/main" id="{B91ADEC0-BD88-F958-F112-9E904ECDC2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9" name="Oval 1591">
                <a:extLst>
                  <a:ext uri="{FF2B5EF4-FFF2-40B4-BE49-F238E27FC236}">
                    <a16:creationId xmlns:a16="http://schemas.microsoft.com/office/drawing/2014/main" id="{D80CEB0D-E372-041B-A16E-DF1950C9ED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0" name="Freeform 1592">
                <a:extLst>
                  <a:ext uri="{FF2B5EF4-FFF2-40B4-BE49-F238E27FC236}">
                    <a16:creationId xmlns:a16="http://schemas.microsoft.com/office/drawing/2014/main" id="{8BC35503-C659-927E-85C5-47E2921A64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593">
                <a:extLst>
                  <a:ext uri="{FF2B5EF4-FFF2-40B4-BE49-F238E27FC236}">
                    <a16:creationId xmlns:a16="http://schemas.microsoft.com/office/drawing/2014/main" id="{700667F7-9A2C-D561-DB9D-F894F137DA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594">
                <a:extLst>
                  <a:ext uri="{FF2B5EF4-FFF2-40B4-BE49-F238E27FC236}">
                    <a16:creationId xmlns:a16="http://schemas.microsoft.com/office/drawing/2014/main" id="{230B0707-ADCB-E28C-1A88-918CCB402F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Oval 1595">
                <a:extLst>
                  <a:ext uri="{FF2B5EF4-FFF2-40B4-BE49-F238E27FC236}">
                    <a16:creationId xmlns:a16="http://schemas.microsoft.com/office/drawing/2014/main" id="{D5059D5B-0430-BB1B-D330-B39208F403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96">
              <a:extLst>
                <a:ext uri="{FF2B5EF4-FFF2-40B4-BE49-F238E27FC236}">
                  <a16:creationId xmlns:a16="http://schemas.microsoft.com/office/drawing/2014/main" id="{9EF5F260-08D2-D3FD-B8C1-3E371E0E32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2" name="Oval 1597">
                <a:extLst>
                  <a:ext uri="{FF2B5EF4-FFF2-40B4-BE49-F238E27FC236}">
                    <a16:creationId xmlns:a16="http://schemas.microsoft.com/office/drawing/2014/main" id="{94FB8A43-81B9-9175-CDA8-90EBFAF413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3" name="Oval 1598">
                <a:extLst>
                  <a:ext uri="{FF2B5EF4-FFF2-40B4-BE49-F238E27FC236}">
                    <a16:creationId xmlns:a16="http://schemas.microsoft.com/office/drawing/2014/main" id="{5AEE67EE-0EF3-4C12-2603-F86FE0670B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4" name="Freeform 1599">
                <a:extLst>
                  <a:ext uri="{FF2B5EF4-FFF2-40B4-BE49-F238E27FC236}">
                    <a16:creationId xmlns:a16="http://schemas.microsoft.com/office/drawing/2014/main" id="{3F39D145-7921-13C0-62CF-A09732EA06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600">
                <a:extLst>
                  <a:ext uri="{FF2B5EF4-FFF2-40B4-BE49-F238E27FC236}">
                    <a16:creationId xmlns:a16="http://schemas.microsoft.com/office/drawing/2014/main" id="{F7CEF44B-EDBC-2D92-C062-D5A72B599F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601">
                <a:extLst>
                  <a:ext uri="{FF2B5EF4-FFF2-40B4-BE49-F238E27FC236}">
                    <a16:creationId xmlns:a16="http://schemas.microsoft.com/office/drawing/2014/main" id="{D9911140-5013-C961-15C2-0B3DBD8AA0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Oval 1602">
                <a:extLst>
                  <a:ext uri="{FF2B5EF4-FFF2-40B4-BE49-F238E27FC236}">
                    <a16:creationId xmlns:a16="http://schemas.microsoft.com/office/drawing/2014/main" id="{7A19030B-93BB-7614-401F-D485DBA156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603">
              <a:extLst>
                <a:ext uri="{FF2B5EF4-FFF2-40B4-BE49-F238E27FC236}">
                  <a16:creationId xmlns:a16="http://schemas.microsoft.com/office/drawing/2014/main" id="{FD68D157-FE85-E15D-E184-0A74C5572E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86" name="Oval 1604">
                <a:extLst>
                  <a:ext uri="{FF2B5EF4-FFF2-40B4-BE49-F238E27FC236}">
                    <a16:creationId xmlns:a16="http://schemas.microsoft.com/office/drawing/2014/main" id="{E10FCE8E-FE53-A3BA-1DBB-C0F73EEB42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7" name="Oval 1605">
                <a:extLst>
                  <a:ext uri="{FF2B5EF4-FFF2-40B4-BE49-F238E27FC236}">
                    <a16:creationId xmlns:a16="http://schemas.microsoft.com/office/drawing/2014/main" id="{3DFD870B-C3FF-FBA1-43A7-60FAD172C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8" name="Freeform 1606">
                <a:extLst>
                  <a:ext uri="{FF2B5EF4-FFF2-40B4-BE49-F238E27FC236}">
                    <a16:creationId xmlns:a16="http://schemas.microsoft.com/office/drawing/2014/main" id="{B9F7544F-1AB3-82AA-9615-7FE2F8A6F9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607">
                <a:extLst>
                  <a:ext uri="{FF2B5EF4-FFF2-40B4-BE49-F238E27FC236}">
                    <a16:creationId xmlns:a16="http://schemas.microsoft.com/office/drawing/2014/main" id="{6B4D04CF-905C-F11D-AEED-BBA9CB6E7D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608">
                <a:extLst>
                  <a:ext uri="{FF2B5EF4-FFF2-40B4-BE49-F238E27FC236}">
                    <a16:creationId xmlns:a16="http://schemas.microsoft.com/office/drawing/2014/main" id="{192225F1-CE54-CB36-6558-857753C339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Oval 1609">
                <a:extLst>
                  <a:ext uri="{FF2B5EF4-FFF2-40B4-BE49-F238E27FC236}">
                    <a16:creationId xmlns:a16="http://schemas.microsoft.com/office/drawing/2014/main" id="{E50993A7-CD0D-F343-9101-1025A533A9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678" name="Group 1385">
            <a:extLst>
              <a:ext uri="{FF2B5EF4-FFF2-40B4-BE49-F238E27FC236}">
                <a16:creationId xmlns:a16="http://schemas.microsoft.com/office/drawing/2014/main" id="{E6DBA1D1-12FD-07C6-CD56-FE1FFA363C4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679" name="Group 1386">
              <a:extLst>
                <a:ext uri="{FF2B5EF4-FFF2-40B4-BE49-F238E27FC236}">
                  <a16:creationId xmlns:a16="http://schemas.microsoft.com/office/drawing/2014/main" id="{0B9A5FEE-B8B8-466C-A205-7DBDE1BBD2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897" name="Oval 1387">
                <a:extLst>
                  <a:ext uri="{FF2B5EF4-FFF2-40B4-BE49-F238E27FC236}">
                    <a16:creationId xmlns:a16="http://schemas.microsoft.com/office/drawing/2014/main" id="{158A1338-5E57-E4EB-4D63-AE4FCEA606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8" name="Oval 1388">
                <a:extLst>
                  <a:ext uri="{FF2B5EF4-FFF2-40B4-BE49-F238E27FC236}">
                    <a16:creationId xmlns:a16="http://schemas.microsoft.com/office/drawing/2014/main" id="{5F4B7FCA-6E63-A86C-7E1F-57B90EE66B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9" name="Freeform 1389">
                <a:extLst>
                  <a:ext uri="{FF2B5EF4-FFF2-40B4-BE49-F238E27FC236}">
                    <a16:creationId xmlns:a16="http://schemas.microsoft.com/office/drawing/2014/main" id="{C75AB537-7DDD-A0C0-3525-9428B7EB56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Freeform 1390">
                <a:extLst>
                  <a:ext uri="{FF2B5EF4-FFF2-40B4-BE49-F238E27FC236}">
                    <a16:creationId xmlns:a16="http://schemas.microsoft.com/office/drawing/2014/main" id="{C7460DD1-6894-613B-C98C-9981D10E3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" name="Freeform 1391">
                <a:extLst>
                  <a:ext uri="{FF2B5EF4-FFF2-40B4-BE49-F238E27FC236}">
                    <a16:creationId xmlns:a16="http://schemas.microsoft.com/office/drawing/2014/main" id="{466C0E26-98AE-7A75-88A6-CB204AC603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Oval 1392">
                <a:extLst>
                  <a:ext uri="{FF2B5EF4-FFF2-40B4-BE49-F238E27FC236}">
                    <a16:creationId xmlns:a16="http://schemas.microsoft.com/office/drawing/2014/main" id="{6150ED21-8B63-970D-1C2E-EDD035F218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0" name="Group 1393">
              <a:extLst>
                <a:ext uri="{FF2B5EF4-FFF2-40B4-BE49-F238E27FC236}">
                  <a16:creationId xmlns:a16="http://schemas.microsoft.com/office/drawing/2014/main" id="{D3C949CD-5E80-D9FB-695A-8572809674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891" name="Oval 1394">
                <a:extLst>
                  <a:ext uri="{FF2B5EF4-FFF2-40B4-BE49-F238E27FC236}">
                    <a16:creationId xmlns:a16="http://schemas.microsoft.com/office/drawing/2014/main" id="{34A0E278-B108-26F3-B8B2-B2BCADF611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2" name="Oval 1395">
                <a:extLst>
                  <a:ext uri="{FF2B5EF4-FFF2-40B4-BE49-F238E27FC236}">
                    <a16:creationId xmlns:a16="http://schemas.microsoft.com/office/drawing/2014/main" id="{F0C633F2-C3E2-1388-38C1-797D3C082F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3" name="Freeform 1396">
                <a:extLst>
                  <a:ext uri="{FF2B5EF4-FFF2-40B4-BE49-F238E27FC236}">
                    <a16:creationId xmlns:a16="http://schemas.microsoft.com/office/drawing/2014/main" id="{AF317087-9445-4E21-432E-9564289512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Freeform 1397">
                <a:extLst>
                  <a:ext uri="{FF2B5EF4-FFF2-40B4-BE49-F238E27FC236}">
                    <a16:creationId xmlns:a16="http://schemas.microsoft.com/office/drawing/2014/main" id="{431C579D-7D2E-4CD1-F90B-0FD69FC0FA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Freeform 1398">
                <a:extLst>
                  <a:ext uri="{FF2B5EF4-FFF2-40B4-BE49-F238E27FC236}">
                    <a16:creationId xmlns:a16="http://schemas.microsoft.com/office/drawing/2014/main" id="{447AC541-8750-E05A-2B1A-3EB95BA928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Oval 1399">
                <a:extLst>
                  <a:ext uri="{FF2B5EF4-FFF2-40B4-BE49-F238E27FC236}">
                    <a16:creationId xmlns:a16="http://schemas.microsoft.com/office/drawing/2014/main" id="{F0BAE6A5-5BDA-0258-3C81-4BEEAA998B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1" name="Group 1400">
              <a:extLst>
                <a:ext uri="{FF2B5EF4-FFF2-40B4-BE49-F238E27FC236}">
                  <a16:creationId xmlns:a16="http://schemas.microsoft.com/office/drawing/2014/main" id="{276EFCA3-0720-A10D-6CFA-EA8F42E971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885" name="Oval 1401">
                <a:extLst>
                  <a:ext uri="{FF2B5EF4-FFF2-40B4-BE49-F238E27FC236}">
                    <a16:creationId xmlns:a16="http://schemas.microsoft.com/office/drawing/2014/main" id="{D93899CE-72DF-1922-D1B8-E55CF60F40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" name="Oval 1402">
                <a:extLst>
                  <a:ext uri="{FF2B5EF4-FFF2-40B4-BE49-F238E27FC236}">
                    <a16:creationId xmlns:a16="http://schemas.microsoft.com/office/drawing/2014/main" id="{03B1C218-D5B7-BC27-4FC0-EA95A91F67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" name="Freeform 1403">
                <a:extLst>
                  <a:ext uri="{FF2B5EF4-FFF2-40B4-BE49-F238E27FC236}">
                    <a16:creationId xmlns:a16="http://schemas.microsoft.com/office/drawing/2014/main" id="{F5B42DAE-7667-6B92-82F2-C9010FF44E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Freeform 1404">
                <a:extLst>
                  <a:ext uri="{FF2B5EF4-FFF2-40B4-BE49-F238E27FC236}">
                    <a16:creationId xmlns:a16="http://schemas.microsoft.com/office/drawing/2014/main" id="{974A6435-8F93-8A23-7968-41F0BF27FC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Freeform 1405">
                <a:extLst>
                  <a:ext uri="{FF2B5EF4-FFF2-40B4-BE49-F238E27FC236}">
                    <a16:creationId xmlns:a16="http://schemas.microsoft.com/office/drawing/2014/main" id="{53FED0BC-10AC-63B3-7FD6-62454B744A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Oval 1406">
                <a:extLst>
                  <a:ext uri="{FF2B5EF4-FFF2-40B4-BE49-F238E27FC236}">
                    <a16:creationId xmlns:a16="http://schemas.microsoft.com/office/drawing/2014/main" id="{86C216E6-8EA2-2E08-13A6-E710D16964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2" name="Group 1407">
              <a:extLst>
                <a:ext uri="{FF2B5EF4-FFF2-40B4-BE49-F238E27FC236}">
                  <a16:creationId xmlns:a16="http://schemas.microsoft.com/office/drawing/2014/main" id="{888713FA-ABB4-92A2-1FBD-2B12961050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879" name="Oval 1408">
                <a:extLst>
                  <a:ext uri="{FF2B5EF4-FFF2-40B4-BE49-F238E27FC236}">
                    <a16:creationId xmlns:a16="http://schemas.microsoft.com/office/drawing/2014/main" id="{B3B59E5B-8E1D-F0D6-3562-7595250676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0" name="Oval 1409">
                <a:extLst>
                  <a:ext uri="{FF2B5EF4-FFF2-40B4-BE49-F238E27FC236}">
                    <a16:creationId xmlns:a16="http://schemas.microsoft.com/office/drawing/2014/main" id="{E6D01301-2492-65D7-D7A0-BB1A25243F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1" name="Freeform 1410">
                <a:extLst>
                  <a:ext uri="{FF2B5EF4-FFF2-40B4-BE49-F238E27FC236}">
                    <a16:creationId xmlns:a16="http://schemas.microsoft.com/office/drawing/2014/main" id="{C2226FD9-FBB3-92F8-86B6-73FBB5AEF4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Freeform 1411">
                <a:extLst>
                  <a:ext uri="{FF2B5EF4-FFF2-40B4-BE49-F238E27FC236}">
                    <a16:creationId xmlns:a16="http://schemas.microsoft.com/office/drawing/2014/main" id="{9B38BB49-CFED-7EB6-843B-5FCFC111C6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Freeform 1412">
                <a:extLst>
                  <a:ext uri="{FF2B5EF4-FFF2-40B4-BE49-F238E27FC236}">
                    <a16:creationId xmlns:a16="http://schemas.microsoft.com/office/drawing/2014/main" id="{C3E774FB-8E77-CD75-A912-8D38DB795D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Oval 1413">
                <a:extLst>
                  <a:ext uri="{FF2B5EF4-FFF2-40B4-BE49-F238E27FC236}">
                    <a16:creationId xmlns:a16="http://schemas.microsoft.com/office/drawing/2014/main" id="{8B8653DB-CEEB-F475-877C-7F7BE2549B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3" name="Group 1414">
              <a:extLst>
                <a:ext uri="{FF2B5EF4-FFF2-40B4-BE49-F238E27FC236}">
                  <a16:creationId xmlns:a16="http://schemas.microsoft.com/office/drawing/2014/main" id="{63364522-EADD-D624-1E80-3E077819F1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73" name="Oval 1415">
                <a:extLst>
                  <a:ext uri="{FF2B5EF4-FFF2-40B4-BE49-F238E27FC236}">
                    <a16:creationId xmlns:a16="http://schemas.microsoft.com/office/drawing/2014/main" id="{80A93E67-4BCD-DB57-885A-B3B2D3FA6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4" name="Oval 1416">
                <a:extLst>
                  <a:ext uri="{FF2B5EF4-FFF2-40B4-BE49-F238E27FC236}">
                    <a16:creationId xmlns:a16="http://schemas.microsoft.com/office/drawing/2014/main" id="{FBD5E27C-9AC2-7BBC-0DE9-3B74B478D0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5" name="Freeform 1417">
                <a:extLst>
                  <a:ext uri="{FF2B5EF4-FFF2-40B4-BE49-F238E27FC236}">
                    <a16:creationId xmlns:a16="http://schemas.microsoft.com/office/drawing/2014/main" id="{A599C999-AC18-5866-8EDD-E7FFEDFA05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Freeform 1418">
                <a:extLst>
                  <a:ext uri="{FF2B5EF4-FFF2-40B4-BE49-F238E27FC236}">
                    <a16:creationId xmlns:a16="http://schemas.microsoft.com/office/drawing/2014/main" id="{B6D99F1B-D0D1-0A72-6103-433B810C6C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Freeform 1419">
                <a:extLst>
                  <a:ext uri="{FF2B5EF4-FFF2-40B4-BE49-F238E27FC236}">
                    <a16:creationId xmlns:a16="http://schemas.microsoft.com/office/drawing/2014/main" id="{724029EE-018F-B38C-934A-B250AF7EA4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Oval 1420">
                <a:extLst>
                  <a:ext uri="{FF2B5EF4-FFF2-40B4-BE49-F238E27FC236}">
                    <a16:creationId xmlns:a16="http://schemas.microsoft.com/office/drawing/2014/main" id="{E0A7CBCF-AA1C-FDD2-65A9-523BD15627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4" name="Group 1421">
              <a:extLst>
                <a:ext uri="{FF2B5EF4-FFF2-40B4-BE49-F238E27FC236}">
                  <a16:creationId xmlns:a16="http://schemas.microsoft.com/office/drawing/2014/main" id="{978F8926-CBEF-210E-3A48-FBD0A2BA89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67" name="Oval 1422">
                <a:extLst>
                  <a:ext uri="{FF2B5EF4-FFF2-40B4-BE49-F238E27FC236}">
                    <a16:creationId xmlns:a16="http://schemas.microsoft.com/office/drawing/2014/main" id="{7C26A15B-954C-7575-CA91-F1F1E7A98F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8" name="Oval 1423">
                <a:extLst>
                  <a:ext uri="{FF2B5EF4-FFF2-40B4-BE49-F238E27FC236}">
                    <a16:creationId xmlns:a16="http://schemas.microsoft.com/office/drawing/2014/main" id="{8E6AADCF-4E37-55BA-5270-F9CA98FF38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9" name="Freeform 1424">
                <a:extLst>
                  <a:ext uri="{FF2B5EF4-FFF2-40B4-BE49-F238E27FC236}">
                    <a16:creationId xmlns:a16="http://schemas.microsoft.com/office/drawing/2014/main" id="{6BF2B3CC-5A25-FCB6-747C-DAE2DDD57F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Freeform 1425">
                <a:extLst>
                  <a:ext uri="{FF2B5EF4-FFF2-40B4-BE49-F238E27FC236}">
                    <a16:creationId xmlns:a16="http://schemas.microsoft.com/office/drawing/2014/main" id="{158307D8-6EF6-6E14-872C-01C757159F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Freeform 1426">
                <a:extLst>
                  <a:ext uri="{FF2B5EF4-FFF2-40B4-BE49-F238E27FC236}">
                    <a16:creationId xmlns:a16="http://schemas.microsoft.com/office/drawing/2014/main" id="{3AB0BFB1-8F00-4808-4653-8E6DB2758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Oval 1427">
                <a:extLst>
                  <a:ext uri="{FF2B5EF4-FFF2-40B4-BE49-F238E27FC236}">
                    <a16:creationId xmlns:a16="http://schemas.microsoft.com/office/drawing/2014/main" id="{9F313DB1-C4E8-9F2A-1FC4-12B9D269BD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5" name="Group 1428">
              <a:extLst>
                <a:ext uri="{FF2B5EF4-FFF2-40B4-BE49-F238E27FC236}">
                  <a16:creationId xmlns:a16="http://schemas.microsoft.com/office/drawing/2014/main" id="{8D2E8A98-973B-822A-EB49-A371993EFD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61" name="Oval 1429">
                <a:extLst>
                  <a:ext uri="{FF2B5EF4-FFF2-40B4-BE49-F238E27FC236}">
                    <a16:creationId xmlns:a16="http://schemas.microsoft.com/office/drawing/2014/main" id="{B3D70B8F-5E3B-3D24-F633-C2FCFA7123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2" name="Oval 1430">
                <a:extLst>
                  <a:ext uri="{FF2B5EF4-FFF2-40B4-BE49-F238E27FC236}">
                    <a16:creationId xmlns:a16="http://schemas.microsoft.com/office/drawing/2014/main" id="{05FAAD08-2E01-8AB9-7535-0C4CAEDCB7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3" name="Freeform 1431">
                <a:extLst>
                  <a:ext uri="{FF2B5EF4-FFF2-40B4-BE49-F238E27FC236}">
                    <a16:creationId xmlns:a16="http://schemas.microsoft.com/office/drawing/2014/main" id="{5D4CFE05-AF00-1239-8332-4D5EB9DFB6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Freeform 1432">
                <a:extLst>
                  <a:ext uri="{FF2B5EF4-FFF2-40B4-BE49-F238E27FC236}">
                    <a16:creationId xmlns:a16="http://schemas.microsoft.com/office/drawing/2014/main" id="{F32D9C27-A5F1-5F49-DBB5-0D979C78B2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Freeform 1433">
                <a:extLst>
                  <a:ext uri="{FF2B5EF4-FFF2-40B4-BE49-F238E27FC236}">
                    <a16:creationId xmlns:a16="http://schemas.microsoft.com/office/drawing/2014/main" id="{68B3F9F0-3E65-AF37-D905-A0E15914E6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Oval 1434">
                <a:extLst>
                  <a:ext uri="{FF2B5EF4-FFF2-40B4-BE49-F238E27FC236}">
                    <a16:creationId xmlns:a16="http://schemas.microsoft.com/office/drawing/2014/main" id="{E2A6A85F-D3BC-DD5B-0BE0-BC882F757F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6" name="Group 1435">
              <a:extLst>
                <a:ext uri="{FF2B5EF4-FFF2-40B4-BE49-F238E27FC236}">
                  <a16:creationId xmlns:a16="http://schemas.microsoft.com/office/drawing/2014/main" id="{0A04C2B4-0A68-EDFF-CC9E-F0CC41FFC7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55" name="Oval 1436">
                <a:extLst>
                  <a:ext uri="{FF2B5EF4-FFF2-40B4-BE49-F238E27FC236}">
                    <a16:creationId xmlns:a16="http://schemas.microsoft.com/office/drawing/2014/main" id="{43C0C3E4-7DC4-F5C1-EE5B-86D6C10BEE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6" name="Oval 1437">
                <a:extLst>
                  <a:ext uri="{FF2B5EF4-FFF2-40B4-BE49-F238E27FC236}">
                    <a16:creationId xmlns:a16="http://schemas.microsoft.com/office/drawing/2014/main" id="{8B6167F0-A663-E214-A1F5-23363B56AC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7" name="Freeform 1438">
                <a:extLst>
                  <a:ext uri="{FF2B5EF4-FFF2-40B4-BE49-F238E27FC236}">
                    <a16:creationId xmlns:a16="http://schemas.microsoft.com/office/drawing/2014/main" id="{58CD88AD-04EF-B7DF-1E15-31FECCCF2D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Freeform 1439">
                <a:extLst>
                  <a:ext uri="{FF2B5EF4-FFF2-40B4-BE49-F238E27FC236}">
                    <a16:creationId xmlns:a16="http://schemas.microsoft.com/office/drawing/2014/main" id="{1478A24E-3458-D04E-8ECF-BF61CC5A3F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Freeform 1440">
                <a:extLst>
                  <a:ext uri="{FF2B5EF4-FFF2-40B4-BE49-F238E27FC236}">
                    <a16:creationId xmlns:a16="http://schemas.microsoft.com/office/drawing/2014/main" id="{99617EAB-ED41-27A3-AE86-976CCCC6C9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Oval 1441">
                <a:extLst>
                  <a:ext uri="{FF2B5EF4-FFF2-40B4-BE49-F238E27FC236}">
                    <a16:creationId xmlns:a16="http://schemas.microsoft.com/office/drawing/2014/main" id="{425AEA11-D00A-F079-5CEE-863301F44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7" name="Group 1442">
              <a:extLst>
                <a:ext uri="{FF2B5EF4-FFF2-40B4-BE49-F238E27FC236}">
                  <a16:creationId xmlns:a16="http://schemas.microsoft.com/office/drawing/2014/main" id="{2554D1EB-F437-2F9C-F7ED-287B356280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49" name="Oval 1443">
                <a:extLst>
                  <a:ext uri="{FF2B5EF4-FFF2-40B4-BE49-F238E27FC236}">
                    <a16:creationId xmlns:a16="http://schemas.microsoft.com/office/drawing/2014/main" id="{B06222B2-D427-8832-8C3A-003B84468B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0" name="Oval 1444">
                <a:extLst>
                  <a:ext uri="{FF2B5EF4-FFF2-40B4-BE49-F238E27FC236}">
                    <a16:creationId xmlns:a16="http://schemas.microsoft.com/office/drawing/2014/main" id="{8DD7E18F-7D01-0535-E3D1-17EC85BA99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1" name="Freeform 1445">
                <a:extLst>
                  <a:ext uri="{FF2B5EF4-FFF2-40B4-BE49-F238E27FC236}">
                    <a16:creationId xmlns:a16="http://schemas.microsoft.com/office/drawing/2014/main" id="{08F4D93A-3803-8CDA-A35F-EC0B3C0762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Freeform 1446">
                <a:extLst>
                  <a:ext uri="{FF2B5EF4-FFF2-40B4-BE49-F238E27FC236}">
                    <a16:creationId xmlns:a16="http://schemas.microsoft.com/office/drawing/2014/main" id="{8A5CCA07-350F-D22E-AA31-3C1873763A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Freeform 1447">
                <a:extLst>
                  <a:ext uri="{FF2B5EF4-FFF2-40B4-BE49-F238E27FC236}">
                    <a16:creationId xmlns:a16="http://schemas.microsoft.com/office/drawing/2014/main" id="{F339BAA0-DC1B-2FC5-D7A2-EE6F273932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Oval 1448">
                <a:extLst>
                  <a:ext uri="{FF2B5EF4-FFF2-40B4-BE49-F238E27FC236}">
                    <a16:creationId xmlns:a16="http://schemas.microsoft.com/office/drawing/2014/main" id="{4622A040-D992-14A4-1771-A6C77E1AE6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8" name="Group 1449">
              <a:extLst>
                <a:ext uri="{FF2B5EF4-FFF2-40B4-BE49-F238E27FC236}">
                  <a16:creationId xmlns:a16="http://schemas.microsoft.com/office/drawing/2014/main" id="{49934929-DD6E-34D5-2B24-E0ED32B33F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43" name="Oval 1450">
                <a:extLst>
                  <a:ext uri="{FF2B5EF4-FFF2-40B4-BE49-F238E27FC236}">
                    <a16:creationId xmlns:a16="http://schemas.microsoft.com/office/drawing/2014/main" id="{71C709F4-2AAB-2993-7A69-837AF2ABEA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" name="Oval 1451">
                <a:extLst>
                  <a:ext uri="{FF2B5EF4-FFF2-40B4-BE49-F238E27FC236}">
                    <a16:creationId xmlns:a16="http://schemas.microsoft.com/office/drawing/2014/main" id="{2830002A-5784-9A70-5E1F-BC5F32C2EB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5" name="Freeform 1452">
                <a:extLst>
                  <a:ext uri="{FF2B5EF4-FFF2-40B4-BE49-F238E27FC236}">
                    <a16:creationId xmlns:a16="http://schemas.microsoft.com/office/drawing/2014/main" id="{9753D85D-2A38-CD85-1096-47081631EC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Freeform 1453">
                <a:extLst>
                  <a:ext uri="{FF2B5EF4-FFF2-40B4-BE49-F238E27FC236}">
                    <a16:creationId xmlns:a16="http://schemas.microsoft.com/office/drawing/2014/main" id="{767F7547-3D24-7554-6D8C-578161A17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1454">
                <a:extLst>
                  <a:ext uri="{FF2B5EF4-FFF2-40B4-BE49-F238E27FC236}">
                    <a16:creationId xmlns:a16="http://schemas.microsoft.com/office/drawing/2014/main" id="{D7797211-84A2-F024-5F37-8E57E9927A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Oval 1455">
                <a:extLst>
                  <a:ext uri="{FF2B5EF4-FFF2-40B4-BE49-F238E27FC236}">
                    <a16:creationId xmlns:a16="http://schemas.microsoft.com/office/drawing/2014/main" id="{47D82138-27BA-A457-37C8-0A4BC9C1D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9" name="Group 1456">
              <a:extLst>
                <a:ext uri="{FF2B5EF4-FFF2-40B4-BE49-F238E27FC236}">
                  <a16:creationId xmlns:a16="http://schemas.microsoft.com/office/drawing/2014/main" id="{2AABCBDC-3C00-EC8B-DA43-44A008C038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37" name="Oval 1457">
                <a:extLst>
                  <a:ext uri="{FF2B5EF4-FFF2-40B4-BE49-F238E27FC236}">
                    <a16:creationId xmlns:a16="http://schemas.microsoft.com/office/drawing/2014/main" id="{CD1E6FEE-E16B-4A0F-36A6-8A5539E539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8" name="Oval 1458">
                <a:extLst>
                  <a:ext uri="{FF2B5EF4-FFF2-40B4-BE49-F238E27FC236}">
                    <a16:creationId xmlns:a16="http://schemas.microsoft.com/office/drawing/2014/main" id="{302DF855-4550-2B99-9EB6-B813AB541D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9" name="Freeform 1459">
                <a:extLst>
                  <a:ext uri="{FF2B5EF4-FFF2-40B4-BE49-F238E27FC236}">
                    <a16:creationId xmlns:a16="http://schemas.microsoft.com/office/drawing/2014/main" id="{4ADE93A1-987A-B11C-EC62-233985CDA1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Freeform 1460">
                <a:extLst>
                  <a:ext uri="{FF2B5EF4-FFF2-40B4-BE49-F238E27FC236}">
                    <a16:creationId xmlns:a16="http://schemas.microsoft.com/office/drawing/2014/main" id="{CF60FDFE-A498-F674-224B-F0949E10A1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1461">
                <a:extLst>
                  <a:ext uri="{FF2B5EF4-FFF2-40B4-BE49-F238E27FC236}">
                    <a16:creationId xmlns:a16="http://schemas.microsoft.com/office/drawing/2014/main" id="{B06AC767-5656-AD13-AA62-7DE62F43B9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Oval 1462">
                <a:extLst>
                  <a:ext uri="{FF2B5EF4-FFF2-40B4-BE49-F238E27FC236}">
                    <a16:creationId xmlns:a16="http://schemas.microsoft.com/office/drawing/2014/main" id="{02693725-EA0C-DF31-ACE7-8F2DC69D75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0" name="Group 1463">
              <a:extLst>
                <a:ext uri="{FF2B5EF4-FFF2-40B4-BE49-F238E27FC236}">
                  <a16:creationId xmlns:a16="http://schemas.microsoft.com/office/drawing/2014/main" id="{FF591DDC-F84B-A578-08B9-4CFBCA97C8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31" name="Oval 1464">
                <a:extLst>
                  <a:ext uri="{FF2B5EF4-FFF2-40B4-BE49-F238E27FC236}">
                    <a16:creationId xmlns:a16="http://schemas.microsoft.com/office/drawing/2014/main" id="{A2C01966-A89D-5C2F-CF78-066DB3855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2" name="Oval 1465">
                <a:extLst>
                  <a:ext uri="{FF2B5EF4-FFF2-40B4-BE49-F238E27FC236}">
                    <a16:creationId xmlns:a16="http://schemas.microsoft.com/office/drawing/2014/main" id="{8866328F-EFAC-1EE8-4C55-DB0B6339B6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3" name="Freeform 1466">
                <a:extLst>
                  <a:ext uri="{FF2B5EF4-FFF2-40B4-BE49-F238E27FC236}">
                    <a16:creationId xmlns:a16="http://schemas.microsoft.com/office/drawing/2014/main" id="{93E0E4BD-E447-966D-D763-00D7D5041A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Freeform 1467">
                <a:extLst>
                  <a:ext uri="{FF2B5EF4-FFF2-40B4-BE49-F238E27FC236}">
                    <a16:creationId xmlns:a16="http://schemas.microsoft.com/office/drawing/2014/main" id="{37F25329-8F67-9589-36D9-CEF8A392C0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1468">
                <a:extLst>
                  <a:ext uri="{FF2B5EF4-FFF2-40B4-BE49-F238E27FC236}">
                    <a16:creationId xmlns:a16="http://schemas.microsoft.com/office/drawing/2014/main" id="{368267DC-CE99-072E-A48E-7FA9454911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Oval 1469">
                <a:extLst>
                  <a:ext uri="{FF2B5EF4-FFF2-40B4-BE49-F238E27FC236}">
                    <a16:creationId xmlns:a16="http://schemas.microsoft.com/office/drawing/2014/main" id="{72A79567-E4D4-46BF-201B-5F9A8365F6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1" name="Group 1470">
              <a:extLst>
                <a:ext uri="{FF2B5EF4-FFF2-40B4-BE49-F238E27FC236}">
                  <a16:creationId xmlns:a16="http://schemas.microsoft.com/office/drawing/2014/main" id="{EF57F120-3AEF-D229-9335-599DC00BFE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25" name="Oval 1471">
                <a:extLst>
                  <a:ext uri="{FF2B5EF4-FFF2-40B4-BE49-F238E27FC236}">
                    <a16:creationId xmlns:a16="http://schemas.microsoft.com/office/drawing/2014/main" id="{7A641B9A-AAE7-A7E5-DC3C-D0055FEDF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6" name="Oval 1472">
                <a:extLst>
                  <a:ext uri="{FF2B5EF4-FFF2-40B4-BE49-F238E27FC236}">
                    <a16:creationId xmlns:a16="http://schemas.microsoft.com/office/drawing/2014/main" id="{35CB6ED3-ABF2-9B5C-3DCB-6E5DAABEEE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7" name="Freeform 1473">
                <a:extLst>
                  <a:ext uri="{FF2B5EF4-FFF2-40B4-BE49-F238E27FC236}">
                    <a16:creationId xmlns:a16="http://schemas.microsoft.com/office/drawing/2014/main" id="{ECC11BB5-99A0-7CE5-5EF3-826E723644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Freeform 1474">
                <a:extLst>
                  <a:ext uri="{FF2B5EF4-FFF2-40B4-BE49-F238E27FC236}">
                    <a16:creationId xmlns:a16="http://schemas.microsoft.com/office/drawing/2014/main" id="{C91D4651-BE24-2821-B8E2-1B570540FE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1475">
                <a:extLst>
                  <a:ext uri="{FF2B5EF4-FFF2-40B4-BE49-F238E27FC236}">
                    <a16:creationId xmlns:a16="http://schemas.microsoft.com/office/drawing/2014/main" id="{DCF30C33-B765-F156-E034-ED1598F2EF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Oval 1476">
                <a:extLst>
                  <a:ext uri="{FF2B5EF4-FFF2-40B4-BE49-F238E27FC236}">
                    <a16:creationId xmlns:a16="http://schemas.microsoft.com/office/drawing/2014/main" id="{28BD0CD5-D30A-EC6C-7036-7AEDC064D9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2" name="Group 1477">
              <a:extLst>
                <a:ext uri="{FF2B5EF4-FFF2-40B4-BE49-F238E27FC236}">
                  <a16:creationId xmlns:a16="http://schemas.microsoft.com/office/drawing/2014/main" id="{D5A48B6B-ACC0-BF74-9927-14F6D50258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19" name="Oval 1478">
                <a:extLst>
                  <a:ext uri="{FF2B5EF4-FFF2-40B4-BE49-F238E27FC236}">
                    <a16:creationId xmlns:a16="http://schemas.microsoft.com/office/drawing/2014/main" id="{E24669B9-111F-C064-2E88-1AA6AA9A4A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0" name="Oval 1479">
                <a:extLst>
                  <a:ext uri="{FF2B5EF4-FFF2-40B4-BE49-F238E27FC236}">
                    <a16:creationId xmlns:a16="http://schemas.microsoft.com/office/drawing/2014/main" id="{EB6E1B99-BA7E-5B02-26A4-07E79E117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1" name="Freeform 1480">
                <a:extLst>
                  <a:ext uri="{FF2B5EF4-FFF2-40B4-BE49-F238E27FC236}">
                    <a16:creationId xmlns:a16="http://schemas.microsoft.com/office/drawing/2014/main" id="{5299C824-E244-2932-74E7-97B274337E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Freeform 1481">
                <a:extLst>
                  <a:ext uri="{FF2B5EF4-FFF2-40B4-BE49-F238E27FC236}">
                    <a16:creationId xmlns:a16="http://schemas.microsoft.com/office/drawing/2014/main" id="{0DFF00A9-115A-97B1-4010-30CC3A1F5F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1482">
                <a:extLst>
                  <a:ext uri="{FF2B5EF4-FFF2-40B4-BE49-F238E27FC236}">
                    <a16:creationId xmlns:a16="http://schemas.microsoft.com/office/drawing/2014/main" id="{0005CB5C-83A8-EFED-BB36-A0CA93F50D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Oval 1483">
                <a:extLst>
                  <a:ext uri="{FF2B5EF4-FFF2-40B4-BE49-F238E27FC236}">
                    <a16:creationId xmlns:a16="http://schemas.microsoft.com/office/drawing/2014/main" id="{6AB53381-45DE-D0ED-1ED9-CE6FBB1588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3" name="Group 1484">
              <a:extLst>
                <a:ext uri="{FF2B5EF4-FFF2-40B4-BE49-F238E27FC236}">
                  <a16:creationId xmlns:a16="http://schemas.microsoft.com/office/drawing/2014/main" id="{321F8421-FFAE-4F67-467C-06BE2AABAA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13" name="Oval 1485">
                <a:extLst>
                  <a:ext uri="{FF2B5EF4-FFF2-40B4-BE49-F238E27FC236}">
                    <a16:creationId xmlns:a16="http://schemas.microsoft.com/office/drawing/2014/main" id="{BF67B70D-1FA1-5723-8589-0050A1F6C0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4" name="Oval 1486">
                <a:extLst>
                  <a:ext uri="{FF2B5EF4-FFF2-40B4-BE49-F238E27FC236}">
                    <a16:creationId xmlns:a16="http://schemas.microsoft.com/office/drawing/2014/main" id="{2533CC2E-7181-726D-3097-91B66BD364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5" name="Freeform 1487">
                <a:extLst>
                  <a:ext uri="{FF2B5EF4-FFF2-40B4-BE49-F238E27FC236}">
                    <a16:creationId xmlns:a16="http://schemas.microsoft.com/office/drawing/2014/main" id="{841B42E2-06D6-942E-FDF6-205655002D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Freeform 1488">
                <a:extLst>
                  <a:ext uri="{FF2B5EF4-FFF2-40B4-BE49-F238E27FC236}">
                    <a16:creationId xmlns:a16="http://schemas.microsoft.com/office/drawing/2014/main" id="{366AB950-F324-DDBB-DB33-3F960129FE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1489">
                <a:extLst>
                  <a:ext uri="{FF2B5EF4-FFF2-40B4-BE49-F238E27FC236}">
                    <a16:creationId xmlns:a16="http://schemas.microsoft.com/office/drawing/2014/main" id="{68E87B3D-FB8E-3CBD-4B48-77CECE7113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Oval 1490">
                <a:extLst>
                  <a:ext uri="{FF2B5EF4-FFF2-40B4-BE49-F238E27FC236}">
                    <a16:creationId xmlns:a16="http://schemas.microsoft.com/office/drawing/2014/main" id="{BA8D07D8-D580-936E-65FC-B3A9F2662D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4" name="Group 1491">
              <a:extLst>
                <a:ext uri="{FF2B5EF4-FFF2-40B4-BE49-F238E27FC236}">
                  <a16:creationId xmlns:a16="http://schemas.microsoft.com/office/drawing/2014/main" id="{910E7F3C-6638-A8C8-61B7-EEFC48BA72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07" name="Oval 1492">
                <a:extLst>
                  <a:ext uri="{FF2B5EF4-FFF2-40B4-BE49-F238E27FC236}">
                    <a16:creationId xmlns:a16="http://schemas.microsoft.com/office/drawing/2014/main" id="{A4D7E3B1-BF41-CD3A-48E0-ED45C2641C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8" name="Oval 1493">
                <a:extLst>
                  <a:ext uri="{FF2B5EF4-FFF2-40B4-BE49-F238E27FC236}">
                    <a16:creationId xmlns:a16="http://schemas.microsoft.com/office/drawing/2014/main" id="{64DEB84F-0D2A-B96B-22C0-A38BF205C5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9" name="Freeform 1494">
                <a:extLst>
                  <a:ext uri="{FF2B5EF4-FFF2-40B4-BE49-F238E27FC236}">
                    <a16:creationId xmlns:a16="http://schemas.microsoft.com/office/drawing/2014/main" id="{C0F07857-49D3-E0B8-7233-33C7C8181B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Freeform 1495">
                <a:extLst>
                  <a:ext uri="{FF2B5EF4-FFF2-40B4-BE49-F238E27FC236}">
                    <a16:creationId xmlns:a16="http://schemas.microsoft.com/office/drawing/2014/main" id="{6565844C-1C15-FBC6-C5BC-8CC650533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1496">
                <a:extLst>
                  <a:ext uri="{FF2B5EF4-FFF2-40B4-BE49-F238E27FC236}">
                    <a16:creationId xmlns:a16="http://schemas.microsoft.com/office/drawing/2014/main" id="{6E465DA1-0517-77D6-BCC0-C72851FF1E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Oval 1497">
                <a:extLst>
                  <a:ext uri="{FF2B5EF4-FFF2-40B4-BE49-F238E27FC236}">
                    <a16:creationId xmlns:a16="http://schemas.microsoft.com/office/drawing/2014/main" id="{D842061B-F0E3-C589-2667-7213BE7670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5" name="Group 1498">
              <a:extLst>
                <a:ext uri="{FF2B5EF4-FFF2-40B4-BE49-F238E27FC236}">
                  <a16:creationId xmlns:a16="http://schemas.microsoft.com/office/drawing/2014/main" id="{AEA0283F-B2FD-C3F4-FB00-8364629B0C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01" name="Oval 1499">
                <a:extLst>
                  <a:ext uri="{FF2B5EF4-FFF2-40B4-BE49-F238E27FC236}">
                    <a16:creationId xmlns:a16="http://schemas.microsoft.com/office/drawing/2014/main" id="{47D8DBD5-8B5E-D1C0-1AB3-CC689F8469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2" name="Oval 1500">
                <a:extLst>
                  <a:ext uri="{FF2B5EF4-FFF2-40B4-BE49-F238E27FC236}">
                    <a16:creationId xmlns:a16="http://schemas.microsoft.com/office/drawing/2014/main" id="{ABC61AA8-6CC8-15F3-3870-91BA694321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3" name="Freeform 1501">
                <a:extLst>
                  <a:ext uri="{FF2B5EF4-FFF2-40B4-BE49-F238E27FC236}">
                    <a16:creationId xmlns:a16="http://schemas.microsoft.com/office/drawing/2014/main" id="{473BDC39-4138-D483-6A5B-5CB3AA35D7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Freeform 1502">
                <a:extLst>
                  <a:ext uri="{FF2B5EF4-FFF2-40B4-BE49-F238E27FC236}">
                    <a16:creationId xmlns:a16="http://schemas.microsoft.com/office/drawing/2014/main" id="{E45A0510-754B-189A-24A6-AAFFC18273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1503">
                <a:extLst>
                  <a:ext uri="{FF2B5EF4-FFF2-40B4-BE49-F238E27FC236}">
                    <a16:creationId xmlns:a16="http://schemas.microsoft.com/office/drawing/2014/main" id="{D5002EDE-AC1B-E8F1-CE71-8E5B208B7C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Oval 1504">
                <a:extLst>
                  <a:ext uri="{FF2B5EF4-FFF2-40B4-BE49-F238E27FC236}">
                    <a16:creationId xmlns:a16="http://schemas.microsoft.com/office/drawing/2014/main" id="{9817C2B3-8762-5EBB-F9DB-72CF2357E7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6" name="Group 1505">
              <a:extLst>
                <a:ext uri="{FF2B5EF4-FFF2-40B4-BE49-F238E27FC236}">
                  <a16:creationId xmlns:a16="http://schemas.microsoft.com/office/drawing/2014/main" id="{3B1FFD14-A6AB-313B-D5A6-BA831FC72C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795" name="Oval 1506">
                <a:extLst>
                  <a:ext uri="{FF2B5EF4-FFF2-40B4-BE49-F238E27FC236}">
                    <a16:creationId xmlns:a16="http://schemas.microsoft.com/office/drawing/2014/main" id="{2A812CC9-1FD7-F5D5-9A70-F8534656FB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6" name="Oval 1507">
                <a:extLst>
                  <a:ext uri="{FF2B5EF4-FFF2-40B4-BE49-F238E27FC236}">
                    <a16:creationId xmlns:a16="http://schemas.microsoft.com/office/drawing/2014/main" id="{4F43EA37-C896-6190-32CE-B11579348C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7" name="Freeform 1508">
                <a:extLst>
                  <a:ext uri="{FF2B5EF4-FFF2-40B4-BE49-F238E27FC236}">
                    <a16:creationId xmlns:a16="http://schemas.microsoft.com/office/drawing/2014/main" id="{596F0E34-FBCC-BEE8-4A3F-08B807442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Freeform 1509">
                <a:extLst>
                  <a:ext uri="{FF2B5EF4-FFF2-40B4-BE49-F238E27FC236}">
                    <a16:creationId xmlns:a16="http://schemas.microsoft.com/office/drawing/2014/main" id="{42403E57-804D-44ED-D4D3-AC9EED0FF7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1510">
                <a:extLst>
                  <a:ext uri="{FF2B5EF4-FFF2-40B4-BE49-F238E27FC236}">
                    <a16:creationId xmlns:a16="http://schemas.microsoft.com/office/drawing/2014/main" id="{30108E12-AA60-5CBD-031B-E7844E9D01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Oval 1511">
                <a:extLst>
                  <a:ext uri="{FF2B5EF4-FFF2-40B4-BE49-F238E27FC236}">
                    <a16:creationId xmlns:a16="http://schemas.microsoft.com/office/drawing/2014/main" id="{DADC2F6D-8A72-4AD2-218E-900F66E11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7" name="Group 1512">
              <a:extLst>
                <a:ext uri="{FF2B5EF4-FFF2-40B4-BE49-F238E27FC236}">
                  <a16:creationId xmlns:a16="http://schemas.microsoft.com/office/drawing/2014/main" id="{1A61028D-AFF5-EBF1-FA01-694448CACE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789" name="Oval 1513">
                <a:extLst>
                  <a:ext uri="{FF2B5EF4-FFF2-40B4-BE49-F238E27FC236}">
                    <a16:creationId xmlns:a16="http://schemas.microsoft.com/office/drawing/2014/main" id="{2CB854B7-9ED4-16BE-F336-ABE439C0AC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0" name="Oval 1514">
                <a:extLst>
                  <a:ext uri="{FF2B5EF4-FFF2-40B4-BE49-F238E27FC236}">
                    <a16:creationId xmlns:a16="http://schemas.microsoft.com/office/drawing/2014/main" id="{AA9319BB-6B6B-D8EB-4D93-9B2A49989E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1" name="Freeform 1515">
                <a:extLst>
                  <a:ext uri="{FF2B5EF4-FFF2-40B4-BE49-F238E27FC236}">
                    <a16:creationId xmlns:a16="http://schemas.microsoft.com/office/drawing/2014/main" id="{9FA18A3D-6DB0-05B8-77E2-BD5A2D59CB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Freeform 1516">
                <a:extLst>
                  <a:ext uri="{FF2B5EF4-FFF2-40B4-BE49-F238E27FC236}">
                    <a16:creationId xmlns:a16="http://schemas.microsoft.com/office/drawing/2014/main" id="{823AB432-E6CD-9314-B5A4-9C8608FDDD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1517">
                <a:extLst>
                  <a:ext uri="{FF2B5EF4-FFF2-40B4-BE49-F238E27FC236}">
                    <a16:creationId xmlns:a16="http://schemas.microsoft.com/office/drawing/2014/main" id="{6B9E2FA7-D45F-4376-F997-74F8E0C776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Oval 1518">
                <a:extLst>
                  <a:ext uri="{FF2B5EF4-FFF2-40B4-BE49-F238E27FC236}">
                    <a16:creationId xmlns:a16="http://schemas.microsoft.com/office/drawing/2014/main" id="{480DCD24-7002-4DAA-AD3A-DA2A2A429E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8" name="Group 1519">
              <a:extLst>
                <a:ext uri="{FF2B5EF4-FFF2-40B4-BE49-F238E27FC236}">
                  <a16:creationId xmlns:a16="http://schemas.microsoft.com/office/drawing/2014/main" id="{3601D12F-5B8A-CD24-6C6F-468075FA79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783" name="Oval 1520">
                <a:extLst>
                  <a:ext uri="{FF2B5EF4-FFF2-40B4-BE49-F238E27FC236}">
                    <a16:creationId xmlns:a16="http://schemas.microsoft.com/office/drawing/2014/main" id="{FC114898-63F9-7371-6502-AE07241326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4" name="Oval 1521">
                <a:extLst>
                  <a:ext uri="{FF2B5EF4-FFF2-40B4-BE49-F238E27FC236}">
                    <a16:creationId xmlns:a16="http://schemas.microsoft.com/office/drawing/2014/main" id="{63E71BF0-232B-51C9-29A5-E0542389F1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5" name="Freeform 1522">
                <a:extLst>
                  <a:ext uri="{FF2B5EF4-FFF2-40B4-BE49-F238E27FC236}">
                    <a16:creationId xmlns:a16="http://schemas.microsoft.com/office/drawing/2014/main" id="{A97EE914-8A41-99ED-5629-3D9F99C75F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Freeform 1523">
                <a:extLst>
                  <a:ext uri="{FF2B5EF4-FFF2-40B4-BE49-F238E27FC236}">
                    <a16:creationId xmlns:a16="http://schemas.microsoft.com/office/drawing/2014/main" id="{F6EF1AC1-6D02-6A03-496A-ADB182D445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1524">
                <a:extLst>
                  <a:ext uri="{FF2B5EF4-FFF2-40B4-BE49-F238E27FC236}">
                    <a16:creationId xmlns:a16="http://schemas.microsoft.com/office/drawing/2014/main" id="{4AE2CD1C-3E6D-8C37-24E6-24C7F4AE81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Oval 1525">
                <a:extLst>
                  <a:ext uri="{FF2B5EF4-FFF2-40B4-BE49-F238E27FC236}">
                    <a16:creationId xmlns:a16="http://schemas.microsoft.com/office/drawing/2014/main" id="{FCF66DFB-0602-B319-9942-1C653E8B82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9" name="Group 1526">
              <a:extLst>
                <a:ext uri="{FF2B5EF4-FFF2-40B4-BE49-F238E27FC236}">
                  <a16:creationId xmlns:a16="http://schemas.microsoft.com/office/drawing/2014/main" id="{7FCCB0FA-DAA6-D54D-B0B9-38240F21F5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777" name="Oval 1527">
                <a:extLst>
                  <a:ext uri="{FF2B5EF4-FFF2-40B4-BE49-F238E27FC236}">
                    <a16:creationId xmlns:a16="http://schemas.microsoft.com/office/drawing/2014/main" id="{34CA34B2-1018-DF08-AC3A-46F5E28B15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8" name="Oval 1528">
                <a:extLst>
                  <a:ext uri="{FF2B5EF4-FFF2-40B4-BE49-F238E27FC236}">
                    <a16:creationId xmlns:a16="http://schemas.microsoft.com/office/drawing/2014/main" id="{49668D5A-A878-39AD-9187-4CABA942BC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9" name="Freeform 1529">
                <a:extLst>
                  <a:ext uri="{FF2B5EF4-FFF2-40B4-BE49-F238E27FC236}">
                    <a16:creationId xmlns:a16="http://schemas.microsoft.com/office/drawing/2014/main" id="{AC9550C1-B9A6-4D06-85BB-F373D9070E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Freeform 1530">
                <a:extLst>
                  <a:ext uri="{FF2B5EF4-FFF2-40B4-BE49-F238E27FC236}">
                    <a16:creationId xmlns:a16="http://schemas.microsoft.com/office/drawing/2014/main" id="{2A605348-EA34-199F-B628-488C7149B4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1531">
                <a:extLst>
                  <a:ext uri="{FF2B5EF4-FFF2-40B4-BE49-F238E27FC236}">
                    <a16:creationId xmlns:a16="http://schemas.microsoft.com/office/drawing/2014/main" id="{27660FF4-47F5-DE9E-D06E-E6E89499C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Oval 1532">
                <a:extLst>
                  <a:ext uri="{FF2B5EF4-FFF2-40B4-BE49-F238E27FC236}">
                    <a16:creationId xmlns:a16="http://schemas.microsoft.com/office/drawing/2014/main" id="{AA1E5B1B-CF3B-3A52-EA14-957E2903AE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0" name="Group 1533">
              <a:extLst>
                <a:ext uri="{FF2B5EF4-FFF2-40B4-BE49-F238E27FC236}">
                  <a16:creationId xmlns:a16="http://schemas.microsoft.com/office/drawing/2014/main" id="{EE51B0D5-34E2-7874-5D8C-D08B854799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71" name="Oval 1534">
                <a:extLst>
                  <a:ext uri="{FF2B5EF4-FFF2-40B4-BE49-F238E27FC236}">
                    <a16:creationId xmlns:a16="http://schemas.microsoft.com/office/drawing/2014/main" id="{49E5763B-50A4-BCFB-B7B0-24FC66F66B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2" name="Oval 1535">
                <a:extLst>
                  <a:ext uri="{FF2B5EF4-FFF2-40B4-BE49-F238E27FC236}">
                    <a16:creationId xmlns:a16="http://schemas.microsoft.com/office/drawing/2014/main" id="{3ED0F261-83EF-B5FD-30B8-9C8B15A9FC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3" name="Freeform 1536">
                <a:extLst>
                  <a:ext uri="{FF2B5EF4-FFF2-40B4-BE49-F238E27FC236}">
                    <a16:creationId xmlns:a16="http://schemas.microsoft.com/office/drawing/2014/main" id="{21336E24-4EC1-E5E8-27B7-5F07117A4C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Freeform 1537">
                <a:extLst>
                  <a:ext uri="{FF2B5EF4-FFF2-40B4-BE49-F238E27FC236}">
                    <a16:creationId xmlns:a16="http://schemas.microsoft.com/office/drawing/2014/main" id="{060D4C13-D69D-2806-A665-A6BD7EE10B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1538">
                <a:extLst>
                  <a:ext uri="{FF2B5EF4-FFF2-40B4-BE49-F238E27FC236}">
                    <a16:creationId xmlns:a16="http://schemas.microsoft.com/office/drawing/2014/main" id="{464BD8C8-8926-E099-8F2B-03F3805A13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Oval 1539">
                <a:extLst>
                  <a:ext uri="{FF2B5EF4-FFF2-40B4-BE49-F238E27FC236}">
                    <a16:creationId xmlns:a16="http://schemas.microsoft.com/office/drawing/2014/main" id="{02F156A3-3C0F-7E2A-375B-B0BBD4E59B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1" name="Group 1540">
              <a:extLst>
                <a:ext uri="{FF2B5EF4-FFF2-40B4-BE49-F238E27FC236}">
                  <a16:creationId xmlns:a16="http://schemas.microsoft.com/office/drawing/2014/main" id="{CDDAE620-7C92-A4AC-D39D-604A5A8FDE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65" name="Oval 1541">
                <a:extLst>
                  <a:ext uri="{FF2B5EF4-FFF2-40B4-BE49-F238E27FC236}">
                    <a16:creationId xmlns:a16="http://schemas.microsoft.com/office/drawing/2014/main" id="{B83A9FAD-7038-FE00-FEC1-672F09E7A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6" name="Oval 1542">
                <a:extLst>
                  <a:ext uri="{FF2B5EF4-FFF2-40B4-BE49-F238E27FC236}">
                    <a16:creationId xmlns:a16="http://schemas.microsoft.com/office/drawing/2014/main" id="{D3815C82-DC02-BC30-19C2-0A40C06E22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7" name="Freeform 1543">
                <a:extLst>
                  <a:ext uri="{FF2B5EF4-FFF2-40B4-BE49-F238E27FC236}">
                    <a16:creationId xmlns:a16="http://schemas.microsoft.com/office/drawing/2014/main" id="{00C9A618-D078-ED0C-0141-202526D88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Freeform 1544">
                <a:extLst>
                  <a:ext uri="{FF2B5EF4-FFF2-40B4-BE49-F238E27FC236}">
                    <a16:creationId xmlns:a16="http://schemas.microsoft.com/office/drawing/2014/main" id="{D470AE1B-B1FC-A1C6-2663-546C408143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1545">
                <a:extLst>
                  <a:ext uri="{FF2B5EF4-FFF2-40B4-BE49-F238E27FC236}">
                    <a16:creationId xmlns:a16="http://schemas.microsoft.com/office/drawing/2014/main" id="{97BDD02B-CAE3-6A07-53DB-B7F44052E6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Oval 1546">
                <a:extLst>
                  <a:ext uri="{FF2B5EF4-FFF2-40B4-BE49-F238E27FC236}">
                    <a16:creationId xmlns:a16="http://schemas.microsoft.com/office/drawing/2014/main" id="{56E08E4C-ACBF-FA52-B1DF-347FFC3827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2" name="Group 1547">
              <a:extLst>
                <a:ext uri="{FF2B5EF4-FFF2-40B4-BE49-F238E27FC236}">
                  <a16:creationId xmlns:a16="http://schemas.microsoft.com/office/drawing/2014/main" id="{E597294F-2F11-CE0D-EB51-D33DBD3FDB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59" name="Oval 1548">
                <a:extLst>
                  <a:ext uri="{FF2B5EF4-FFF2-40B4-BE49-F238E27FC236}">
                    <a16:creationId xmlns:a16="http://schemas.microsoft.com/office/drawing/2014/main" id="{10386F3F-917F-CDB0-A285-08A5E5E55A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" name="Oval 1549">
                <a:extLst>
                  <a:ext uri="{FF2B5EF4-FFF2-40B4-BE49-F238E27FC236}">
                    <a16:creationId xmlns:a16="http://schemas.microsoft.com/office/drawing/2014/main" id="{63834B67-2A04-0578-E62D-F280B33EEA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" name="Freeform 1550">
                <a:extLst>
                  <a:ext uri="{FF2B5EF4-FFF2-40B4-BE49-F238E27FC236}">
                    <a16:creationId xmlns:a16="http://schemas.microsoft.com/office/drawing/2014/main" id="{418FFB90-0F38-5098-61E0-22C30C5547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Freeform 1551">
                <a:extLst>
                  <a:ext uri="{FF2B5EF4-FFF2-40B4-BE49-F238E27FC236}">
                    <a16:creationId xmlns:a16="http://schemas.microsoft.com/office/drawing/2014/main" id="{ADE299B1-3D1A-092E-8AD1-ABD817E031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eform 1552">
                <a:extLst>
                  <a:ext uri="{FF2B5EF4-FFF2-40B4-BE49-F238E27FC236}">
                    <a16:creationId xmlns:a16="http://schemas.microsoft.com/office/drawing/2014/main" id="{F99BFE61-B7E6-8218-2BC5-8DF9C740E6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Oval 1553">
                <a:extLst>
                  <a:ext uri="{FF2B5EF4-FFF2-40B4-BE49-F238E27FC236}">
                    <a16:creationId xmlns:a16="http://schemas.microsoft.com/office/drawing/2014/main" id="{EED7338A-D82C-41A2-51E6-D2FD4C708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3" name="Group 1554">
              <a:extLst>
                <a:ext uri="{FF2B5EF4-FFF2-40B4-BE49-F238E27FC236}">
                  <a16:creationId xmlns:a16="http://schemas.microsoft.com/office/drawing/2014/main" id="{BCECEC16-18CC-8618-400E-0DEE08C2B2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53" name="Oval 1555">
                <a:extLst>
                  <a:ext uri="{FF2B5EF4-FFF2-40B4-BE49-F238E27FC236}">
                    <a16:creationId xmlns:a16="http://schemas.microsoft.com/office/drawing/2014/main" id="{8D19E099-C785-AE15-8DF1-C547857678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" name="Oval 1556">
                <a:extLst>
                  <a:ext uri="{FF2B5EF4-FFF2-40B4-BE49-F238E27FC236}">
                    <a16:creationId xmlns:a16="http://schemas.microsoft.com/office/drawing/2014/main" id="{211D1491-4849-11CB-A188-99F3F85AAA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" name="Freeform 1557">
                <a:extLst>
                  <a:ext uri="{FF2B5EF4-FFF2-40B4-BE49-F238E27FC236}">
                    <a16:creationId xmlns:a16="http://schemas.microsoft.com/office/drawing/2014/main" id="{9A1EECB0-6684-D273-5849-78DB4125A5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Freeform 1558">
                <a:extLst>
                  <a:ext uri="{FF2B5EF4-FFF2-40B4-BE49-F238E27FC236}">
                    <a16:creationId xmlns:a16="http://schemas.microsoft.com/office/drawing/2014/main" id="{8AF6EEE0-E0C8-E188-89C1-71EC3456E6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eform 1559">
                <a:extLst>
                  <a:ext uri="{FF2B5EF4-FFF2-40B4-BE49-F238E27FC236}">
                    <a16:creationId xmlns:a16="http://schemas.microsoft.com/office/drawing/2014/main" id="{5A850939-CC64-52BD-2D29-9D6BF19AD9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Oval 1560">
                <a:extLst>
                  <a:ext uri="{FF2B5EF4-FFF2-40B4-BE49-F238E27FC236}">
                    <a16:creationId xmlns:a16="http://schemas.microsoft.com/office/drawing/2014/main" id="{24014249-7AB8-5527-2E51-536B94E608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4" name="Group 1561">
              <a:extLst>
                <a:ext uri="{FF2B5EF4-FFF2-40B4-BE49-F238E27FC236}">
                  <a16:creationId xmlns:a16="http://schemas.microsoft.com/office/drawing/2014/main" id="{99DB81DF-9A4D-E551-6C89-CD7CB917A5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47" name="Oval 1562">
                <a:extLst>
                  <a:ext uri="{FF2B5EF4-FFF2-40B4-BE49-F238E27FC236}">
                    <a16:creationId xmlns:a16="http://schemas.microsoft.com/office/drawing/2014/main" id="{CFC90403-822C-1A1F-CF98-40E42AF1A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8" name="Oval 1563">
                <a:extLst>
                  <a:ext uri="{FF2B5EF4-FFF2-40B4-BE49-F238E27FC236}">
                    <a16:creationId xmlns:a16="http://schemas.microsoft.com/office/drawing/2014/main" id="{029ED955-0E03-C31B-643E-CC7D25FEB7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" name="Freeform 1564">
                <a:extLst>
                  <a:ext uri="{FF2B5EF4-FFF2-40B4-BE49-F238E27FC236}">
                    <a16:creationId xmlns:a16="http://schemas.microsoft.com/office/drawing/2014/main" id="{9A4FA619-1EF2-2AD9-B749-58DBA11B64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Freeform 1565">
                <a:extLst>
                  <a:ext uri="{FF2B5EF4-FFF2-40B4-BE49-F238E27FC236}">
                    <a16:creationId xmlns:a16="http://schemas.microsoft.com/office/drawing/2014/main" id="{F209951A-9F0C-05B1-F884-269C832BB6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Freeform 1566">
                <a:extLst>
                  <a:ext uri="{FF2B5EF4-FFF2-40B4-BE49-F238E27FC236}">
                    <a16:creationId xmlns:a16="http://schemas.microsoft.com/office/drawing/2014/main" id="{CEB2C362-C7A6-06BD-4960-36DA54D3E7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Oval 1567">
                <a:extLst>
                  <a:ext uri="{FF2B5EF4-FFF2-40B4-BE49-F238E27FC236}">
                    <a16:creationId xmlns:a16="http://schemas.microsoft.com/office/drawing/2014/main" id="{1F8ADB88-A491-CD3E-2A57-05CBB65866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5" name="Group 1568">
              <a:extLst>
                <a:ext uri="{FF2B5EF4-FFF2-40B4-BE49-F238E27FC236}">
                  <a16:creationId xmlns:a16="http://schemas.microsoft.com/office/drawing/2014/main" id="{DAFF2869-3852-F1FC-606D-02867FDA42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41" name="Oval 1569">
                <a:extLst>
                  <a:ext uri="{FF2B5EF4-FFF2-40B4-BE49-F238E27FC236}">
                    <a16:creationId xmlns:a16="http://schemas.microsoft.com/office/drawing/2014/main" id="{9D77EDF1-003E-030F-D088-7F18197DDE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2" name="Oval 1570">
                <a:extLst>
                  <a:ext uri="{FF2B5EF4-FFF2-40B4-BE49-F238E27FC236}">
                    <a16:creationId xmlns:a16="http://schemas.microsoft.com/office/drawing/2014/main" id="{FF41BE0A-BE53-5A25-248E-5C5C834B31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3" name="Freeform 1571">
                <a:extLst>
                  <a:ext uri="{FF2B5EF4-FFF2-40B4-BE49-F238E27FC236}">
                    <a16:creationId xmlns:a16="http://schemas.microsoft.com/office/drawing/2014/main" id="{8CB763D8-CD9F-D1BD-65BD-2E589CD3FB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Freeform 1572">
                <a:extLst>
                  <a:ext uri="{FF2B5EF4-FFF2-40B4-BE49-F238E27FC236}">
                    <a16:creationId xmlns:a16="http://schemas.microsoft.com/office/drawing/2014/main" id="{9610EDAC-05A8-0123-BD75-C01147B5BE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Freeform 1573">
                <a:extLst>
                  <a:ext uri="{FF2B5EF4-FFF2-40B4-BE49-F238E27FC236}">
                    <a16:creationId xmlns:a16="http://schemas.microsoft.com/office/drawing/2014/main" id="{9FF251FC-C83D-0F0D-A15C-9F573EA286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Oval 1574">
                <a:extLst>
                  <a:ext uri="{FF2B5EF4-FFF2-40B4-BE49-F238E27FC236}">
                    <a16:creationId xmlns:a16="http://schemas.microsoft.com/office/drawing/2014/main" id="{16535E72-96CA-0858-CFDE-D171D6A7F0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575">
              <a:extLst>
                <a:ext uri="{FF2B5EF4-FFF2-40B4-BE49-F238E27FC236}">
                  <a16:creationId xmlns:a16="http://schemas.microsoft.com/office/drawing/2014/main" id="{E7669BD4-C415-1051-0F48-6B0BEE9490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35" name="Oval 1576">
                <a:extLst>
                  <a:ext uri="{FF2B5EF4-FFF2-40B4-BE49-F238E27FC236}">
                    <a16:creationId xmlns:a16="http://schemas.microsoft.com/office/drawing/2014/main" id="{19119D91-922D-5DB0-682F-611295B735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6" name="Oval 1577">
                <a:extLst>
                  <a:ext uri="{FF2B5EF4-FFF2-40B4-BE49-F238E27FC236}">
                    <a16:creationId xmlns:a16="http://schemas.microsoft.com/office/drawing/2014/main" id="{53FCA356-4538-DE0B-E561-E5B12F00E2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7" name="Freeform 1578">
                <a:extLst>
                  <a:ext uri="{FF2B5EF4-FFF2-40B4-BE49-F238E27FC236}">
                    <a16:creationId xmlns:a16="http://schemas.microsoft.com/office/drawing/2014/main" id="{EA8626E3-5E05-99AC-C22C-5FEF9B9E2B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Freeform 1579">
                <a:extLst>
                  <a:ext uri="{FF2B5EF4-FFF2-40B4-BE49-F238E27FC236}">
                    <a16:creationId xmlns:a16="http://schemas.microsoft.com/office/drawing/2014/main" id="{9756AFAF-85CD-C7EE-BB5E-3393DF1579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Freeform 1580">
                <a:extLst>
                  <a:ext uri="{FF2B5EF4-FFF2-40B4-BE49-F238E27FC236}">
                    <a16:creationId xmlns:a16="http://schemas.microsoft.com/office/drawing/2014/main" id="{377C501B-8D61-334F-2CCB-8D24F0C929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Oval 1581">
                <a:extLst>
                  <a:ext uri="{FF2B5EF4-FFF2-40B4-BE49-F238E27FC236}">
                    <a16:creationId xmlns:a16="http://schemas.microsoft.com/office/drawing/2014/main" id="{E1433787-6341-0C6F-1C0C-68E68D4516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582">
              <a:extLst>
                <a:ext uri="{FF2B5EF4-FFF2-40B4-BE49-F238E27FC236}">
                  <a16:creationId xmlns:a16="http://schemas.microsoft.com/office/drawing/2014/main" id="{EA58BA2F-C18A-5B79-1D07-FE5AC828DB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29" name="Oval 1583">
                <a:extLst>
                  <a:ext uri="{FF2B5EF4-FFF2-40B4-BE49-F238E27FC236}">
                    <a16:creationId xmlns:a16="http://schemas.microsoft.com/office/drawing/2014/main" id="{FAD52401-A374-A6A4-5500-12FA8A2197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0" name="Oval 1584">
                <a:extLst>
                  <a:ext uri="{FF2B5EF4-FFF2-40B4-BE49-F238E27FC236}">
                    <a16:creationId xmlns:a16="http://schemas.microsoft.com/office/drawing/2014/main" id="{BDE2461B-0CB3-3B57-A6F0-BC95EC38C0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1" name="Freeform 1585">
                <a:extLst>
                  <a:ext uri="{FF2B5EF4-FFF2-40B4-BE49-F238E27FC236}">
                    <a16:creationId xmlns:a16="http://schemas.microsoft.com/office/drawing/2014/main" id="{C2DDF70B-858C-0ACD-F462-D88A07B73C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Freeform 1586">
                <a:extLst>
                  <a:ext uri="{FF2B5EF4-FFF2-40B4-BE49-F238E27FC236}">
                    <a16:creationId xmlns:a16="http://schemas.microsoft.com/office/drawing/2014/main" id="{AFC47630-B9ED-AB40-39EF-9D8601A16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Freeform 1587">
                <a:extLst>
                  <a:ext uri="{FF2B5EF4-FFF2-40B4-BE49-F238E27FC236}">
                    <a16:creationId xmlns:a16="http://schemas.microsoft.com/office/drawing/2014/main" id="{B00B88DC-970E-FCA2-9B5B-17999D30F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Oval 1588">
                <a:extLst>
                  <a:ext uri="{FF2B5EF4-FFF2-40B4-BE49-F238E27FC236}">
                    <a16:creationId xmlns:a16="http://schemas.microsoft.com/office/drawing/2014/main" id="{715954FC-5062-FA74-A8C2-529D0E291C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589">
              <a:extLst>
                <a:ext uri="{FF2B5EF4-FFF2-40B4-BE49-F238E27FC236}">
                  <a16:creationId xmlns:a16="http://schemas.microsoft.com/office/drawing/2014/main" id="{4789A240-A4B5-7B49-DA5C-AAE4B5A8EC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23" name="Oval 1590">
                <a:extLst>
                  <a:ext uri="{FF2B5EF4-FFF2-40B4-BE49-F238E27FC236}">
                    <a16:creationId xmlns:a16="http://schemas.microsoft.com/office/drawing/2014/main" id="{0997D44A-885D-E7B8-497B-8EB1E48A97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4" name="Oval 1591">
                <a:extLst>
                  <a:ext uri="{FF2B5EF4-FFF2-40B4-BE49-F238E27FC236}">
                    <a16:creationId xmlns:a16="http://schemas.microsoft.com/office/drawing/2014/main" id="{21A3F68D-B4F0-97C8-C2EB-F432F568BB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5" name="Freeform 1592">
                <a:extLst>
                  <a:ext uri="{FF2B5EF4-FFF2-40B4-BE49-F238E27FC236}">
                    <a16:creationId xmlns:a16="http://schemas.microsoft.com/office/drawing/2014/main" id="{B7882856-8EEE-0F6D-06DA-CC5DCCCE62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Freeform 1593">
                <a:extLst>
                  <a:ext uri="{FF2B5EF4-FFF2-40B4-BE49-F238E27FC236}">
                    <a16:creationId xmlns:a16="http://schemas.microsoft.com/office/drawing/2014/main" id="{FD655CD8-2FE1-C613-2E12-9C290AABA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Freeform 1594">
                <a:extLst>
                  <a:ext uri="{FF2B5EF4-FFF2-40B4-BE49-F238E27FC236}">
                    <a16:creationId xmlns:a16="http://schemas.microsoft.com/office/drawing/2014/main" id="{AE386430-86F1-2A21-540B-CCC65FBB1C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Oval 1595">
                <a:extLst>
                  <a:ext uri="{FF2B5EF4-FFF2-40B4-BE49-F238E27FC236}">
                    <a16:creationId xmlns:a16="http://schemas.microsoft.com/office/drawing/2014/main" id="{6EFC4B74-D9FD-1BD6-F5AC-89A35621E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596">
              <a:extLst>
                <a:ext uri="{FF2B5EF4-FFF2-40B4-BE49-F238E27FC236}">
                  <a16:creationId xmlns:a16="http://schemas.microsoft.com/office/drawing/2014/main" id="{014607D5-C5A7-7F65-51A6-4A090D8C8C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17" name="Oval 1597">
                <a:extLst>
                  <a:ext uri="{FF2B5EF4-FFF2-40B4-BE49-F238E27FC236}">
                    <a16:creationId xmlns:a16="http://schemas.microsoft.com/office/drawing/2014/main" id="{B11338C4-DF25-2960-2496-88F8543858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8" name="Oval 1598">
                <a:extLst>
                  <a:ext uri="{FF2B5EF4-FFF2-40B4-BE49-F238E27FC236}">
                    <a16:creationId xmlns:a16="http://schemas.microsoft.com/office/drawing/2014/main" id="{A3E2CAD0-86F8-7B9C-A31F-0D37E2A5A3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9" name="Freeform 1599">
                <a:extLst>
                  <a:ext uri="{FF2B5EF4-FFF2-40B4-BE49-F238E27FC236}">
                    <a16:creationId xmlns:a16="http://schemas.microsoft.com/office/drawing/2014/main" id="{254B8CF5-043B-2D0C-BDC2-7EC1C6FB9D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Freeform 1600">
                <a:extLst>
                  <a:ext uri="{FF2B5EF4-FFF2-40B4-BE49-F238E27FC236}">
                    <a16:creationId xmlns:a16="http://schemas.microsoft.com/office/drawing/2014/main" id="{55D828F9-985A-9F7F-7A85-D45611C767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Freeform 1601">
                <a:extLst>
                  <a:ext uri="{FF2B5EF4-FFF2-40B4-BE49-F238E27FC236}">
                    <a16:creationId xmlns:a16="http://schemas.microsoft.com/office/drawing/2014/main" id="{A7DC69FE-8429-8716-3EFF-7AEA6948EB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Oval 1602">
                <a:extLst>
                  <a:ext uri="{FF2B5EF4-FFF2-40B4-BE49-F238E27FC236}">
                    <a16:creationId xmlns:a16="http://schemas.microsoft.com/office/drawing/2014/main" id="{62AE20AB-FC34-2BF7-5310-366991EEE3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603">
              <a:extLst>
                <a:ext uri="{FF2B5EF4-FFF2-40B4-BE49-F238E27FC236}">
                  <a16:creationId xmlns:a16="http://schemas.microsoft.com/office/drawing/2014/main" id="{5E5EF5F6-5E69-F20A-1F8B-923DA7C294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11" name="Oval 1604">
                <a:extLst>
                  <a:ext uri="{FF2B5EF4-FFF2-40B4-BE49-F238E27FC236}">
                    <a16:creationId xmlns:a16="http://schemas.microsoft.com/office/drawing/2014/main" id="{035F570F-1A69-BFDF-83FF-5C34D9A8C3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2" name="Oval 1605">
                <a:extLst>
                  <a:ext uri="{FF2B5EF4-FFF2-40B4-BE49-F238E27FC236}">
                    <a16:creationId xmlns:a16="http://schemas.microsoft.com/office/drawing/2014/main" id="{668CA239-60FC-C464-AD39-FABF9D62F0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3" name="Freeform 1606">
                <a:extLst>
                  <a:ext uri="{FF2B5EF4-FFF2-40B4-BE49-F238E27FC236}">
                    <a16:creationId xmlns:a16="http://schemas.microsoft.com/office/drawing/2014/main" id="{75CE4141-00BE-676C-AC8D-D2D37E28BF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Freeform 1607">
                <a:extLst>
                  <a:ext uri="{FF2B5EF4-FFF2-40B4-BE49-F238E27FC236}">
                    <a16:creationId xmlns:a16="http://schemas.microsoft.com/office/drawing/2014/main" id="{031F3E21-E989-D3F3-C888-890F13CC74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Freeform 1608">
                <a:extLst>
                  <a:ext uri="{FF2B5EF4-FFF2-40B4-BE49-F238E27FC236}">
                    <a16:creationId xmlns:a16="http://schemas.microsoft.com/office/drawing/2014/main" id="{DEB94B2B-76BE-54FE-1128-0DC7595E6F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Oval 1609">
                <a:extLst>
                  <a:ext uri="{FF2B5EF4-FFF2-40B4-BE49-F238E27FC236}">
                    <a16:creationId xmlns:a16="http://schemas.microsoft.com/office/drawing/2014/main" id="{AB5E15AD-D36C-9D13-037F-47937289BB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03" name="Group 1385">
            <a:extLst>
              <a:ext uri="{FF2B5EF4-FFF2-40B4-BE49-F238E27FC236}">
                <a16:creationId xmlns:a16="http://schemas.microsoft.com/office/drawing/2014/main" id="{D614FAD4-CDF9-D0AC-79CA-08B672D54A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04" name="Group 1386">
              <a:extLst>
                <a:ext uri="{FF2B5EF4-FFF2-40B4-BE49-F238E27FC236}">
                  <a16:creationId xmlns:a16="http://schemas.microsoft.com/office/drawing/2014/main" id="{CB2005C3-0C10-72CB-5ECA-E23BF8B6F9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22" name="Oval 1387">
                <a:extLst>
                  <a:ext uri="{FF2B5EF4-FFF2-40B4-BE49-F238E27FC236}">
                    <a16:creationId xmlns:a16="http://schemas.microsoft.com/office/drawing/2014/main" id="{90982A2F-C92D-7CA1-C1B0-9A83C98A09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3" name="Oval 1388">
                <a:extLst>
                  <a:ext uri="{FF2B5EF4-FFF2-40B4-BE49-F238E27FC236}">
                    <a16:creationId xmlns:a16="http://schemas.microsoft.com/office/drawing/2014/main" id="{B77E0810-6C2C-CEAF-42E4-7729169CFC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4" name="Freeform 1389">
                <a:extLst>
                  <a:ext uri="{FF2B5EF4-FFF2-40B4-BE49-F238E27FC236}">
                    <a16:creationId xmlns:a16="http://schemas.microsoft.com/office/drawing/2014/main" id="{9567BFBB-4940-E2D3-060E-A02F1FD75F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Freeform 1390">
                <a:extLst>
                  <a:ext uri="{FF2B5EF4-FFF2-40B4-BE49-F238E27FC236}">
                    <a16:creationId xmlns:a16="http://schemas.microsoft.com/office/drawing/2014/main" id="{8AD95D24-4822-A8A8-F000-2964EA0BBB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1391">
                <a:extLst>
                  <a:ext uri="{FF2B5EF4-FFF2-40B4-BE49-F238E27FC236}">
                    <a16:creationId xmlns:a16="http://schemas.microsoft.com/office/drawing/2014/main" id="{DE62A6FA-301E-B7D7-058D-DE7439614B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Oval 1392">
                <a:extLst>
                  <a:ext uri="{FF2B5EF4-FFF2-40B4-BE49-F238E27FC236}">
                    <a16:creationId xmlns:a16="http://schemas.microsoft.com/office/drawing/2014/main" id="{5AC3FD27-A3D8-10D2-A020-D7AB927600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5" name="Group 1393">
              <a:extLst>
                <a:ext uri="{FF2B5EF4-FFF2-40B4-BE49-F238E27FC236}">
                  <a16:creationId xmlns:a16="http://schemas.microsoft.com/office/drawing/2014/main" id="{F426266D-EE45-28B2-13E1-B082E8DD8B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16" name="Oval 1394">
                <a:extLst>
                  <a:ext uri="{FF2B5EF4-FFF2-40B4-BE49-F238E27FC236}">
                    <a16:creationId xmlns:a16="http://schemas.microsoft.com/office/drawing/2014/main" id="{8D888C75-5451-0286-546B-F63FE9302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7" name="Oval 1395">
                <a:extLst>
                  <a:ext uri="{FF2B5EF4-FFF2-40B4-BE49-F238E27FC236}">
                    <a16:creationId xmlns:a16="http://schemas.microsoft.com/office/drawing/2014/main" id="{CF6F602D-E22C-985C-4B3E-AE39780EF4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8" name="Freeform 1396">
                <a:extLst>
                  <a:ext uri="{FF2B5EF4-FFF2-40B4-BE49-F238E27FC236}">
                    <a16:creationId xmlns:a16="http://schemas.microsoft.com/office/drawing/2014/main" id="{27DE1FA2-A33D-0C21-FF81-347B2D0E6E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Freeform 1397">
                <a:extLst>
                  <a:ext uri="{FF2B5EF4-FFF2-40B4-BE49-F238E27FC236}">
                    <a16:creationId xmlns:a16="http://schemas.microsoft.com/office/drawing/2014/main" id="{A66360FF-6A41-2D4F-F124-EA78729559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1398">
                <a:extLst>
                  <a:ext uri="{FF2B5EF4-FFF2-40B4-BE49-F238E27FC236}">
                    <a16:creationId xmlns:a16="http://schemas.microsoft.com/office/drawing/2014/main" id="{DDD65E1C-3EAC-4A09-5625-02A10DD668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Oval 1399">
                <a:extLst>
                  <a:ext uri="{FF2B5EF4-FFF2-40B4-BE49-F238E27FC236}">
                    <a16:creationId xmlns:a16="http://schemas.microsoft.com/office/drawing/2014/main" id="{79CEC6D5-F425-E847-3958-CAAB832B23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6" name="Group 1400">
              <a:extLst>
                <a:ext uri="{FF2B5EF4-FFF2-40B4-BE49-F238E27FC236}">
                  <a16:creationId xmlns:a16="http://schemas.microsoft.com/office/drawing/2014/main" id="{691AC40B-8C64-15EB-95B8-745B7D80AD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10" name="Oval 1401">
                <a:extLst>
                  <a:ext uri="{FF2B5EF4-FFF2-40B4-BE49-F238E27FC236}">
                    <a16:creationId xmlns:a16="http://schemas.microsoft.com/office/drawing/2014/main" id="{70395F1E-4A88-B6E5-75B4-6767BFE3BE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1" name="Oval 1402">
                <a:extLst>
                  <a:ext uri="{FF2B5EF4-FFF2-40B4-BE49-F238E27FC236}">
                    <a16:creationId xmlns:a16="http://schemas.microsoft.com/office/drawing/2014/main" id="{B1E7F128-5D4D-333D-1216-AE6CD429E5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2" name="Freeform 1403">
                <a:extLst>
                  <a:ext uri="{FF2B5EF4-FFF2-40B4-BE49-F238E27FC236}">
                    <a16:creationId xmlns:a16="http://schemas.microsoft.com/office/drawing/2014/main" id="{B710A189-4F67-6001-99A0-A0C5AF1ED4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Freeform 1404">
                <a:extLst>
                  <a:ext uri="{FF2B5EF4-FFF2-40B4-BE49-F238E27FC236}">
                    <a16:creationId xmlns:a16="http://schemas.microsoft.com/office/drawing/2014/main" id="{B35E6342-5AA6-DEFE-736A-4C2A8116D5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1405">
                <a:extLst>
                  <a:ext uri="{FF2B5EF4-FFF2-40B4-BE49-F238E27FC236}">
                    <a16:creationId xmlns:a16="http://schemas.microsoft.com/office/drawing/2014/main" id="{9C12B0FD-C035-F9B5-2B70-02D9EA0C60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Oval 1406">
                <a:extLst>
                  <a:ext uri="{FF2B5EF4-FFF2-40B4-BE49-F238E27FC236}">
                    <a16:creationId xmlns:a16="http://schemas.microsoft.com/office/drawing/2014/main" id="{975CCA09-951C-C2EC-6D62-3849BEE449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7" name="Group 1407">
              <a:extLst>
                <a:ext uri="{FF2B5EF4-FFF2-40B4-BE49-F238E27FC236}">
                  <a16:creationId xmlns:a16="http://schemas.microsoft.com/office/drawing/2014/main" id="{9C0E63D0-C5F4-8E37-586A-9447882993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04" name="Oval 1408">
                <a:extLst>
                  <a:ext uri="{FF2B5EF4-FFF2-40B4-BE49-F238E27FC236}">
                    <a16:creationId xmlns:a16="http://schemas.microsoft.com/office/drawing/2014/main" id="{9DE1F10D-F27F-902F-83BD-7C0454A655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5" name="Oval 1409">
                <a:extLst>
                  <a:ext uri="{FF2B5EF4-FFF2-40B4-BE49-F238E27FC236}">
                    <a16:creationId xmlns:a16="http://schemas.microsoft.com/office/drawing/2014/main" id="{1CB5325D-C6C6-D8D9-00EE-430205E796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6" name="Freeform 1410">
                <a:extLst>
                  <a:ext uri="{FF2B5EF4-FFF2-40B4-BE49-F238E27FC236}">
                    <a16:creationId xmlns:a16="http://schemas.microsoft.com/office/drawing/2014/main" id="{42889568-FDD5-48F8-17E7-46151016F4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Freeform 1411">
                <a:extLst>
                  <a:ext uri="{FF2B5EF4-FFF2-40B4-BE49-F238E27FC236}">
                    <a16:creationId xmlns:a16="http://schemas.microsoft.com/office/drawing/2014/main" id="{7DC89B75-A08F-A53D-0CBB-427017E124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1412">
                <a:extLst>
                  <a:ext uri="{FF2B5EF4-FFF2-40B4-BE49-F238E27FC236}">
                    <a16:creationId xmlns:a16="http://schemas.microsoft.com/office/drawing/2014/main" id="{94F6D391-90AC-75EC-16F6-AF9728B73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Oval 1413">
                <a:extLst>
                  <a:ext uri="{FF2B5EF4-FFF2-40B4-BE49-F238E27FC236}">
                    <a16:creationId xmlns:a16="http://schemas.microsoft.com/office/drawing/2014/main" id="{FC14715D-2862-47F8-9550-E535492C43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8" name="Group 1414">
              <a:extLst>
                <a:ext uri="{FF2B5EF4-FFF2-40B4-BE49-F238E27FC236}">
                  <a16:creationId xmlns:a16="http://schemas.microsoft.com/office/drawing/2014/main" id="{9BAA84D4-BDA4-CCE8-12C3-17CBB6B8FA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098" name="Oval 1415">
                <a:extLst>
                  <a:ext uri="{FF2B5EF4-FFF2-40B4-BE49-F238E27FC236}">
                    <a16:creationId xmlns:a16="http://schemas.microsoft.com/office/drawing/2014/main" id="{A77F1EC9-F2CA-0B83-7577-3CF5159B59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9" name="Oval 1416">
                <a:extLst>
                  <a:ext uri="{FF2B5EF4-FFF2-40B4-BE49-F238E27FC236}">
                    <a16:creationId xmlns:a16="http://schemas.microsoft.com/office/drawing/2014/main" id="{CDFE03BB-11CB-9F29-64C3-7BDD9169FB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0" name="Freeform 1417">
                <a:extLst>
                  <a:ext uri="{FF2B5EF4-FFF2-40B4-BE49-F238E27FC236}">
                    <a16:creationId xmlns:a16="http://schemas.microsoft.com/office/drawing/2014/main" id="{30E72E1B-BD5B-6F7E-8FC5-9E104C236F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Freeform 1418">
                <a:extLst>
                  <a:ext uri="{FF2B5EF4-FFF2-40B4-BE49-F238E27FC236}">
                    <a16:creationId xmlns:a16="http://schemas.microsoft.com/office/drawing/2014/main" id="{16D5414D-5A1A-7009-88AE-74472ED119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1419">
                <a:extLst>
                  <a:ext uri="{FF2B5EF4-FFF2-40B4-BE49-F238E27FC236}">
                    <a16:creationId xmlns:a16="http://schemas.microsoft.com/office/drawing/2014/main" id="{EDF44D67-BBBB-3638-F9A1-140535AF29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Oval 1420">
                <a:extLst>
                  <a:ext uri="{FF2B5EF4-FFF2-40B4-BE49-F238E27FC236}">
                    <a16:creationId xmlns:a16="http://schemas.microsoft.com/office/drawing/2014/main" id="{8AEEF6E3-8A0B-4F88-8FE6-4CB3D701B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9" name="Group 1421">
              <a:extLst>
                <a:ext uri="{FF2B5EF4-FFF2-40B4-BE49-F238E27FC236}">
                  <a16:creationId xmlns:a16="http://schemas.microsoft.com/office/drawing/2014/main" id="{0B243B28-3A34-71AB-490A-1F2E3E1659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092" name="Oval 1422">
                <a:extLst>
                  <a:ext uri="{FF2B5EF4-FFF2-40B4-BE49-F238E27FC236}">
                    <a16:creationId xmlns:a16="http://schemas.microsoft.com/office/drawing/2014/main" id="{73B8A342-732E-EA2E-A2CB-A113C17CEB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3" name="Oval 1423">
                <a:extLst>
                  <a:ext uri="{FF2B5EF4-FFF2-40B4-BE49-F238E27FC236}">
                    <a16:creationId xmlns:a16="http://schemas.microsoft.com/office/drawing/2014/main" id="{B50EB1C8-F0F2-4E3D-F7DA-8A0614B4D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4" name="Freeform 1424">
                <a:extLst>
                  <a:ext uri="{FF2B5EF4-FFF2-40B4-BE49-F238E27FC236}">
                    <a16:creationId xmlns:a16="http://schemas.microsoft.com/office/drawing/2014/main" id="{548ACDB6-245C-8D70-8F3C-06316628D1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Freeform 1425">
                <a:extLst>
                  <a:ext uri="{FF2B5EF4-FFF2-40B4-BE49-F238E27FC236}">
                    <a16:creationId xmlns:a16="http://schemas.microsoft.com/office/drawing/2014/main" id="{C32999C3-2557-39E0-4F65-FF68E5780B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426">
                <a:extLst>
                  <a:ext uri="{FF2B5EF4-FFF2-40B4-BE49-F238E27FC236}">
                    <a16:creationId xmlns:a16="http://schemas.microsoft.com/office/drawing/2014/main" id="{111702F3-0DA7-20C7-55F5-21AE39D670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Oval 1427">
                <a:extLst>
                  <a:ext uri="{FF2B5EF4-FFF2-40B4-BE49-F238E27FC236}">
                    <a16:creationId xmlns:a16="http://schemas.microsoft.com/office/drawing/2014/main" id="{EAFBA3C9-5738-D4BC-530E-59C947FAC4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0" name="Group 1428">
              <a:extLst>
                <a:ext uri="{FF2B5EF4-FFF2-40B4-BE49-F238E27FC236}">
                  <a16:creationId xmlns:a16="http://schemas.microsoft.com/office/drawing/2014/main" id="{D093AA83-BC74-BC13-4655-C7E57EDD02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086" name="Oval 1429">
                <a:extLst>
                  <a:ext uri="{FF2B5EF4-FFF2-40B4-BE49-F238E27FC236}">
                    <a16:creationId xmlns:a16="http://schemas.microsoft.com/office/drawing/2014/main" id="{B0AA5DCF-C375-B839-9BA4-9BDC0EAC66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7" name="Oval 1430">
                <a:extLst>
                  <a:ext uri="{FF2B5EF4-FFF2-40B4-BE49-F238E27FC236}">
                    <a16:creationId xmlns:a16="http://schemas.microsoft.com/office/drawing/2014/main" id="{4F98B3F8-C147-E7E4-9055-F18DF24CCD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8" name="Freeform 1431">
                <a:extLst>
                  <a:ext uri="{FF2B5EF4-FFF2-40B4-BE49-F238E27FC236}">
                    <a16:creationId xmlns:a16="http://schemas.microsoft.com/office/drawing/2014/main" id="{9AE6D292-408C-39BF-352A-AB39E2004D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Freeform 1432">
                <a:extLst>
                  <a:ext uri="{FF2B5EF4-FFF2-40B4-BE49-F238E27FC236}">
                    <a16:creationId xmlns:a16="http://schemas.microsoft.com/office/drawing/2014/main" id="{90E1CC38-B69A-624B-D280-B3164E4F37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433">
                <a:extLst>
                  <a:ext uri="{FF2B5EF4-FFF2-40B4-BE49-F238E27FC236}">
                    <a16:creationId xmlns:a16="http://schemas.microsoft.com/office/drawing/2014/main" id="{B8172C65-1005-9503-A649-22A10E2C76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Oval 1434">
                <a:extLst>
                  <a:ext uri="{FF2B5EF4-FFF2-40B4-BE49-F238E27FC236}">
                    <a16:creationId xmlns:a16="http://schemas.microsoft.com/office/drawing/2014/main" id="{3E8AEC03-F222-C85E-58D9-D86D763820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1" name="Group 1435">
              <a:extLst>
                <a:ext uri="{FF2B5EF4-FFF2-40B4-BE49-F238E27FC236}">
                  <a16:creationId xmlns:a16="http://schemas.microsoft.com/office/drawing/2014/main" id="{4466032A-F6B4-C387-E01B-EA9DF9D4A7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080" name="Oval 1436">
                <a:extLst>
                  <a:ext uri="{FF2B5EF4-FFF2-40B4-BE49-F238E27FC236}">
                    <a16:creationId xmlns:a16="http://schemas.microsoft.com/office/drawing/2014/main" id="{07E14C6F-3F05-4C07-7948-57A25662EC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1" name="Oval 1437">
                <a:extLst>
                  <a:ext uri="{FF2B5EF4-FFF2-40B4-BE49-F238E27FC236}">
                    <a16:creationId xmlns:a16="http://schemas.microsoft.com/office/drawing/2014/main" id="{91FE23DE-04AB-FCD7-6BF7-CBA4AA3351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2" name="Freeform 1438">
                <a:extLst>
                  <a:ext uri="{FF2B5EF4-FFF2-40B4-BE49-F238E27FC236}">
                    <a16:creationId xmlns:a16="http://schemas.microsoft.com/office/drawing/2014/main" id="{65E5FCF5-2136-9099-9A0A-CB6AC8377F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Freeform 1439">
                <a:extLst>
                  <a:ext uri="{FF2B5EF4-FFF2-40B4-BE49-F238E27FC236}">
                    <a16:creationId xmlns:a16="http://schemas.microsoft.com/office/drawing/2014/main" id="{D400A7A7-326E-C799-F725-E4EA7C330B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440">
                <a:extLst>
                  <a:ext uri="{FF2B5EF4-FFF2-40B4-BE49-F238E27FC236}">
                    <a16:creationId xmlns:a16="http://schemas.microsoft.com/office/drawing/2014/main" id="{2BC9F525-9306-8C74-7475-133E4645E8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Oval 1441">
                <a:extLst>
                  <a:ext uri="{FF2B5EF4-FFF2-40B4-BE49-F238E27FC236}">
                    <a16:creationId xmlns:a16="http://schemas.microsoft.com/office/drawing/2014/main" id="{3FA50B9F-384D-876C-24F3-A771E749E3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2" name="Group 1442">
              <a:extLst>
                <a:ext uri="{FF2B5EF4-FFF2-40B4-BE49-F238E27FC236}">
                  <a16:creationId xmlns:a16="http://schemas.microsoft.com/office/drawing/2014/main" id="{26D0E13E-F666-75E2-F977-C579557F25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74" name="Oval 1443">
                <a:extLst>
                  <a:ext uri="{FF2B5EF4-FFF2-40B4-BE49-F238E27FC236}">
                    <a16:creationId xmlns:a16="http://schemas.microsoft.com/office/drawing/2014/main" id="{2DE43FF7-5326-873C-5DE4-42970B0A3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5" name="Oval 1444">
                <a:extLst>
                  <a:ext uri="{FF2B5EF4-FFF2-40B4-BE49-F238E27FC236}">
                    <a16:creationId xmlns:a16="http://schemas.microsoft.com/office/drawing/2014/main" id="{01149DC5-4072-198A-478B-E417AAC040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6" name="Freeform 1445">
                <a:extLst>
                  <a:ext uri="{FF2B5EF4-FFF2-40B4-BE49-F238E27FC236}">
                    <a16:creationId xmlns:a16="http://schemas.microsoft.com/office/drawing/2014/main" id="{7A81F560-A677-8CC1-B23D-D34FB3F9D8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Freeform 1446">
                <a:extLst>
                  <a:ext uri="{FF2B5EF4-FFF2-40B4-BE49-F238E27FC236}">
                    <a16:creationId xmlns:a16="http://schemas.microsoft.com/office/drawing/2014/main" id="{780A7697-F317-107D-84C6-9D9506A4CE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447">
                <a:extLst>
                  <a:ext uri="{FF2B5EF4-FFF2-40B4-BE49-F238E27FC236}">
                    <a16:creationId xmlns:a16="http://schemas.microsoft.com/office/drawing/2014/main" id="{800D495C-F096-3BA8-3CCC-320B30A1FB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Oval 1448">
                <a:extLst>
                  <a:ext uri="{FF2B5EF4-FFF2-40B4-BE49-F238E27FC236}">
                    <a16:creationId xmlns:a16="http://schemas.microsoft.com/office/drawing/2014/main" id="{CDF1E009-FA90-3495-5335-C279308E37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3" name="Group 1449">
              <a:extLst>
                <a:ext uri="{FF2B5EF4-FFF2-40B4-BE49-F238E27FC236}">
                  <a16:creationId xmlns:a16="http://schemas.microsoft.com/office/drawing/2014/main" id="{D3EF4BFF-BB4B-811D-2CDB-78C5373D11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68" name="Oval 1450">
                <a:extLst>
                  <a:ext uri="{FF2B5EF4-FFF2-40B4-BE49-F238E27FC236}">
                    <a16:creationId xmlns:a16="http://schemas.microsoft.com/office/drawing/2014/main" id="{A2B23AB9-7D0B-829B-8FA7-A49E7CE074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9" name="Oval 1451">
                <a:extLst>
                  <a:ext uri="{FF2B5EF4-FFF2-40B4-BE49-F238E27FC236}">
                    <a16:creationId xmlns:a16="http://schemas.microsoft.com/office/drawing/2014/main" id="{68BAE11A-C0DD-9690-3322-2219B9086D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0" name="Freeform 1452">
                <a:extLst>
                  <a:ext uri="{FF2B5EF4-FFF2-40B4-BE49-F238E27FC236}">
                    <a16:creationId xmlns:a16="http://schemas.microsoft.com/office/drawing/2014/main" id="{E499E33B-972A-2A61-683D-85EF9EAA7A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Freeform 1453">
                <a:extLst>
                  <a:ext uri="{FF2B5EF4-FFF2-40B4-BE49-F238E27FC236}">
                    <a16:creationId xmlns:a16="http://schemas.microsoft.com/office/drawing/2014/main" id="{7780B2AF-0B42-1AE3-4542-D1A2F279EF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1454">
                <a:extLst>
                  <a:ext uri="{FF2B5EF4-FFF2-40B4-BE49-F238E27FC236}">
                    <a16:creationId xmlns:a16="http://schemas.microsoft.com/office/drawing/2014/main" id="{3C14B72F-3129-47D3-BF5E-5964AEECE8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Oval 1455">
                <a:extLst>
                  <a:ext uri="{FF2B5EF4-FFF2-40B4-BE49-F238E27FC236}">
                    <a16:creationId xmlns:a16="http://schemas.microsoft.com/office/drawing/2014/main" id="{040CDA5C-22F6-6F58-5465-259BA9BDB4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4" name="Group 1456">
              <a:extLst>
                <a:ext uri="{FF2B5EF4-FFF2-40B4-BE49-F238E27FC236}">
                  <a16:creationId xmlns:a16="http://schemas.microsoft.com/office/drawing/2014/main" id="{3B04198B-79B1-3E1C-D8FF-C46E59FEE3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62" name="Oval 1457">
                <a:extLst>
                  <a:ext uri="{FF2B5EF4-FFF2-40B4-BE49-F238E27FC236}">
                    <a16:creationId xmlns:a16="http://schemas.microsoft.com/office/drawing/2014/main" id="{7226BD17-40A7-BBDE-7457-3A1E449666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3" name="Oval 1458">
                <a:extLst>
                  <a:ext uri="{FF2B5EF4-FFF2-40B4-BE49-F238E27FC236}">
                    <a16:creationId xmlns:a16="http://schemas.microsoft.com/office/drawing/2014/main" id="{F0A87937-F0BF-8DC4-CD8B-F59D4D8A7E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4" name="Freeform 1459">
                <a:extLst>
                  <a:ext uri="{FF2B5EF4-FFF2-40B4-BE49-F238E27FC236}">
                    <a16:creationId xmlns:a16="http://schemas.microsoft.com/office/drawing/2014/main" id="{15C6A2D7-ECA8-AB9F-8887-B122D94F86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Freeform 1460">
                <a:extLst>
                  <a:ext uri="{FF2B5EF4-FFF2-40B4-BE49-F238E27FC236}">
                    <a16:creationId xmlns:a16="http://schemas.microsoft.com/office/drawing/2014/main" id="{BA0229C4-2A43-CD39-F889-EB562C64E7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461">
                <a:extLst>
                  <a:ext uri="{FF2B5EF4-FFF2-40B4-BE49-F238E27FC236}">
                    <a16:creationId xmlns:a16="http://schemas.microsoft.com/office/drawing/2014/main" id="{A8A55542-5EF7-5CEF-5B1C-B110C2F365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Oval 1462">
                <a:extLst>
                  <a:ext uri="{FF2B5EF4-FFF2-40B4-BE49-F238E27FC236}">
                    <a16:creationId xmlns:a16="http://schemas.microsoft.com/office/drawing/2014/main" id="{4AE8D69A-92D3-D5DA-7179-82846E5454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5" name="Group 1463">
              <a:extLst>
                <a:ext uri="{FF2B5EF4-FFF2-40B4-BE49-F238E27FC236}">
                  <a16:creationId xmlns:a16="http://schemas.microsoft.com/office/drawing/2014/main" id="{D37F2C1A-4F6B-C5EF-A06D-E5A8CFD152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56" name="Oval 1464">
                <a:extLst>
                  <a:ext uri="{FF2B5EF4-FFF2-40B4-BE49-F238E27FC236}">
                    <a16:creationId xmlns:a16="http://schemas.microsoft.com/office/drawing/2014/main" id="{6EBD4971-8E35-B3BE-0E5B-A95CCB6B2D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7" name="Oval 1465">
                <a:extLst>
                  <a:ext uri="{FF2B5EF4-FFF2-40B4-BE49-F238E27FC236}">
                    <a16:creationId xmlns:a16="http://schemas.microsoft.com/office/drawing/2014/main" id="{7F31CF4C-8EED-94B4-B784-9645D3AACC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8" name="Freeform 1466">
                <a:extLst>
                  <a:ext uri="{FF2B5EF4-FFF2-40B4-BE49-F238E27FC236}">
                    <a16:creationId xmlns:a16="http://schemas.microsoft.com/office/drawing/2014/main" id="{5FA6AF67-2CD3-05BC-C27D-0700A9D568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Freeform 1467">
                <a:extLst>
                  <a:ext uri="{FF2B5EF4-FFF2-40B4-BE49-F238E27FC236}">
                    <a16:creationId xmlns:a16="http://schemas.microsoft.com/office/drawing/2014/main" id="{A7DCADDE-EBC1-4375-3E81-73E1102D7E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468">
                <a:extLst>
                  <a:ext uri="{FF2B5EF4-FFF2-40B4-BE49-F238E27FC236}">
                    <a16:creationId xmlns:a16="http://schemas.microsoft.com/office/drawing/2014/main" id="{DDEB60AB-EFB6-A3DB-8E93-23B7865133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Oval 1469">
                <a:extLst>
                  <a:ext uri="{FF2B5EF4-FFF2-40B4-BE49-F238E27FC236}">
                    <a16:creationId xmlns:a16="http://schemas.microsoft.com/office/drawing/2014/main" id="{B937049A-86C1-6A49-9671-FE921F6E1A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6" name="Group 1470">
              <a:extLst>
                <a:ext uri="{FF2B5EF4-FFF2-40B4-BE49-F238E27FC236}">
                  <a16:creationId xmlns:a16="http://schemas.microsoft.com/office/drawing/2014/main" id="{BD55CEBD-565B-63CF-A6E3-266BEEFAE6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50" name="Oval 1471">
                <a:extLst>
                  <a:ext uri="{FF2B5EF4-FFF2-40B4-BE49-F238E27FC236}">
                    <a16:creationId xmlns:a16="http://schemas.microsoft.com/office/drawing/2014/main" id="{8BE6D336-37F7-5E41-F668-97361A5B26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1" name="Oval 1472">
                <a:extLst>
                  <a:ext uri="{FF2B5EF4-FFF2-40B4-BE49-F238E27FC236}">
                    <a16:creationId xmlns:a16="http://schemas.microsoft.com/office/drawing/2014/main" id="{882D3200-C3C7-99FA-4D02-825A9B4EFD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2" name="Freeform 1473">
                <a:extLst>
                  <a:ext uri="{FF2B5EF4-FFF2-40B4-BE49-F238E27FC236}">
                    <a16:creationId xmlns:a16="http://schemas.microsoft.com/office/drawing/2014/main" id="{BFDFD9C2-24A6-BC12-AC62-CE6543C0B6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Freeform 1474">
                <a:extLst>
                  <a:ext uri="{FF2B5EF4-FFF2-40B4-BE49-F238E27FC236}">
                    <a16:creationId xmlns:a16="http://schemas.microsoft.com/office/drawing/2014/main" id="{D5A42E05-C01E-4305-8BAD-BF789A2062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1475">
                <a:extLst>
                  <a:ext uri="{FF2B5EF4-FFF2-40B4-BE49-F238E27FC236}">
                    <a16:creationId xmlns:a16="http://schemas.microsoft.com/office/drawing/2014/main" id="{A62602E5-44D7-1174-8D3D-79C9029710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Oval 1476">
                <a:extLst>
                  <a:ext uri="{FF2B5EF4-FFF2-40B4-BE49-F238E27FC236}">
                    <a16:creationId xmlns:a16="http://schemas.microsoft.com/office/drawing/2014/main" id="{43A4B469-93B5-40EA-8BE9-2335C3DB32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7" name="Group 1477">
              <a:extLst>
                <a:ext uri="{FF2B5EF4-FFF2-40B4-BE49-F238E27FC236}">
                  <a16:creationId xmlns:a16="http://schemas.microsoft.com/office/drawing/2014/main" id="{0BF0A221-6D98-5BC3-ACB3-5D125A1BB1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44" name="Oval 1478">
                <a:extLst>
                  <a:ext uri="{FF2B5EF4-FFF2-40B4-BE49-F238E27FC236}">
                    <a16:creationId xmlns:a16="http://schemas.microsoft.com/office/drawing/2014/main" id="{1B6A0C80-E120-1055-E3D0-223098EA4B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5" name="Oval 1479">
                <a:extLst>
                  <a:ext uri="{FF2B5EF4-FFF2-40B4-BE49-F238E27FC236}">
                    <a16:creationId xmlns:a16="http://schemas.microsoft.com/office/drawing/2014/main" id="{2DC309C9-3C65-7406-F390-87B834A892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6" name="Freeform 1480">
                <a:extLst>
                  <a:ext uri="{FF2B5EF4-FFF2-40B4-BE49-F238E27FC236}">
                    <a16:creationId xmlns:a16="http://schemas.microsoft.com/office/drawing/2014/main" id="{87E5E024-1B22-9A46-5D52-845A1C4232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Freeform 1481">
                <a:extLst>
                  <a:ext uri="{FF2B5EF4-FFF2-40B4-BE49-F238E27FC236}">
                    <a16:creationId xmlns:a16="http://schemas.microsoft.com/office/drawing/2014/main" id="{84F26BE3-37B5-AFEC-ED85-33628543C0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1482">
                <a:extLst>
                  <a:ext uri="{FF2B5EF4-FFF2-40B4-BE49-F238E27FC236}">
                    <a16:creationId xmlns:a16="http://schemas.microsoft.com/office/drawing/2014/main" id="{386C683B-7F72-6F52-F535-EAD59BD5B9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Oval 1483">
                <a:extLst>
                  <a:ext uri="{FF2B5EF4-FFF2-40B4-BE49-F238E27FC236}">
                    <a16:creationId xmlns:a16="http://schemas.microsoft.com/office/drawing/2014/main" id="{21DC68AE-AE45-0190-9B30-F0AAADB150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8" name="Group 1484">
              <a:extLst>
                <a:ext uri="{FF2B5EF4-FFF2-40B4-BE49-F238E27FC236}">
                  <a16:creationId xmlns:a16="http://schemas.microsoft.com/office/drawing/2014/main" id="{A2CF9973-E05A-1DD9-1E82-F68DBDED12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38" name="Oval 1485">
                <a:extLst>
                  <a:ext uri="{FF2B5EF4-FFF2-40B4-BE49-F238E27FC236}">
                    <a16:creationId xmlns:a16="http://schemas.microsoft.com/office/drawing/2014/main" id="{DB758C9A-B05B-F090-0F05-09146994F2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9" name="Oval 1486">
                <a:extLst>
                  <a:ext uri="{FF2B5EF4-FFF2-40B4-BE49-F238E27FC236}">
                    <a16:creationId xmlns:a16="http://schemas.microsoft.com/office/drawing/2014/main" id="{155CD40A-9818-6FA7-52B3-4FC920E2F0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0" name="Freeform 1487">
                <a:extLst>
                  <a:ext uri="{FF2B5EF4-FFF2-40B4-BE49-F238E27FC236}">
                    <a16:creationId xmlns:a16="http://schemas.microsoft.com/office/drawing/2014/main" id="{DF960253-4D57-325F-5B7A-99EE0D2575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Freeform 1488">
                <a:extLst>
                  <a:ext uri="{FF2B5EF4-FFF2-40B4-BE49-F238E27FC236}">
                    <a16:creationId xmlns:a16="http://schemas.microsoft.com/office/drawing/2014/main" id="{5856BC96-5A46-3F44-6322-97E3614003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Freeform 1489">
                <a:extLst>
                  <a:ext uri="{FF2B5EF4-FFF2-40B4-BE49-F238E27FC236}">
                    <a16:creationId xmlns:a16="http://schemas.microsoft.com/office/drawing/2014/main" id="{0BD45F0B-F263-0DDF-1181-1C9F664515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Oval 1490">
                <a:extLst>
                  <a:ext uri="{FF2B5EF4-FFF2-40B4-BE49-F238E27FC236}">
                    <a16:creationId xmlns:a16="http://schemas.microsoft.com/office/drawing/2014/main" id="{5FA77A54-40D4-86AB-9ACB-FB642DB8C3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9" name="Group 1491">
              <a:extLst>
                <a:ext uri="{FF2B5EF4-FFF2-40B4-BE49-F238E27FC236}">
                  <a16:creationId xmlns:a16="http://schemas.microsoft.com/office/drawing/2014/main" id="{7C76781B-1336-A3AD-182B-976B9ED3ED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32" name="Oval 1492">
                <a:extLst>
                  <a:ext uri="{FF2B5EF4-FFF2-40B4-BE49-F238E27FC236}">
                    <a16:creationId xmlns:a16="http://schemas.microsoft.com/office/drawing/2014/main" id="{B2EEB11C-7136-8752-2976-495A8B22D1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3" name="Oval 1493">
                <a:extLst>
                  <a:ext uri="{FF2B5EF4-FFF2-40B4-BE49-F238E27FC236}">
                    <a16:creationId xmlns:a16="http://schemas.microsoft.com/office/drawing/2014/main" id="{C8FF3F32-15E7-E9DD-1713-D93E9128D9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4" name="Freeform 1494">
                <a:extLst>
                  <a:ext uri="{FF2B5EF4-FFF2-40B4-BE49-F238E27FC236}">
                    <a16:creationId xmlns:a16="http://schemas.microsoft.com/office/drawing/2014/main" id="{67D3523C-4ECF-3606-10DC-F497BB4FEF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Freeform 1495">
                <a:extLst>
                  <a:ext uri="{FF2B5EF4-FFF2-40B4-BE49-F238E27FC236}">
                    <a16:creationId xmlns:a16="http://schemas.microsoft.com/office/drawing/2014/main" id="{940BAAB1-7B4A-351B-6EE4-0F88415B66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496">
                <a:extLst>
                  <a:ext uri="{FF2B5EF4-FFF2-40B4-BE49-F238E27FC236}">
                    <a16:creationId xmlns:a16="http://schemas.microsoft.com/office/drawing/2014/main" id="{242115F6-1F35-E308-C1C6-F2C2710601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Oval 1497">
                <a:extLst>
                  <a:ext uri="{FF2B5EF4-FFF2-40B4-BE49-F238E27FC236}">
                    <a16:creationId xmlns:a16="http://schemas.microsoft.com/office/drawing/2014/main" id="{B7FB0D32-B005-8674-1F46-1DE2D6876D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0" name="Group 1498">
              <a:extLst>
                <a:ext uri="{FF2B5EF4-FFF2-40B4-BE49-F238E27FC236}">
                  <a16:creationId xmlns:a16="http://schemas.microsoft.com/office/drawing/2014/main" id="{691635AF-A3AD-E8B0-38D2-75B4C202CB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26" name="Oval 1499">
                <a:extLst>
                  <a:ext uri="{FF2B5EF4-FFF2-40B4-BE49-F238E27FC236}">
                    <a16:creationId xmlns:a16="http://schemas.microsoft.com/office/drawing/2014/main" id="{240F399A-DE0A-B0BA-18D6-8F6325198D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7" name="Oval 1500">
                <a:extLst>
                  <a:ext uri="{FF2B5EF4-FFF2-40B4-BE49-F238E27FC236}">
                    <a16:creationId xmlns:a16="http://schemas.microsoft.com/office/drawing/2014/main" id="{2DD06C25-02E4-B875-F386-967964AE6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8" name="Freeform 1501">
                <a:extLst>
                  <a:ext uri="{FF2B5EF4-FFF2-40B4-BE49-F238E27FC236}">
                    <a16:creationId xmlns:a16="http://schemas.microsoft.com/office/drawing/2014/main" id="{3DDC826F-348C-9BAB-BB0B-AA9AA45A4C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Freeform 1502">
                <a:extLst>
                  <a:ext uri="{FF2B5EF4-FFF2-40B4-BE49-F238E27FC236}">
                    <a16:creationId xmlns:a16="http://schemas.microsoft.com/office/drawing/2014/main" id="{744EC0B2-2230-3736-51DC-437BEA2477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Freeform 1503">
                <a:extLst>
                  <a:ext uri="{FF2B5EF4-FFF2-40B4-BE49-F238E27FC236}">
                    <a16:creationId xmlns:a16="http://schemas.microsoft.com/office/drawing/2014/main" id="{CE3DB706-5BF8-5DC6-4E58-45D6DF392A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Oval 1504">
                <a:extLst>
                  <a:ext uri="{FF2B5EF4-FFF2-40B4-BE49-F238E27FC236}">
                    <a16:creationId xmlns:a16="http://schemas.microsoft.com/office/drawing/2014/main" id="{DFFD8944-05F6-A413-1230-B9B1BDEE19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1" name="Group 1505">
              <a:extLst>
                <a:ext uri="{FF2B5EF4-FFF2-40B4-BE49-F238E27FC236}">
                  <a16:creationId xmlns:a16="http://schemas.microsoft.com/office/drawing/2014/main" id="{3C04A049-D8CF-95F2-41D8-38132545DB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20" name="Oval 1506">
                <a:extLst>
                  <a:ext uri="{FF2B5EF4-FFF2-40B4-BE49-F238E27FC236}">
                    <a16:creationId xmlns:a16="http://schemas.microsoft.com/office/drawing/2014/main" id="{A86BF68A-520F-7E3D-8F1E-1A2EFDA2BA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1" name="Oval 1507">
                <a:extLst>
                  <a:ext uri="{FF2B5EF4-FFF2-40B4-BE49-F238E27FC236}">
                    <a16:creationId xmlns:a16="http://schemas.microsoft.com/office/drawing/2014/main" id="{DB36EEBF-EDB3-4425-5677-3487800F21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2" name="Freeform 1508">
                <a:extLst>
                  <a:ext uri="{FF2B5EF4-FFF2-40B4-BE49-F238E27FC236}">
                    <a16:creationId xmlns:a16="http://schemas.microsoft.com/office/drawing/2014/main" id="{11578C60-3B59-D302-0CC3-200AC9CFF5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Freeform 1509">
                <a:extLst>
                  <a:ext uri="{FF2B5EF4-FFF2-40B4-BE49-F238E27FC236}">
                    <a16:creationId xmlns:a16="http://schemas.microsoft.com/office/drawing/2014/main" id="{C172C506-6D61-829E-E187-DA9274634B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10">
                <a:extLst>
                  <a:ext uri="{FF2B5EF4-FFF2-40B4-BE49-F238E27FC236}">
                    <a16:creationId xmlns:a16="http://schemas.microsoft.com/office/drawing/2014/main" id="{1073D33D-C5A6-4EF6-53BC-C4AAB5BDE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Oval 1511">
                <a:extLst>
                  <a:ext uri="{FF2B5EF4-FFF2-40B4-BE49-F238E27FC236}">
                    <a16:creationId xmlns:a16="http://schemas.microsoft.com/office/drawing/2014/main" id="{D2A42D42-2ABE-2DC1-0285-A96102582B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2" name="Group 1512">
              <a:extLst>
                <a:ext uri="{FF2B5EF4-FFF2-40B4-BE49-F238E27FC236}">
                  <a16:creationId xmlns:a16="http://schemas.microsoft.com/office/drawing/2014/main" id="{C5F3EDBC-0CAB-C6F9-1D78-069E1A346B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14" name="Oval 1513">
                <a:extLst>
                  <a:ext uri="{FF2B5EF4-FFF2-40B4-BE49-F238E27FC236}">
                    <a16:creationId xmlns:a16="http://schemas.microsoft.com/office/drawing/2014/main" id="{17C9B4AE-6B99-30AC-27B9-E2A3CE2CC4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5" name="Oval 1514">
                <a:extLst>
                  <a:ext uri="{FF2B5EF4-FFF2-40B4-BE49-F238E27FC236}">
                    <a16:creationId xmlns:a16="http://schemas.microsoft.com/office/drawing/2014/main" id="{B74A10FB-6473-5D6A-A9DE-F5E44609F5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6" name="Freeform 1515">
                <a:extLst>
                  <a:ext uri="{FF2B5EF4-FFF2-40B4-BE49-F238E27FC236}">
                    <a16:creationId xmlns:a16="http://schemas.microsoft.com/office/drawing/2014/main" id="{7DBDD361-374F-E4E2-D9C7-04BB665368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Freeform 1516">
                <a:extLst>
                  <a:ext uri="{FF2B5EF4-FFF2-40B4-BE49-F238E27FC236}">
                    <a16:creationId xmlns:a16="http://schemas.microsoft.com/office/drawing/2014/main" id="{32DB0E89-3D17-B798-9CB2-065620D948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Freeform 1517">
                <a:extLst>
                  <a:ext uri="{FF2B5EF4-FFF2-40B4-BE49-F238E27FC236}">
                    <a16:creationId xmlns:a16="http://schemas.microsoft.com/office/drawing/2014/main" id="{60655157-4D9D-8BC0-B4FE-14E076C1F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Oval 1518">
                <a:extLst>
                  <a:ext uri="{FF2B5EF4-FFF2-40B4-BE49-F238E27FC236}">
                    <a16:creationId xmlns:a16="http://schemas.microsoft.com/office/drawing/2014/main" id="{58F889FB-6BE3-54E2-CFFE-32D12824FD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3" name="Group 1519">
              <a:extLst>
                <a:ext uri="{FF2B5EF4-FFF2-40B4-BE49-F238E27FC236}">
                  <a16:creationId xmlns:a16="http://schemas.microsoft.com/office/drawing/2014/main" id="{23D727E9-F772-44A0-F4BF-05F3078E6B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08" name="Oval 1520">
                <a:extLst>
                  <a:ext uri="{FF2B5EF4-FFF2-40B4-BE49-F238E27FC236}">
                    <a16:creationId xmlns:a16="http://schemas.microsoft.com/office/drawing/2014/main" id="{F21DEED7-5AC3-717D-74B5-5A41A931A6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9" name="Oval 1521">
                <a:extLst>
                  <a:ext uri="{FF2B5EF4-FFF2-40B4-BE49-F238E27FC236}">
                    <a16:creationId xmlns:a16="http://schemas.microsoft.com/office/drawing/2014/main" id="{F055057E-09CD-6D9D-A686-0E71D6FB83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0" name="Freeform 1522">
                <a:extLst>
                  <a:ext uri="{FF2B5EF4-FFF2-40B4-BE49-F238E27FC236}">
                    <a16:creationId xmlns:a16="http://schemas.microsoft.com/office/drawing/2014/main" id="{8198E7A5-46FB-736F-DECF-FBAD6D9518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Freeform 1523">
                <a:extLst>
                  <a:ext uri="{FF2B5EF4-FFF2-40B4-BE49-F238E27FC236}">
                    <a16:creationId xmlns:a16="http://schemas.microsoft.com/office/drawing/2014/main" id="{DC950999-EA91-E7C7-FBDF-DBB6105176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Freeform 1524">
                <a:extLst>
                  <a:ext uri="{FF2B5EF4-FFF2-40B4-BE49-F238E27FC236}">
                    <a16:creationId xmlns:a16="http://schemas.microsoft.com/office/drawing/2014/main" id="{0C530FED-9E1D-7055-9B89-0EB487A1A5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Oval 1525">
                <a:extLst>
                  <a:ext uri="{FF2B5EF4-FFF2-40B4-BE49-F238E27FC236}">
                    <a16:creationId xmlns:a16="http://schemas.microsoft.com/office/drawing/2014/main" id="{DDBD2047-1D66-7F60-D163-16856C0660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4" name="Group 1526">
              <a:extLst>
                <a:ext uri="{FF2B5EF4-FFF2-40B4-BE49-F238E27FC236}">
                  <a16:creationId xmlns:a16="http://schemas.microsoft.com/office/drawing/2014/main" id="{00FEF72E-CF87-5691-DE6D-55EF09EC4C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02" name="Oval 1527">
                <a:extLst>
                  <a:ext uri="{FF2B5EF4-FFF2-40B4-BE49-F238E27FC236}">
                    <a16:creationId xmlns:a16="http://schemas.microsoft.com/office/drawing/2014/main" id="{3CF17A09-C694-FAD4-8150-8F492A7CBF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3" name="Oval 1528">
                <a:extLst>
                  <a:ext uri="{FF2B5EF4-FFF2-40B4-BE49-F238E27FC236}">
                    <a16:creationId xmlns:a16="http://schemas.microsoft.com/office/drawing/2014/main" id="{C916B24E-2EBD-509A-42E1-B5ED8BD115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4" name="Freeform 1529">
                <a:extLst>
                  <a:ext uri="{FF2B5EF4-FFF2-40B4-BE49-F238E27FC236}">
                    <a16:creationId xmlns:a16="http://schemas.microsoft.com/office/drawing/2014/main" id="{2DE39F1F-CBCC-E672-1852-7D9C511354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Freeform 1530">
                <a:extLst>
                  <a:ext uri="{FF2B5EF4-FFF2-40B4-BE49-F238E27FC236}">
                    <a16:creationId xmlns:a16="http://schemas.microsoft.com/office/drawing/2014/main" id="{C7A281AA-63F2-621E-53C4-C9B3FC1775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Freeform 1531">
                <a:extLst>
                  <a:ext uri="{FF2B5EF4-FFF2-40B4-BE49-F238E27FC236}">
                    <a16:creationId xmlns:a16="http://schemas.microsoft.com/office/drawing/2014/main" id="{EB7E9A3D-4699-C769-CE8F-706121DB1A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Oval 1532">
                <a:extLst>
                  <a:ext uri="{FF2B5EF4-FFF2-40B4-BE49-F238E27FC236}">
                    <a16:creationId xmlns:a16="http://schemas.microsoft.com/office/drawing/2014/main" id="{D7C5AF8A-5DDD-DDD9-8E34-791B66930D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5" name="Group 1533">
              <a:extLst>
                <a:ext uri="{FF2B5EF4-FFF2-40B4-BE49-F238E27FC236}">
                  <a16:creationId xmlns:a16="http://schemas.microsoft.com/office/drawing/2014/main" id="{FA99E512-B729-EC6D-DE7E-8311D5A5EA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96" name="Oval 1534">
                <a:extLst>
                  <a:ext uri="{FF2B5EF4-FFF2-40B4-BE49-F238E27FC236}">
                    <a16:creationId xmlns:a16="http://schemas.microsoft.com/office/drawing/2014/main" id="{3F0D8F43-B20B-8C70-6763-77E431C049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7" name="Oval 1535">
                <a:extLst>
                  <a:ext uri="{FF2B5EF4-FFF2-40B4-BE49-F238E27FC236}">
                    <a16:creationId xmlns:a16="http://schemas.microsoft.com/office/drawing/2014/main" id="{18A00B50-C61B-85D1-57AB-03CF98DEB5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8" name="Freeform 1536">
                <a:extLst>
                  <a:ext uri="{FF2B5EF4-FFF2-40B4-BE49-F238E27FC236}">
                    <a16:creationId xmlns:a16="http://schemas.microsoft.com/office/drawing/2014/main" id="{08DAD2BC-A220-2353-4A8B-E2D36FC32D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Freeform 1537">
                <a:extLst>
                  <a:ext uri="{FF2B5EF4-FFF2-40B4-BE49-F238E27FC236}">
                    <a16:creationId xmlns:a16="http://schemas.microsoft.com/office/drawing/2014/main" id="{F3EEA3C9-7320-335D-F83F-D8A3D9843B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Freeform 1538">
                <a:extLst>
                  <a:ext uri="{FF2B5EF4-FFF2-40B4-BE49-F238E27FC236}">
                    <a16:creationId xmlns:a16="http://schemas.microsoft.com/office/drawing/2014/main" id="{43596F27-3E7F-B1EB-DEE4-4E50FCB240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Oval 1539">
                <a:extLst>
                  <a:ext uri="{FF2B5EF4-FFF2-40B4-BE49-F238E27FC236}">
                    <a16:creationId xmlns:a16="http://schemas.microsoft.com/office/drawing/2014/main" id="{1BDA1407-4118-4FA7-FCDC-2EF30E1660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6" name="Group 1540">
              <a:extLst>
                <a:ext uri="{FF2B5EF4-FFF2-40B4-BE49-F238E27FC236}">
                  <a16:creationId xmlns:a16="http://schemas.microsoft.com/office/drawing/2014/main" id="{4785A838-3D36-AB09-7CB4-C871CF6D3A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90" name="Oval 1541">
                <a:extLst>
                  <a:ext uri="{FF2B5EF4-FFF2-40B4-BE49-F238E27FC236}">
                    <a16:creationId xmlns:a16="http://schemas.microsoft.com/office/drawing/2014/main" id="{6006484F-4594-9A6A-C3C7-A0C9A3FF2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1" name="Oval 1542">
                <a:extLst>
                  <a:ext uri="{FF2B5EF4-FFF2-40B4-BE49-F238E27FC236}">
                    <a16:creationId xmlns:a16="http://schemas.microsoft.com/office/drawing/2014/main" id="{AFC3D440-01CF-A8FE-B2AC-FD46C5C18A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2" name="Freeform 1543">
                <a:extLst>
                  <a:ext uri="{FF2B5EF4-FFF2-40B4-BE49-F238E27FC236}">
                    <a16:creationId xmlns:a16="http://schemas.microsoft.com/office/drawing/2014/main" id="{7697B073-8B0B-EC46-374F-F00C29CC31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Freeform 1544">
                <a:extLst>
                  <a:ext uri="{FF2B5EF4-FFF2-40B4-BE49-F238E27FC236}">
                    <a16:creationId xmlns:a16="http://schemas.microsoft.com/office/drawing/2014/main" id="{AD430C0B-BF1A-B97D-A4F1-55EF8DBAC5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Freeform 1545">
                <a:extLst>
                  <a:ext uri="{FF2B5EF4-FFF2-40B4-BE49-F238E27FC236}">
                    <a16:creationId xmlns:a16="http://schemas.microsoft.com/office/drawing/2014/main" id="{90FDDA74-8DE1-AB79-BBA3-354B42CA66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Oval 1546">
                <a:extLst>
                  <a:ext uri="{FF2B5EF4-FFF2-40B4-BE49-F238E27FC236}">
                    <a16:creationId xmlns:a16="http://schemas.microsoft.com/office/drawing/2014/main" id="{427DBA12-97CE-3D2B-8E5A-D8BA3600A3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7" name="Group 1547">
              <a:extLst>
                <a:ext uri="{FF2B5EF4-FFF2-40B4-BE49-F238E27FC236}">
                  <a16:creationId xmlns:a16="http://schemas.microsoft.com/office/drawing/2014/main" id="{1BD41FE5-4B1A-1566-22BE-8F573ACA6F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984" name="Oval 1548">
                <a:extLst>
                  <a:ext uri="{FF2B5EF4-FFF2-40B4-BE49-F238E27FC236}">
                    <a16:creationId xmlns:a16="http://schemas.microsoft.com/office/drawing/2014/main" id="{F980E258-3DE3-D0AA-5142-82CB83BF09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5" name="Oval 1549">
                <a:extLst>
                  <a:ext uri="{FF2B5EF4-FFF2-40B4-BE49-F238E27FC236}">
                    <a16:creationId xmlns:a16="http://schemas.microsoft.com/office/drawing/2014/main" id="{2E32E426-A942-8EE8-79B1-B150523A52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6" name="Freeform 1550">
                <a:extLst>
                  <a:ext uri="{FF2B5EF4-FFF2-40B4-BE49-F238E27FC236}">
                    <a16:creationId xmlns:a16="http://schemas.microsoft.com/office/drawing/2014/main" id="{19ACA869-FC34-3A2A-E182-AC5038159C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Freeform 1551">
                <a:extLst>
                  <a:ext uri="{FF2B5EF4-FFF2-40B4-BE49-F238E27FC236}">
                    <a16:creationId xmlns:a16="http://schemas.microsoft.com/office/drawing/2014/main" id="{7358AF06-D273-428D-E900-53BEF18860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8" name="Freeform 1552">
                <a:extLst>
                  <a:ext uri="{FF2B5EF4-FFF2-40B4-BE49-F238E27FC236}">
                    <a16:creationId xmlns:a16="http://schemas.microsoft.com/office/drawing/2014/main" id="{E41AE94A-5F88-6E69-47BA-87A01B46D8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Oval 1553">
                <a:extLst>
                  <a:ext uri="{FF2B5EF4-FFF2-40B4-BE49-F238E27FC236}">
                    <a16:creationId xmlns:a16="http://schemas.microsoft.com/office/drawing/2014/main" id="{88D49498-58C4-2AF5-0FA5-D435F4EC9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8" name="Group 1554">
              <a:extLst>
                <a:ext uri="{FF2B5EF4-FFF2-40B4-BE49-F238E27FC236}">
                  <a16:creationId xmlns:a16="http://schemas.microsoft.com/office/drawing/2014/main" id="{6051B822-D668-7F5E-A673-0D54AC96A0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978" name="Oval 1555">
                <a:extLst>
                  <a:ext uri="{FF2B5EF4-FFF2-40B4-BE49-F238E27FC236}">
                    <a16:creationId xmlns:a16="http://schemas.microsoft.com/office/drawing/2014/main" id="{2819F49B-7808-D2C4-AF3B-9AC9991F32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9" name="Oval 1556">
                <a:extLst>
                  <a:ext uri="{FF2B5EF4-FFF2-40B4-BE49-F238E27FC236}">
                    <a16:creationId xmlns:a16="http://schemas.microsoft.com/office/drawing/2014/main" id="{20349C54-4600-2038-B048-56FACB200C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0" name="Freeform 1557">
                <a:extLst>
                  <a:ext uri="{FF2B5EF4-FFF2-40B4-BE49-F238E27FC236}">
                    <a16:creationId xmlns:a16="http://schemas.microsoft.com/office/drawing/2014/main" id="{22F639CF-BD6C-04B5-DBF0-1864E3D724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Freeform 1558">
                <a:extLst>
                  <a:ext uri="{FF2B5EF4-FFF2-40B4-BE49-F238E27FC236}">
                    <a16:creationId xmlns:a16="http://schemas.microsoft.com/office/drawing/2014/main" id="{E84673E1-C3A9-2114-AD00-7D54FD470B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2" name="Freeform 1559">
                <a:extLst>
                  <a:ext uri="{FF2B5EF4-FFF2-40B4-BE49-F238E27FC236}">
                    <a16:creationId xmlns:a16="http://schemas.microsoft.com/office/drawing/2014/main" id="{AC830DAC-37CD-4074-AD5A-B134963BCE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Oval 1560">
                <a:extLst>
                  <a:ext uri="{FF2B5EF4-FFF2-40B4-BE49-F238E27FC236}">
                    <a16:creationId xmlns:a16="http://schemas.microsoft.com/office/drawing/2014/main" id="{32972EF3-7A40-E6CF-0421-7A82066EAE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9" name="Group 1561">
              <a:extLst>
                <a:ext uri="{FF2B5EF4-FFF2-40B4-BE49-F238E27FC236}">
                  <a16:creationId xmlns:a16="http://schemas.microsoft.com/office/drawing/2014/main" id="{F03911AC-52A2-E6F3-5B90-D10917B217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72" name="Oval 1562">
                <a:extLst>
                  <a:ext uri="{FF2B5EF4-FFF2-40B4-BE49-F238E27FC236}">
                    <a16:creationId xmlns:a16="http://schemas.microsoft.com/office/drawing/2014/main" id="{352265A5-3BDB-31BA-C0EE-B5E6287EBB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3" name="Oval 1563">
                <a:extLst>
                  <a:ext uri="{FF2B5EF4-FFF2-40B4-BE49-F238E27FC236}">
                    <a16:creationId xmlns:a16="http://schemas.microsoft.com/office/drawing/2014/main" id="{9FAAA5FF-C281-25AA-90E0-B7F6FF9355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4" name="Freeform 1564">
                <a:extLst>
                  <a:ext uri="{FF2B5EF4-FFF2-40B4-BE49-F238E27FC236}">
                    <a16:creationId xmlns:a16="http://schemas.microsoft.com/office/drawing/2014/main" id="{2F883FC1-A7EA-4650-56A4-6B35694103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Freeform 1565">
                <a:extLst>
                  <a:ext uri="{FF2B5EF4-FFF2-40B4-BE49-F238E27FC236}">
                    <a16:creationId xmlns:a16="http://schemas.microsoft.com/office/drawing/2014/main" id="{87B5391B-1F2A-8D01-0852-00472F9265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6" name="Freeform 1566">
                <a:extLst>
                  <a:ext uri="{FF2B5EF4-FFF2-40B4-BE49-F238E27FC236}">
                    <a16:creationId xmlns:a16="http://schemas.microsoft.com/office/drawing/2014/main" id="{5A8C63D1-531A-AF6B-9D76-BCB5C596A2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Oval 1567">
                <a:extLst>
                  <a:ext uri="{FF2B5EF4-FFF2-40B4-BE49-F238E27FC236}">
                    <a16:creationId xmlns:a16="http://schemas.microsoft.com/office/drawing/2014/main" id="{CFAD603B-4097-1E39-0C8D-C65EB231C3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0" name="Group 1568">
              <a:extLst>
                <a:ext uri="{FF2B5EF4-FFF2-40B4-BE49-F238E27FC236}">
                  <a16:creationId xmlns:a16="http://schemas.microsoft.com/office/drawing/2014/main" id="{C4E4F1B7-4C3E-C71C-A533-D818700ED2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66" name="Oval 1569">
                <a:extLst>
                  <a:ext uri="{FF2B5EF4-FFF2-40B4-BE49-F238E27FC236}">
                    <a16:creationId xmlns:a16="http://schemas.microsoft.com/office/drawing/2014/main" id="{96B6BC73-6552-E97D-4CBA-F7DC27B3ED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7" name="Oval 1570">
                <a:extLst>
                  <a:ext uri="{FF2B5EF4-FFF2-40B4-BE49-F238E27FC236}">
                    <a16:creationId xmlns:a16="http://schemas.microsoft.com/office/drawing/2014/main" id="{F140314A-19BE-F5D4-220B-2CF921A69C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8" name="Freeform 1571">
                <a:extLst>
                  <a:ext uri="{FF2B5EF4-FFF2-40B4-BE49-F238E27FC236}">
                    <a16:creationId xmlns:a16="http://schemas.microsoft.com/office/drawing/2014/main" id="{F2F82777-6264-29D6-B878-F12E76FBAB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Freeform 1572">
                <a:extLst>
                  <a:ext uri="{FF2B5EF4-FFF2-40B4-BE49-F238E27FC236}">
                    <a16:creationId xmlns:a16="http://schemas.microsoft.com/office/drawing/2014/main" id="{4AD0C859-1730-E539-567E-958223509B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0" name="Freeform 1573">
                <a:extLst>
                  <a:ext uri="{FF2B5EF4-FFF2-40B4-BE49-F238E27FC236}">
                    <a16:creationId xmlns:a16="http://schemas.microsoft.com/office/drawing/2014/main" id="{6F65F75A-E737-FF4B-1C58-499BB270BA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Oval 1574">
                <a:extLst>
                  <a:ext uri="{FF2B5EF4-FFF2-40B4-BE49-F238E27FC236}">
                    <a16:creationId xmlns:a16="http://schemas.microsoft.com/office/drawing/2014/main" id="{C2666148-5F42-4FC0-7F8F-F6E128B59A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575">
              <a:extLst>
                <a:ext uri="{FF2B5EF4-FFF2-40B4-BE49-F238E27FC236}">
                  <a16:creationId xmlns:a16="http://schemas.microsoft.com/office/drawing/2014/main" id="{6F247092-AEDD-59FF-7EE4-CF97DCC017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60" name="Oval 1576">
                <a:extLst>
                  <a:ext uri="{FF2B5EF4-FFF2-40B4-BE49-F238E27FC236}">
                    <a16:creationId xmlns:a16="http://schemas.microsoft.com/office/drawing/2014/main" id="{48A05904-D684-514E-9A37-1941E62ADD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1" name="Oval 1577">
                <a:extLst>
                  <a:ext uri="{FF2B5EF4-FFF2-40B4-BE49-F238E27FC236}">
                    <a16:creationId xmlns:a16="http://schemas.microsoft.com/office/drawing/2014/main" id="{62930DC7-E735-61C9-6EE4-BC4454B2D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2" name="Freeform 1578">
                <a:extLst>
                  <a:ext uri="{FF2B5EF4-FFF2-40B4-BE49-F238E27FC236}">
                    <a16:creationId xmlns:a16="http://schemas.microsoft.com/office/drawing/2014/main" id="{54E57DA2-68DC-A46A-EEE6-724C1F96A5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Freeform 1579">
                <a:extLst>
                  <a:ext uri="{FF2B5EF4-FFF2-40B4-BE49-F238E27FC236}">
                    <a16:creationId xmlns:a16="http://schemas.microsoft.com/office/drawing/2014/main" id="{C2998C9D-87CB-E20A-F4CC-72001DFA0F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" name="Freeform 1580">
                <a:extLst>
                  <a:ext uri="{FF2B5EF4-FFF2-40B4-BE49-F238E27FC236}">
                    <a16:creationId xmlns:a16="http://schemas.microsoft.com/office/drawing/2014/main" id="{42F5185B-4795-6961-ABC8-A684CAFDD4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Oval 1581">
                <a:extLst>
                  <a:ext uri="{FF2B5EF4-FFF2-40B4-BE49-F238E27FC236}">
                    <a16:creationId xmlns:a16="http://schemas.microsoft.com/office/drawing/2014/main" id="{E19BDFB9-53E3-7096-4641-0CC3FD8073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582">
              <a:extLst>
                <a:ext uri="{FF2B5EF4-FFF2-40B4-BE49-F238E27FC236}">
                  <a16:creationId xmlns:a16="http://schemas.microsoft.com/office/drawing/2014/main" id="{914D4449-ADF3-8619-D31B-36CA8DDDCA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54" name="Oval 1583">
                <a:extLst>
                  <a:ext uri="{FF2B5EF4-FFF2-40B4-BE49-F238E27FC236}">
                    <a16:creationId xmlns:a16="http://schemas.microsoft.com/office/drawing/2014/main" id="{FB6CB60A-EF8B-62F2-EC5B-BD2D87463C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5" name="Oval 1584">
                <a:extLst>
                  <a:ext uri="{FF2B5EF4-FFF2-40B4-BE49-F238E27FC236}">
                    <a16:creationId xmlns:a16="http://schemas.microsoft.com/office/drawing/2014/main" id="{B3159EE4-721A-0892-850F-BAC6D72F06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6" name="Freeform 1585">
                <a:extLst>
                  <a:ext uri="{FF2B5EF4-FFF2-40B4-BE49-F238E27FC236}">
                    <a16:creationId xmlns:a16="http://schemas.microsoft.com/office/drawing/2014/main" id="{F9908E41-1BCB-A218-F873-7C658E8F00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7" name="Freeform 1586">
                <a:extLst>
                  <a:ext uri="{FF2B5EF4-FFF2-40B4-BE49-F238E27FC236}">
                    <a16:creationId xmlns:a16="http://schemas.microsoft.com/office/drawing/2014/main" id="{7A7FAACB-A6C8-6BF4-BD92-A1880F196F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8" name="Freeform 1587">
                <a:extLst>
                  <a:ext uri="{FF2B5EF4-FFF2-40B4-BE49-F238E27FC236}">
                    <a16:creationId xmlns:a16="http://schemas.microsoft.com/office/drawing/2014/main" id="{70D8E66D-0D38-2E52-401B-B5AFD8649E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9" name="Oval 1588">
                <a:extLst>
                  <a:ext uri="{FF2B5EF4-FFF2-40B4-BE49-F238E27FC236}">
                    <a16:creationId xmlns:a16="http://schemas.microsoft.com/office/drawing/2014/main" id="{56AA8447-3D53-2676-3101-71575C9245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589">
              <a:extLst>
                <a:ext uri="{FF2B5EF4-FFF2-40B4-BE49-F238E27FC236}">
                  <a16:creationId xmlns:a16="http://schemas.microsoft.com/office/drawing/2014/main" id="{F63A690F-FE31-744B-718F-3AFE1AFE2A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48" name="Oval 1590">
                <a:extLst>
                  <a:ext uri="{FF2B5EF4-FFF2-40B4-BE49-F238E27FC236}">
                    <a16:creationId xmlns:a16="http://schemas.microsoft.com/office/drawing/2014/main" id="{76BE925E-64FF-1890-22E8-C99CFD77B3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9" name="Oval 1591">
                <a:extLst>
                  <a:ext uri="{FF2B5EF4-FFF2-40B4-BE49-F238E27FC236}">
                    <a16:creationId xmlns:a16="http://schemas.microsoft.com/office/drawing/2014/main" id="{53B80005-9AC8-675B-0145-C6AE074B42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0" name="Freeform 1592">
                <a:extLst>
                  <a:ext uri="{FF2B5EF4-FFF2-40B4-BE49-F238E27FC236}">
                    <a16:creationId xmlns:a16="http://schemas.microsoft.com/office/drawing/2014/main" id="{B55C3419-7870-E869-3416-D9A1B70BB7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Freeform 1593">
                <a:extLst>
                  <a:ext uri="{FF2B5EF4-FFF2-40B4-BE49-F238E27FC236}">
                    <a16:creationId xmlns:a16="http://schemas.microsoft.com/office/drawing/2014/main" id="{79C5B3EB-06C6-5CB8-0501-A5CF46C9D0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" name="Freeform 1594">
                <a:extLst>
                  <a:ext uri="{FF2B5EF4-FFF2-40B4-BE49-F238E27FC236}">
                    <a16:creationId xmlns:a16="http://schemas.microsoft.com/office/drawing/2014/main" id="{56C1DC0E-960B-4A0A-7388-FBD9527DF7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3" name="Oval 1595">
                <a:extLst>
                  <a:ext uri="{FF2B5EF4-FFF2-40B4-BE49-F238E27FC236}">
                    <a16:creationId xmlns:a16="http://schemas.microsoft.com/office/drawing/2014/main" id="{04083925-DF30-99C8-C423-E965C113C6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596">
              <a:extLst>
                <a:ext uri="{FF2B5EF4-FFF2-40B4-BE49-F238E27FC236}">
                  <a16:creationId xmlns:a16="http://schemas.microsoft.com/office/drawing/2014/main" id="{139DE53C-C513-6A83-DF3F-E913166110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42" name="Oval 1597">
                <a:extLst>
                  <a:ext uri="{FF2B5EF4-FFF2-40B4-BE49-F238E27FC236}">
                    <a16:creationId xmlns:a16="http://schemas.microsoft.com/office/drawing/2014/main" id="{9F193C32-BC87-01D2-E7F7-643D2A0E53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3" name="Oval 1598">
                <a:extLst>
                  <a:ext uri="{FF2B5EF4-FFF2-40B4-BE49-F238E27FC236}">
                    <a16:creationId xmlns:a16="http://schemas.microsoft.com/office/drawing/2014/main" id="{A57C6691-2A25-A890-BECC-7C5FC3B43E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4" name="Freeform 1599">
                <a:extLst>
                  <a:ext uri="{FF2B5EF4-FFF2-40B4-BE49-F238E27FC236}">
                    <a16:creationId xmlns:a16="http://schemas.microsoft.com/office/drawing/2014/main" id="{1725144A-211D-22F7-EC31-81EAA2A32F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Freeform 1600">
                <a:extLst>
                  <a:ext uri="{FF2B5EF4-FFF2-40B4-BE49-F238E27FC236}">
                    <a16:creationId xmlns:a16="http://schemas.microsoft.com/office/drawing/2014/main" id="{D95B1228-4361-11F0-82CF-F4A865BE54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6" name="Freeform 1601">
                <a:extLst>
                  <a:ext uri="{FF2B5EF4-FFF2-40B4-BE49-F238E27FC236}">
                    <a16:creationId xmlns:a16="http://schemas.microsoft.com/office/drawing/2014/main" id="{6D794097-2A4B-91FE-7C73-3AB957FDC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7" name="Oval 1602">
                <a:extLst>
                  <a:ext uri="{FF2B5EF4-FFF2-40B4-BE49-F238E27FC236}">
                    <a16:creationId xmlns:a16="http://schemas.microsoft.com/office/drawing/2014/main" id="{D181186E-DEF1-BC87-4C15-4CF0682AF7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603">
              <a:extLst>
                <a:ext uri="{FF2B5EF4-FFF2-40B4-BE49-F238E27FC236}">
                  <a16:creationId xmlns:a16="http://schemas.microsoft.com/office/drawing/2014/main" id="{7D2E6CD7-35BD-7554-03D4-05F2D5D410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36" name="Oval 1604">
                <a:extLst>
                  <a:ext uri="{FF2B5EF4-FFF2-40B4-BE49-F238E27FC236}">
                    <a16:creationId xmlns:a16="http://schemas.microsoft.com/office/drawing/2014/main" id="{944F3E5A-BD75-ED65-6A5A-944E8A0395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7" name="Oval 1605">
                <a:extLst>
                  <a:ext uri="{FF2B5EF4-FFF2-40B4-BE49-F238E27FC236}">
                    <a16:creationId xmlns:a16="http://schemas.microsoft.com/office/drawing/2014/main" id="{DC7CE0D8-45FB-1CA0-FFB0-A5B5A8425B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8" name="Freeform 1606">
                <a:extLst>
                  <a:ext uri="{FF2B5EF4-FFF2-40B4-BE49-F238E27FC236}">
                    <a16:creationId xmlns:a16="http://schemas.microsoft.com/office/drawing/2014/main" id="{BA8738EA-230B-5FE3-5440-E1DF606A18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Freeform 1607">
                <a:extLst>
                  <a:ext uri="{FF2B5EF4-FFF2-40B4-BE49-F238E27FC236}">
                    <a16:creationId xmlns:a16="http://schemas.microsoft.com/office/drawing/2014/main" id="{89729B25-97E5-BF79-9471-C58422991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0" name="Freeform 1608">
                <a:extLst>
                  <a:ext uri="{FF2B5EF4-FFF2-40B4-BE49-F238E27FC236}">
                    <a16:creationId xmlns:a16="http://schemas.microsoft.com/office/drawing/2014/main" id="{9602709C-F325-8473-50F6-5DE13110BC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1" name="Oval 1609">
                <a:extLst>
                  <a:ext uri="{FF2B5EF4-FFF2-40B4-BE49-F238E27FC236}">
                    <a16:creationId xmlns:a16="http://schemas.microsoft.com/office/drawing/2014/main" id="{9D05DA73-08FA-09BC-7DEF-CE3998547F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28" name="Group 1385">
            <a:extLst>
              <a:ext uri="{FF2B5EF4-FFF2-40B4-BE49-F238E27FC236}">
                <a16:creationId xmlns:a16="http://schemas.microsoft.com/office/drawing/2014/main" id="{65C0D57D-B1DF-D7A3-AFA6-CFB14BE693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29" name="Group 1386">
              <a:extLst>
                <a:ext uri="{FF2B5EF4-FFF2-40B4-BE49-F238E27FC236}">
                  <a16:creationId xmlns:a16="http://schemas.microsoft.com/office/drawing/2014/main" id="{D8B87B7F-B95E-7D90-488A-FA319A5F63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47" name="Oval 1387">
                <a:extLst>
                  <a:ext uri="{FF2B5EF4-FFF2-40B4-BE49-F238E27FC236}">
                    <a16:creationId xmlns:a16="http://schemas.microsoft.com/office/drawing/2014/main" id="{84B8C913-581F-2BD7-2887-A841ECD7BF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" name="Oval 1388">
                <a:extLst>
                  <a:ext uri="{FF2B5EF4-FFF2-40B4-BE49-F238E27FC236}">
                    <a16:creationId xmlns:a16="http://schemas.microsoft.com/office/drawing/2014/main" id="{AFDE5A8E-E25F-4818-4989-057BC34B49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" name="Freeform 1389">
                <a:extLst>
                  <a:ext uri="{FF2B5EF4-FFF2-40B4-BE49-F238E27FC236}">
                    <a16:creationId xmlns:a16="http://schemas.microsoft.com/office/drawing/2014/main" id="{6FDBC77C-0DA8-40A2-1567-862C119BE2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Freeform 1390">
                <a:extLst>
                  <a:ext uri="{FF2B5EF4-FFF2-40B4-BE49-F238E27FC236}">
                    <a16:creationId xmlns:a16="http://schemas.microsoft.com/office/drawing/2014/main" id="{2B2AD110-4BBB-371A-080E-91D322F745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Freeform 1391">
                <a:extLst>
                  <a:ext uri="{FF2B5EF4-FFF2-40B4-BE49-F238E27FC236}">
                    <a16:creationId xmlns:a16="http://schemas.microsoft.com/office/drawing/2014/main" id="{E7C2A6D8-118A-FDAD-40FC-55E029C71F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Oval 1392">
                <a:extLst>
                  <a:ext uri="{FF2B5EF4-FFF2-40B4-BE49-F238E27FC236}">
                    <a16:creationId xmlns:a16="http://schemas.microsoft.com/office/drawing/2014/main" id="{97A19429-6579-5046-CBA0-6C366A1E0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0" name="Group 1393">
              <a:extLst>
                <a:ext uri="{FF2B5EF4-FFF2-40B4-BE49-F238E27FC236}">
                  <a16:creationId xmlns:a16="http://schemas.microsoft.com/office/drawing/2014/main" id="{444B316C-9189-E0BD-3997-FDAEBD9823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41" name="Oval 1394">
                <a:extLst>
                  <a:ext uri="{FF2B5EF4-FFF2-40B4-BE49-F238E27FC236}">
                    <a16:creationId xmlns:a16="http://schemas.microsoft.com/office/drawing/2014/main" id="{E3CF1A90-AAB7-A770-4753-0D8F0D6421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" name="Oval 1395">
                <a:extLst>
                  <a:ext uri="{FF2B5EF4-FFF2-40B4-BE49-F238E27FC236}">
                    <a16:creationId xmlns:a16="http://schemas.microsoft.com/office/drawing/2014/main" id="{E0A0F9D9-6411-D93D-A7FC-B73B2A7B7B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" name="Freeform 1396">
                <a:extLst>
                  <a:ext uri="{FF2B5EF4-FFF2-40B4-BE49-F238E27FC236}">
                    <a16:creationId xmlns:a16="http://schemas.microsoft.com/office/drawing/2014/main" id="{2389CC6F-C089-8F10-597C-89E1D473BC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Freeform 1397">
                <a:extLst>
                  <a:ext uri="{FF2B5EF4-FFF2-40B4-BE49-F238E27FC236}">
                    <a16:creationId xmlns:a16="http://schemas.microsoft.com/office/drawing/2014/main" id="{C53B92D3-8F5E-B151-9965-2E2970D0E8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Freeform 1398">
                <a:extLst>
                  <a:ext uri="{FF2B5EF4-FFF2-40B4-BE49-F238E27FC236}">
                    <a16:creationId xmlns:a16="http://schemas.microsoft.com/office/drawing/2014/main" id="{A67B8EC5-B3DF-0C56-ADD3-56C5EF4757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Oval 1399">
                <a:extLst>
                  <a:ext uri="{FF2B5EF4-FFF2-40B4-BE49-F238E27FC236}">
                    <a16:creationId xmlns:a16="http://schemas.microsoft.com/office/drawing/2014/main" id="{81F73521-2183-63A5-F433-E553DB4AC7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1" name="Group 1400">
              <a:extLst>
                <a:ext uri="{FF2B5EF4-FFF2-40B4-BE49-F238E27FC236}">
                  <a16:creationId xmlns:a16="http://schemas.microsoft.com/office/drawing/2014/main" id="{75871363-18C1-CE8F-2E67-C28F6548C1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35" name="Oval 1401">
                <a:extLst>
                  <a:ext uri="{FF2B5EF4-FFF2-40B4-BE49-F238E27FC236}">
                    <a16:creationId xmlns:a16="http://schemas.microsoft.com/office/drawing/2014/main" id="{76495791-EB5B-71C5-C128-4453EDB506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6" name="Oval 1402">
                <a:extLst>
                  <a:ext uri="{FF2B5EF4-FFF2-40B4-BE49-F238E27FC236}">
                    <a16:creationId xmlns:a16="http://schemas.microsoft.com/office/drawing/2014/main" id="{D6698195-A0BA-F87B-2A98-ED3BB15935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" name="Freeform 1403">
                <a:extLst>
                  <a:ext uri="{FF2B5EF4-FFF2-40B4-BE49-F238E27FC236}">
                    <a16:creationId xmlns:a16="http://schemas.microsoft.com/office/drawing/2014/main" id="{1940DFBC-5BBF-C8C9-D851-9F311E071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1404">
                <a:extLst>
                  <a:ext uri="{FF2B5EF4-FFF2-40B4-BE49-F238E27FC236}">
                    <a16:creationId xmlns:a16="http://schemas.microsoft.com/office/drawing/2014/main" id="{F0D528A3-054C-0551-AD62-BF4555D5F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Freeform 1405">
                <a:extLst>
                  <a:ext uri="{FF2B5EF4-FFF2-40B4-BE49-F238E27FC236}">
                    <a16:creationId xmlns:a16="http://schemas.microsoft.com/office/drawing/2014/main" id="{EB65BF82-09E1-7595-6137-FA1DE5526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Oval 1406">
                <a:extLst>
                  <a:ext uri="{FF2B5EF4-FFF2-40B4-BE49-F238E27FC236}">
                    <a16:creationId xmlns:a16="http://schemas.microsoft.com/office/drawing/2014/main" id="{07906EFD-3C12-5B2D-207A-4C4A4DC339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2" name="Group 1407">
              <a:extLst>
                <a:ext uri="{FF2B5EF4-FFF2-40B4-BE49-F238E27FC236}">
                  <a16:creationId xmlns:a16="http://schemas.microsoft.com/office/drawing/2014/main" id="{9649105A-2C26-760E-A7E5-DB3D023DC2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29" name="Oval 1408">
                <a:extLst>
                  <a:ext uri="{FF2B5EF4-FFF2-40B4-BE49-F238E27FC236}">
                    <a16:creationId xmlns:a16="http://schemas.microsoft.com/office/drawing/2014/main" id="{B3C5BC63-CBB0-53B2-0D12-A4F7EB5266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0" name="Oval 1409">
                <a:extLst>
                  <a:ext uri="{FF2B5EF4-FFF2-40B4-BE49-F238E27FC236}">
                    <a16:creationId xmlns:a16="http://schemas.microsoft.com/office/drawing/2014/main" id="{1D1A37E3-024A-48E2-C250-A80579161D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1" name="Freeform 1410">
                <a:extLst>
                  <a:ext uri="{FF2B5EF4-FFF2-40B4-BE49-F238E27FC236}">
                    <a16:creationId xmlns:a16="http://schemas.microsoft.com/office/drawing/2014/main" id="{8DC75E93-5145-EECD-8978-D4046161A2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1411">
                <a:extLst>
                  <a:ext uri="{FF2B5EF4-FFF2-40B4-BE49-F238E27FC236}">
                    <a16:creationId xmlns:a16="http://schemas.microsoft.com/office/drawing/2014/main" id="{4FA814E3-BAFC-5172-130B-235186910B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Freeform 1412">
                <a:extLst>
                  <a:ext uri="{FF2B5EF4-FFF2-40B4-BE49-F238E27FC236}">
                    <a16:creationId xmlns:a16="http://schemas.microsoft.com/office/drawing/2014/main" id="{CF488FC2-8121-9FDC-3972-B790CDF317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Oval 1413">
                <a:extLst>
                  <a:ext uri="{FF2B5EF4-FFF2-40B4-BE49-F238E27FC236}">
                    <a16:creationId xmlns:a16="http://schemas.microsoft.com/office/drawing/2014/main" id="{A4E6F51B-439B-4BBA-36BB-3D397AC42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3" name="Group 1414">
              <a:extLst>
                <a:ext uri="{FF2B5EF4-FFF2-40B4-BE49-F238E27FC236}">
                  <a16:creationId xmlns:a16="http://schemas.microsoft.com/office/drawing/2014/main" id="{B15170A4-1B1A-EA01-EB3B-D8E1C225F2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23" name="Oval 1415">
                <a:extLst>
                  <a:ext uri="{FF2B5EF4-FFF2-40B4-BE49-F238E27FC236}">
                    <a16:creationId xmlns:a16="http://schemas.microsoft.com/office/drawing/2014/main" id="{1B017E7B-5C63-D29D-33EF-A46448845A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4" name="Oval 1416">
                <a:extLst>
                  <a:ext uri="{FF2B5EF4-FFF2-40B4-BE49-F238E27FC236}">
                    <a16:creationId xmlns:a16="http://schemas.microsoft.com/office/drawing/2014/main" id="{25A6019E-EDD4-762C-F334-58754B9FBF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5" name="Freeform 1417">
                <a:extLst>
                  <a:ext uri="{FF2B5EF4-FFF2-40B4-BE49-F238E27FC236}">
                    <a16:creationId xmlns:a16="http://schemas.microsoft.com/office/drawing/2014/main" id="{4619EFD1-EDB1-63BE-EA94-1FD2E9DE2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1418">
                <a:extLst>
                  <a:ext uri="{FF2B5EF4-FFF2-40B4-BE49-F238E27FC236}">
                    <a16:creationId xmlns:a16="http://schemas.microsoft.com/office/drawing/2014/main" id="{2F1443A5-C7F3-0B49-6D73-A3DB40E22F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1419">
                <a:extLst>
                  <a:ext uri="{FF2B5EF4-FFF2-40B4-BE49-F238E27FC236}">
                    <a16:creationId xmlns:a16="http://schemas.microsoft.com/office/drawing/2014/main" id="{CB3414F4-FDE7-CEF5-B75F-9B417B15AE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Oval 1420">
                <a:extLst>
                  <a:ext uri="{FF2B5EF4-FFF2-40B4-BE49-F238E27FC236}">
                    <a16:creationId xmlns:a16="http://schemas.microsoft.com/office/drawing/2014/main" id="{D27931C7-7C46-887A-93F9-655AA88158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4" name="Group 1421">
              <a:extLst>
                <a:ext uri="{FF2B5EF4-FFF2-40B4-BE49-F238E27FC236}">
                  <a16:creationId xmlns:a16="http://schemas.microsoft.com/office/drawing/2014/main" id="{E25377D9-AD94-1FB2-E9DB-25CE8AECC1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17" name="Oval 1422">
                <a:extLst>
                  <a:ext uri="{FF2B5EF4-FFF2-40B4-BE49-F238E27FC236}">
                    <a16:creationId xmlns:a16="http://schemas.microsoft.com/office/drawing/2014/main" id="{55B34D84-C487-D5DA-818A-505950F874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8" name="Oval 1423">
                <a:extLst>
                  <a:ext uri="{FF2B5EF4-FFF2-40B4-BE49-F238E27FC236}">
                    <a16:creationId xmlns:a16="http://schemas.microsoft.com/office/drawing/2014/main" id="{8D9086E2-26C9-99B6-02FD-3A8E228FAC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9" name="Freeform 1424">
                <a:extLst>
                  <a:ext uri="{FF2B5EF4-FFF2-40B4-BE49-F238E27FC236}">
                    <a16:creationId xmlns:a16="http://schemas.microsoft.com/office/drawing/2014/main" id="{EAF7ED6B-B23F-C843-2D44-0D91DF9A5D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1425">
                <a:extLst>
                  <a:ext uri="{FF2B5EF4-FFF2-40B4-BE49-F238E27FC236}">
                    <a16:creationId xmlns:a16="http://schemas.microsoft.com/office/drawing/2014/main" id="{5340C81E-0E9D-9D06-FF0E-904C28C6AD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1426">
                <a:extLst>
                  <a:ext uri="{FF2B5EF4-FFF2-40B4-BE49-F238E27FC236}">
                    <a16:creationId xmlns:a16="http://schemas.microsoft.com/office/drawing/2014/main" id="{4AF86B75-3168-CF79-2A02-D6A145FB4C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Oval 1427">
                <a:extLst>
                  <a:ext uri="{FF2B5EF4-FFF2-40B4-BE49-F238E27FC236}">
                    <a16:creationId xmlns:a16="http://schemas.microsoft.com/office/drawing/2014/main" id="{42D30F26-132B-2F39-5B6E-3E91397550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5" name="Group 1428">
              <a:extLst>
                <a:ext uri="{FF2B5EF4-FFF2-40B4-BE49-F238E27FC236}">
                  <a16:creationId xmlns:a16="http://schemas.microsoft.com/office/drawing/2014/main" id="{85C31F58-D2FC-7087-F5D0-E93C91FAA2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11" name="Oval 1429">
                <a:extLst>
                  <a:ext uri="{FF2B5EF4-FFF2-40B4-BE49-F238E27FC236}">
                    <a16:creationId xmlns:a16="http://schemas.microsoft.com/office/drawing/2014/main" id="{93179A87-2E04-F0B4-F06C-95FEC51DAF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2" name="Oval 1430">
                <a:extLst>
                  <a:ext uri="{FF2B5EF4-FFF2-40B4-BE49-F238E27FC236}">
                    <a16:creationId xmlns:a16="http://schemas.microsoft.com/office/drawing/2014/main" id="{DE1A1F80-2A6B-95C5-49CC-E04082FBA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3" name="Freeform 1431">
                <a:extLst>
                  <a:ext uri="{FF2B5EF4-FFF2-40B4-BE49-F238E27FC236}">
                    <a16:creationId xmlns:a16="http://schemas.microsoft.com/office/drawing/2014/main" id="{EB648CA8-ADC2-A81C-9488-F8F119BE52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1432">
                <a:extLst>
                  <a:ext uri="{FF2B5EF4-FFF2-40B4-BE49-F238E27FC236}">
                    <a16:creationId xmlns:a16="http://schemas.microsoft.com/office/drawing/2014/main" id="{490DD74A-7BB8-FACA-3CCB-36B11A92AA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1433">
                <a:extLst>
                  <a:ext uri="{FF2B5EF4-FFF2-40B4-BE49-F238E27FC236}">
                    <a16:creationId xmlns:a16="http://schemas.microsoft.com/office/drawing/2014/main" id="{8C9EE2B8-D1FC-461F-3594-3E6D5A4F41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Oval 1434">
                <a:extLst>
                  <a:ext uri="{FF2B5EF4-FFF2-40B4-BE49-F238E27FC236}">
                    <a16:creationId xmlns:a16="http://schemas.microsoft.com/office/drawing/2014/main" id="{65BE6ECE-97D8-F424-4F07-1CD6F97E62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6" name="Group 1435">
              <a:extLst>
                <a:ext uri="{FF2B5EF4-FFF2-40B4-BE49-F238E27FC236}">
                  <a16:creationId xmlns:a16="http://schemas.microsoft.com/office/drawing/2014/main" id="{1041F2F6-67EC-FE28-1A4B-0A041A255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05" name="Oval 1436">
                <a:extLst>
                  <a:ext uri="{FF2B5EF4-FFF2-40B4-BE49-F238E27FC236}">
                    <a16:creationId xmlns:a16="http://schemas.microsoft.com/office/drawing/2014/main" id="{3DF1D98D-EB28-3354-4DF4-BA83DF1FFD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6" name="Oval 1437">
                <a:extLst>
                  <a:ext uri="{FF2B5EF4-FFF2-40B4-BE49-F238E27FC236}">
                    <a16:creationId xmlns:a16="http://schemas.microsoft.com/office/drawing/2014/main" id="{791C467E-F49B-17C3-A990-F10F2D7CB9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7" name="Freeform 1438">
                <a:extLst>
                  <a:ext uri="{FF2B5EF4-FFF2-40B4-BE49-F238E27FC236}">
                    <a16:creationId xmlns:a16="http://schemas.microsoft.com/office/drawing/2014/main" id="{3805C9F9-47CB-82E5-2D33-30AF03FB44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1439">
                <a:extLst>
                  <a:ext uri="{FF2B5EF4-FFF2-40B4-BE49-F238E27FC236}">
                    <a16:creationId xmlns:a16="http://schemas.microsoft.com/office/drawing/2014/main" id="{68E167FB-9F7F-2D9C-50A3-84648236AA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1440">
                <a:extLst>
                  <a:ext uri="{FF2B5EF4-FFF2-40B4-BE49-F238E27FC236}">
                    <a16:creationId xmlns:a16="http://schemas.microsoft.com/office/drawing/2014/main" id="{551401D6-1DCD-CA21-90EE-45DA6F8C69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Oval 1441">
                <a:extLst>
                  <a:ext uri="{FF2B5EF4-FFF2-40B4-BE49-F238E27FC236}">
                    <a16:creationId xmlns:a16="http://schemas.microsoft.com/office/drawing/2014/main" id="{A272415F-F109-A141-8612-E94BE7601B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7" name="Group 1442">
              <a:extLst>
                <a:ext uri="{FF2B5EF4-FFF2-40B4-BE49-F238E27FC236}">
                  <a16:creationId xmlns:a16="http://schemas.microsoft.com/office/drawing/2014/main" id="{A70402F6-2C69-B4B6-00BB-1339E7F4AE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299" name="Oval 1443">
                <a:extLst>
                  <a:ext uri="{FF2B5EF4-FFF2-40B4-BE49-F238E27FC236}">
                    <a16:creationId xmlns:a16="http://schemas.microsoft.com/office/drawing/2014/main" id="{8B0AFBBE-75A3-8EF2-1D94-75D55DCE6A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0" name="Oval 1444">
                <a:extLst>
                  <a:ext uri="{FF2B5EF4-FFF2-40B4-BE49-F238E27FC236}">
                    <a16:creationId xmlns:a16="http://schemas.microsoft.com/office/drawing/2014/main" id="{DFF3B12E-8D9B-AC65-63E4-FA25E56852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1" name="Freeform 1445">
                <a:extLst>
                  <a:ext uri="{FF2B5EF4-FFF2-40B4-BE49-F238E27FC236}">
                    <a16:creationId xmlns:a16="http://schemas.microsoft.com/office/drawing/2014/main" id="{815E18C1-D396-9785-8C7C-88D01545F6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1446">
                <a:extLst>
                  <a:ext uri="{FF2B5EF4-FFF2-40B4-BE49-F238E27FC236}">
                    <a16:creationId xmlns:a16="http://schemas.microsoft.com/office/drawing/2014/main" id="{8668770D-5F3E-BF07-C33F-9CEA61FD06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1447">
                <a:extLst>
                  <a:ext uri="{FF2B5EF4-FFF2-40B4-BE49-F238E27FC236}">
                    <a16:creationId xmlns:a16="http://schemas.microsoft.com/office/drawing/2014/main" id="{CA093023-AFA7-51A4-7BE6-2E94C4B79A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Oval 1448">
                <a:extLst>
                  <a:ext uri="{FF2B5EF4-FFF2-40B4-BE49-F238E27FC236}">
                    <a16:creationId xmlns:a16="http://schemas.microsoft.com/office/drawing/2014/main" id="{C9512977-AEE4-7C06-AA5C-53AED0D0E6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8" name="Group 1449">
              <a:extLst>
                <a:ext uri="{FF2B5EF4-FFF2-40B4-BE49-F238E27FC236}">
                  <a16:creationId xmlns:a16="http://schemas.microsoft.com/office/drawing/2014/main" id="{60C8CB49-FDBF-8CF9-7054-2406C30D15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293" name="Oval 1450">
                <a:extLst>
                  <a:ext uri="{FF2B5EF4-FFF2-40B4-BE49-F238E27FC236}">
                    <a16:creationId xmlns:a16="http://schemas.microsoft.com/office/drawing/2014/main" id="{AD63B7EE-5E5F-9615-EBB4-709EA76AC9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4" name="Oval 1451">
                <a:extLst>
                  <a:ext uri="{FF2B5EF4-FFF2-40B4-BE49-F238E27FC236}">
                    <a16:creationId xmlns:a16="http://schemas.microsoft.com/office/drawing/2014/main" id="{52CF5B03-EA76-C0B4-7159-320C12B535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5" name="Freeform 1452">
                <a:extLst>
                  <a:ext uri="{FF2B5EF4-FFF2-40B4-BE49-F238E27FC236}">
                    <a16:creationId xmlns:a16="http://schemas.microsoft.com/office/drawing/2014/main" id="{209C1D91-1B25-C06B-801A-17F7261014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1453">
                <a:extLst>
                  <a:ext uri="{FF2B5EF4-FFF2-40B4-BE49-F238E27FC236}">
                    <a16:creationId xmlns:a16="http://schemas.microsoft.com/office/drawing/2014/main" id="{A56A0655-A927-23C1-2B5E-DCBE231339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1454">
                <a:extLst>
                  <a:ext uri="{FF2B5EF4-FFF2-40B4-BE49-F238E27FC236}">
                    <a16:creationId xmlns:a16="http://schemas.microsoft.com/office/drawing/2014/main" id="{32A49760-7025-543C-F3D7-9BD911A70A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Oval 1455">
                <a:extLst>
                  <a:ext uri="{FF2B5EF4-FFF2-40B4-BE49-F238E27FC236}">
                    <a16:creationId xmlns:a16="http://schemas.microsoft.com/office/drawing/2014/main" id="{27FD2936-3C83-66FF-0279-8ADBFA4FEA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9" name="Group 1456">
              <a:extLst>
                <a:ext uri="{FF2B5EF4-FFF2-40B4-BE49-F238E27FC236}">
                  <a16:creationId xmlns:a16="http://schemas.microsoft.com/office/drawing/2014/main" id="{DC4F1AB9-3DF3-63F5-F4DF-F8D981FE75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287" name="Oval 1457">
                <a:extLst>
                  <a:ext uri="{FF2B5EF4-FFF2-40B4-BE49-F238E27FC236}">
                    <a16:creationId xmlns:a16="http://schemas.microsoft.com/office/drawing/2014/main" id="{5382F12A-3BCE-B004-BC1A-B6F882116C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8" name="Oval 1458">
                <a:extLst>
                  <a:ext uri="{FF2B5EF4-FFF2-40B4-BE49-F238E27FC236}">
                    <a16:creationId xmlns:a16="http://schemas.microsoft.com/office/drawing/2014/main" id="{0C89A57E-8219-13E7-FA12-369085BD59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9" name="Freeform 1459">
                <a:extLst>
                  <a:ext uri="{FF2B5EF4-FFF2-40B4-BE49-F238E27FC236}">
                    <a16:creationId xmlns:a16="http://schemas.microsoft.com/office/drawing/2014/main" id="{3C88B08E-5302-043F-F230-2897F7E44D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1460">
                <a:extLst>
                  <a:ext uri="{FF2B5EF4-FFF2-40B4-BE49-F238E27FC236}">
                    <a16:creationId xmlns:a16="http://schemas.microsoft.com/office/drawing/2014/main" id="{517EBE06-1D91-DC9B-6DED-10CFF16460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1461">
                <a:extLst>
                  <a:ext uri="{FF2B5EF4-FFF2-40B4-BE49-F238E27FC236}">
                    <a16:creationId xmlns:a16="http://schemas.microsoft.com/office/drawing/2014/main" id="{42D20E35-FBAD-4B4D-86C0-09183704F8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Oval 1462">
                <a:extLst>
                  <a:ext uri="{FF2B5EF4-FFF2-40B4-BE49-F238E27FC236}">
                    <a16:creationId xmlns:a16="http://schemas.microsoft.com/office/drawing/2014/main" id="{6A767586-63C8-E033-EB5C-6745CECF6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0" name="Group 1463">
              <a:extLst>
                <a:ext uri="{FF2B5EF4-FFF2-40B4-BE49-F238E27FC236}">
                  <a16:creationId xmlns:a16="http://schemas.microsoft.com/office/drawing/2014/main" id="{DC25BBF2-2049-3016-151B-A2228F2E64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281" name="Oval 1464">
                <a:extLst>
                  <a:ext uri="{FF2B5EF4-FFF2-40B4-BE49-F238E27FC236}">
                    <a16:creationId xmlns:a16="http://schemas.microsoft.com/office/drawing/2014/main" id="{63CCD468-5654-E9CF-6BFA-0F62E86AAC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2" name="Oval 1465">
                <a:extLst>
                  <a:ext uri="{FF2B5EF4-FFF2-40B4-BE49-F238E27FC236}">
                    <a16:creationId xmlns:a16="http://schemas.microsoft.com/office/drawing/2014/main" id="{8F4B6FC9-236B-1F6F-1795-4F33876C3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3" name="Freeform 1466">
                <a:extLst>
                  <a:ext uri="{FF2B5EF4-FFF2-40B4-BE49-F238E27FC236}">
                    <a16:creationId xmlns:a16="http://schemas.microsoft.com/office/drawing/2014/main" id="{9BB709C0-E3A7-1820-FD35-A65D0C2B4F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1467">
                <a:extLst>
                  <a:ext uri="{FF2B5EF4-FFF2-40B4-BE49-F238E27FC236}">
                    <a16:creationId xmlns:a16="http://schemas.microsoft.com/office/drawing/2014/main" id="{6621B003-266E-771E-DD8B-72F91BDB2D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1468">
                <a:extLst>
                  <a:ext uri="{FF2B5EF4-FFF2-40B4-BE49-F238E27FC236}">
                    <a16:creationId xmlns:a16="http://schemas.microsoft.com/office/drawing/2014/main" id="{15AF099B-8175-4BF4-F543-AA2084719D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Oval 1469">
                <a:extLst>
                  <a:ext uri="{FF2B5EF4-FFF2-40B4-BE49-F238E27FC236}">
                    <a16:creationId xmlns:a16="http://schemas.microsoft.com/office/drawing/2014/main" id="{DCF6D383-C75A-A0AB-F512-5532A9480F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1" name="Group 1470">
              <a:extLst>
                <a:ext uri="{FF2B5EF4-FFF2-40B4-BE49-F238E27FC236}">
                  <a16:creationId xmlns:a16="http://schemas.microsoft.com/office/drawing/2014/main" id="{58621D6F-C414-B9EA-C2AD-A042203725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75" name="Oval 1471">
                <a:extLst>
                  <a:ext uri="{FF2B5EF4-FFF2-40B4-BE49-F238E27FC236}">
                    <a16:creationId xmlns:a16="http://schemas.microsoft.com/office/drawing/2014/main" id="{C18A1A3D-B055-DC4A-CF7F-11E698FD98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6" name="Oval 1472">
                <a:extLst>
                  <a:ext uri="{FF2B5EF4-FFF2-40B4-BE49-F238E27FC236}">
                    <a16:creationId xmlns:a16="http://schemas.microsoft.com/office/drawing/2014/main" id="{39BF8B87-9997-67FD-B38B-359A9BBDAD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7" name="Freeform 1473">
                <a:extLst>
                  <a:ext uri="{FF2B5EF4-FFF2-40B4-BE49-F238E27FC236}">
                    <a16:creationId xmlns:a16="http://schemas.microsoft.com/office/drawing/2014/main" id="{121C5799-99C1-ACAF-B500-2945E7C53B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Freeform 1474">
                <a:extLst>
                  <a:ext uri="{FF2B5EF4-FFF2-40B4-BE49-F238E27FC236}">
                    <a16:creationId xmlns:a16="http://schemas.microsoft.com/office/drawing/2014/main" id="{9A752E6D-9106-E714-CAC0-41DC8C73F1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" name="Freeform 1475">
                <a:extLst>
                  <a:ext uri="{FF2B5EF4-FFF2-40B4-BE49-F238E27FC236}">
                    <a16:creationId xmlns:a16="http://schemas.microsoft.com/office/drawing/2014/main" id="{284940DD-57ED-A71A-A885-26DFE079A6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Oval 1476">
                <a:extLst>
                  <a:ext uri="{FF2B5EF4-FFF2-40B4-BE49-F238E27FC236}">
                    <a16:creationId xmlns:a16="http://schemas.microsoft.com/office/drawing/2014/main" id="{F5B1329C-9D04-5191-22CA-F0E4FCF019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2" name="Group 1477">
              <a:extLst>
                <a:ext uri="{FF2B5EF4-FFF2-40B4-BE49-F238E27FC236}">
                  <a16:creationId xmlns:a16="http://schemas.microsoft.com/office/drawing/2014/main" id="{4ADAE30A-C6C7-B959-54E7-409144CD66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69" name="Oval 1478">
                <a:extLst>
                  <a:ext uri="{FF2B5EF4-FFF2-40B4-BE49-F238E27FC236}">
                    <a16:creationId xmlns:a16="http://schemas.microsoft.com/office/drawing/2014/main" id="{B4F3124A-CF61-08CD-147D-9EE8940C59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0" name="Oval 1479">
                <a:extLst>
                  <a:ext uri="{FF2B5EF4-FFF2-40B4-BE49-F238E27FC236}">
                    <a16:creationId xmlns:a16="http://schemas.microsoft.com/office/drawing/2014/main" id="{8AE5B47D-A5C3-6D6B-AAE8-88EBCFF8C8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1" name="Freeform 1480">
                <a:extLst>
                  <a:ext uri="{FF2B5EF4-FFF2-40B4-BE49-F238E27FC236}">
                    <a16:creationId xmlns:a16="http://schemas.microsoft.com/office/drawing/2014/main" id="{B8BE8A33-E987-9DD7-6A44-22C2733FEE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Freeform 1481">
                <a:extLst>
                  <a:ext uri="{FF2B5EF4-FFF2-40B4-BE49-F238E27FC236}">
                    <a16:creationId xmlns:a16="http://schemas.microsoft.com/office/drawing/2014/main" id="{CBD51D2C-BE08-1224-E72B-26D6144996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" name="Freeform 1482">
                <a:extLst>
                  <a:ext uri="{FF2B5EF4-FFF2-40B4-BE49-F238E27FC236}">
                    <a16:creationId xmlns:a16="http://schemas.microsoft.com/office/drawing/2014/main" id="{DCD1228E-E6FD-FAFC-F593-7FC3ED4F4F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Oval 1483">
                <a:extLst>
                  <a:ext uri="{FF2B5EF4-FFF2-40B4-BE49-F238E27FC236}">
                    <a16:creationId xmlns:a16="http://schemas.microsoft.com/office/drawing/2014/main" id="{0E5DA86F-0DDC-B570-7314-4492D1838A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3" name="Group 1484">
              <a:extLst>
                <a:ext uri="{FF2B5EF4-FFF2-40B4-BE49-F238E27FC236}">
                  <a16:creationId xmlns:a16="http://schemas.microsoft.com/office/drawing/2014/main" id="{ED144033-F14F-80FF-505B-3C7A46E8D3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63" name="Oval 1485">
                <a:extLst>
                  <a:ext uri="{FF2B5EF4-FFF2-40B4-BE49-F238E27FC236}">
                    <a16:creationId xmlns:a16="http://schemas.microsoft.com/office/drawing/2014/main" id="{34B16B78-23C7-BC51-C319-FB31B95AC9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4" name="Oval 1486">
                <a:extLst>
                  <a:ext uri="{FF2B5EF4-FFF2-40B4-BE49-F238E27FC236}">
                    <a16:creationId xmlns:a16="http://schemas.microsoft.com/office/drawing/2014/main" id="{EB0396E8-F767-C08A-03C4-3A3B3FC15F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5" name="Freeform 1487">
                <a:extLst>
                  <a:ext uri="{FF2B5EF4-FFF2-40B4-BE49-F238E27FC236}">
                    <a16:creationId xmlns:a16="http://schemas.microsoft.com/office/drawing/2014/main" id="{ED0E8B5E-606D-1A18-D2F2-33E91C9DB8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Freeform 1488">
                <a:extLst>
                  <a:ext uri="{FF2B5EF4-FFF2-40B4-BE49-F238E27FC236}">
                    <a16:creationId xmlns:a16="http://schemas.microsoft.com/office/drawing/2014/main" id="{EC94E02F-B3A1-88C9-0017-3F270779C3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" name="Freeform 1489">
                <a:extLst>
                  <a:ext uri="{FF2B5EF4-FFF2-40B4-BE49-F238E27FC236}">
                    <a16:creationId xmlns:a16="http://schemas.microsoft.com/office/drawing/2014/main" id="{ED9B767D-E029-106B-9CDF-E1569F001D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Oval 1490">
                <a:extLst>
                  <a:ext uri="{FF2B5EF4-FFF2-40B4-BE49-F238E27FC236}">
                    <a16:creationId xmlns:a16="http://schemas.microsoft.com/office/drawing/2014/main" id="{8E9812DD-35CF-E4C7-1B35-A52D133F70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4" name="Group 1491">
              <a:extLst>
                <a:ext uri="{FF2B5EF4-FFF2-40B4-BE49-F238E27FC236}">
                  <a16:creationId xmlns:a16="http://schemas.microsoft.com/office/drawing/2014/main" id="{23E9E055-0CF7-62F5-F849-A2D77E1A16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57" name="Oval 1492">
                <a:extLst>
                  <a:ext uri="{FF2B5EF4-FFF2-40B4-BE49-F238E27FC236}">
                    <a16:creationId xmlns:a16="http://schemas.microsoft.com/office/drawing/2014/main" id="{6AB7A784-C1D5-54B8-328A-554EA7EAF2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8" name="Oval 1493">
                <a:extLst>
                  <a:ext uri="{FF2B5EF4-FFF2-40B4-BE49-F238E27FC236}">
                    <a16:creationId xmlns:a16="http://schemas.microsoft.com/office/drawing/2014/main" id="{CD70AB6C-2028-F48D-4859-8DD0B3C6F5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9" name="Freeform 1494">
                <a:extLst>
                  <a:ext uri="{FF2B5EF4-FFF2-40B4-BE49-F238E27FC236}">
                    <a16:creationId xmlns:a16="http://schemas.microsoft.com/office/drawing/2014/main" id="{700C9F83-591F-3C0C-4E0C-71E8E28A4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Freeform 1495">
                <a:extLst>
                  <a:ext uri="{FF2B5EF4-FFF2-40B4-BE49-F238E27FC236}">
                    <a16:creationId xmlns:a16="http://schemas.microsoft.com/office/drawing/2014/main" id="{6733F259-FE28-28FF-EEBE-FFB2B264B6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" name="Freeform 1496">
                <a:extLst>
                  <a:ext uri="{FF2B5EF4-FFF2-40B4-BE49-F238E27FC236}">
                    <a16:creationId xmlns:a16="http://schemas.microsoft.com/office/drawing/2014/main" id="{81B161D9-5A34-BB26-61D1-067CDBC6EB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Oval 1497">
                <a:extLst>
                  <a:ext uri="{FF2B5EF4-FFF2-40B4-BE49-F238E27FC236}">
                    <a16:creationId xmlns:a16="http://schemas.microsoft.com/office/drawing/2014/main" id="{CB10A256-C4DA-31CF-F3A0-D177FE122C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5" name="Group 1498">
              <a:extLst>
                <a:ext uri="{FF2B5EF4-FFF2-40B4-BE49-F238E27FC236}">
                  <a16:creationId xmlns:a16="http://schemas.microsoft.com/office/drawing/2014/main" id="{8F7669EF-A2B9-FF8B-F5F6-2D04C3F73B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51" name="Oval 1499">
                <a:extLst>
                  <a:ext uri="{FF2B5EF4-FFF2-40B4-BE49-F238E27FC236}">
                    <a16:creationId xmlns:a16="http://schemas.microsoft.com/office/drawing/2014/main" id="{77B49B77-22D8-4ADC-EF47-0C5153AE39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2" name="Oval 1500">
                <a:extLst>
                  <a:ext uri="{FF2B5EF4-FFF2-40B4-BE49-F238E27FC236}">
                    <a16:creationId xmlns:a16="http://schemas.microsoft.com/office/drawing/2014/main" id="{586E4134-9560-77C8-8403-608EDF6890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3" name="Freeform 1501">
                <a:extLst>
                  <a:ext uri="{FF2B5EF4-FFF2-40B4-BE49-F238E27FC236}">
                    <a16:creationId xmlns:a16="http://schemas.microsoft.com/office/drawing/2014/main" id="{B8EAD5E8-897A-FBBB-B19D-F9D084B29E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Freeform 1502">
                <a:extLst>
                  <a:ext uri="{FF2B5EF4-FFF2-40B4-BE49-F238E27FC236}">
                    <a16:creationId xmlns:a16="http://schemas.microsoft.com/office/drawing/2014/main" id="{38DFFB2D-5E75-EF06-5BCD-DE71B2DDE1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" name="Freeform 1503">
                <a:extLst>
                  <a:ext uri="{FF2B5EF4-FFF2-40B4-BE49-F238E27FC236}">
                    <a16:creationId xmlns:a16="http://schemas.microsoft.com/office/drawing/2014/main" id="{53E67877-D9E7-1C65-AC2B-43C629C8D8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Oval 1504">
                <a:extLst>
                  <a:ext uri="{FF2B5EF4-FFF2-40B4-BE49-F238E27FC236}">
                    <a16:creationId xmlns:a16="http://schemas.microsoft.com/office/drawing/2014/main" id="{2193DFAC-FB60-F43C-16D8-A7AD8F7A0A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6" name="Group 1505">
              <a:extLst>
                <a:ext uri="{FF2B5EF4-FFF2-40B4-BE49-F238E27FC236}">
                  <a16:creationId xmlns:a16="http://schemas.microsoft.com/office/drawing/2014/main" id="{3B2C7FD7-CC42-1677-E2FA-BF813AD071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45" name="Oval 1506">
                <a:extLst>
                  <a:ext uri="{FF2B5EF4-FFF2-40B4-BE49-F238E27FC236}">
                    <a16:creationId xmlns:a16="http://schemas.microsoft.com/office/drawing/2014/main" id="{4FC612B7-84C6-6AC5-D2B8-2066FBD366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6" name="Oval 1507">
                <a:extLst>
                  <a:ext uri="{FF2B5EF4-FFF2-40B4-BE49-F238E27FC236}">
                    <a16:creationId xmlns:a16="http://schemas.microsoft.com/office/drawing/2014/main" id="{DB2821AA-808A-B13B-1361-66D2DEC067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7" name="Freeform 1508">
                <a:extLst>
                  <a:ext uri="{FF2B5EF4-FFF2-40B4-BE49-F238E27FC236}">
                    <a16:creationId xmlns:a16="http://schemas.microsoft.com/office/drawing/2014/main" id="{4D5DD65F-1A89-7B6B-7AAB-A1D00577AB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Freeform 1509">
                <a:extLst>
                  <a:ext uri="{FF2B5EF4-FFF2-40B4-BE49-F238E27FC236}">
                    <a16:creationId xmlns:a16="http://schemas.microsoft.com/office/drawing/2014/main" id="{3001F791-F1AB-153C-5BD0-A2360EBE74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" name="Freeform 1510">
                <a:extLst>
                  <a:ext uri="{FF2B5EF4-FFF2-40B4-BE49-F238E27FC236}">
                    <a16:creationId xmlns:a16="http://schemas.microsoft.com/office/drawing/2014/main" id="{C1FBB57B-F63F-2A9F-9652-7A73B96C28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Oval 1511">
                <a:extLst>
                  <a:ext uri="{FF2B5EF4-FFF2-40B4-BE49-F238E27FC236}">
                    <a16:creationId xmlns:a16="http://schemas.microsoft.com/office/drawing/2014/main" id="{B13BEAA2-AB62-AA6E-E4DB-7F45202660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7" name="Group 1512">
              <a:extLst>
                <a:ext uri="{FF2B5EF4-FFF2-40B4-BE49-F238E27FC236}">
                  <a16:creationId xmlns:a16="http://schemas.microsoft.com/office/drawing/2014/main" id="{77CFD603-E803-314B-D9E1-1DA2372FDE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39" name="Oval 1513">
                <a:extLst>
                  <a:ext uri="{FF2B5EF4-FFF2-40B4-BE49-F238E27FC236}">
                    <a16:creationId xmlns:a16="http://schemas.microsoft.com/office/drawing/2014/main" id="{BF402739-2630-01A2-A1C6-F9786D09CB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0" name="Oval 1514">
                <a:extLst>
                  <a:ext uri="{FF2B5EF4-FFF2-40B4-BE49-F238E27FC236}">
                    <a16:creationId xmlns:a16="http://schemas.microsoft.com/office/drawing/2014/main" id="{23743170-71EF-005D-6B5D-775F45969C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1" name="Freeform 1515">
                <a:extLst>
                  <a:ext uri="{FF2B5EF4-FFF2-40B4-BE49-F238E27FC236}">
                    <a16:creationId xmlns:a16="http://schemas.microsoft.com/office/drawing/2014/main" id="{06D032BD-6901-6CF6-1D63-1D41598A3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Freeform 1516">
                <a:extLst>
                  <a:ext uri="{FF2B5EF4-FFF2-40B4-BE49-F238E27FC236}">
                    <a16:creationId xmlns:a16="http://schemas.microsoft.com/office/drawing/2014/main" id="{8AE0BC67-E06C-4156-7A30-378053E06A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" name="Freeform 1517">
                <a:extLst>
                  <a:ext uri="{FF2B5EF4-FFF2-40B4-BE49-F238E27FC236}">
                    <a16:creationId xmlns:a16="http://schemas.microsoft.com/office/drawing/2014/main" id="{6E51ACC7-4A64-4064-E26A-AF38DF309C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Oval 1518">
                <a:extLst>
                  <a:ext uri="{FF2B5EF4-FFF2-40B4-BE49-F238E27FC236}">
                    <a16:creationId xmlns:a16="http://schemas.microsoft.com/office/drawing/2014/main" id="{9790A3F0-E24A-52B2-DF5E-B48194D2F1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8" name="Group 1519">
              <a:extLst>
                <a:ext uri="{FF2B5EF4-FFF2-40B4-BE49-F238E27FC236}">
                  <a16:creationId xmlns:a16="http://schemas.microsoft.com/office/drawing/2014/main" id="{2B6C79D1-2718-47F9-1D7A-90DC18B086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33" name="Oval 1520">
                <a:extLst>
                  <a:ext uri="{FF2B5EF4-FFF2-40B4-BE49-F238E27FC236}">
                    <a16:creationId xmlns:a16="http://schemas.microsoft.com/office/drawing/2014/main" id="{67B347E3-25A9-89CF-50F3-F6E8EECBBC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4" name="Oval 1521">
                <a:extLst>
                  <a:ext uri="{FF2B5EF4-FFF2-40B4-BE49-F238E27FC236}">
                    <a16:creationId xmlns:a16="http://schemas.microsoft.com/office/drawing/2014/main" id="{6D38D836-3388-F407-CF48-D8A1A1B3C6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5" name="Freeform 1522">
                <a:extLst>
                  <a:ext uri="{FF2B5EF4-FFF2-40B4-BE49-F238E27FC236}">
                    <a16:creationId xmlns:a16="http://schemas.microsoft.com/office/drawing/2014/main" id="{08481254-8BBC-1418-984C-D4C2CEEC4B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Freeform 1523">
                <a:extLst>
                  <a:ext uri="{FF2B5EF4-FFF2-40B4-BE49-F238E27FC236}">
                    <a16:creationId xmlns:a16="http://schemas.microsoft.com/office/drawing/2014/main" id="{DD418949-9502-C1A7-4A33-99B5E8843D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" name="Freeform 1524">
                <a:extLst>
                  <a:ext uri="{FF2B5EF4-FFF2-40B4-BE49-F238E27FC236}">
                    <a16:creationId xmlns:a16="http://schemas.microsoft.com/office/drawing/2014/main" id="{DC280D46-05F0-056F-844F-B885167888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Oval 1525">
                <a:extLst>
                  <a:ext uri="{FF2B5EF4-FFF2-40B4-BE49-F238E27FC236}">
                    <a16:creationId xmlns:a16="http://schemas.microsoft.com/office/drawing/2014/main" id="{6B22817C-EB74-81AB-491E-A0DF53921C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9" name="Group 1526">
              <a:extLst>
                <a:ext uri="{FF2B5EF4-FFF2-40B4-BE49-F238E27FC236}">
                  <a16:creationId xmlns:a16="http://schemas.microsoft.com/office/drawing/2014/main" id="{C155817E-0A4A-D9FE-10ED-DBDBAB68F5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27" name="Oval 1527">
                <a:extLst>
                  <a:ext uri="{FF2B5EF4-FFF2-40B4-BE49-F238E27FC236}">
                    <a16:creationId xmlns:a16="http://schemas.microsoft.com/office/drawing/2014/main" id="{595DF5F2-EEA0-D7ED-6D43-511B66627B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8" name="Oval 1528">
                <a:extLst>
                  <a:ext uri="{FF2B5EF4-FFF2-40B4-BE49-F238E27FC236}">
                    <a16:creationId xmlns:a16="http://schemas.microsoft.com/office/drawing/2014/main" id="{F7E016BF-E888-651D-4603-B1ED46BACB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9" name="Freeform 1529">
                <a:extLst>
                  <a:ext uri="{FF2B5EF4-FFF2-40B4-BE49-F238E27FC236}">
                    <a16:creationId xmlns:a16="http://schemas.microsoft.com/office/drawing/2014/main" id="{04E1C496-60B1-D9FE-EE9D-C078C09508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Freeform 1530">
                <a:extLst>
                  <a:ext uri="{FF2B5EF4-FFF2-40B4-BE49-F238E27FC236}">
                    <a16:creationId xmlns:a16="http://schemas.microsoft.com/office/drawing/2014/main" id="{21F1EB0E-8E84-D574-D676-0ED3996897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" name="Freeform 1531">
                <a:extLst>
                  <a:ext uri="{FF2B5EF4-FFF2-40B4-BE49-F238E27FC236}">
                    <a16:creationId xmlns:a16="http://schemas.microsoft.com/office/drawing/2014/main" id="{1E4A1F34-B2D8-35F6-7672-A5573A5093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Oval 1532">
                <a:extLst>
                  <a:ext uri="{FF2B5EF4-FFF2-40B4-BE49-F238E27FC236}">
                    <a16:creationId xmlns:a16="http://schemas.microsoft.com/office/drawing/2014/main" id="{A0D86F83-2ED2-51E2-3B14-D19E23A72B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0" name="Group 1533">
              <a:extLst>
                <a:ext uri="{FF2B5EF4-FFF2-40B4-BE49-F238E27FC236}">
                  <a16:creationId xmlns:a16="http://schemas.microsoft.com/office/drawing/2014/main" id="{78DCF61B-7732-6BA9-0ED4-B2BFE88343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21" name="Oval 1534">
                <a:extLst>
                  <a:ext uri="{FF2B5EF4-FFF2-40B4-BE49-F238E27FC236}">
                    <a16:creationId xmlns:a16="http://schemas.microsoft.com/office/drawing/2014/main" id="{65C3571B-141D-9912-6F43-6700299FCE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2" name="Oval 1535">
                <a:extLst>
                  <a:ext uri="{FF2B5EF4-FFF2-40B4-BE49-F238E27FC236}">
                    <a16:creationId xmlns:a16="http://schemas.microsoft.com/office/drawing/2014/main" id="{46CE1B5F-6B90-3AE0-9F43-AD5BD5BE0D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3" name="Freeform 1536">
                <a:extLst>
                  <a:ext uri="{FF2B5EF4-FFF2-40B4-BE49-F238E27FC236}">
                    <a16:creationId xmlns:a16="http://schemas.microsoft.com/office/drawing/2014/main" id="{A40E6EA7-8D3D-EA0A-B552-885BFA04F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Freeform 1537">
                <a:extLst>
                  <a:ext uri="{FF2B5EF4-FFF2-40B4-BE49-F238E27FC236}">
                    <a16:creationId xmlns:a16="http://schemas.microsoft.com/office/drawing/2014/main" id="{140FC6A8-8E1C-A33A-C517-2D34E2B57C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5" name="Freeform 1538">
                <a:extLst>
                  <a:ext uri="{FF2B5EF4-FFF2-40B4-BE49-F238E27FC236}">
                    <a16:creationId xmlns:a16="http://schemas.microsoft.com/office/drawing/2014/main" id="{DDFB7438-A5C2-17A8-DC54-65FE626D0C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Oval 1539">
                <a:extLst>
                  <a:ext uri="{FF2B5EF4-FFF2-40B4-BE49-F238E27FC236}">
                    <a16:creationId xmlns:a16="http://schemas.microsoft.com/office/drawing/2014/main" id="{9A00E99C-6D31-CCBB-7E0C-DEC59AEBBB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1" name="Group 1540">
              <a:extLst>
                <a:ext uri="{FF2B5EF4-FFF2-40B4-BE49-F238E27FC236}">
                  <a16:creationId xmlns:a16="http://schemas.microsoft.com/office/drawing/2014/main" id="{FD6B681C-61BC-0E6A-DBC1-A210795D02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15" name="Oval 1541">
                <a:extLst>
                  <a:ext uri="{FF2B5EF4-FFF2-40B4-BE49-F238E27FC236}">
                    <a16:creationId xmlns:a16="http://schemas.microsoft.com/office/drawing/2014/main" id="{003D95A9-51DE-3403-A152-5CA7B9B8F4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6" name="Oval 1542">
                <a:extLst>
                  <a:ext uri="{FF2B5EF4-FFF2-40B4-BE49-F238E27FC236}">
                    <a16:creationId xmlns:a16="http://schemas.microsoft.com/office/drawing/2014/main" id="{4E261BC5-8245-9B2C-EC51-27E295210E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7" name="Freeform 1543">
                <a:extLst>
                  <a:ext uri="{FF2B5EF4-FFF2-40B4-BE49-F238E27FC236}">
                    <a16:creationId xmlns:a16="http://schemas.microsoft.com/office/drawing/2014/main" id="{C3030757-E7EA-E7F2-BA8A-4072ACF8DB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Freeform 1544">
                <a:extLst>
                  <a:ext uri="{FF2B5EF4-FFF2-40B4-BE49-F238E27FC236}">
                    <a16:creationId xmlns:a16="http://schemas.microsoft.com/office/drawing/2014/main" id="{64D400FB-A1BD-B374-98C9-2808A8B332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9" name="Freeform 1545">
                <a:extLst>
                  <a:ext uri="{FF2B5EF4-FFF2-40B4-BE49-F238E27FC236}">
                    <a16:creationId xmlns:a16="http://schemas.microsoft.com/office/drawing/2014/main" id="{2CBD488D-E1DB-12DA-F4E2-A3367E06D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Oval 1546">
                <a:extLst>
                  <a:ext uri="{FF2B5EF4-FFF2-40B4-BE49-F238E27FC236}">
                    <a16:creationId xmlns:a16="http://schemas.microsoft.com/office/drawing/2014/main" id="{6DD191B9-8810-B590-2BA1-79E3E04ED6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2" name="Group 1547">
              <a:extLst>
                <a:ext uri="{FF2B5EF4-FFF2-40B4-BE49-F238E27FC236}">
                  <a16:creationId xmlns:a16="http://schemas.microsoft.com/office/drawing/2014/main" id="{A213302D-497A-F766-CA99-46CF7E19D3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09" name="Oval 1548">
                <a:extLst>
                  <a:ext uri="{FF2B5EF4-FFF2-40B4-BE49-F238E27FC236}">
                    <a16:creationId xmlns:a16="http://schemas.microsoft.com/office/drawing/2014/main" id="{3BD298F6-F94D-F1B9-506C-05C89662BB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0" name="Oval 1549">
                <a:extLst>
                  <a:ext uri="{FF2B5EF4-FFF2-40B4-BE49-F238E27FC236}">
                    <a16:creationId xmlns:a16="http://schemas.microsoft.com/office/drawing/2014/main" id="{0C2018CC-1F6F-9148-EFF9-75561AB5F0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1" name="Freeform 1550">
                <a:extLst>
                  <a:ext uri="{FF2B5EF4-FFF2-40B4-BE49-F238E27FC236}">
                    <a16:creationId xmlns:a16="http://schemas.microsoft.com/office/drawing/2014/main" id="{6DE518BB-78F2-3B31-AF82-E7CD1870D1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Freeform 1551">
                <a:extLst>
                  <a:ext uri="{FF2B5EF4-FFF2-40B4-BE49-F238E27FC236}">
                    <a16:creationId xmlns:a16="http://schemas.microsoft.com/office/drawing/2014/main" id="{0F306ED1-649A-7DEB-1162-A4AC1D56B5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3" name="Freeform 1552">
                <a:extLst>
                  <a:ext uri="{FF2B5EF4-FFF2-40B4-BE49-F238E27FC236}">
                    <a16:creationId xmlns:a16="http://schemas.microsoft.com/office/drawing/2014/main" id="{8ED04676-E87C-202C-047D-D0AA140AAD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Oval 1553">
                <a:extLst>
                  <a:ext uri="{FF2B5EF4-FFF2-40B4-BE49-F238E27FC236}">
                    <a16:creationId xmlns:a16="http://schemas.microsoft.com/office/drawing/2014/main" id="{88814493-7E7F-DF01-620D-48E0711A08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3" name="Group 1554">
              <a:extLst>
                <a:ext uri="{FF2B5EF4-FFF2-40B4-BE49-F238E27FC236}">
                  <a16:creationId xmlns:a16="http://schemas.microsoft.com/office/drawing/2014/main" id="{FBE724D1-FC09-11E6-9C8E-7AB9DDDEE9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03" name="Oval 1555">
                <a:extLst>
                  <a:ext uri="{FF2B5EF4-FFF2-40B4-BE49-F238E27FC236}">
                    <a16:creationId xmlns:a16="http://schemas.microsoft.com/office/drawing/2014/main" id="{BD024D6A-6531-1319-4D57-C94A600806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4" name="Oval 1556">
                <a:extLst>
                  <a:ext uri="{FF2B5EF4-FFF2-40B4-BE49-F238E27FC236}">
                    <a16:creationId xmlns:a16="http://schemas.microsoft.com/office/drawing/2014/main" id="{4BF001DF-1093-C6DC-4718-9A88297C43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5" name="Freeform 1557">
                <a:extLst>
                  <a:ext uri="{FF2B5EF4-FFF2-40B4-BE49-F238E27FC236}">
                    <a16:creationId xmlns:a16="http://schemas.microsoft.com/office/drawing/2014/main" id="{8A4D7747-8B28-3408-ED51-370BB3BDA6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Freeform 1558">
                <a:extLst>
                  <a:ext uri="{FF2B5EF4-FFF2-40B4-BE49-F238E27FC236}">
                    <a16:creationId xmlns:a16="http://schemas.microsoft.com/office/drawing/2014/main" id="{1A047E84-CCCF-5EE9-974F-7D78756FD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7" name="Freeform 1559">
                <a:extLst>
                  <a:ext uri="{FF2B5EF4-FFF2-40B4-BE49-F238E27FC236}">
                    <a16:creationId xmlns:a16="http://schemas.microsoft.com/office/drawing/2014/main" id="{F231EEC6-FAE7-98BB-9F3B-DB8BA26ADB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Oval 1560">
                <a:extLst>
                  <a:ext uri="{FF2B5EF4-FFF2-40B4-BE49-F238E27FC236}">
                    <a16:creationId xmlns:a16="http://schemas.microsoft.com/office/drawing/2014/main" id="{7000F920-B2E3-64D0-1932-DD42CC482E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4" name="Group 1561">
              <a:extLst>
                <a:ext uri="{FF2B5EF4-FFF2-40B4-BE49-F238E27FC236}">
                  <a16:creationId xmlns:a16="http://schemas.microsoft.com/office/drawing/2014/main" id="{DC2B96AF-4F3A-B969-1579-42C2D6688F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197" name="Oval 1562">
                <a:extLst>
                  <a:ext uri="{FF2B5EF4-FFF2-40B4-BE49-F238E27FC236}">
                    <a16:creationId xmlns:a16="http://schemas.microsoft.com/office/drawing/2014/main" id="{0E4F3020-D3D1-6C8F-F311-97FDDDFF3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8" name="Oval 1563">
                <a:extLst>
                  <a:ext uri="{FF2B5EF4-FFF2-40B4-BE49-F238E27FC236}">
                    <a16:creationId xmlns:a16="http://schemas.microsoft.com/office/drawing/2014/main" id="{0B58DEDC-4D8B-09BF-3A6C-553BDDA41E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9" name="Freeform 1564">
                <a:extLst>
                  <a:ext uri="{FF2B5EF4-FFF2-40B4-BE49-F238E27FC236}">
                    <a16:creationId xmlns:a16="http://schemas.microsoft.com/office/drawing/2014/main" id="{BAA686A4-FBBF-A922-CD8A-CDC1D8721F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Freeform 1565">
                <a:extLst>
                  <a:ext uri="{FF2B5EF4-FFF2-40B4-BE49-F238E27FC236}">
                    <a16:creationId xmlns:a16="http://schemas.microsoft.com/office/drawing/2014/main" id="{66E3B872-60C4-EDA3-CF53-5FB2CC3444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1" name="Freeform 1566">
                <a:extLst>
                  <a:ext uri="{FF2B5EF4-FFF2-40B4-BE49-F238E27FC236}">
                    <a16:creationId xmlns:a16="http://schemas.microsoft.com/office/drawing/2014/main" id="{91FC46BE-A04B-3450-78BD-13E3ACD792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Oval 1567">
                <a:extLst>
                  <a:ext uri="{FF2B5EF4-FFF2-40B4-BE49-F238E27FC236}">
                    <a16:creationId xmlns:a16="http://schemas.microsoft.com/office/drawing/2014/main" id="{EBD84A27-95C3-F956-715D-7BBA5D3648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5" name="Group 1568">
              <a:extLst>
                <a:ext uri="{FF2B5EF4-FFF2-40B4-BE49-F238E27FC236}">
                  <a16:creationId xmlns:a16="http://schemas.microsoft.com/office/drawing/2014/main" id="{70013F66-D846-823C-2ABB-B067F7FDD9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191" name="Oval 1569">
                <a:extLst>
                  <a:ext uri="{FF2B5EF4-FFF2-40B4-BE49-F238E27FC236}">
                    <a16:creationId xmlns:a16="http://schemas.microsoft.com/office/drawing/2014/main" id="{498F10EA-74BC-A8E3-0598-1E2D5F9767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2" name="Oval 1570">
                <a:extLst>
                  <a:ext uri="{FF2B5EF4-FFF2-40B4-BE49-F238E27FC236}">
                    <a16:creationId xmlns:a16="http://schemas.microsoft.com/office/drawing/2014/main" id="{EE439A0E-AB84-A907-2D10-4846B13B5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3" name="Freeform 1571">
                <a:extLst>
                  <a:ext uri="{FF2B5EF4-FFF2-40B4-BE49-F238E27FC236}">
                    <a16:creationId xmlns:a16="http://schemas.microsoft.com/office/drawing/2014/main" id="{717E8C5B-A574-D06D-35DB-F93AF93772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Freeform 1572">
                <a:extLst>
                  <a:ext uri="{FF2B5EF4-FFF2-40B4-BE49-F238E27FC236}">
                    <a16:creationId xmlns:a16="http://schemas.microsoft.com/office/drawing/2014/main" id="{8A74B1D0-6FF8-410E-3B3E-BC723B5636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5" name="Freeform 1573">
                <a:extLst>
                  <a:ext uri="{FF2B5EF4-FFF2-40B4-BE49-F238E27FC236}">
                    <a16:creationId xmlns:a16="http://schemas.microsoft.com/office/drawing/2014/main" id="{2E8E104B-A7A1-FCD0-47A3-674268B15A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Oval 1574">
                <a:extLst>
                  <a:ext uri="{FF2B5EF4-FFF2-40B4-BE49-F238E27FC236}">
                    <a16:creationId xmlns:a16="http://schemas.microsoft.com/office/drawing/2014/main" id="{75D931D5-5472-BAE4-3813-571F09A59B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575">
              <a:extLst>
                <a:ext uri="{FF2B5EF4-FFF2-40B4-BE49-F238E27FC236}">
                  <a16:creationId xmlns:a16="http://schemas.microsoft.com/office/drawing/2014/main" id="{C7FCA5EA-94C6-DB12-97B1-7869D7C0C9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185" name="Oval 1576">
                <a:extLst>
                  <a:ext uri="{FF2B5EF4-FFF2-40B4-BE49-F238E27FC236}">
                    <a16:creationId xmlns:a16="http://schemas.microsoft.com/office/drawing/2014/main" id="{87154980-7ED2-1300-D912-2778BE0792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6" name="Oval 1577">
                <a:extLst>
                  <a:ext uri="{FF2B5EF4-FFF2-40B4-BE49-F238E27FC236}">
                    <a16:creationId xmlns:a16="http://schemas.microsoft.com/office/drawing/2014/main" id="{A328060A-8EEA-A519-75DF-BCD13D7283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7" name="Freeform 1578">
                <a:extLst>
                  <a:ext uri="{FF2B5EF4-FFF2-40B4-BE49-F238E27FC236}">
                    <a16:creationId xmlns:a16="http://schemas.microsoft.com/office/drawing/2014/main" id="{2238633F-43A4-AF90-C9D9-45D2CB4951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579">
                <a:extLst>
                  <a:ext uri="{FF2B5EF4-FFF2-40B4-BE49-F238E27FC236}">
                    <a16:creationId xmlns:a16="http://schemas.microsoft.com/office/drawing/2014/main" id="{F42C78ED-24AF-CDB2-1404-C9189E9343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Freeform 1580">
                <a:extLst>
                  <a:ext uri="{FF2B5EF4-FFF2-40B4-BE49-F238E27FC236}">
                    <a16:creationId xmlns:a16="http://schemas.microsoft.com/office/drawing/2014/main" id="{F0EDD541-3285-AD25-6485-736E36ABCD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Oval 1581">
                <a:extLst>
                  <a:ext uri="{FF2B5EF4-FFF2-40B4-BE49-F238E27FC236}">
                    <a16:creationId xmlns:a16="http://schemas.microsoft.com/office/drawing/2014/main" id="{920DC0EC-62E5-8BB5-EEE5-BBF02423DE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582">
              <a:extLst>
                <a:ext uri="{FF2B5EF4-FFF2-40B4-BE49-F238E27FC236}">
                  <a16:creationId xmlns:a16="http://schemas.microsoft.com/office/drawing/2014/main" id="{6B4E5A8C-C52E-D4D8-584E-98110435FF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179" name="Oval 1583">
                <a:extLst>
                  <a:ext uri="{FF2B5EF4-FFF2-40B4-BE49-F238E27FC236}">
                    <a16:creationId xmlns:a16="http://schemas.microsoft.com/office/drawing/2014/main" id="{B98A6A73-0BD7-7858-45AF-9031051E9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0" name="Oval 1584">
                <a:extLst>
                  <a:ext uri="{FF2B5EF4-FFF2-40B4-BE49-F238E27FC236}">
                    <a16:creationId xmlns:a16="http://schemas.microsoft.com/office/drawing/2014/main" id="{188305D9-0E47-78AE-C870-BA7C289A63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1" name="Freeform 1585">
                <a:extLst>
                  <a:ext uri="{FF2B5EF4-FFF2-40B4-BE49-F238E27FC236}">
                    <a16:creationId xmlns:a16="http://schemas.microsoft.com/office/drawing/2014/main" id="{6146F93F-C894-6870-C81E-41FE358F25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586">
                <a:extLst>
                  <a:ext uri="{FF2B5EF4-FFF2-40B4-BE49-F238E27FC236}">
                    <a16:creationId xmlns:a16="http://schemas.microsoft.com/office/drawing/2014/main" id="{C4DED37A-0012-054C-BCA3-53F90E3504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Freeform 1587">
                <a:extLst>
                  <a:ext uri="{FF2B5EF4-FFF2-40B4-BE49-F238E27FC236}">
                    <a16:creationId xmlns:a16="http://schemas.microsoft.com/office/drawing/2014/main" id="{E87BCAFE-1D40-6B30-80FE-7406E4146B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4" name="Oval 1588">
                <a:extLst>
                  <a:ext uri="{FF2B5EF4-FFF2-40B4-BE49-F238E27FC236}">
                    <a16:creationId xmlns:a16="http://schemas.microsoft.com/office/drawing/2014/main" id="{0C1DF3EB-BA72-BD88-7B7B-0888BCE486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589">
              <a:extLst>
                <a:ext uri="{FF2B5EF4-FFF2-40B4-BE49-F238E27FC236}">
                  <a16:creationId xmlns:a16="http://schemas.microsoft.com/office/drawing/2014/main" id="{A857AF0B-A9B4-D6CC-4238-10C686B69F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73" name="Oval 1590">
                <a:extLst>
                  <a:ext uri="{FF2B5EF4-FFF2-40B4-BE49-F238E27FC236}">
                    <a16:creationId xmlns:a16="http://schemas.microsoft.com/office/drawing/2014/main" id="{F5C66792-72D9-1218-AD1B-CD6357D725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4" name="Oval 1591">
                <a:extLst>
                  <a:ext uri="{FF2B5EF4-FFF2-40B4-BE49-F238E27FC236}">
                    <a16:creationId xmlns:a16="http://schemas.microsoft.com/office/drawing/2014/main" id="{98346A58-0CA9-9180-2D04-0BF766F14B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5" name="Freeform 1592">
                <a:extLst>
                  <a:ext uri="{FF2B5EF4-FFF2-40B4-BE49-F238E27FC236}">
                    <a16:creationId xmlns:a16="http://schemas.microsoft.com/office/drawing/2014/main" id="{ACDA7356-270A-C30E-EF05-0B207CFDF8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593">
                <a:extLst>
                  <a:ext uri="{FF2B5EF4-FFF2-40B4-BE49-F238E27FC236}">
                    <a16:creationId xmlns:a16="http://schemas.microsoft.com/office/drawing/2014/main" id="{CE83A85B-4C35-DAC2-3B3E-50FF2E0884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Freeform 1594">
                <a:extLst>
                  <a:ext uri="{FF2B5EF4-FFF2-40B4-BE49-F238E27FC236}">
                    <a16:creationId xmlns:a16="http://schemas.microsoft.com/office/drawing/2014/main" id="{49596D37-1546-214F-0F22-147E540767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" name="Oval 1595">
                <a:extLst>
                  <a:ext uri="{FF2B5EF4-FFF2-40B4-BE49-F238E27FC236}">
                    <a16:creationId xmlns:a16="http://schemas.microsoft.com/office/drawing/2014/main" id="{48ED2331-064B-18A2-99DC-3102B42D52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596">
              <a:extLst>
                <a:ext uri="{FF2B5EF4-FFF2-40B4-BE49-F238E27FC236}">
                  <a16:creationId xmlns:a16="http://schemas.microsoft.com/office/drawing/2014/main" id="{BC605C61-B808-CBCF-35C5-D49637DADC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67" name="Oval 1597">
                <a:extLst>
                  <a:ext uri="{FF2B5EF4-FFF2-40B4-BE49-F238E27FC236}">
                    <a16:creationId xmlns:a16="http://schemas.microsoft.com/office/drawing/2014/main" id="{E69A12F0-4238-A515-7452-AB192C02D5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8" name="Oval 1598">
                <a:extLst>
                  <a:ext uri="{FF2B5EF4-FFF2-40B4-BE49-F238E27FC236}">
                    <a16:creationId xmlns:a16="http://schemas.microsoft.com/office/drawing/2014/main" id="{3D0B8118-8281-8871-2782-E946889D1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9" name="Freeform 1599">
                <a:extLst>
                  <a:ext uri="{FF2B5EF4-FFF2-40B4-BE49-F238E27FC236}">
                    <a16:creationId xmlns:a16="http://schemas.microsoft.com/office/drawing/2014/main" id="{B526B68E-23A7-6026-07A5-822C41A1BF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600">
                <a:extLst>
                  <a:ext uri="{FF2B5EF4-FFF2-40B4-BE49-F238E27FC236}">
                    <a16:creationId xmlns:a16="http://schemas.microsoft.com/office/drawing/2014/main" id="{BE65242C-0942-3B6E-F5C7-D62E26DFC6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Freeform 1601">
                <a:extLst>
                  <a:ext uri="{FF2B5EF4-FFF2-40B4-BE49-F238E27FC236}">
                    <a16:creationId xmlns:a16="http://schemas.microsoft.com/office/drawing/2014/main" id="{66A7032F-98F2-4627-66E8-F77E47C685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2" name="Oval 1602">
                <a:extLst>
                  <a:ext uri="{FF2B5EF4-FFF2-40B4-BE49-F238E27FC236}">
                    <a16:creationId xmlns:a16="http://schemas.microsoft.com/office/drawing/2014/main" id="{0D4E3F47-5B0C-2F76-EACB-BC1B31DBAC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603">
              <a:extLst>
                <a:ext uri="{FF2B5EF4-FFF2-40B4-BE49-F238E27FC236}">
                  <a16:creationId xmlns:a16="http://schemas.microsoft.com/office/drawing/2014/main" id="{367007CE-9006-A72E-57BD-C9F74CBD60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61" name="Oval 1604">
                <a:extLst>
                  <a:ext uri="{FF2B5EF4-FFF2-40B4-BE49-F238E27FC236}">
                    <a16:creationId xmlns:a16="http://schemas.microsoft.com/office/drawing/2014/main" id="{A2019D11-3DE0-A625-A929-1C045144E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2" name="Oval 1605">
                <a:extLst>
                  <a:ext uri="{FF2B5EF4-FFF2-40B4-BE49-F238E27FC236}">
                    <a16:creationId xmlns:a16="http://schemas.microsoft.com/office/drawing/2014/main" id="{0630ABFB-B1BC-B1DA-793A-2502F492D3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3" name="Freeform 1606">
                <a:extLst>
                  <a:ext uri="{FF2B5EF4-FFF2-40B4-BE49-F238E27FC236}">
                    <a16:creationId xmlns:a16="http://schemas.microsoft.com/office/drawing/2014/main" id="{9E02C133-93CF-DB72-7C76-4B8AA0005F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607">
                <a:extLst>
                  <a:ext uri="{FF2B5EF4-FFF2-40B4-BE49-F238E27FC236}">
                    <a16:creationId xmlns:a16="http://schemas.microsoft.com/office/drawing/2014/main" id="{CF317161-D8BD-DBAD-DB07-61B11F1C0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Freeform 1608">
                <a:extLst>
                  <a:ext uri="{FF2B5EF4-FFF2-40B4-BE49-F238E27FC236}">
                    <a16:creationId xmlns:a16="http://schemas.microsoft.com/office/drawing/2014/main" id="{7CC8A1C0-CB5A-282D-1884-BA9A40F933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" name="Oval 1609">
                <a:extLst>
                  <a:ext uri="{FF2B5EF4-FFF2-40B4-BE49-F238E27FC236}">
                    <a16:creationId xmlns:a16="http://schemas.microsoft.com/office/drawing/2014/main" id="{05F92C0C-160F-990D-FB9D-AB43C3E888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53" name="Group 1385">
            <a:extLst>
              <a:ext uri="{FF2B5EF4-FFF2-40B4-BE49-F238E27FC236}">
                <a16:creationId xmlns:a16="http://schemas.microsoft.com/office/drawing/2014/main" id="{CA2727FB-5C46-7AD1-9D27-2AA545488D2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354" name="Group 1386">
              <a:extLst>
                <a:ext uri="{FF2B5EF4-FFF2-40B4-BE49-F238E27FC236}">
                  <a16:creationId xmlns:a16="http://schemas.microsoft.com/office/drawing/2014/main" id="{4E9FA798-A3DD-5541-76AB-C4750A34C3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72" name="Oval 1387">
                <a:extLst>
                  <a:ext uri="{FF2B5EF4-FFF2-40B4-BE49-F238E27FC236}">
                    <a16:creationId xmlns:a16="http://schemas.microsoft.com/office/drawing/2014/main" id="{FE4D0B14-C4BA-6917-D14C-3A89CA6E94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3" name="Oval 1388">
                <a:extLst>
                  <a:ext uri="{FF2B5EF4-FFF2-40B4-BE49-F238E27FC236}">
                    <a16:creationId xmlns:a16="http://schemas.microsoft.com/office/drawing/2014/main" id="{CA85DBAC-BE1E-C4DE-5B11-7A3A689D4C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4" name="Freeform 1389">
                <a:extLst>
                  <a:ext uri="{FF2B5EF4-FFF2-40B4-BE49-F238E27FC236}">
                    <a16:creationId xmlns:a16="http://schemas.microsoft.com/office/drawing/2014/main" id="{FB25A1B3-7562-7FEC-D4D3-A197C312B8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Freeform 1390">
                <a:extLst>
                  <a:ext uri="{FF2B5EF4-FFF2-40B4-BE49-F238E27FC236}">
                    <a16:creationId xmlns:a16="http://schemas.microsoft.com/office/drawing/2014/main" id="{C78D1F0F-C41A-58F9-54C4-8CD45B09FC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" name="Freeform 1391">
                <a:extLst>
                  <a:ext uri="{FF2B5EF4-FFF2-40B4-BE49-F238E27FC236}">
                    <a16:creationId xmlns:a16="http://schemas.microsoft.com/office/drawing/2014/main" id="{06BB9636-E969-E177-8461-BE4DF4C77E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Oval 1392">
                <a:extLst>
                  <a:ext uri="{FF2B5EF4-FFF2-40B4-BE49-F238E27FC236}">
                    <a16:creationId xmlns:a16="http://schemas.microsoft.com/office/drawing/2014/main" id="{81DE6110-2ED2-9A99-F537-FCAAA61EDF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5" name="Group 1393">
              <a:extLst>
                <a:ext uri="{FF2B5EF4-FFF2-40B4-BE49-F238E27FC236}">
                  <a16:creationId xmlns:a16="http://schemas.microsoft.com/office/drawing/2014/main" id="{4636E652-38F1-AA96-5655-F790F23CA1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66" name="Oval 1394">
                <a:extLst>
                  <a:ext uri="{FF2B5EF4-FFF2-40B4-BE49-F238E27FC236}">
                    <a16:creationId xmlns:a16="http://schemas.microsoft.com/office/drawing/2014/main" id="{97A0FE22-3CD4-3965-0628-4D95C8F3A1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7" name="Oval 1395">
                <a:extLst>
                  <a:ext uri="{FF2B5EF4-FFF2-40B4-BE49-F238E27FC236}">
                    <a16:creationId xmlns:a16="http://schemas.microsoft.com/office/drawing/2014/main" id="{2AED2788-8216-A3F3-62B8-ED4637FB17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" name="Freeform 1396">
                <a:extLst>
                  <a:ext uri="{FF2B5EF4-FFF2-40B4-BE49-F238E27FC236}">
                    <a16:creationId xmlns:a16="http://schemas.microsoft.com/office/drawing/2014/main" id="{9567B6BB-529B-DBEF-8B63-C45029871C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Freeform 1397">
                <a:extLst>
                  <a:ext uri="{FF2B5EF4-FFF2-40B4-BE49-F238E27FC236}">
                    <a16:creationId xmlns:a16="http://schemas.microsoft.com/office/drawing/2014/main" id="{C4572006-62E7-74CC-35F9-7374857635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" name="Freeform 1398">
                <a:extLst>
                  <a:ext uri="{FF2B5EF4-FFF2-40B4-BE49-F238E27FC236}">
                    <a16:creationId xmlns:a16="http://schemas.microsoft.com/office/drawing/2014/main" id="{3965B3F8-3AA8-3AF2-4FD4-3F4B31AC87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Oval 1399">
                <a:extLst>
                  <a:ext uri="{FF2B5EF4-FFF2-40B4-BE49-F238E27FC236}">
                    <a16:creationId xmlns:a16="http://schemas.microsoft.com/office/drawing/2014/main" id="{790AD422-CC18-3ED7-989D-C212A70CDB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6" name="Group 1400">
              <a:extLst>
                <a:ext uri="{FF2B5EF4-FFF2-40B4-BE49-F238E27FC236}">
                  <a16:creationId xmlns:a16="http://schemas.microsoft.com/office/drawing/2014/main" id="{248045D8-87A9-0589-C11A-C7AC27AEF8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60" name="Oval 1401">
                <a:extLst>
                  <a:ext uri="{FF2B5EF4-FFF2-40B4-BE49-F238E27FC236}">
                    <a16:creationId xmlns:a16="http://schemas.microsoft.com/office/drawing/2014/main" id="{19678388-85DA-E98F-5AA5-3988AFF426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" name="Oval 1402">
                <a:extLst>
                  <a:ext uri="{FF2B5EF4-FFF2-40B4-BE49-F238E27FC236}">
                    <a16:creationId xmlns:a16="http://schemas.microsoft.com/office/drawing/2014/main" id="{9AD40A90-B6C0-0E38-4F4D-00914FD2FA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" name="Freeform 1403">
                <a:extLst>
                  <a:ext uri="{FF2B5EF4-FFF2-40B4-BE49-F238E27FC236}">
                    <a16:creationId xmlns:a16="http://schemas.microsoft.com/office/drawing/2014/main" id="{69CB84F9-8358-2A43-7939-3CD6B4B221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Freeform 1404">
                <a:extLst>
                  <a:ext uri="{FF2B5EF4-FFF2-40B4-BE49-F238E27FC236}">
                    <a16:creationId xmlns:a16="http://schemas.microsoft.com/office/drawing/2014/main" id="{96433B98-0954-7FAB-844B-C5F8C90E53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" name="Freeform 1405">
                <a:extLst>
                  <a:ext uri="{FF2B5EF4-FFF2-40B4-BE49-F238E27FC236}">
                    <a16:creationId xmlns:a16="http://schemas.microsoft.com/office/drawing/2014/main" id="{7B421666-548B-D86E-83BC-753A48CA8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Oval 1406">
                <a:extLst>
                  <a:ext uri="{FF2B5EF4-FFF2-40B4-BE49-F238E27FC236}">
                    <a16:creationId xmlns:a16="http://schemas.microsoft.com/office/drawing/2014/main" id="{73D11C3B-935B-4B27-9821-64DBB0AB0F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7" name="Group 1407">
              <a:extLst>
                <a:ext uri="{FF2B5EF4-FFF2-40B4-BE49-F238E27FC236}">
                  <a16:creationId xmlns:a16="http://schemas.microsoft.com/office/drawing/2014/main" id="{DD4D0FB2-2871-7F7D-D999-73AEAFB595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54" name="Oval 1408">
                <a:extLst>
                  <a:ext uri="{FF2B5EF4-FFF2-40B4-BE49-F238E27FC236}">
                    <a16:creationId xmlns:a16="http://schemas.microsoft.com/office/drawing/2014/main" id="{0638E757-B17E-E7DF-BCEA-3A224ACFC9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" name="Oval 1409">
                <a:extLst>
                  <a:ext uri="{FF2B5EF4-FFF2-40B4-BE49-F238E27FC236}">
                    <a16:creationId xmlns:a16="http://schemas.microsoft.com/office/drawing/2014/main" id="{D45ECAD0-5596-4CE7-558F-BF54950A0C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" name="Freeform 1410">
                <a:extLst>
                  <a:ext uri="{FF2B5EF4-FFF2-40B4-BE49-F238E27FC236}">
                    <a16:creationId xmlns:a16="http://schemas.microsoft.com/office/drawing/2014/main" id="{7F56138D-8415-EBBE-F621-82DFED072A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Freeform 1411">
                <a:extLst>
                  <a:ext uri="{FF2B5EF4-FFF2-40B4-BE49-F238E27FC236}">
                    <a16:creationId xmlns:a16="http://schemas.microsoft.com/office/drawing/2014/main" id="{C9432417-8936-56F4-AE60-43087752B4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" name="Freeform 1412">
                <a:extLst>
                  <a:ext uri="{FF2B5EF4-FFF2-40B4-BE49-F238E27FC236}">
                    <a16:creationId xmlns:a16="http://schemas.microsoft.com/office/drawing/2014/main" id="{5F79E932-D459-786A-6A5D-0AB5925AB3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Oval 1413">
                <a:extLst>
                  <a:ext uri="{FF2B5EF4-FFF2-40B4-BE49-F238E27FC236}">
                    <a16:creationId xmlns:a16="http://schemas.microsoft.com/office/drawing/2014/main" id="{BD7F21CA-83B5-D16F-F1CB-1F0ABB36EC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8" name="Group 1414">
              <a:extLst>
                <a:ext uri="{FF2B5EF4-FFF2-40B4-BE49-F238E27FC236}">
                  <a16:creationId xmlns:a16="http://schemas.microsoft.com/office/drawing/2014/main" id="{C9880A7F-483A-A9DF-6418-AA650429F0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48" name="Oval 1415">
                <a:extLst>
                  <a:ext uri="{FF2B5EF4-FFF2-40B4-BE49-F238E27FC236}">
                    <a16:creationId xmlns:a16="http://schemas.microsoft.com/office/drawing/2014/main" id="{9F9F443B-42B7-33D5-A97D-C293884B7F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9" name="Oval 1416">
                <a:extLst>
                  <a:ext uri="{FF2B5EF4-FFF2-40B4-BE49-F238E27FC236}">
                    <a16:creationId xmlns:a16="http://schemas.microsoft.com/office/drawing/2014/main" id="{84919A04-52AC-B18E-4551-6EE2147FFE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0" name="Freeform 1417">
                <a:extLst>
                  <a:ext uri="{FF2B5EF4-FFF2-40B4-BE49-F238E27FC236}">
                    <a16:creationId xmlns:a16="http://schemas.microsoft.com/office/drawing/2014/main" id="{AF6CB65F-5703-CA13-F7C7-B24EFA22D1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Freeform 1418">
                <a:extLst>
                  <a:ext uri="{FF2B5EF4-FFF2-40B4-BE49-F238E27FC236}">
                    <a16:creationId xmlns:a16="http://schemas.microsoft.com/office/drawing/2014/main" id="{56FAF669-CA21-8032-4BD6-7F25215840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" name="Freeform 1419">
                <a:extLst>
                  <a:ext uri="{FF2B5EF4-FFF2-40B4-BE49-F238E27FC236}">
                    <a16:creationId xmlns:a16="http://schemas.microsoft.com/office/drawing/2014/main" id="{6B0E66A3-0D00-DF23-2A46-7DD4AB9698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Oval 1420">
                <a:extLst>
                  <a:ext uri="{FF2B5EF4-FFF2-40B4-BE49-F238E27FC236}">
                    <a16:creationId xmlns:a16="http://schemas.microsoft.com/office/drawing/2014/main" id="{8CAE9507-BED1-7201-F6F6-9C5C934E67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9" name="Group 1421">
              <a:extLst>
                <a:ext uri="{FF2B5EF4-FFF2-40B4-BE49-F238E27FC236}">
                  <a16:creationId xmlns:a16="http://schemas.microsoft.com/office/drawing/2014/main" id="{1B2E0F36-46DE-530D-BAE8-BE289D9738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42" name="Oval 1422">
                <a:extLst>
                  <a:ext uri="{FF2B5EF4-FFF2-40B4-BE49-F238E27FC236}">
                    <a16:creationId xmlns:a16="http://schemas.microsoft.com/office/drawing/2014/main" id="{BACB0557-85BD-3B07-7580-D8BF8C80D1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3" name="Oval 1423">
                <a:extLst>
                  <a:ext uri="{FF2B5EF4-FFF2-40B4-BE49-F238E27FC236}">
                    <a16:creationId xmlns:a16="http://schemas.microsoft.com/office/drawing/2014/main" id="{87ED4125-7621-333B-BCA7-36F94A27E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4" name="Freeform 1424">
                <a:extLst>
                  <a:ext uri="{FF2B5EF4-FFF2-40B4-BE49-F238E27FC236}">
                    <a16:creationId xmlns:a16="http://schemas.microsoft.com/office/drawing/2014/main" id="{AE169A1C-BADB-F99B-2133-D017D90FCB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Freeform 1425">
                <a:extLst>
                  <a:ext uri="{FF2B5EF4-FFF2-40B4-BE49-F238E27FC236}">
                    <a16:creationId xmlns:a16="http://schemas.microsoft.com/office/drawing/2014/main" id="{695204F8-813A-F115-4DDC-776FB940A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" name="Freeform 1426">
                <a:extLst>
                  <a:ext uri="{FF2B5EF4-FFF2-40B4-BE49-F238E27FC236}">
                    <a16:creationId xmlns:a16="http://schemas.microsoft.com/office/drawing/2014/main" id="{3783F133-D7A6-6C65-FF96-52C7965F44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Oval 1427">
                <a:extLst>
                  <a:ext uri="{FF2B5EF4-FFF2-40B4-BE49-F238E27FC236}">
                    <a16:creationId xmlns:a16="http://schemas.microsoft.com/office/drawing/2014/main" id="{7B337EB3-1398-E41E-BBB8-8E0540A380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0" name="Group 1428">
              <a:extLst>
                <a:ext uri="{FF2B5EF4-FFF2-40B4-BE49-F238E27FC236}">
                  <a16:creationId xmlns:a16="http://schemas.microsoft.com/office/drawing/2014/main" id="{F28178A0-F343-0D73-7C4D-58A11D896A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36" name="Oval 1429">
                <a:extLst>
                  <a:ext uri="{FF2B5EF4-FFF2-40B4-BE49-F238E27FC236}">
                    <a16:creationId xmlns:a16="http://schemas.microsoft.com/office/drawing/2014/main" id="{80A65872-AC3E-C6D7-023F-385B5F3EA0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7" name="Oval 1430">
                <a:extLst>
                  <a:ext uri="{FF2B5EF4-FFF2-40B4-BE49-F238E27FC236}">
                    <a16:creationId xmlns:a16="http://schemas.microsoft.com/office/drawing/2014/main" id="{531250F0-9D22-546D-2AE2-1DC97E9649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8" name="Freeform 1431">
                <a:extLst>
                  <a:ext uri="{FF2B5EF4-FFF2-40B4-BE49-F238E27FC236}">
                    <a16:creationId xmlns:a16="http://schemas.microsoft.com/office/drawing/2014/main" id="{4F56D503-268E-98EF-655B-E7342EAAC3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Freeform 1432">
                <a:extLst>
                  <a:ext uri="{FF2B5EF4-FFF2-40B4-BE49-F238E27FC236}">
                    <a16:creationId xmlns:a16="http://schemas.microsoft.com/office/drawing/2014/main" id="{BE9FB629-E13D-1042-DEAD-B87EC6443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" name="Freeform 1433">
                <a:extLst>
                  <a:ext uri="{FF2B5EF4-FFF2-40B4-BE49-F238E27FC236}">
                    <a16:creationId xmlns:a16="http://schemas.microsoft.com/office/drawing/2014/main" id="{909B3CB4-1633-4EAB-6A76-053BB496D4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Oval 1434">
                <a:extLst>
                  <a:ext uri="{FF2B5EF4-FFF2-40B4-BE49-F238E27FC236}">
                    <a16:creationId xmlns:a16="http://schemas.microsoft.com/office/drawing/2014/main" id="{8EE1B0D0-EBDF-9087-5165-EC24AE6859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1" name="Group 1435">
              <a:extLst>
                <a:ext uri="{FF2B5EF4-FFF2-40B4-BE49-F238E27FC236}">
                  <a16:creationId xmlns:a16="http://schemas.microsoft.com/office/drawing/2014/main" id="{DF491B7D-C039-1768-A2FB-3B2904022E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30" name="Oval 1436">
                <a:extLst>
                  <a:ext uri="{FF2B5EF4-FFF2-40B4-BE49-F238E27FC236}">
                    <a16:creationId xmlns:a16="http://schemas.microsoft.com/office/drawing/2014/main" id="{D14275E9-0CCD-2924-9EA8-EFDAC50FC8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1" name="Oval 1437">
                <a:extLst>
                  <a:ext uri="{FF2B5EF4-FFF2-40B4-BE49-F238E27FC236}">
                    <a16:creationId xmlns:a16="http://schemas.microsoft.com/office/drawing/2014/main" id="{331EF737-9FF1-8D59-7709-543C9E8A4B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2" name="Freeform 1438">
                <a:extLst>
                  <a:ext uri="{FF2B5EF4-FFF2-40B4-BE49-F238E27FC236}">
                    <a16:creationId xmlns:a16="http://schemas.microsoft.com/office/drawing/2014/main" id="{726F04A1-3E91-6C32-9773-8F56ABC764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Freeform 1439">
                <a:extLst>
                  <a:ext uri="{FF2B5EF4-FFF2-40B4-BE49-F238E27FC236}">
                    <a16:creationId xmlns:a16="http://schemas.microsoft.com/office/drawing/2014/main" id="{5EC14A3C-7653-6026-D786-7525E8331E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4" name="Freeform 1440">
                <a:extLst>
                  <a:ext uri="{FF2B5EF4-FFF2-40B4-BE49-F238E27FC236}">
                    <a16:creationId xmlns:a16="http://schemas.microsoft.com/office/drawing/2014/main" id="{052D1EC6-C434-B7AB-78DA-AB2CD172AA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Oval 1441">
                <a:extLst>
                  <a:ext uri="{FF2B5EF4-FFF2-40B4-BE49-F238E27FC236}">
                    <a16:creationId xmlns:a16="http://schemas.microsoft.com/office/drawing/2014/main" id="{6E42BE8D-5122-F80F-DE55-C150734CB9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2" name="Group 1442">
              <a:extLst>
                <a:ext uri="{FF2B5EF4-FFF2-40B4-BE49-F238E27FC236}">
                  <a16:creationId xmlns:a16="http://schemas.microsoft.com/office/drawing/2014/main" id="{29C63DFB-344B-DB91-3669-7919E88E4F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24" name="Oval 1443">
                <a:extLst>
                  <a:ext uri="{FF2B5EF4-FFF2-40B4-BE49-F238E27FC236}">
                    <a16:creationId xmlns:a16="http://schemas.microsoft.com/office/drawing/2014/main" id="{4C3DBEE4-75E1-BCEC-22FA-F1968A56D9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5" name="Oval 1444">
                <a:extLst>
                  <a:ext uri="{FF2B5EF4-FFF2-40B4-BE49-F238E27FC236}">
                    <a16:creationId xmlns:a16="http://schemas.microsoft.com/office/drawing/2014/main" id="{73B8D256-00AD-D513-05F4-EA09256CA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6" name="Freeform 1445">
                <a:extLst>
                  <a:ext uri="{FF2B5EF4-FFF2-40B4-BE49-F238E27FC236}">
                    <a16:creationId xmlns:a16="http://schemas.microsoft.com/office/drawing/2014/main" id="{A03F556A-372E-DED3-0536-C775298E8D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Freeform 1446">
                <a:extLst>
                  <a:ext uri="{FF2B5EF4-FFF2-40B4-BE49-F238E27FC236}">
                    <a16:creationId xmlns:a16="http://schemas.microsoft.com/office/drawing/2014/main" id="{DB1D215A-5598-C5C8-2320-196B178B1F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8" name="Freeform 1447">
                <a:extLst>
                  <a:ext uri="{FF2B5EF4-FFF2-40B4-BE49-F238E27FC236}">
                    <a16:creationId xmlns:a16="http://schemas.microsoft.com/office/drawing/2014/main" id="{C2753A61-AB91-B1FA-B0CE-CC76F286E1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Oval 1448">
                <a:extLst>
                  <a:ext uri="{FF2B5EF4-FFF2-40B4-BE49-F238E27FC236}">
                    <a16:creationId xmlns:a16="http://schemas.microsoft.com/office/drawing/2014/main" id="{FF89D355-C225-8A78-6521-169FDFFAC5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3" name="Group 1449">
              <a:extLst>
                <a:ext uri="{FF2B5EF4-FFF2-40B4-BE49-F238E27FC236}">
                  <a16:creationId xmlns:a16="http://schemas.microsoft.com/office/drawing/2014/main" id="{9B5FF196-0E68-59E9-0DBA-A63C63C653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18" name="Oval 1450">
                <a:extLst>
                  <a:ext uri="{FF2B5EF4-FFF2-40B4-BE49-F238E27FC236}">
                    <a16:creationId xmlns:a16="http://schemas.microsoft.com/office/drawing/2014/main" id="{3A7A2F9B-8F49-09A7-EF9F-0F7CB20B67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9" name="Oval 1451">
                <a:extLst>
                  <a:ext uri="{FF2B5EF4-FFF2-40B4-BE49-F238E27FC236}">
                    <a16:creationId xmlns:a16="http://schemas.microsoft.com/office/drawing/2014/main" id="{9A72279B-D0E8-7EF1-2EAE-6779BEC2DA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0" name="Freeform 1452">
                <a:extLst>
                  <a:ext uri="{FF2B5EF4-FFF2-40B4-BE49-F238E27FC236}">
                    <a16:creationId xmlns:a16="http://schemas.microsoft.com/office/drawing/2014/main" id="{CE5EEEC8-D227-0C2A-3C2A-F03E899998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Freeform 1453">
                <a:extLst>
                  <a:ext uri="{FF2B5EF4-FFF2-40B4-BE49-F238E27FC236}">
                    <a16:creationId xmlns:a16="http://schemas.microsoft.com/office/drawing/2014/main" id="{2D2F9D00-295C-DF45-6069-1C414833B5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2" name="Freeform 1454">
                <a:extLst>
                  <a:ext uri="{FF2B5EF4-FFF2-40B4-BE49-F238E27FC236}">
                    <a16:creationId xmlns:a16="http://schemas.microsoft.com/office/drawing/2014/main" id="{85C0BB06-742B-BA52-11AF-C74BC695CE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Oval 1455">
                <a:extLst>
                  <a:ext uri="{FF2B5EF4-FFF2-40B4-BE49-F238E27FC236}">
                    <a16:creationId xmlns:a16="http://schemas.microsoft.com/office/drawing/2014/main" id="{5F5AD000-C45E-1CEB-EE6A-B927D0B756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4" name="Group 1456">
              <a:extLst>
                <a:ext uri="{FF2B5EF4-FFF2-40B4-BE49-F238E27FC236}">
                  <a16:creationId xmlns:a16="http://schemas.microsoft.com/office/drawing/2014/main" id="{D59E56B7-8A65-980D-BBC3-783A2FCDFC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12" name="Oval 1457">
                <a:extLst>
                  <a:ext uri="{FF2B5EF4-FFF2-40B4-BE49-F238E27FC236}">
                    <a16:creationId xmlns:a16="http://schemas.microsoft.com/office/drawing/2014/main" id="{8D0362A2-6F2F-8E36-8253-272CB1321C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3" name="Oval 1458">
                <a:extLst>
                  <a:ext uri="{FF2B5EF4-FFF2-40B4-BE49-F238E27FC236}">
                    <a16:creationId xmlns:a16="http://schemas.microsoft.com/office/drawing/2014/main" id="{24235EB6-6EB8-6655-E9BB-0443A26022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4" name="Freeform 1459">
                <a:extLst>
                  <a:ext uri="{FF2B5EF4-FFF2-40B4-BE49-F238E27FC236}">
                    <a16:creationId xmlns:a16="http://schemas.microsoft.com/office/drawing/2014/main" id="{70F74E3D-E57B-5F40-9B00-82BF7A6F4F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Freeform 1460">
                <a:extLst>
                  <a:ext uri="{FF2B5EF4-FFF2-40B4-BE49-F238E27FC236}">
                    <a16:creationId xmlns:a16="http://schemas.microsoft.com/office/drawing/2014/main" id="{52F5B8CF-A69D-2042-5136-CFF155FE23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6" name="Freeform 1461">
                <a:extLst>
                  <a:ext uri="{FF2B5EF4-FFF2-40B4-BE49-F238E27FC236}">
                    <a16:creationId xmlns:a16="http://schemas.microsoft.com/office/drawing/2014/main" id="{77ED814D-AAE9-F9CA-996C-83AFCF8567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Oval 1462">
                <a:extLst>
                  <a:ext uri="{FF2B5EF4-FFF2-40B4-BE49-F238E27FC236}">
                    <a16:creationId xmlns:a16="http://schemas.microsoft.com/office/drawing/2014/main" id="{B71C46D0-793E-4A04-983B-E72EF07517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5" name="Group 1463">
              <a:extLst>
                <a:ext uri="{FF2B5EF4-FFF2-40B4-BE49-F238E27FC236}">
                  <a16:creationId xmlns:a16="http://schemas.microsoft.com/office/drawing/2014/main" id="{BD800028-907D-AC83-5CB4-EC7ACB9EFF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06" name="Oval 1464">
                <a:extLst>
                  <a:ext uri="{FF2B5EF4-FFF2-40B4-BE49-F238E27FC236}">
                    <a16:creationId xmlns:a16="http://schemas.microsoft.com/office/drawing/2014/main" id="{808AA22E-B5E4-167C-D635-BB55F9B17D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7" name="Oval 1465">
                <a:extLst>
                  <a:ext uri="{FF2B5EF4-FFF2-40B4-BE49-F238E27FC236}">
                    <a16:creationId xmlns:a16="http://schemas.microsoft.com/office/drawing/2014/main" id="{39CE1300-A4BF-014A-AD12-06515A0087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8" name="Freeform 1466">
                <a:extLst>
                  <a:ext uri="{FF2B5EF4-FFF2-40B4-BE49-F238E27FC236}">
                    <a16:creationId xmlns:a16="http://schemas.microsoft.com/office/drawing/2014/main" id="{BF56549F-0D25-1AC8-0416-495642A107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Freeform 1467">
                <a:extLst>
                  <a:ext uri="{FF2B5EF4-FFF2-40B4-BE49-F238E27FC236}">
                    <a16:creationId xmlns:a16="http://schemas.microsoft.com/office/drawing/2014/main" id="{F2845B90-3DA4-DD0F-0B5C-F6117E0D7C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0" name="Freeform 1468">
                <a:extLst>
                  <a:ext uri="{FF2B5EF4-FFF2-40B4-BE49-F238E27FC236}">
                    <a16:creationId xmlns:a16="http://schemas.microsoft.com/office/drawing/2014/main" id="{981208B7-E78C-4663-A5FA-20901D39B3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Oval 1469">
                <a:extLst>
                  <a:ext uri="{FF2B5EF4-FFF2-40B4-BE49-F238E27FC236}">
                    <a16:creationId xmlns:a16="http://schemas.microsoft.com/office/drawing/2014/main" id="{48F7C563-AD1B-ADAD-211C-4948D26F9A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6" name="Group 1470">
              <a:extLst>
                <a:ext uri="{FF2B5EF4-FFF2-40B4-BE49-F238E27FC236}">
                  <a16:creationId xmlns:a16="http://schemas.microsoft.com/office/drawing/2014/main" id="{781EEA61-9F39-F0AA-1F0C-FE5B1DB4B9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0" name="Oval 1471">
                <a:extLst>
                  <a:ext uri="{FF2B5EF4-FFF2-40B4-BE49-F238E27FC236}">
                    <a16:creationId xmlns:a16="http://schemas.microsoft.com/office/drawing/2014/main" id="{79E4F0CA-A0F1-5FC2-9E4C-4DCDFA5FC8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1" name="Oval 1472">
                <a:extLst>
                  <a:ext uri="{FF2B5EF4-FFF2-40B4-BE49-F238E27FC236}">
                    <a16:creationId xmlns:a16="http://schemas.microsoft.com/office/drawing/2014/main" id="{9858A076-DC3A-0F9F-320E-728CA439AC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2" name="Freeform 1473">
                <a:extLst>
                  <a:ext uri="{FF2B5EF4-FFF2-40B4-BE49-F238E27FC236}">
                    <a16:creationId xmlns:a16="http://schemas.microsoft.com/office/drawing/2014/main" id="{2694C728-85B3-35EF-5E37-462A034162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Freeform 1474">
                <a:extLst>
                  <a:ext uri="{FF2B5EF4-FFF2-40B4-BE49-F238E27FC236}">
                    <a16:creationId xmlns:a16="http://schemas.microsoft.com/office/drawing/2014/main" id="{E8FCF98D-E060-D166-04E2-9FB34AB32D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4" name="Freeform 1475">
                <a:extLst>
                  <a:ext uri="{FF2B5EF4-FFF2-40B4-BE49-F238E27FC236}">
                    <a16:creationId xmlns:a16="http://schemas.microsoft.com/office/drawing/2014/main" id="{56CB3CCA-D11B-5A0B-B1EB-3E55E2777F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Oval 1476">
                <a:extLst>
                  <a:ext uri="{FF2B5EF4-FFF2-40B4-BE49-F238E27FC236}">
                    <a16:creationId xmlns:a16="http://schemas.microsoft.com/office/drawing/2014/main" id="{5E4FFA5E-3AC7-D4AE-F33B-7900D188FC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7" name="Group 1477">
              <a:extLst>
                <a:ext uri="{FF2B5EF4-FFF2-40B4-BE49-F238E27FC236}">
                  <a16:creationId xmlns:a16="http://schemas.microsoft.com/office/drawing/2014/main" id="{0824FAEF-3201-FB44-0F1C-715A26BF74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94" name="Oval 1478">
                <a:extLst>
                  <a:ext uri="{FF2B5EF4-FFF2-40B4-BE49-F238E27FC236}">
                    <a16:creationId xmlns:a16="http://schemas.microsoft.com/office/drawing/2014/main" id="{CA68362A-6F26-7EAA-79DE-4480066C49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5" name="Oval 1479">
                <a:extLst>
                  <a:ext uri="{FF2B5EF4-FFF2-40B4-BE49-F238E27FC236}">
                    <a16:creationId xmlns:a16="http://schemas.microsoft.com/office/drawing/2014/main" id="{60262FE2-A200-78A8-7C5F-CD423AA744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6" name="Freeform 1480">
                <a:extLst>
                  <a:ext uri="{FF2B5EF4-FFF2-40B4-BE49-F238E27FC236}">
                    <a16:creationId xmlns:a16="http://schemas.microsoft.com/office/drawing/2014/main" id="{C8ABC237-D8C2-C65E-97A2-4DD5DE1BBD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Freeform 1481">
                <a:extLst>
                  <a:ext uri="{FF2B5EF4-FFF2-40B4-BE49-F238E27FC236}">
                    <a16:creationId xmlns:a16="http://schemas.microsoft.com/office/drawing/2014/main" id="{99734318-DD9F-542E-0002-BA4B92CC95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8" name="Freeform 1482">
                <a:extLst>
                  <a:ext uri="{FF2B5EF4-FFF2-40B4-BE49-F238E27FC236}">
                    <a16:creationId xmlns:a16="http://schemas.microsoft.com/office/drawing/2014/main" id="{FFCEFB68-D41F-297F-B995-CA6E3C8C79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Oval 1483">
                <a:extLst>
                  <a:ext uri="{FF2B5EF4-FFF2-40B4-BE49-F238E27FC236}">
                    <a16:creationId xmlns:a16="http://schemas.microsoft.com/office/drawing/2014/main" id="{BF28E9F6-BA74-6BF1-3433-829DF5CB3B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8" name="Group 1484">
              <a:extLst>
                <a:ext uri="{FF2B5EF4-FFF2-40B4-BE49-F238E27FC236}">
                  <a16:creationId xmlns:a16="http://schemas.microsoft.com/office/drawing/2014/main" id="{233FC83A-B033-EF5A-BB17-65A6E3B0BC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88" name="Oval 1485">
                <a:extLst>
                  <a:ext uri="{FF2B5EF4-FFF2-40B4-BE49-F238E27FC236}">
                    <a16:creationId xmlns:a16="http://schemas.microsoft.com/office/drawing/2014/main" id="{1F72FFC8-7514-3E46-CABE-8CBB7E5050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9" name="Oval 1486">
                <a:extLst>
                  <a:ext uri="{FF2B5EF4-FFF2-40B4-BE49-F238E27FC236}">
                    <a16:creationId xmlns:a16="http://schemas.microsoft.com/office/drawing/2014/main" id="{0A71C2C7-0FC4-E637-F841-7BABB4EA02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0" name="Freeform 1487">
                <a:extLst>
                  <a:ext uri="{FF2B5EF4-FFF2-40B4-BE49-F238E27FC236}">
                    <a16:creationId xmlns:a16="http://schemas.microsoft.com/office/drawing/2014/main" id="{6C1D81EB-386F-07F9-3B52-6FE4CD5F93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Freeform 1488">
                <a:extLst>
                  <a:ext uri="{FF2B5EF4-FFF2-40B4-BE49-F238E27FC236}">
                    <a16:creationId xmlns:a16="http://schemas.microsoft.com/office/drawing/2014/main" id="{B04FEA7E-07E5-FA34-49A0-731655202B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2" name="Freeform 1489">
                <a:extLst>
                  <a:ext uri="{FF2B5EF4-FFF2-40B4-BE49-F238E27FC236}">
                    <a16:creationId xmlns:a16="http://schemas.microsoft.com/office/drawing/2014/main" id="{E98C337F-7B98-4D09-5D4F-E2A422386B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Oval 1490">
                <a:extLst>
                  <a:ext uri="{FF2B5EF4-FFF2-40B4-BE49-F238E27FC236}">
                    <a16:creationId xmlns:a16="http://schemas.microsoft.com/office/drawing/2014/main" id="{198E1D7D-3F71-EB1E-AA62-A6FAC07B4F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9" name="Group 1491">
              <a:extLst>
                <a:ext uri="{FF2B5EF4-FFF2-40B4-BE49-F238E27FC236}">
                  <a16:creationId xmlns:a16="http://schemas.microsoft.com/office/drawing/2014/main" id="{280D2900-8FDC-6CEB-0121-449AEC2F1A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482" name="Oval 1492">
                <a:extLst>
                  <a:ext uri="{FF2B5EF4-FFF2-40B4-BE49-F238E27FC236}">
                    <a16:creationId xmlns:a16="http://schemas.microsoft.com/office/drawing/2014/main" id="{C7B010F9-5DC0-FEB9-20CC-C198D9FFD7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3" name="Oval 1493">
                <a:extLst>
                  <a:ext uri="{FF2B5EF4-FFF2-40B4-BE49-F238E27FC236}">
                    <a16:creationId xmlns:a16="http://schemas.microsoft.com/office/drawing/2014/main" id="{B4413EEE-0A22-453E-BF28-F45514D2D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4" name="Freeform 1494">
                <a:extLst>
                  <a:ext uri="{FF2B5EF4-FFF2-40B4-BE49-F238E27FC236}">
                    <a16:creationId xmlns:a16="http://schemas.microsoft.com/office/drawing/2014/main" id="{1BB6842D-1B3A-68B8-93C3-620D971D2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Freeform 1495">
                <a:extLst>
                  <a:ext uri="{FF2B5EF4-FFF2-40B4-BE49-F238E27FC236}">
                    <a16:creationId xmlns:a16="http://schemas.microsoft.com/office/drawing/2014/main" id="{E1BFB638-5489-C253-024E-48ED164C4B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6" name="Freeform 1496">
                <a:extLst>
                  <a:ext uri="{FF2B5EF4-FFF2-40B4-BE49-F238E27FC236}">
                    <a16:creationId xmlns:a16="http://schemas.microsoft.com/office/drawing/2014/main" id="{02EB2EA5-BEAD-15F6-8141-3818FC4C09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Oval 1497">
                <a:extLst>
                  <a:ext uri="{FF2B5EF4-FFF2-40B4-BE49-F238E27FC236}">
                    <a16:creationId xmlns:a16="http://schemas.microsoft.com/office/drawing/2014/main" id="{70ED4644-A854-D045-17FC-1940F64B7F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0" name="Group 1498">
              <a:extLst>
                <a:ext uri="{FF2B5EF4-FFF2-40B4-BE49-F238E27FC236}">
                  <a16:creationId xmlns:a16="http://schemas.microsoft.com/office/drawing/2014/main" id="{A67A856E-8D20-DB56-5A54-08AAE41DB1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76" name="Oval 1499">
                <a:extLst>
                  <a:ext uri="{FF2B5EF4-FFF2-40B4-BE49-F238E27FC236}">
                    <a16:creationId xmlns:a16="http://schemas.microsoft.com/office/drawing/2014/main" id="{264BA794-9158-5026-6030-DFD8D4FD7E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7" name="Oval 1500">
                <a:extLst>
                  <a:ext uri="{FF2B5EF4-FFF2-40B4-BE49-F238E27FC236}">
                    <a16:creationId xmlns:a16="http://schemas.microsoft.com/office/drawing/2014/main" id="{A6D9D9E0-036C-AFBC-71FE-A8CD7498DC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8" name="Freeform 1501">
                <a:extLst>
                  <a:ext uri="{FF2B5EF4-FFF2-40B4-BE49-F238E27FC236}">
                    <a16:creationId xmlns:a16="http://schemas.microsoft.com/office/drawing/2014/main" id="{F289BD58-B55A-DE4C-F79D-3AFC4AF605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Freeform 1502">
                <a:extLst>
                  <a:ext uri="{FF2B5EF4-FFF2-40B4-BE49-F238E27FC236}">
                    <a16:creationId xmlns:a16="http://schemas.microsoft.com/office/drawing/2014/main" id="{87963723-9C84-F469-68E7-CBA95B1785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0" name="Freeform 1503">
                <a:extLst>
                  <a:ext uri="{FF2B5EF4-FFF2-40B4-BE49-F238E27FC236}">
                    <a16:creationId xmlns:a16="http://schemas.microsoft.com/office/drawing/2014/main" id="{83840EAE-56F4-62C4-1D49-1EDF9B17BA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Oval 1504">
                <a:extLst>
                  <a:ext uri="{FF2B5EF4-FFF2-40B4-BE49-F238E27FC236}">
                    <a16:creationId xmlns:a16="http://schemas.microsoft.com/office/drawing/2014/main" id="{843D488A-ED39-2E28-C16D-19E4CD721E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1" name="Group 1505">
              <a:extLst>
                <a:ext uri="{FF2B5EF4-FFF2-40B4-BE49-F238E27FC236}">
                  <a16:creationId xmlns:a16="http://schemas.microsoft.com/office/drawing/2014/main" id="{170932D9-ECBC-BAA7-473C-697FEC66E0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70" name="Oval 1506">
                <a:extLst>
                  <a:ext uri="{FF2B5EF4-FFF2-40B4-BE49-F238E27FC236}">
                    <a16:creationId xmlns:a16="http://schemas.microsoft.com/office/drawing/2014/main" id="{992751D8-09D1-4EBD-5A1B-CE7B62318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1" name="Oval 1507">
                <a:extLst>
                  <a:ext uri="{FF2B5EF4-FFF2-40B4-BE49-F238E27FC236}">
                    <a16:creationId xmlns:a16="http://schemas.microsoft.com/office/drawing/2014/main" id="{66F8B9C9-7FD3-7C0D-513E-9703F4A118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2" name="Freeform 1508">
                <a:extLst>
                  <a:ext uri="{FF2B5EF4-FFF2-40B4-BE49-F238E27FC236}">
                    <a16:creationId xmlns:a16="http://schemas.microsoft.com/office/drawing/2014/main" id="{58582658-0C61-B6C7-3A84-D2EF3C9DA8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Freeform 1509">
                <a:extLst>
                  <a:ext uri="{FF2B5EF4-FFF2-40B4-BE49-F238E27FC236}">
                    <a16:creationId xmlns:a16="http://schemas.microsoft.com/office/drawing/2014/main" id="{5E069FA3-A2AB-F6E2-280A-217047F2CB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4" name="Freeform 1510">
                <a:extLst>
                  <a:ext uri="{FF2B5EF4-FFF2-40B4-BE49-F238E27FC236}">
                    <a16:creationId xmlns:a16="http://schemas.microsoft.com/office/drawing/2014/main" id="{78416ED9-CAB9-9ABE-7308-48B6A220C1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Oval 1511">
                <a:extLst>
                  <a:ext uri="{FF2B5EF4-FFF2-40B4-BE49-F238E27FC236}">
                    <a16:creationId xmlns:a16="http://schemas.microsoft.com/office/drawing/2014/main" id="{2392680A-CFF4-71D7-B49C-2A290967C8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2" name="Group 1512">
              <a:extLst>
                <a:ext uri="{FF2B5EF4-FFF2-40B4-BE49-F238E27FC236}">
                  <a16:creationId xmlns:a16="http://schemas.microsoft.com/office/drawing/2014/main" id="{AE0A282A-C392-5A79-C94B-4D90CF7592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64" name="Oval 1513">
                <a:extLst>
                  <a:ext uri="{FF2B5EF4-FFF2-40B4-BE49-F238E27FC236}">
                    <a16:creationId xmlns:a16="http://schemas.microsoft.com/office/drawing/2014/main" id="{ECC4BAA1-FE0D-D9B8-2D5E-634E44B3F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5" name="Oval 1514">
                <a:extLst>
                  <a:ext uri="{FF2B5EF4-FFF2-40B4-BE49-F238E27FC236}">
                    <a16:creationId xmlns:a16="http://schemas.microsoft.com/office/drawing/2014/main" id="{3EA67D99-F5AE-FC61-A21B-F613C463E1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6" name="Freeform 1515">
                <a:extLst>
                  <a:ext uri="{FF2B5EF4-FFF2-40B4-BE49-F238E27FC236}">
                    <a16:creationId xmlns:a16="http://schemas.microsoft.com/office/drawing/2014/main" id="{DF52DED5-8F98-2444-102D-695946238A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Freeform 1516">
                <a:extLst>
                  <a:ext uri="{FF2B5EF4-FFF2-40B4-BE49-F238E27FC236}">
                    <a16:creationId xmlns:a16="http://schemas.microsoft.com/office/drawing/2014/main" id="{21A9FF8F-0AD2-696A-DAC3-997A1D8600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" name="Freeform 1517">
                <a:extLst>
                  <a:ext uri="{FF2B5EF4-FFF2-40B4-BE49-F238E27FC236}">
                    <a16:creationId xmlns:a16="http://schemas.microsoft.com/office/drawing/2014/main" id="{36486934-FBC5-253B-E784-0B12788434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Oval 1518">
                <a:extLst>
                  <a:ext uri="{FF2B5EF4-FFF2-40B4-BE49-F238E27FC236}">
                    <a16:creationId xmlns:a16="http://schemas.microsoft.com/office/drawing/2014/main" id="{2BAA8F2F-125B-E035-624C-718890752F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3" name="Group 1519">
              <a:extLst>
                <a:ext uri="{FF2B5EF4-FFF2-40B4-BE49-F238E27FC236}">
                  <a16:creationId xmlns:a16="http://schemas.microsoft.com/office/drawing/2014/main" id="{29227144-D492-BD99-E1C1-4E69595D83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58" name="Oval 1520">
                <a:extLst>
                  <a:ext uri="{FF2B5EF4-FFF2-40B4-BE49-F238E27FC236}">
                    <a16:creationId xmlns:a16="http://schemas.microsoft.com/office/drawing/2014/main" id="{E5448555-3A42-443A-C713-32F4B8B89F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9" name="Oval 1521">
                <a:extLst>
                  <a:ext uri="{FF2B5EF4-FFF2-40B4-BE49-F238E27FC236}">
                    <a16:creationId xmlns:a16="http://schemas.microsoft.com/office/drawing/2014/main" id="{293DD550-9BAE-7C87-C459-F5EB5A2FEA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0" name="Freeform 1522">
                <a:extLst>
                  <a:ext uri="{FF2B5EF4-FFF2-40B4-BE49-F238E27FC236}">
                    <a16:creationId xmlns:a16="http://schemas.microsoft.com/office/drawing/2014/main" id="{09115E17-B405-BF01-222C-BB56532F10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Freeform 1523">
                <a:extLst>
                  <a:ext uri="{FF2B5EF4-FFF2-40B4-BE49-F238E27FC236}">
                    <a16:creationId xmlns:a16="http://schemas.microsoft.com/office/drawing/2014/main" id="{4715AF8E-F412-F803-82D5-B1BBDE4B60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" name="Freeform 1524">
                <a:extLst>
                  <a:ext uri="{FF2B5EF4-FFF2-40B4-BE49-F238E27FC236}">
                    <a16:creationId xmlns:a16="http://schemas.microsoft.com/office/drawing/2014/main" id="{B5D23011-590A-6D02-C97B-8AB4732E8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Oval 1525">
                <a:extLst>
                  <a:ext uri="{FF2B5EF4-FFF2-40B4-BE49-F238E27FC236}">
                    <a16:creationId xmlns:a16="http://schemas.microsoft.com/office/drawing/2014/main" id="{A6AE73E0-67C0-B1FD-FAD3-DF20E675FF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4" name="Group 1526">
              <a:extLst>
                <a:ext uri="{FF2B5EF4-FFF2-40B4-BE49-F238E27FC236}">
                  <a16:creationId xmlns:a16="http://schemas.microsoft.com/office/drawing/2014/main" id="{DD132DEF-6C50-9510-D265-6DC6721A14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52" name="Oval 1527">
                <a:extLst>
                  <a:ext uri="{FF2B5EF4-FFF2-40B4-BE49-F238E27FC236}">
                    <a16:creationId xmlns:a16="http://schemas.microsoft.com/office/drawing/2014/main" id="{A7BDA4D0-5925-34F5-97D1-BFAF881C33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3" name="Oval 1528">
                <a:extLst>
                  <a:ext uri="{FF2B5EF4-FFF2-40B4-BE49-F238E27FC236}">
                    <a16:creationId xmlns:a16="http://schemas.microsoft.com/office/drawing/2014/main" id="{93A41A87-A7F3-DA3F-F0C4-37E32FA2AD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4" name="Freeform 1529">
                <a:extLst>
                  <a:ext uri="{FF2B5EF4-FFF2-40B4-BE49-F238E27FC236}">
                    <a16:creationId xmlns:a16="http://schemas.microsoft.com/office/drawing/2014/main" id="{5002CF99-3EC1-29BB-8410-E9D8C657F8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Freeform 1530">
                <a:extLst>
                  <a:ext uri="{FF2B5EF4-FFF2-40B4-BE49-F238E27FC236}">
                    <a16:creationId xmlns:a16="http://schemas.microsoft.com/office/drawing/2014/main" id="{E43445B4-3046-F631-2F9F-AC0D3005F1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" name="Freeform 1531">
                <a:extLst>
                  <a:ext uri="{FF2B5EF4-FFF2-40B4-BE49-F238E27FC236}">
                    <a16:creationId xmlns:a16="http://schemas.microsoft.com/office/drawing/2014/main" id="{A8ACCDC9-F43B-378C-A054-A00869E5D3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Oval 1532">
                <a:extLst>
                  <a:ext uri="{FF2B5EF4-FFF2-40B4-BE49-F238E27FC236}">
                    <a16:creationId xmlns:a16="http://schemas.microsoft.com/office/drawing/2014/main" id="{213433F2-89BA-782D-A2AE-803713AAAD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5" name="Group 1533">
              <a:extLst>
                <a:ext uri="{FF2B5EF4-FFF2-40B4-BE49-F238E27FC236}">
                  <a16:creationId xmlns:a16="http://schemas.microsoft.com/office/drawing/2014/main" id="{A9E8CB12-46D4-D5AC-16E2-AB57028DEE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46" name="Oval 1534">
                <a:extLst>
                  <a:ext uri="{FF2B5EF4-FFF2-40B4-BE49-F238E27FC236}">
                    <a16:creationId xmlns:a16="http://schemas.microsoft.com/office/drawing/2014/main" id="{2623D7CF-BF1E-48FF-CD70-C6A71CAC33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7" name="Oval 1535">
                <a:extLst>
                  <a:ext uri="{FF2B5EF4-FFF2-40B4-BE49-F238E27FC236}">
                    <a16:creationId xmlns:a16="http://schemas.microsoft.com/office/drawing/2014/main" id="{C8EDE4B8-48B8-E952-02BE-4FA0B8D7F3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8" name="Freeform 1536">
                <a:extLst>
                  <a:ext uri="{FF2B5EF4-FFF2-40B4-BE49-F238E27FC236}">
                    <a16:creationId xmlns:a16="http://schemas.microsoft.com/office/drawing/2014/main" id="{5460247E-D367-3C0C-8C45-5759849E65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Freeform 1537">
                <a:extLst>
                  <a:ext uri="{FF2B5EF4-FFF2-40B4-BE49-F238E27FC236}">
                    <a16:creationId xmlns:a16="http://schemas.microsoft.com/office/drawing/2014/main" id="{49014854-C5B6-3270-14B4-450FA67D8F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" name="Freeform 1538">
                <a:extLst>
                  <a:ext uri="{FF2B5EF4-FFF2-40B4-BE49-F238E27FC236}">
                    <a16:creationId xmlns:a16="http://schemas.microsoft.com/office/drawing/2014/main" id="{4C48F1E5-A023-89F7-36DA-3DA81DE943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Oval 1539">
                <a:extLst>
                  <a:ext uri="{FF2B5EF4-FFF2-40B4-BE49-F238E27FC236}">
                    <a16:creationId xmlns:a16="http://schemas.microsoft.com/office/drawing/2014/main" id="{57397832-56B0-1370-27B2-2E5170DFE4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6" name="Group 1540">
              <a:extLst>
                <a:ext uri="{FF2B5EF4-FFF2-40B4-BE49-F238E27FC236}">
                  <a16:creationId xmlns:a16="http://schemas.microsoft.com/office/drawing/2014/main" id="{C578F9C0-2330-EBB1-3814-20E1F1268A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40" name="Oval 1541">
                <a:extLst>
                  <a:ext uri="{FF2B5EF4-FFF2-40B4-BE49-F238E27FC236}">
                    <a16:creationId xmlns:a16="http://schemas.microsoft.com/office/drawing/2014/main" id="{C382C8FB-1C71-711A-4CF7-536F944F23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1" name="Oval 1542">
                <a:extLst>
                  <a:ext uri="{FF2B5EF4-FFF2-40B4-BE49-F238E27FC236}">
                    <a16:creationId xmlns:a16="http://schemas.microsoft.com/office/drawing/2014/main" id="{4726731D-9C3F-580B-75AC-E16A0F0742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2" name="Freeform 1543">
                <a:extLst>
                  <a:ext uri="{FF2B5EF4-FFF2-40B4-BE49-F238E27FC236}">
                    <a16:creationId xmlns:a16="http://schemas.microsoft.com/office/drawing/2014/main" id="{74877039-1520-0CCE-6931-0B42C3F8A9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Freeform 1544">
                <a:extLst>
                  <a:ext uri="{FF2B5EF4-FFF2-40B4-BE49-F238E27FC236}">
                    <a16:creationId xmlns:a16="http://schemas.microsoft.com/office/drawing/2014/main" id="{8638E06C-2FEC-B268-0D86-822188ACFF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" name="Freeform 1545">
                <a:extLst>
                  <a:ext uri="{FF2B5EF4-FFF2-40B4-BE49-F238E27FC236}">
                    <a16:creationId xmlns:a16="http://schemas.microsoft.com/office/drawing/2014/main" id="{A0F08552-D526-8144-25AF-2923F62C5A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" name="Oval 1546">
                <a:extLst>
                  <a:ext uri="{FF2B5EF4-FFF2-40B4-BE49-F238E27FC236}">
                    <a16:creationId xmlns:a16="http://schemas.microsoft.com/office/drawing/2014/main" id="{5604ED31-ACF7-E5D4-D98A-99EA011117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7" name="Group 1547">
              <a:extLst>
                <a:ext uri="{FF2B5EF4-FFF2-40B4-BE49-F238E27FC236}">
                  <a16:creationId xmlns:a16="http://schemas.microsoft.com/office/drawing/2014/main" id="{D351F83C-BD8C-5233-B77A-C50C3C0B36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34" name="Oval 1548">
                <a:extLst>
                  <a:ext uri="{FF2B5EF4-FFF2-40B4-BE49-F238E27FC236}">
                    <a16:creationId xmlns:a16="http://schemas.microsoft.com/office/drawing/2014/main" id="{4DA0603A-A7B2-650D-FE2C-075B1C9E6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5" name="Oval 1549">
                <a:extLst>
                  <a:ext uri="{FF2B5EF4-FFF2-40B4-BE49-F238E27FC236}">
                    <a16:creationId xmlns:a16="http://schemas.microsoft.com/office/drawing/2014/main" id="{D5DD9A0F-4522-77A8-44A5-C9C0922AA9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6" name="Freeform 1550">
                <a:extLst>
                  <a:ext uri="{FF2B5EF4-FFF2-40B4-BE49-F238E27FC236}">
                    <a16:creationId xmlns:a16="http://schemas.microsoft.com/office/drawing/2014/main" id="{BD7E2CC4-87B6-6922-415C-FB87E73D86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Freeform 1551">
                <a:extLst>
                  <a:ext uri="{FF2B5EF4-FFF2-40B4-BE49-F238E27FC236}">
                    <a16:creationId xmlns:a16="http://schemas.microsoft.com/office/drawing/2014/main" id="{F2973FB3-CB93-4164-0252-39E1336D6F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" name="Freeform 1552">
                <a:extLst>
                  <a:ext uri="{FF2B5EF4-FFF2-40B4-BE49-F238E27FC236}">
                    <a16:creationId xmlns:a16="http://schemas.microsoft.com/office/drawing/2014/main" id="{53B5C4D7-859E-690C-9C4B-679ADEBB2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" name="Oval 1553">
                <a:extLst>
                  <a:ext uri="{FF2B5EF4-FFF2-40B4-BE49-F238E27FC236}">
                    <a16:creationId xmlns:a16="http://schemas.microsoft.com/office/drawing/2014/main" id="{CA3CD961-6C55-FEBF-09BC-E8DAF07029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8" name="Group 1554">
              <a:extLst>
                <a:ext uri="{FF2B5EF4-FFF2-40B4-BE49-F238E27FC236}">
                  <a16:creationId xmlns:a16="http://schemas.microsoft.com/office/drawing/2014/main" id="{A1FB0158-FB0A-7C8C-DE38-F6421C75E4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28" name="Oval 1555">
                <a:extLst>
                  <a:ext uri="{FF2B5EF4-FFF2-40B4-BE49-F238E27FC236}">
                    <a16:creationId xmlns:a16="http://schemas.microsoft.com/office/drawing/2014/main" id="{1D97C41F-76CD-08CD-F559-877EFA8C3E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9" name="Oval 1556">
                <a:extLst>
                  <a:ext uri="{FF2B5EF4-FFF2-40B4-BE49-F238E27FC236}">
                    <a16:creationId xmlns:a16="http://schemas.microsoft.com/office/drawing/2014/main" id="{D497F46F-3E0E-8D79-0283-06F367D700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0" name="Freeform 1557">
                <a:extLst>
                  <a:ext uri="{FF2B5EF4-FFF2-40B4-BE49-F238E27FC236}">
                    <a16:creationId xmlns:a16="http://schemas.microsoft.com/office/drawing/2014/main" id="{B11F63FB-C3E6-92D2-203E-93CE56BE3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Freeform 1558">
                <a:extLst>
                  <a:ext uri="{FF2B5EF4-FFF2-40B4-BE49-F238E27FC236}">
                    <a16:creationId xmlns:a16="http://schemas.microsoft.com/office/drawing/2014/main" id="{9AE8D597-5964-0C42-5973-25F640B949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2" name="Freeform 1559">
                <a:extLst>
                  <a:ext uri="{FF2B5EF4-FFF2-40B4-BE49-F238E27FC236}">
                    <a16:creationId xmlns:a16="http://schemas.microsoft.com/office/drawing/2014/main" id="{4735E7CB-369C-7848-C2F4-E3585CE14E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3" name="Oval 1560">
                <a:extLst>
                  <a:ext uri="{FF2B5EF4-FFF2-40B4-BE49-F238E27FC236}">
                    <a16:creationId xmlns:a16="http://schemas.microsoft.com/office/drawing/2014/main" id="{B210495A-B5C5-31F5-F9BD-8943AD9E21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9" name="Group 1561">
              <a:extLst>
                <a:ext uri="{FF2B5EF4-FFF2-40B4-BE49-F238E27FC236}">
                  <a16:creationId xmlns:a16="http://schemas.microsoft.com/office/drawing/2014/main" id="{F97FC7AF-3955-7332-4B40-105BA55020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22" name="Oval 1562">
                <a:extLst>
                  <a:ext uri="{FF2B5EF4-FFF2-40B4-BE49-F238E27FC236}">
                    <a16:creationId xmlns:a16="http://schemas.microsoft.com/office/drawing/2014/main" id="{7B4286D4-BD61-4998-DCBE-55D4EBF35E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3" name="Oval 1563">
                <a:extLst>
                  <a:ext uri="{FF2B5EF4-FFF2-40B4-BE49-F238E27FC236}">
                    <a16:creationId xmlns:a16="http://schemas.microsoft.com/office/drawing/2014/main" id="{4C770DA7-86D2-557D-0663-8A66BB5300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4" name="Freeform 1564">
                <a:extLst>
                  <a:ext uri="{FF2B5EF4-FFF2-40B4-BE49-F238E27FC236}">
                    <a16:creationId xmlns:a16="http://schemas.microsoft.com/office/drawing/2014/main" id="{A3DA362F-E0B4-D99E-8151-181B8E94EC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Freeform 1565">
                <a:extLst>
                  <a:ext uri="{FF2B5EF4-FFF2-40B4-BE49-F238E27FC236}">
                    <a16:creationId xmlns:a16="http://schemas.microsoft.com/office/drawing/2014/main" id="{1F2EDCC2-61EA-0B0F-718C-6E1B8643AD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" name="Freeform 1566">
                <a:extLst>
                  <a:ext uri="{FF2B5EF4-FFF2-40B4-BE49-F238E27FC236}">
                    <a16:creationId xmlns:a16="http://schemas.microsoft.com/office/drawing/2014/main" id="{7BE980BA-DEEB-F023-6351-73EAA1E04C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" name="Oval 1567">
                <a:extLst>
                  <a:ext uri="{FF2B5EF4-FFF2-40B4-BE49-F238E27FC236}">
                    <a16:creationId xmlns:a16="http://schemas.microsoft.com/office/drawing/2014/main" id="{C496E8DC-897F-502D-9BBC-FB0E13FDA6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0" name="Group 1568">
              <a:extLst>
                <a:ext uri="{FF2B5EF4-FFF2-40B4-BE49-F238E27FC236}">
                  <a16:creationId xmlns:a16="http://schemas.microsoft.com/office/drawing/2014/main" id="{B22BBA75-7614-055D-1BED-0946B717C3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16" name="Oval 1569">
                <a:extLst>
                  <a:ext uri="{FF2B5EF4-FFF2-40B4-BE49-F238E27FC236}">
                    <a16:creationId xmlns:a16="http://schemas.microsoft.com/office/drawing/2014/main" id="{A712E730-5ADE-2957-8FB8-2176FF2372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7" name="Oval 1570">
                <a:extLst>
                  <a:ext uri="{FF2B5EF4-FFF2-40B4-BE49-F238E27FC236}">
                    <a16:creationId xmlns:a16="http://schemas.microsoft.com/office/drawing/2014/main" id="{1E54C8DB-1E8C-4AC9-E83F-9CB0D27753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8" name="Freeform 1571">
                <a:extLst>
                  <a:ext uri="{FF2B5EF4-FFF2-40B4-BE49-F238E27FC236}">
                    <a16:creationId xmlns:a16="http://schemas.microsoft.com/office/drawing/2014/main" id="{743C4BC3-070A-A13D-C73A-AA377C4B30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Freeform 1572">
                <a:extLst>
                  <a:ext uri="{FF2B5EF4-FFF2-40B4-BE49-F238E27FC236}">
                    <a16:creationId xmlns:a16="http://schemas.microsoft.com/office/drawing/2014/main" id="{DD9190DB-691F-0852-3B92-9AFECD9115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" name="Freeform 1573">
                <a:extLst>
                  <a:ext uri="{FF2B5EF4-FFF2-40B4-BE49-F238E27FC236}">
                    <a16:creationId xmlns:a16="http://schemas.microsoft.com/office/drawing/2014/main" id="{7E8410B0-9463-19C7-4EA1-2FF8BCE1B4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" name="Oval 1574">
                <a:extLst>
                  <a:ext uri="{FF2B5EF4-FFF2-40B4-BE49-F238E27FC236}">
                    <a16:creationId xmlns:a16="http://schemas.microsoft.com/office/drawing/2014/main" id="{E74FFFCB-C2E7-2772-2566-58BC34469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1" name="Group 1575">
              <a:extLst>
                <a:ext uri="{FF2B5EF4-FFF2-40B4-BE49-F238E27FC236}">
                  <a16:creationId xmlns:a16="http://schemas.microsoft.com/office/drawing/2014/main" id="{0C538F0A-F77F-6450-56F4-6EDD711E3E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10" name="Oval 1576">
                <a:extLst>
                  <a:ext uri="{FF2B5EF4-FFF2-40B4-BE49-F238E27FC236}">
                    <a16:creationId xmlns:a16="http://schemas.microsoft.com/office/drawing/2014/main" id="{FEDBB751-BC00-09A5-A445-390E3EB3E8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1" name="Oval 1577">
                <a:extLst>
                  <a:ext uri="{FF2B5EF4-FFF2-40B4-BE49-F238E27FC236}">
                    <a16:creationId xmlns:a16="http://schemas.microsoft.com/office/drawing/2014/main" id="{EFBDFE7B-D140-A3B3-8FC9-27C24A5DD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2" name="Freeform 1578">
                <a:extLst>
                  <a:ext uri="{FF2B5EF4-FFF2-40B4-BE49-F238E27FC236}">
                    <a16:creationId xmlns:a16="http://schemas.microsoft.com/office/drawing/2014/main" id="{58284C7B-14DC-135C-D349-59500DBBF4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Freeform 1579">
                <a:extLst>
                  <a:ext uri="{FF2B5EF4-FFF2-40B4-BE49-F238E27FC236}">
                    <a16:creationId xmlns:a16="http://schemas.microsoft.com/office/drawing/2014/main" id="{D8B0772B-16A8-462A-BC9C-F86E67EAB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" name="Freeform 1580">
                <a:extLst>
                  <a:ext uri="{FF2B5EF4-FFF2-40B4-BE49-F238E27FC236}">
                    <a16:creationId xmlns:a16="http://schemas.microsoft.com/office/drawing/2014/main" id="{4977E3EF-8AA1-8645-26DD-09C3880DE3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" name="Oval 1581">
                <a:extLst>
                  <a:ext uri="{FF2B5EF4-FFF2-40B4-BE49-F238E27FC236}">
                    <a16:creationId xmlns:a16="http://schemas.microsoft.com/office/drawing/2014/main" id="{BFB75DC5-734E-E776-D2EC-9CCF3D25EB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2" name="Group 1582">
              <a:extLst>
                <a:ext uri="{FF2B5EF4-FFF2-40B4-BE49-F238E27FC236}">
                  <a16:creationId xmlns:a16="http://schemas.microsoft.com/office/drawing/2014/main" id="{A2A27602-FD88-E55E-F112-FF1C537AC7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04" name="Oval 1583">
                <a:extLst>
                  <a:ext uri="{FF2B5EF4-FFF2-40B4-BE49-F238E27FC236}">
                    <a16:creationId xmlns:a16="http://schemas.microsoft.com/office/drawing/2014/main" id="{D65A6C87-373D-CB29-3610-4592DC8E50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5" name="Oval 1584">
                <a:extLst>
                  <a:ext uri="{FF2B5EF4-FFF2-40B4-BE49-F238E27FC236}">
                    <a16:creationId xmlns:a16="http://schemas.microsoft.com/office/drawing/2014/main" id="{8CDA3AA9-A7F8-D926-C493-663A91923D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6" name="Freeform 1585">
                <a:extLst>
                  <a:ext uri="{FF2B5EF4-FFF2-40B4-BE49-F238E27FC236}">
                    <a16:creationId xmlns:a16="http://schemas.microsoft.com/office/drawing/2014/main" id="{61206FC1-31FA-8805-EC9F-819CC619A4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7" name="Freeform 1586">
                <a:extLst>
                  <a:ext uri="{FF2B5EF4-FFF2-40B4-BE49-F238E27FC236}">
                    <a16:creationId xmlns:a16="http://schemas.microsoft.com/office/drawing/2014/main" id="{9A8C8B7A-F145-025E-DD83-21B1C43514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8" name="Freeform 1587">
                <a:extLst>
                  <a:ext uri="{FF2B5EF4-FFF2-40B4-BE49-F238E27FC236}">
                    <a16:creationId xmlns:a16="http://schemas.microsoft.com/office/drawing/2014/main" id="{5CAFB8B4-2C5A-5E14-C55C-6320262958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9" name="Oval 1588">
                <a:extLst>
                  <a:ext uri="{FF2B5EF4-FFF2-40B4-BE49-F238E27FC236}">
                    <a16:creationId xmlns:a16="http://schemas.microsoft.com/office/drawing/2014/main" id="{6A26B743-E65D-6A5E-FB8F-4F2C018CC1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3" name="Group 1589">
              <a:extLst>
                <a:ext uri="{FF2B5EF4-FFF2-40B4-BE49-F238E27FC236}">
                  <a16:creationId xmlns:a16="http://schemas.microsoft.com/office/drawing/2014/main" id="{59D94CCD-8211-C155-E7FB-93AAF7E74D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398" name="Oval 1590">
                <a:extLst>
                  <a:ext uri="{FF2B5EF4-FFF2-40B4-BE49-F238E27FC236}">
                    <a16:creationId xmlns:a16="http://schemas.microsoft.com/office/drawing/2014/main" id="{F59DA8FB-5DDC-7A33-95BC-72EC006B1B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9" name="Oval 1591">
                <a:extLst>
                  <a:ext uri="{FF2B5EF4-FFF2-40B4-BE49-F238E27FC236}">
                    <a16:creationId xmlns:a16="http://schemas.microsoft.com/office/drawing/2014/main" id="{DC320AA5-3FC0-5832-CC2E-CACA15548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0" name="Freeform 1592">
                <a:extLst>
                  <a:ext uri="{FF2B5EF4-FFF2-40B4-BE49-F238E27FC236}">
                    <a16:creationId xmlns:a16="http://schemas.microsoft.com/office/drawing/2014/main" id="{B30EEB76-8345-EE9F-827D-005DC7DCCF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1" name="Freeform 1593">
                <a:extLst>
                  <a:ext uri="{FF2B5EF4-FFF2-40B4-BE49-F238E27FC236}">
                    <a16:creationId xmlns:a16="http://schemas.microsoft.com/office/drawing/2014/main" id="{61F692F7-08E3-3C40-7B48-04784C6654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2" name="Freeform 1594">
                <a:extLst>
                  <a:ext uri="{FF2B5EF4-FFF2-40B4-BE49-F238E27FC236}">
                    <a16:creationId xmlns:a16="http://schemas.microsoft.com/office/drawing/2014/main" id="{9F756BB5-624F-C458-8EC3-FD3D7882EA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3" name="Oval 1595">
                <a:extLst>
                  <a:ext uri="{FF2B5EF4-FFF2-40B4-BE49-F238E27FC236}">
                    <a16:creationId xmlns:a16="http://schemas.microsoft.com/office/drawing/2014/main" id="{E5125C46-B1C3-6511-B346-669C6205C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4" name="Group 1596">
              <a:extLst>
                <a:ext uri="{FF2B5EF4-FFF2-40B4-BE49-F238E27FC236}">
                  <a16:creationId xmlns:a16="http://schemas.microsoft.com/office/drawing/2014/main" id="{14150AD1-F37E-5B18-72A2-0F1F4C5418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392" name="Oval 1597">
                <a:extLst>
                  <a:ext uri="{FF2B5EF4-FFF2-40B4-BE49-F238E27FC236}">
                    <a16:creationId xmlns:a16="http://schemas.microsoft.com/office/drawing/2014/main" id="{70D41A25-1AD9-2FDD-6C42-CB79895BFF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3" name="Oval 1598">
                <a:extLst>
                  <a:ext uri="{FF2B5EF4-FFF2-40B4-BE49-F238E27FC236}">
                    <a16:creationId xmlns:a16="http://schemas.microsoft.com/office/drawing/2014/main" id="{0C9D0636-38EA-345C-CE46-05C7535311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4" name="Freeform 1599">
                <a:extLst>
                  <a:ext uri="{FF2B5EF4-FFF2-40B4-BE49-F238E27FC236}">
                    <a16:creationId xmlns:a16="http://schemas.microsoft.com/office/drawing/2014/main" id="{C6EC6ED9-77AE-DEF3-DFB1-12718F684A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5" name="Freeform 1600">
                <a:extLst>
                  <a:ext uri="{FF2B5EF4-FFF2-40B4-BE49-F238E27FC236}">
                    <a16:creationId xmlns:a16="http://schemas.microsoft.com/office/drawing/2014/main" id="{F7601D47-2EB6-944E-05AF-24F1B0848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6" name="Freeform 1601">
                <a:extLst>
                  <a:ext uri="{FF2B5EF4-FFF2-40B4-BE49-F238E27FC236}">
                    <a16:creationId xmlns:a16="http://schemas.microsoft.com/office/drawing/2014/main" id="{0E9B2960-BC70-67FE-ED52-8290855E2B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7" name="Oval 1602">
                <a:extLst>
                  <a:ext uri="{FF2B5EF4-FFF2-40B4-BE49-F238E27FC236}">
                    <a16:creationId xmlns:a16="http://schemas.microsoft.com/office/drawing/2014/main" id="{1996F3A9-1720-814E-6A9F-3F03DA9973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5" name="Group 1603">
              <a:extLst>
                <a:ext uri="{FF2B5EF4-FFF2-40B4-BE49-F238E27FC236}">
                  <a16:creationId xmlns:a16="http://schemas.microsoft.com/office/drawing/2014/main" id="{5E8451DC-D865-1716-96AF-C62BB713ED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386" name="Oval 1604">
                <a:extLst>
                  <a:ext uri="{FF2B5EF4-FFF2-40B4-BE49-F238E27FC236}">
                    <a16:creationId xmlns:a16="http://schemas.microsoft.com/office/drawing/2014/main" id="{EAC3DCA4-3C31-F9D0-5182-7340067ED4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7" name="Oval 1605">
                <a:extLst>
                  <a:ext uri="{FF2B5EF4-FFF2-40B4-BE49-F238E27FC236}">
                    <a16:creationId xmlns:a16="http://schemas.microsoft.com/office/drawing/2014/main" id="{67C2EB5D-BDE8-7A0C-7AA4-638C6782CD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8" name="Freeform 1606">
                <a:extLst>
                  <a:ext uri="{FF2B5EF4-FFF2-40B4-BE49-F238E27FC236}">
                    <a16:creationId xmlns:a16="http://schemas.microsoft.com/office/drawing/2014/main" id="{FE350E1B-FBD6-2E1F-2898-449FEA676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9" name="Freeform 1607">
                <a:extLst>
                  <a:ext uri="{FF2B5EF4-FFF2-40B4-BE49-F238E27FC236}">
                    <a16:creationId xmlns:a16="http://schemas.microsoft.com/office/drawing/2014/main" id="{CF7F66CC-6A13-253C-C70C-A03F4A621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0" name="Freeform 1608">
                <a:extLst>
                  <a:ext uri="{FF2B5EF4-FFF2-40B4-BE49-F238E27FC236}">
                    <a16:creationId xmlns:a16="http://schemas.microsoft.com/office/drawing/2014/main" id="{FF26C297-4A34-4C2B-7198-AF237B93AE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1" name="Oval 1609">
                <a:extLst>
                  <a:ext uri="{FF2B5EF4-FFF2-40B4-BE49-F238E27FC236}">
                    <a16:creationId xmlns:a16="http://schemas.microsoft.com/office/drawing/2014/main" id="{85B3DA97-3053-A697-4A4B-4395BD1F35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578" name="Group 2318">
            <a:extLst>
              <a:ext uri="{FF2B5EF4-FFF2-40B4-BE49-F238E27FC236}">
                <a16:creationId xmlns:a16="http://schemas.microsoft.com/office/drawing/2014/main" id="{B9CE54A9-7238-B711-50C1-E447F29051AE}"/>
              </a:ext>
            </a:extLst>
          </p:cNvPr>
          <p:cNvGrpSpPr>
            <a:grpSpLocks/>
          </p:cNvGrpSpPr>
          <p:nvPr/>
        </p:nvGrpSpPr>
        <p:grpSpPr bwMode="auto">
          <a:xfrm>
            <a:off x="4309201" y="367918"/>
            <a:ext cx="304800" cy="485894"/>
            <a:chOff x="3256" y="2988"/>
            <a:chExt cx="478" cy="762"/>
          </a:xfrm>
        </p:grpSpPr>
        <p:sp>
          <p:nvSpPr>
            <p:cNvPr id="1579" name="Freeform 2319">
              <a:extLst>
                <a:ext uri="{FF2B5EF4-FFF2-40B4-BE49-F238E27FC236}">
                  <a16:creationId xmlns:a16="http://schemas.microsoft.com/office/drawing/2014/main" id="{98565EB7-5D3C-4B12-D2C9-D2973E812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0" name="Freeform 2320">
              <a:extLst>
                <a:ext uri="{FF2B5EF4-FFF2-40B4-BE49-F238E27FC236}">
                  <a16:creationId xmlns:a16="http://schemas.microsoft.com/office/drawing/2014/main" id="{D74D7B86-9672-81DC-7BAC-E18917FD2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3031"/>
              <a:ext cx="130" cy="692"/>
            </a:xfrm>
            <a:custGeom>
              <a:avLst/>
              <a:gdLst>
                <a:gd name="T0" fmla="*/ 473 w 67"/>
                <a:gd name="T1" fmla="*/ 449 h 333"/>
                <a:gd name="T2" fmla="*/ 343 w 67"/>
                <a:gd name="T3" fmla="*/ 0 h 333"/>
                <a:gd name="T4" fmla="*/ 425 w 67"/>
                <a:gd name="T5" fmla="*/ 465 h 333"/>
                <a:gd name="T6" fmla="*/ 380 w 67"/>
                <a:gd name="T7" fmla="*/ 1174 h 333"/>
                <a:gd name="T8" fmla="*/ 211 w 67"/>
                <a:gd name="T9" fmla="*/ 1482 h 333"/>
                <a:gd name="T10" fmla="*/ 241 w 67"/>
                <a:gd name="T11" fmla="*/ 1914 h 333"/>
                <a:gd name="T12" fmla="*/ 264 w 67"/>
                <a:gd name="T13" fmla="*/ 2022 h 333"/>
                <a:gd name="T14" fmla="*/ 101 w 67"/>
                <a:gd name="T15" fmla="*/ 2620 h 333"/>
                <a:gd name="T16" fmla="*/ 0 w 67"/>
                <a:gd name="T17" fmla="*/ 2988 h 333"/>
                <a:gd name="T18" fmla="*/ 177 w 67"/>
                <a:gd name="T19" fmla="*/ 2583 h 333"/>
                <a:gd name="T20" fmla="*/ 373 w 67"/>
                <a:gd name="T21" fmla="*/ 2007 h 333"/>
                <a:gd name="T22" fmla="*/ 357 w 67"/>
                <a:gd name="T23" fmla="*/ 1904 h 333"/>
                <a:gd name="T24" fmla="*/ 285 w 67"/>
                <a:gd name="T25" fmla="*/ 1554 h 333"/>
                <a:gd name="T26" fmla="*/ 425 w 67"/>
                <a:gd name="T27" fmla="*/ 1382 h 333"/>
                <a:gd name="T28" fmla="*/ 468 w 67"/>
                <a:gd name="T29" fmla="*/ 1266 h 333"/>
                <a:gd name="T30" fmla="*/ 473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65" y="50"/>
                  </a:moveTo>
                  <a:cubicBezTo>
                    <a:pt x="63" y="30"/>
                    <a:pt x="57" y="12"/>
                    <a:pt x="47" y="0"/>
                  </a:cubicBezTo>
                  <a:cubicBezTo>
                    <a:pt x="52" y="10"/>
                    <a:pt x="55" y="19"/>
                    <a:pt x="58" y="52"/>
                  </a:cubicBezTo>
                  <a:cubicBezTo>
                    <a:pt x="60" y="74"/>
                    <a:pt x="54" y="89"/>
                    <a:pt x="52" y="131"/>
                  </a:cubicBezTo>
                  <a:cubicBezTo>
                    <a:pt x="51" y="147"/>
                    <a:pt x="36" y="148"/>
                    <a:pt x="29" y="165"/>
                  </a:cubicBezTo>
                  <a:cubicBezTo>
                    <a:pt x="22" y="182"/>
                    <a:pt x="22" y="201"/>
                    <a:pt x="33" y="213"/>
                  </a:cubicBezTo>
                  <a:cubicBezTo>
                    <a:pt x="35" y="217"/>
                    <a:pt x="38" y="220"/>
                    <a:pt x="36" y="225"/>
                  </a:cubicBezTo>
                  <a:cubicBezTo>
                    <a:pt x="34" y="231"/>
                    <a:pt x="14" y="292"/>
                    <a:pt x="14" y="292"/>
                  </a:cubicBezTo>
                  <a:cubicBezTo>
                    <a:pt x="7" y="312"/>
                    <a:pt x="6" y="320"/>
                    <a:pt x="0" y="333"/>
                  </a:cubicBezTo>
                  <a:cubicBezTo>
                    <a:pt x="7" y="325"/>
                    <a:pt x="15" y="311"/>
                    <a:pt x="24" y="288"/>
                  </a:cubicBezTo>
                  <a:cubicBezTo>
                    <a:pt x="24" y="288"/>
                    <a:pt x="49" y="229"/>
                    <a:pt x="51" y="224"/>
                  </a:cubicBezTo>
                  <a:cubicBezTo>
                    <a:pt x="53" y="218"/>
                    <a:pt x="53" y="215"/>
                    <a:pt x="49" y="212"/>
                  </a:cubicBezTo>
                  <a:cubicBezTo>
                    <a:pt x="38" y="203"/>
                    <a:pt x="34" y="187"/>
                    <a:pt x="39" y="173"/>
                  </a:cubicBezTo>
                  <a:cubicBezTo>
                    <a:pt x="43" y="165"/>
                    <a:pt x="50" y="157"/>
                    <a:pt x="58" y="154"/>
                  </a:cubicBezTo>
                  <a:cubicBezTo>
                    <a:pt x="63" y="152"/>
                    <a:pt x="63" y="147"/>
                    <a:pt x="64" y="141"/>
                  </a:cubicBezTo>
                  <a:cubicBezTo>
                    <a:pt x="66" y="99"/>
                    <a:pt x="67" y="72"/>
                    <a:pt x="65" y="50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1" name="Freeform 2321">
              <a:extLst>
                <a:ext uri="{FF2B5EF4-FFF2-40B4-BE49-F238E27FC236}">
                  <a16:creationId xmlns:a16="http://schemas.microsoft.com/office/drawing/2014/main" id="{172A174C-F3A6-0498-66C2-54E61EDBB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3008"/>
              <a:ext cx="168" cy="722"/>
            </a:xfrm>
            <a:custGeom>
              <a:avLst/>
              <a:gdLst>
                <a:gd name="T0" fmla="*/ 268 w 86"/>
                <a:gd name="T1" fmla="*/ 3117 h 347"/>
                <a:gd name="T2" fmla="*/ 156 w 86"/>
                <a:gd name="T3" fmla="*/ 2468 h 347"/>
                <a:gd name="T4" fmla="*/ 352 w 86"/>
                <a:gd name="T5" fmla="*/ 874 h 347"/>
                <a:gd name="T6" fmla="*/ 553 w 86"/>
                <a:gd name="T7" fmla="*/ 44 h 347"/>
                <a:gd name="T8" fmla="*/ 641 w 86"/>
                <a:gd name="T9" fmla="*/ 52 h 347"/>
                <a:gd name="T10" fmla="*/ 447 w 86"/>
                <a:gd name="T11" fmla="*/ 25 h 347"/>
                <a:gd name="T12" fmla="*/ 225 w 86"/>
                <a:gd name="T13" fmla="*/ 849 h 347"/>
                <a:gd name="T14" fmla="*/ 104 w 86"/>
                <a:gd name="T15" fmla="*/ 2432 h 347"/>
                <a:gd name="T16" fmla="*/ 164 w 86"/>
                <a:gd name="T17" fmla="*/ 3100 h 347"/>
                <a:gd name="T18" fmla="*/ 268 w 86"/>
                <a:gd name="T19" fmla="*/ 3117 h 347"/>
                <a:gd name="T20" fmla="*/ 268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36" y="346"/>
                  </a:moveTo>
                  <a:cubicBezTo>
                    <a:pt x="9" y="338"/>
                    <a:pt x="7" y="322"/>
                    <a:pt x="21" y="274"/>
                  </a:cubicBezTo>
                  <a:cubicBezTo>
                    <a:pt x="35" y="227"/>
                    <a:pt x="55" y="140"/>
                    <a:pt x="47" y="97"/>
                  </a:cubicBezTo>
                  <a:cubicBezTo>
                    <a:pt x="38" y="54"/>
                    <a:pt x="40" y="14"/>
                    <a:pt x="74" y="5"/>
                  </a:cubicBezTo>
                  <a:cubicBezTo>
                    <a:pt x="77" y="5"/>
                    <a:pt x="82" y="5"/>
                    <a:pt x="86" y="6"/>
                  </a:cubicBezTo>
                  <a:cubicBezTo>
                    <a:pt x="79" y="3"/>
                    <a:pt x="70" y="0"/>
                    <a:pt x="60" y="3"/>
                  </a:cubicBezTo>
                  <a:cubicBezTo>
                    <a:pt x="26" y="11"/>
                    <a:pt x="22" y="51"/>
                    <a:pt x="30" y="94"/>
                  </a:cubicBezTo>
                  <a:cubicBezTo>
                    <a:pt x="38" y="137"/>
                    <a:pt x="28" y="222"/>
                    <a:pt x="14" y="270"/>
                  </a:cubicBezTo>
                  <a:cubicBezTo>
                    <a:pt x="0" y="317"/>
                    <a:pt x="0" y="335"/>
                    <a:pt x="22" y="344"/>
                  </a:cubicBezTo>
                  <a:cubicBezTo>
                    <a:pt x="28" y="347"/>
                    <a:pt x="31" y="347"/>
                    <a:pt x="36" y="346"/>
                  </a:cubicBezTo>
                  <a:cubicBezTo>
                    <a:pt x="36" y="346"/>
                    <a:pt x="36" y="346"/>
                    <a:pt x="36" y="34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2" name="Freeform 2322">
              <a:extLst>
                <a:ext uri="{FF2B5EF4-FFF2-40B4-BE49-F238E27FC236}">
                  <a16:creationId xmlns:a16="http://schemas.microsoft.com/office/drawing/2014/main" id="{ABCF9DA4-DA6B-BEE8-DF3C-E461DAA7C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015"/>
              <a:ext cx="90" cy="555"/>
            </a:xfrm>
            <a:custGeom>
              <a:avLst/>
              <a:gdLst>
                <a:gd name="T0" fmla="*/ 0 w 46"/>
                <a:gd name="T1" fmla="*/ 2399 h 267"/>
                <a:gd name="T2" fmla="*/ 119 w 46"/>
                <a:gd name="T3" fmla="*/ 817 h 267"/>
                <a:gd name="T4" fmla="*/ 344 w 46"/>
                <a:gd name="T5" fmla="*/ 0 h 267"/>
                <a:gd name="T6" fmla="*/ 133 w 46"/>
                <a:gd name="T7" fmla="*/ 574 h 267"/>
                <a:gd name="T8" fmla="*/ 0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0" y="267"/>
                  </a:moveTo>
                  <a:cubicBezTo>
                    <a:pt x="14" y="219"/>
                    <a:pt x="24" y="134"/>
                    <a:pt x="16" y="91"/>
                  </a:cubicBezTo>
                  <a:cubicBezTo>
                    <a:pt x="8" y="48"/>
                    <a:pt x="12" y="8"/>
                    <a:pt x="46" y="0"/>
                  </a:cubicBezTo>
                  <a:cubicBezTo>
                    <a:pt x="33" y="6"/>
                    <a:pt x="16" y="32"/>
                    <a:pt x="18" y="64"/>
                  </a:cubicBezTo>
                  <a:cubicBezTo>
                    <a:pt x="20" y="96"/>
                    <a:pt x="33" y="155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3" name="Freeform 2323">
              <a:extLst>
                <a:ext uri="{FF2B5EF4-FFF2-40B4-BE49-F238E27FC236}">
                  <a16:creationId xmlns:a16="http://schemas.microsoft.com/office/drawing/2014/main" id="{2E43F72B-C839-392D-EC9B-827DFCFCD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4" name="Freeform 2324">
              <a:extLst>
                <a:ext uri="{FF2B5EF4-FFF2-40B4-BE49-F238E27FC236}">
                  <a16:creationId xmlns:a16="http://schemas.microsoft.com/office/drawing/2014/main" id="{6ADCD9F9-B774-8629-64D8-011A7773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5" name="Freeform 2325">
              <a:extLst>
                <a:ext uri="{FF2B5EF4-FFF2-40B4-BE49-F238E27FC236}">
                  <a16:creationId xmlns:a16="http://schemas.microsoft.com/office/drawing/2014/main" id="{27133741-2E8D-0FF7-0241-3CC8881E2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029"/>
              <a:ext cx="1" cy="632"/>
            </a:xfrm>
            <a:custGeom>
              <a:avLst/>
              <a:gdLst>
                <a:gd name="T0" fmla="*/ 0 w 1"/>
                <a:gd name="T1" fmla="*/ 632 h 632"/>
                <a:gd name="T2" fmla="*/ 0 w 1"/>
                <a:gd name="T3" fmla="*/ 0 h 632"/>
                <a:gd name="T4" fmla="*/ 0 w 1"/>
                <a:gd name="T5" fmla="*/ 632 h 6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2">
                  <a:moveTo>
                    <a:pt x="0" y="632"/>
                  </a:moveTo>
                  <a:lnTo>
                    <a:pt x="0" y="0"/>
                  </a:lnTo>
                  <a:lnTo>
                    <a:pt x="0" y="632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6" name="Line 2326">
              <a:extLst>
                <a:ext uri="{FF2B5EF4-FFF2-40B4-BE49-F238E27FC236}">
                  <a16:creationId xmlns:a16="http://schemas.microsoft.com/office/drawing/2014/main" id="{2AF6D9EF-6BDD-042F-D7E1-7F8A8D454C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" name="Freeform 2327">
              <a:extLst>
                <a:ext uri="{FF2B5EF4-FFF2-40B4-BE49-F238E27FC236}">
                  <a16:creationId xmlns:a16="http://schemas.microsoft.com/office/drawing/2014/main" id="{FBC813AA-E804-DF74-493A-CF003D38E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3335"/>
              <a:ext cx="64" cy="212"/>
            </a:xfrm>
            <a:custGeom>
              <a:avLst/>
              <a:gdLst>
                <a:gd name="T0" fmla="*/ 155 w 33"/>
                <a:gd name="T1" fmla="*/ 648 h 102"/>
                <a:gd name="T2" fmla="*/ 140 w 33"/>
                <a:gd name="T3" fmla="*/ 609 h 102"/>
                <a:gd name="T4" fmla="*/ 37 w 33"/>
                <a:gd name="T5" fmla="*/ 341 h 102"/>
                <a:gd name="T6" fmla="*/ 109 w 33"/>
                <a:gd name="T7" fmla="*/ 133 h 102"/>
                <a:gd name="T8" fmla="*/ 225 w 33"/>
                <a:gd name="T9" fmla="*/ 0 h 102"/>
                <a:gd name="T10" fmla="*/ 72 w 33"/>
                <a:gd name="T11" fmla="*/ 133 h 102"/>
                <a:gd name="T12" fmla="*/ 0 w 33"/>
                <a:gd name="T13" fmla="*/ 349 h 102"/>
                <a:gd name="T14" fmla="*/ 109 w 33"/>
                <a:gd name="T15" fmla="*/ 626 h 102"/>
                <a:gd name="T16" fmla="*/ 116 w 33"/>
                <a:gd name="T17" fmla="*/ 700 h 102"/>
                <a:gd name="T18" fmla="*/ 72 w 33"/>
                <a:gd name="T19" fmla="*/ 917 h 102"/>
                <a:gd name="T20" fmla="*/ 155 w 33"/>
                <a:gd name="T21" fmla="*/ 648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102">
                  <a:moveTo>
                    <a:pt x="21" y="72"/>
                  </a:moveTo>
                  <a:cubicBezTo>
                    <a:pt x="22" y="70"/>
                    <a:pt x="20" y="68"/>
                    <a:pt x="19" y="68"/>
                  </a:cubicBezTo>
                  <a:cubicBezTo>
                    <a:pt x="11" y="61"/>
                    <a:pt x="5" y="49"/>
                    <a:pt x="5" y="38"/>
                  </a:cubicBezTo>
                  <a:cubicBezTo>
                    <a:pt x="5" y="29"/>
                    <a:pt x="9" y="21"/>
                    <a:pt x="15" y="15"/>
                  </a:cubicBezTo>
                  <a:cubicBezTo>
                    <a:pt x="20" y="11"/>
                    <a:pt x="33" y="5"/>
                    <a:pt x="31" y="0"/>
                  </a:cubicBezTo>
                  <a:cubicBezTo>
                    <a:pt x="31" y="3"/>
                    <a:pt x="17" y="8"/>
                    <a:pt x="10" y="15"/>
                  </a:cubicBezTo>
                  <a:cubicBezTo>
                    <a:pt x="4" y="21"/>
                    <a:pt x="0" y="28"/>
                    <a:pt x="0" y="39"/>
                  </a:cubicBezTo>
                  <a:cubicBezTo>
                    <a:pt x="0" y="49"/>
                    <a:pt x="6" y="63"/>
                    <a:pt x="15" y="70"/>
                  </a:cubicBezTo>
                  <a:cubicBezTo>
                    <a:pt x="16" y="71"/>
                    <a:pt x="17" y="74"/>
                    <a:pt x="16" y="78"/>
                  </a:cubicBezTo>
                  <a:cubicBezTo>
                    <a:pt x="15" y="83"/>
                    <a:pt x="13" y="91"/>
                    <a:pt x="10" y="102"/>
                  </a:cubicBezTo>
                  <a:cubicBezTo>
                    <a:pt x="14" y="93"/>
                    <a:pt x="20" y="79"/>
                    <a:pt x="21" y="7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8" name="Freeform 2328">
              <a:extLst>
                <a:ext uri="{FF2B5EF4-FFF2-40B4-BE49-F238E27FC236}">
                  <a16:creationId xmlns:a16="http://schemas.microsoft.com/office/drawing/2014/main" id="{AA76696E-9F6E-B680-7314-6B19E1E26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3031"/>
              <a:ext cx="130" cy="692"/>
            </a:xfrm>
            <a:custGeom>
              <a:avLst/>
              <a:gdLst>
                <a:gd name="T0" fmla="*/ 16 w 67"/>
                <a:gd name="T1" fmla="*/ 449 h 333"/>
                <a:gd name="T2" fmla="*/ 147 w 67"/>
                <a:gd name="T3" fmla="*/ 0 h 333"/>
                <a:gd name="T4" fmla="*/ 64 w 67"/>
                <a:gd name="T5" fmla="*/ 465 h 333"/>
                <a:gd name="T6" fmla="*/ 109 w 67"/>
                <a:gd name="T7" fmla="*/ 1174 h 333"/>
                <a:gd name="T8" fmla="*/ 279 w 67"/>
                <a:gd name="T9" fmla="*/ 1482 h 333"/>
                <a:gd name="T10" fmla="*/ 248 w 67"/>
                <a:gd name="T11" fmla="*/ 1914 h 333"/>
                <a:gd name="T12" fmla="*/ 225 w 67"/>
                <a:gd name="T13" fmla="*/ 2022 h 333"/>
                <a:gd name="T14" fmla="*/ 388 w 67"/>
                <a:gd name="T15" fmla="*/ 2620 h 333"/>
                <a:gd name="T16" fmla="*/ 489 w 67"/>
                <a:gd name="T17" fmla="*/ 2988 h 333"/>
                <a:gd name="T18" fmla="*/ 312 w 67"/>
                <a:gd name="T19" fmla="*/ 2583 h 333"/>
                <a:gd name="T20" fmla="*/ 116 w 67"/>
                <a:gd name="T21" fmla="*/ 2007 h 333"/>
                <a:gd name="T22" fmla="*/ 132 w 67"/>
                <a:gd name="T23" fmla="*/ 1904 h 333"/>
                <a:gd name="T24" fmla="*/ 204 w 67"/>
                <a:gd name="T25" fmla="*/ 1554 h 333"/>
                <a:gd name="T26" fmla="*/ 64 w 67"/>
                <a:gd name="T27" fmla="*/ 1382 h 333"/>
                <a:gd name="T28" fmla="*/ 23 w 67"/>
                <a:gd name="T29" fmla="*/ 1266 h 333"/>
                <a:gd name="T30" fmla="*/ 16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2" y="50"/>
                  </a:moveTo>
                  <a:cubicBezTo>
                    <a:pt x="5" y="30"/>
                    <a:pt x="10" y="12"/>
                    <a:pt x="20" y="0"/>
                  </a:cubicBezTo>
                  <a:cubicBezTo>
                    <a:pt x="15" y="10"/>
                    <a:pt x="12" y="19"/>
                    <a:pt x="9" y="52"/>
                  </a:cubicBezTo>
                  <a:cubicBezTo>
                    <a:pt x="7" y="74"/>
                    <a:pt x="13" y="89"/>
                    <a:pt x="15" y="131"/>
                  </a:cubicBezTo>
                  <a:cubicBezTo>
                    <a:pt x="16" y="147"/>
                    <a:pt x="31" y="148"/>
                    <a:pt x="38" y="165"/>
                  </a:cubicBezTo>
                  <a:cubicBezTo>
                    <a:pt x="45" y="182"/>
                    <a:pt x="45" y="201"/>
                    <a:pt x="34" y="213"/>
                  </a:cubicBezTo>
                  <a:cubicBezTo>
                    <a:pt x="32" y="217"/>
                    <a:pt x="29" y="220"/>
                    <a:pt x="31" y="225"/>
                  </a:cubicBezTo>
                  <a:cubicBezTo>
                    <a:pt x="33" y="231"/>
                    <a:pt x="53" y="292"/>
                    <a:pt x="53" y="292"/>
                  </a:cubicBezTo>
                  <a:cubicBezTo>
                    <a:pt x="60" y="312"/>
                    <a:pt x="61" y="320"/>
                    <a:pt x="67" y="333"/>
                  </a:cubicBezTo>
                  <a:cubicBezTo>
                    <a:pt x="60" y="325"/>
                    <a:pt x="52" y="311"/>
                    <a:pt x="43" y="288"/>
                  </a:cubicBezTo>
                  <a:cubicBezTo>
                    <a:pt x="43" y="288"/>
                    <a:pt x="18" y="229"/>
                    <a:pt x="16" y="224"/>
                  </a:cubicBezTo>
                  <a:cubicBezTo>
                    <a:pt x="14" y="218"/>
                    <a:pt x="14" y="215"/>
                    <a:pt x="18" y="212"/>
                  </a:cubicBezTo>
                  <a:cubicBezTo>
                    <a:pt x="29" y="203"/>
                    <a:pt x="33" y="187"/>
                    <a:pt x="28" y="173"/>
                  </a:cubicBezTo>
                  <a:cubicBezTo>
                    <a:pt x="24" y="165"/>
                    <a:pt x="17" y="157"/>
                    <a:pt x="9" y="154"/>
                  </a:cubicBezTo>
                  <a:cubicBezTo>
                    <a:pt x="4" y="152"/>
                    <a:pt x="4" y="147"/>
                    <a:pt x="3" y="141"/>
                  </a:cubicBezTo>
                  <a:cubicBezTo>
                    <a:pt x="1" y="99"/>
                    <a:pt x="0" y="72"/>
                    <a:pt x="2" y="50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9" name="Freeform 2329">
              <a:extLst>
                <a:ext uri="{FF2B5EF4-FFF2-40B4-BE49-F238E27FC236}">
                  <a16:creationId xmlns:a16="http://schemas.microsoft.com/office/drawing/2014/main" id="{03462A34-A89D-A56D-65E2-59FE5AD63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08"/>
              <a:ext cx="168" cy="722"/>
            </a:xfrm>
            <a:custGeom>
              <a:avLst/>
              <a:gdLst>
                <a:gd name="T0" fmla="*/ 373 w 86"/>
                <a:gd name="T1" fmla="*/ 3117 h 347"/>
                <a:gd name="T2" fmla="*/ 484 w 86"/>
                <a:gd name="T3" fmla="*/ 2468 h 347"/>
                <a:gd name="T4" fmla="*/ 289 w 86"/>
                <a:gd name="T5" fmla="*/ 874 h 347"/>
                <a:gd name="T6" fmla="*/ 88 w 86"/>
                <a:gd name="T7" fmla="*/ 44 h 347"/>
                <a:gd name="T8" fmla="*/ 0 w 86"/>
                <a:gd name="T9" fmla="*/ 52 h 347"/>
                <a:gd name="T10" fmla="*/ 195 w 86"/>
                <a:gd name="T11" fmla="*/ 25 h 347"/>
                <a:gd name="T12" fmla="*/ 416 w 86"/>
                <a:gd name="T13" fmla="*/ 849 h 347"/>
                <a:gd name="T14" fmla="*/ 537 w 86"/>
                <a:gd name="T15" fmla="*/ 2432 h 347"/>
                <a:gd name="T16" fmla="*/ 477 w 86"/>
                <a:gd name="T17" fmla="*/ 3100 h 347"/>
                <a:gd name="T18" fmla="*/ 373 w 86"/>
                <a:gd name="T19" fmla="*/ 3117 h 347"/>
                <a:gd name="T20" fmla="*/ 373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50" y="346"/>
                  </a:moveTo>
                  <a:cubicBezTo>
                    <a:pt x="77" y="338"/>
                    <a:pt x="79" y="322"/>
                    <a:pt x="65" y="274"/>
                  </a:cubicBezTo>
                  <a:cubicBezTo>
                    <a:pt x="51" y="227"/>
                    <a:pt x="31" y="140"/>
                    <a:pt x="39" y="97"/>
                  </a:cubicBezTo>
                  <a:cubicBezTo>
                    <a:pt x="48" y="54"/>
                    <a:pt x="46" y="14"/>
                    <a:pt x="12" y="5"/>
                  </a:cubicBezTo>
                  <a:cubicBezTo>
                    <a:pt x="9" y="5"/>
                    <a:pt x="4" y="5"/>
                    <a:pt x="0" y="6"/>
                  </a:cubicBezTo>
                  <a:cubicBezTo>
                    <a:pt x="7" y="3"/>
                    <a:pt x="16" y="0"/>
                    <a:pt x="26" y="3"/>
                  </a:cubicBezTo>
                  <a:cubicBezTo>
                    <a:pt x="60" y="11"/>
                    <a:pt x="64" y="51"/>
                    <a:pt x="56" y="94"/>
                  </a:cubicBezTo>
                  <a:cubicBezTo>
                    <a:pt x="48" y="137"/>
                    <a:pt x="58" y="222"/>
                    <a:pt x="72" y="270"/>
                  </a:cubicBezTo>
                  <a:cubicBezTo>
                    <a:pt x="86" y="317"/>
                    <a:pt x="86" y="335"/>
                    <a:pt x="64" y="344"/>
                  </a:cubicBezTo>
                  <a:cubicBezTo>
                    <a:pt x="58" y="347"/>
                    <a:pt x="55" y="347"/>
                    <a:pt x="50" y="346"/>
                  </a:cubicBezTo>
                  <a:cubicBezTo>
                    <a:pt x="50" y="346"/>
                    <a:pt x="50" y="346"/>
                    <a:pt x="50" y="34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0" name="Freeform 2330">
              <a:extLst>
                <a:ext uri="{FF2B5EF4-FFF2-40B4-BE49-F238E27FC236}">
                  <a16:creationId xmlns:a16="http://schemas.microsoft.com/office/drawing/2014/main" id="{C17753E6-7D60-D98C-2927-6F3A61C44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15"/>
              <a:ext cx="90" cy="555"/>
            </a:xfrm>
            <a:custGeom>
              <a:avLst/>
              <a:gdLst>
                <a:gd name="T0" fmla="*/ 344 w 46"/>
                <a:gd name="T1" fmla="*/ 2399 h 267"/>
                <a:gd name="T2" fmla="*/ 225 w 46"/>
                <a:gd name="T3" fmla="*/ 817 h 267"/>
                <a:gd name="T4" fmla="*/ 0 w 46"/>
                <a:gd name="T5" fmla="*/ 0 h 267"/>
                <a:gd name="T6" fmla="*/ 211 w 46"/>
                <a:gd name="T7" fmla="*/ 574 h 267"/>
                <a:gd name="T8" fmla="*/ 344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46" y="267"/>
                  </a:moveTo>
                  <a:cubicBezTo>
                    <a:pt x="32" y="219"/>
                    <a:pt x="22" y="134"/>
                    <a:pt x="30" y="91"/>
                  </a:cubicBezTo>
                  <a:cubicBezTo>
                    <a:pt x="38" y="48"/>
                    <a:pt x="34" y="8"/>
                    <a:pt x="0" y="0"/>
                  </a:cubicBezTo>
                  <a:cubicBezTo>
                    <a:pt x="13" y="6"/>
                    <a:pt x="30" y="32"/>
                    <a:pt x="28" y="64"/>
                  </a:cubicBezTo>
                  <a:cubicBezTo>
                    <a:pt x="26" y="96"/>
                    <a:pt x="13" y="155"/>
                    <a:pt x="46" y="267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1" name="Freeform 2331">
              <a:extLst>
                <a:ext uri="{FF2B5EF4-FFF2-40B4-BE49-F238E27FC236}">
                  <a16:creationId xmlns:a16="http://schemas.microsoft.com/office/drawing/2014/main" id="{171D9F7D-EE99-D5B4-4F8A-50E0AEB8C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3085"/>
              <a:ext cx="70" cy="462"/>
            </a:xfrm>
            <a:custGeom>
              <a:avLst/>
              <a:gdLst>
                <a:gd name="T0" fmla="*/ 156 w 36"/>
                <a:gd name="T1" fmla="*/ 1711 h 222"/>
                <a:gd name="T2" fmla="*/ 264 w 36"/>
                <a:gd name="T3" fmla="*/ 1434 h 222"/>
                <a:gd name="T4" fmla="*/ 193 w 36"/>
                <a:gd name="T5" fmla="*/ 1217 h 222"/>
                <a:gd name="T6" fmla="*/ 72 w 36"/>
                <a:gd name="T7" fmla="*/ 1118 h 222"/>
                <a:gd name="T8" fmla="*/ 80 w 36"/>
                <a:gd name="T9" fmla="*/ 1118 h 222"/>
                <a:gd name="T10" fmla="*/ 60 w 36"/>
                <a:gd name="T11" fmla="*/ 1034 h 222"/>
                <a:gd name="T12" fmla="*/ 60 w 36"/>
                <a:gd name="T13" fmla="*/ 0 h 222"/>
                <a:gd name="T14" fmla="*/ 8 w 36"/>
                <a:gd name="T15" fmla="*/ 766 h 222"/>
                <a:gd name="T16" fmla="*/ 37 w 36"/>
                <a:gd name="T17" fmla="*/ 1082 h 222"/>
                <a:gd name="T18" fmla="*/ 37 w 36"/>
                <a:gd name="T19" fmla="*/ 1090 h 222"/>
                <a:gd name="T20" fmla="*/ 37 w 36"/>
                <a:gd name="T21" fmla="*/ 1101 h 222"/>
                <a:gd name="T22" fmla="*/ 37 w 36"/>
                <a:gd name="T23" fmla="*/ 1109 h 222"/>
                <a:gd name="T24" fmla="*/ 156 w 36"/>
                <a:gd name="T25" fmla="*/ 1217 h 222"/>
                <a:gd name="T26" fmla="*/ 228 w 36"/>
                <a:gd name="T27" fmla="*/ 1426 h 222"/>
                <a:gd name="T28" fmla="*/ 124 w 36"/>
                <a:gd name="T29" fmla="*/ 1694 h 222"/>
                <a:gd name="T30" fmla="*/ 109 w 36"/>
                <a:gd name="T31" fmla="*/ 1731 h 222"/>
                <a:gd name="T32" fmla="*/ 193 w 36"/>
                <a:gd name="T33" fmla="*/ 2000 h 222"/>
                <a:gd name="T34" fmla="*/ 148 w 36"/>
                <a:gd name="T35" fmla="*/ 1783 h 222"/>
                <a:gd name="T36" fmla="*/ 156 w 36"/>
                <a:gd name="T37" fmla="*/ 1711 h 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22">
                  <a:moveTo>
                    <a:pt x="21" y="190"/>
                  </a:moveTo>
                  <a:cubicBezTo>
                    <a:pt x="30" y="183"/>
                    <a:pt x="36" y="169"/>
                    <a:pt x="36" y="159"/>
                  </a:cubicBezTo>
                  <a:cubicBezTo>
                    <a:pt x="36" y="148"/>
                    <a:pt x="32" y="141"/>
                    <a:pt x="26" y="135"/>
                  </a:cubicBezTo>
                  <a:cubicBezTo>
                    <a:pt x="22" y="130"/>
                    <a:pt x="15" y="127"/>
                    <a:pt x="10" y="12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8" y="121"/>
                    <a:pt x="8" y="124"/>
                    <a:pt x="8" y="115"/>
                  </a:cubicBezTo>
                  <a:cubicBezTo>
                    <a:pt x="7" y="106"/>
                    <a:pt x="1" y="25"/>
                    <a:pt x="8" y="0"/>
                  </a:cubicBezTo>
                  <a:cubicBezTo>
                    <a:pt x="5" y="7"/>
                    <a:pt x="0" y="42"/>
                    <a:pt x="1" y="85"/>
                  </a:cubicBezTo>
                  <a:cubicBezTo>
                    <a:pt x="2" y="97"/>
                    <a:pt x="4" y="114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8" y="127"/>
                    <a:pt x="17" y="132"/>
                    <a:pt x="21" y="135"/>
                  </a:cubicBezTo>
                  <a:cubicBezTo>
                    <a:pt x="27" y="141"/>
                    <a:pt x="31" y="149"/>
                    <a:pt x="31" y="158"/>
                  </a:cubicBezTo>
                  <a:cubicBezTo>
                    <a:pt x="31" y="169"/>
                    <a:pt x="25" y="181"/>
                    <a:pt x="17" y="188"/>
                  </a:cubicBezTo>
                  <a:cubicBezTo>
                    <a:pt x="16" y="188"/>
                    <a:pt x="14" y="190"/>
                    <a:pt x="15" y="192"/>
                  </a:cubicBezTo>
                  <a:cubicBezTo>
                    <a:pt x="16" y="199"/>
                    <a:pt x="22" y="213"/>
                    <a:pt x="26" y="222"/>
                  </a:cubicBezTo>
                  <a:cubicBezTo>
                    <a:pt x="23" y="211"/>
                    <a:pt x="21" y="203"/>
                    <a:pt x="20" y="198"/>
                  </a:cubicBezTo>
                  <a:cubicBezTo>
                    <a:pt x="19" y="194"/>
                    <a:pt x="20" y="191"/>
                    <a:pt x="21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2" name="Freeform 2332">
              <a:extLst>
                <a:ext uri="{FF2B5EF4-FFF2-40B4-BE49-F238E27FC236}">
                  <a16:creationId xmlns:a16="http://schemas.microsoft.com/office/drawing/2014/main" id="{7938F885-53D6-6BDF-616D-8C3726B52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17"/>
              <a:ext cx="33" cy="75"/>
            </a:xfrm>
            <a:custGeom>
              <a:avLst/>
              <a:gdLst>
                <a:gd name="T0" fmla="*/ 124 w 17"/>
                <a:gd name="T1" fmla="*/ 0 h 36"/>
                <a:gd name="T2" fmla="*/ 8 w 17"/>
                <a:gd name="T3" fmla="*/ 192 h 36"/>
                <a:gd name="T4" fmla="*/ 0 w 17"/>
                <a:gd name="T5" fmla="*/ 325 h 36"/>
                <a:gd name="T6" fmla="*/ 124 w 1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6">
                  <a:moveTo>
                    <a:pt x="17" y="0"/>
                  </a:moveTo>
                  <a:cubicBezTo>
                    <a:pt x="7" y="3"/>
                    <a:pt x="1" y="9"/>
                    <a:pt x="1" y="2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2" y="23"/>
                    <a:pt x="8" y="5"/>
                    <a:pt x="17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3" name="Freeform 2333">
              <a:extLst>
                <a:ext uri="{FF2B5EF4-FFF2-40B4-BE49-F238E27FC236}">
                  <a16:creationId xmlns:a16="http://schemas.microsoft.com/office/drawing/2014/main" id="{7149DACA-AEBF-9B66-C461-197AFB236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3509"/>
              <a:ext cx="84" cy="208"/>
            </a:xfrm>
            <a:custGeom>
              <a:avLst/>
              <a:gdLst>
                <a:gd name="T0" fmla="*/ 8 w 43"/>
                <a:gd name="T1" fmla="*/ 0 h 100"/>
                <a:gd name="T2" fmla="*/ 0 w 43"/>
                <a:gd name="T3" fmla="*/ 516 h 100"/>
                <a:gd name="T4" fmla="*/ 320 w 43"/>
                <a:gd name="T5" fmla="*/ 901 h 100"/>
                <a:gd name="T6" fmla="*/ 45 w 43"/>
                <a:gd name="T7" fmla="*/ 468 h 100"/>
                <a:gd name="T8" fmla="*/ 8 w 43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00">
                  <a:moveTo>
                    <a:pt x="1" y="0"/>
                  </a:moveTo>
                  <a:cubicBezTo>
                    <a:pt x="1" y="30"/>
                    <a:pt x="0" y="43"/>
                    <a:pt x="0" y="57"/>
                  </a:cubicBezTo>
                  <a:cubicBezTo>
                    <a:pt x="0" y="71"/>
                    <a:pt x="5" y="86"/>
                    <a:pt x="43" y="100"/>
                  </a:cubicBezTo>
                  <a:cubicBezTo>
                    <a:pt x="28" y="94"/>
                    <a:pt x="7" y="80"/>
                    <a:pt x="6" y="52"/>
                  </a:cubicBezTo>
                  <a:cubicBezTo>
                    <a:pt x="5" y="2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4" name="Freeform 2334">
              <a:extLst>
                <a:ext uri="{FF2B5EF4-FFF2-40B4-BE49-F238E27FC236}">
                  <a16:creationId xmlns:a16="http://schemas.microsoft.com/office/drawing/2014/main" id="{76822C86-74D2-AADC-CC09-6CFD742222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4" y="3017"/>
              <a:ext cx="294" cy="719"/>
            </a:xfrm>
            <a:custGeom>
              <a:avLst/>
              <a:gdLst>
                <a:gd name="T0" fmla="*/ 888 w 151"/>
                <a:gd name="T1" fmla="*/ 2647 h 346"/>
                <a:gd name="T2" fmla="*/ 680 w 151"/>
                <a:gd name="T3" fmla="*/ 2055 h 346"/>
                <a:gd name="T4" fmla="*/ 672 w 151"/>
                <a:gd name="T5" fmla="*/ 1999 h 346"/>
                <a:gd name="T6" fmla="*/ 672 w 151"/>
                <a:gd name="T7" fmla="*/ 1991 h 346"/>
                <a:gd name="T8" fmla="*/ 672 w 151"/>
                <a:gd name="T9" fmla="*/ 1982 h 346"/>
                <a:gd name="T10" fmla="*/ 680 w 151"/>
                <a:gd name="T11" fmla="*/ 1974 h 346"/>
                <a:gd name="T12" fmla="*/ 680 w 151"/>
                <a:gd name="T13" fmla="*/ 1974 h 346"/>
                <a:gd name="T14" fmla="*/ 685 w 151"/>
                <a:gd name="T15" fmla="*/ 1966 h 346"/>
                <a:gd name="T16" fmla="*/ 685 w 151"/>
                <a:gd name="T17" fmla="*/ 1955 h 346"/>
                <a:gd name="T18" fmla="*/ 701 w 151"/>
                <a:gd name="T19" fmla="*/ 1947 h 346"/>
                <a:gd name="T20" fmla="*/ 724 w 151"/>
                <a:gd name="T21" fmla="*/ 1922 h 346"/>
                <a:gd name="T22" fmla="*/ 740 w 151"/>
                <a:gd name="T23" fmla="*/ 1891 h 346"/>
                <a:gd name="T24" fmla="*/ 748 w 151"/>
                <a:gd name="T25" fmla="*/ 1883 h 346"/>
                <a:gd name="T26" fmla="*/ 761 w 151"/>
                <a:gd name="T27" fmla="*/ 1847 h 346"/>
                <a:gd name="T28" fmla="*/ 761 w 151"/>
                <a:gd name="T29" fmla="*/ 1847 h 346"/>
                <a:gd name="T30" fmla="*/ 765 w 151"/>
                <a:gd name="T31" fmla="*/ 1615 h 346"/>
                <a:gd name="T32" fmla="*/ 633 w 151"/>
                <a:gd name="T33" fmla="*/ 1463 h 346"/>
                <a:gd name="T34" fmla="*/ 592 w 151"/>
                <a:gd name="T35" fmla="*/ 1347 h 346"/>
                <a:gd name="T36" fmla="*/ 592 w 151"/>
                <a:gd name="T37" fmla="*/ 509 h 346"/>
                <a:gd name="T38" fmla="*/ 613 w 151"/>
                <a:gd name="T39" fmla="*/ 368 h 346"/>
                <a:gd name="T40" fmla="*/ 368 w 151"/>
                <a:gd name="T41" fmla="*/ 0 h 346"/>
                <a:gd name="T42" fmla="*/ 553 w 151"/>
                <a:gd name="T43" fmla="*/ 509 h 346"/>
                <a:gd name="T44" fmla="*/ 553 w 151"/>
                <a:gd name="T45" fmla="*/ 1347 h 346"/>
                <a:gd name="T46" fmla="*/ 508 w 151"/>
                <a:gd name="T47" fmla="*/ 1463 h 346"/>
                <a:gd name="T48" fmla="*/ 376 w 151"/>
                <a:gd name="T49" fmla="*/ 1615 h 346"/>
                <a:gd name="T50" fmla="*/ 444 w 151"/>
                <a:gd name="T51" fmla="*/ 1947 h 346"/>
                <a:gd name="T52" fmla="*/ 465 w 151"/>
                <a:gd name="T53" fmla="*/ 2055 h 346"/>
                <a:gd name="T54" fmla="*/ 397 w 151"/>
                <a:gd name="T55" fmla="*/ 2255 h 346"/>
                <a:gd name="T56" fmla="*/ 391 w 151"/>
                <a:gd name="T57" fmla="*/ 2271 h 346"/>
                <a:gd name="T58" fmla="*/ 391 w 151"/>
                <a:gd name="T59" fmla="*/ 2271 h 346"/>
                <a:gd name="T60" fmla="*/ 257 w 151"/>
                <a:gd name="T61" fmla="*/ 2631 h 346"/>
                <a:gd name="T62" fmla="*/ 257 w 151"/>
                <a:gd name="T63" fmla="*/ 2639 h 346"/>
                <a:gd name="T64" fmla="*/ 257 w 151"/>
                <a:gd name="T65" fmla="*/ 2647 h 346"/>
                <a:gd name="T66" fmla="*/ 251 w 151"/>
                <a:gd name="T67" fmla="*/ 2647 h 346"/>
                <a:gd name="T68" fmla="*/ 220 w 151"/>
                <a:gd name="T69" fmla="*/ 2737 h 346"/>
                <a:gd name="T70" fmla="*/ 220 w 151"/>
                <a:gd name="T71" fmla="*/ 2737 h 346"/>
                <a:gd name="T72" fmla="*/ 0 w 151"/>
                <a:gd name="T73" fmla="*/ 3105 h 346"/>
                <a:gd name="T74" fmla="*/ 37 w 151"/>
                <a:gd name="T75" fmla="*/ 3105 h 346"/>
                <a:gd name="T76" fmla="*/ 569 w 151"/>
                <a:gd name="T77" fmla="*/ 2755 h 346"/>
                <a:gd name="T78" fmla="*/ 569 w 151"/>
                <a:gd name="T79" fmla="*/ 1982 h 346"/>
                <a:gd name="T80" fmla="*/ 656 w 151"/>
                <a:gd name="T81" fmla="*/ 2124 h 346"/>
                <a:gd name="T82" fmla="*/ 709 w 151"/>
                <a:gd name="T83" fmla="*/ 2340 h 346"/>
                <a:gd name="T84" fmla="*/ 1114 w 151"/>
                <a:gd name="T85" fmla="*/ 3088 h 346"/>
                <a:gd name="T86" fmla="*/ 888 w 151"/>
                <a:gd name="T87" fmla="*/ 2647 h 346"/>
                <a:gd name="T88" fmla="*/ 493 w 151"/>
                <a:gd name="T89" fmla="*/ 2504 h 346"/>
                <a:gd name="T90" fmla="*/ 325 w 151"/>
                <a:gd name="T91" fmla="*/ 2828 h 346"/>
                <a:gd name="T92" fmla="*/ 524 w 151"/>
                <a:gd name="T93" fmla="*/ 2082 h 346"/>
                <a:gd name="T94" fmla="*/ 493 w 151"/>
                <a:gd name="T95" fmla="*/ 2504 h 3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1" h="346">
                  <a:moveTo>
                    <a:pt x="120" y="295"/>
                  </a:moveTo>
                  <a:cubicBezTo>
                    <a:pt x="120" y="295"/>
                    <a:pt x="94" y="235"/>
                    <a:pt x="92" y="229"/>
                  </a:cubicBezTo>
                  <a:cubicBezTo>
                    <a:pt x="91" y="227"/>
                    <a:pt x="91" y="225"/>
                    <a:pt x="91" y="223"/>
                  </a:cubicBezTo>
                  <a:cubicBezTo>
                    <a:pt x="91" y="223"/>
                    <a:pt x="91" y="222"/>
                    <a:pt x="91" y="222"/>
                  </a:cubicBezTo>
                  <a:cubicBezTo>
                    <a:pt x="91" y="222"/>
                    <a:pt x="91" y="222"/>
                    <a:pt x="91" y="221"/>
                  </a:cubicBezTo>
                  <a:cubicBezTo>
                    <a:pt x="91" y="221"/>
                    <a:pt x="91" y="221"/>
                    <a:pt x="92" y="220"/>
                  </a:cubicBezTo>
                  <a:cubicBezTo>
                    <a:pt x="92" y="220"/>
                    <a:pt x="92" y="220"/>
                    <a:pt x="92" y="220"/>
                  </a:cubicBezTo>
                  <a:cubicBezTo>
                    <a:pt x="92" y="219"/>
                    <a:pt x="92" y="219"/>
                    <a:pt x="93" y="219"/>
                  </a:cubicBezTo>
                  <a:cubicBezTo>
                    <a:pt x="93" y="219"/>
                    <a:pt x="93" y="218"/>
                    <a:pt x="93" y="218"/>
                  </a:cubicBezTo>
                  <a:cubicBezTo>
                    <a:pt x="94" y="218"/>
                    <a:pt x="94" y="217"/>
                    <a:pt x="95" y="217"/>
                  </a:cubicBezTo>
                  <a:cubicBezTo>
                    <a:pt x="96" y="216"/>
                    <a:pt x="97" y="215"/>
                    <a:pt x="98" y="214"/>
                  </a:cubicBezTo>
                  <a:cubicBezTo>
                    <a:pt x="99" y="213"/>
                    <a:pt x="99" y="212"/>
                    <a:pt x="100" y="211"/>
                  </a:cubicBezTo>
                  <a:cubicBezTo>
                    <a:pt x="100" y="211"/>
                    <a:pt x="101" y="210"/>
                    <a:pt x="101" y="210"/>
                  </a:cubicBezTo>
                  <a:cubicBezTo>
                    <a:pt x="102" y="209"/>
                    <a:pt x="102" y="208"/>
                    <a:pt x="103" y="206"/>
                  </a:cubicBezTo>
                  <a:cubicBezTo>
                    <a:pt x="103" y="206"/>
                    <a:pt x="103" y="206"/>
                    <a:pt x="103" y="206"/>
                  </a:cubicBezTo>
                  <a:cubicBezTo>
                    <a:pt x="107" y="198"/>
                    <a:pt x="108" y="189"/>
                    <a:pt x="104" y="180"/>
                  </a:cubicBezTo>
                  <a:cubicBezTo>
                    <a:pt x="101" y="172"/>
                    <a:pt x="94" y="166"/>
                    <a:pt x="86" y="163"/>
                  </a:cubicBezTo>
                  <a:cubicBezTo>
                    <a:pt x="80" y="161"/>
                    <a:pt x="80" y="156"/>
                    <a:pt x="80" y="150"/>
                  </a:cubicBezTo>
                  <a:cubicBezTo>
                    <a:pt x="78" y="108"/>
                    <a:pt x="78" y="79"/>
                    <a:pt x="80" y="57"/>
                  </a:cubicBezTo>
                  <a:cubicBezTo>
                    <a:pt x="81" y="51"/>
                    <a:pt x="82" y="46"/>
                    <a:pt x="83" y="41"/>
                  </a:cubicBezTo>
                  <a:cubicBezTo>
                    <a:pt x="76" y="26"/>
                    <a:pt x="65" y="9"/>
                    <a:pt x="50" y="0"/>
                  </a:cubicBezTo>
                  <a:cubicBezTo>
                    <a:pt x="65" y="11"/>
                    <a:pt x="72" y="33"/>
                    <a:pt x="75" y="57"/>
                  </a:cubicBezTo>
                  <a:cubicBezTo>
                    <a:pt x="77" y="79"/>
                    <a:pt x="77" y="108"/>
                    <a:pt x="75" y="150"/>
                  </a:cubicBezTo>
                  <a:cubicBezTo>
                    <a:pt x="75" y="156"/>
                    <a:pt x="74" y="161"/>
                    <a:pt x="69" y="163"/>
                  </a:cubicBezTo>
                  <a:cubicBezTo>
                    <a:pt x="61" y="166"/>
                    <a:pt x="54" y="172"/>
                    <a:pt x="51" y="180"/>
                  </a:cubicBezTo>
                  <a:cubicBezTo>
                    <a:pt x="45" y="194"/>
                    <a:pt x="50" y="208"/>
                    <a:pt x="60" y="217"/>
                  </a:cubicBezTo>
                  <a:cubicBezTo>
                    <a:pt x="64" y="220"/>
                    <a:pt x="65" y="223"/>
                    <a:pt x="63" y="229"/>
                  </a:cubicBezTo>
                  <a:cubicBezTo>
                    <a:pt x="62" y="231"/>
                    <a:pt x="59" y="239"/>
                    <a:pt x="54" y="251"/>
                  </a:cubicBezTo>
                  <a:cubicBezTo>
                    <a:pt x="54" y="251"/>
                    <a:pt x="54" y="252"/>
                    <a:pt x="53" y="253"/>
                  </a:cubicBezTo>
                  <a:cubicBezTo>
                    <a:pt x="53" y="253"/>
                    <a:pt x="53" y="253"/>
                    <a:pt x="53" y="253"/>
                  </a:cubicBezTo>
                  <a:cubicBezTo>
                    <a:pt x="44" y="277"/>
                    <a:pt x="38" y="285"/>
                    <a:pt x="35" y="293"/>
                  </a:cubicBezTo>
                  <a:cubicBezTo>
                    <a:pt x="35" y="293"/>
                    <a:pt x="35" y="294"/>
                    <a:pt x="35" y="294"/>
                  </a:cubicBezTo>
                  <a:cubicBezTo>
                    <a:pt x="35" y="294"/>
                    <a:pt x="35" y="294"/>
                    <a:pt x="35" y="295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33" y="299"/>
                    <a:pt x="31" y="302"/>
                    <a:pt x="30" y="305"/>
                  </a:cubicBezTo>
                  <a:cubicBezTo>
                    <a:pt x="30" y="305"/>
                    <a:pt x="30" y="305"/>
                    <a:pt x="30" y="305"/>
                  </a:cubicBezTo>
                  <a:cubicBezTo>
                    <a:pt x="19" y="331"/>
                    <a:pt x="10" y="343"/>
                    <a:pt x="0" y="346"/>
                  </a:cubicBezTo>
                  <a:cubicBezTo>
                    <a:pt x="5" y="346"/>
                    <a:pt x="5" y="346"/>
                    <a:pt x="5" y="346"/>
                  </a:cubicBezTo>
                  <a:cubicBezTo>
                    <a:pt x="27" y="345"/>
                    <a:pt x="67" y="329"/>
                    <a:pt x="77" y="307"/>
                  </a:cubicBezTo>
                  <a:cubicBezTo>
                    <a:pt x="77" y="221"/>
                    <a:pt x="77" y="221"/>
                    <a:pt x="77" y="221"/>
                  </a:cubicBezTo>
                  <a:cubicBezTo>
                    <a:pt x="79" y="224"/>
                    <a:pt x="86" y="229"/>
                    <a:pt x="89" y="237"/>
                  </a:cubicBezTo>
                  <a:cubicBezTo>
                    <a:pt x="90" y="242"/>
                    <a:pt x="93" y="249"/>
                    <a:pt x="96" y="261"/>
                  </a:cubicBezTo>
                  <a:cubicBezTo>
                    <a:pt x="106" y="290"/>
                    <a:pt x="127" y="335"/>
                    <a:pt x="151" y="344"/>
                  </a:cubicBezTo>
                  <a:cubicBezTo>
                    <a:pt x="141" y="338"/>
                    <a:pt x="132" y="323"/>
                    <a:pt x="120" y="295"/>
                  </a:cubicBezTo>
                  <a:close/>
                  <a:moveTo>
                    <a:pt x="67" y="279"/>
                  </a:moveTo>
                  <a:cubicBezTo>
                    <a:pt x="65" y="304"/>
                    <a:pt x="51" y="317"/>
                    <a:pt x="44" y="315"/>
                  </a:cubicBezTo>
                  <a:cubicBezTo>
                    <a:pt x="39" y="313"/>
                    <a:pt x="68" y="241"/>
                    <a:pt x="71" y="232"/>
                  </a:cubicBezTo>
                  <a:cubicBezTo>
                    <a:pt x="70" y="249"/>
                    <a:pt x="68" y="261"/>
                    <a:pt x="67" y="279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5" name="Freeform 2335">
              <a:extLst>
                <a:ext uri="{FF2B5EF4-FFF2-40B4-BE49-F238E27FC236}">
                  <a16:creationId xmlns:a16="http://schemas.microsoft.com/office/drawing/2014/main" id="{2EEE444C-C5B6-2CBF-0FEF-3B447002C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6" name="Freeform 2336">
              <a:extLst>
                <a:ext uri="{FF2B5EF4-FFF2-40B4-BE49-F238E27FC236}">
                  <a16:creationId xmlns:a16="http://schemas.microsoft.com/office/drawing/2014/main" id="{E9757B03-2610-3282-1227-484150D06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7" name="Freeform 2337">
              <a:extLst>
                <a:ext uri="{FF2B5EF4-FFF2-40B4-BE49-F238E27FC236}">
                  <a16:creationId xmlns:a16="http://schemas.microsoft.com/office/drawing/2014/main" id="{491C282D-CE87-8967-E713-357BBE327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" name="Line 2338">
              <a:extLst>
                <a:ext uri="{FF2B5EF4-FFF2-40B4-BE49-F238E27FC236}">
                  <a16:creationId xmlns:a16="http://schemas.microsoft.com/office/drawing/2014/main" id="{E2AD151D-5093-C9EF-7A8A-16A1E9F5DB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9" name="Group 2216">
            <a:extLst>
              <a:ext uri="{FF2B5EF4-FFF2-40B4-BE49-F238E27FC236}">
                <a16:creationId xmlns:a16="http://schemas.microsoft.com/office/drawing/2014/main" id="{D31814C1-F9CD-E49C-2DE4-AB126B05CBF2}"/>
              </a:ext>
            </a:extLst>
          </p:cNvPr>
          <p:cNvGrpSpPr>
            <a:grpSpLocks/>
          </p:cNvGrpSpPr>
          <p:nvPr/>
        </p:nvGrpSpPr>
        <p:grpSpPr bwMode="auto">
          <a:xfrm>
            <a:off x="3927884" y="373626"/>
            <a:ext cx="251460" cy="474478"/>
            <a:chOff x="2675" y="2993"/>
            <a:chExt cx="389" cy="734"/>
          </a:xfrm>
        </p:grpSpPr>
        <p:sp>
          <p:nvSpPr>
            <p:cNvPr id="1600" name="Freeform 2217">
              <a:extLst>
                <a:ext uri="{FF2B5EF4-FFF2-40B4-BE49-F238E27FC236}">
                  <a16:creationId xmlns:a16="http://schemas.microsoft.com/office/drawing/2014/main" id="{F09210CE-EC9B-5937-6D4B-007A64389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1" name="Freeform 2218">
              <a:extLst>
                <a:ext uri="{FF2B5EF4-FFF2-40B4-BE49-F238E27FC236}">
                  <a16:creationId xmlns:a16="http://schemas.microsoft.com/office/drawing/2014/main" id="{735B692C-7F4E-4D97-D239-31413306C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26"/>
              <a:ext cx="90" cy="684"/>
            </a:xfrm>
            <a:custGeom>
              <a:avLst/>
              <a:gdLst>
                <a:gd name="T0" fmla="*/ 292 w 46"/>
                <a:gd name="T1" fmla="*/ 1759 h 329"/>
                <a:gd name="T2" fmla="*/ 211 w 46"/>
                <a:gd name="T3" fmla="*/ 1707 h 329"/>
                <a:gd name="T4" fmla="*/ 133 w 46"/>
                <a:gd name="T5" fmla="*/ 1349 h 329"/>
                <a:gd name="T6" fmla="*/ 276 w 46"/>
                <a:gd name="T7" fmla="*/ 1185 h 329"/>
                <a:gd name="T8" fmla="*/ 321 w 46"/>
                <a:gd name="T9" fmla="*/ 1069 h 329"/>
                <a:gd name="T10" fmla="*/ 321 w 46"/>
                <a:gd name="T11" fmla="*/ 493 h 329"/>
                <a:gd name="T12" fmla="*/ 119 w 46"/>
                <a:gd name="T13" fmla="*/ 0 h 329"/>
                <a:gd name="T14" fmla="*/ 219 w 46"/>
                <a:gd name="T15" fmla="*/ 393 h 329"/>
                <a:gd name="T16" fmla="*/ 219 w 46"/>
                <a:gd name="T17" fmla="*/ 998 h 329"/>
                <a:gd name="T18" fmla="*/ 149 w 46"/>
                <a:gd name="T19" fmla="*/ 1158 h 329"/>
                <a:gd name="T20" fmla="*/ 45 w 46"/>
                <a:gd name="T21" fmla="*/ 1349 h 329"/>
                <a:gd name="T22" fmla="*/ 112 w 46"/>
                <a:gd name="T23" fmla="*/ 1734 h 329"/>
                <a:gd name="T24" fmla="*/ 268 w 46"/>
                <a:gd name="T25" fmla="*/ 2499 h 329"/>
                <a:gd name="T26" fmla="*/ 233 w 46"/>
                <a:gd name="T27" fmla="*/ 2956 h 329"/>
                <a:gd name="T28" fmla="*/ 344 w 46"/>
                <a:gd name="T29" fmla="*/ 2551 h 329"/>
                <a:gd name="T30" fmla="*/ 329 w 46"/>
                <a:gd name="T31" fmla="*/ 1842 h 329"/>
                <a:gd name="T32" fmla="*/ 292 w 46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329">
                  <a:moveTo>
                    <a:pt x="39" y="196"/>
                  </a:moveTo>
                  <a:cubicBezTo>
                    <a:pt x="39" y="196"/>
                    <a:pt x="33" y="194"/>
                    <a:pt x="28" y="190"/>
                  </a:cubicBezTo>
                  <a:cubicBezTo>
                    <a:pt x="17" y="182"/>
                    <a:pt x="13" y="163"/>
                    <a:pt x="18" y="150"/>
                  </a:cubicBezTo>
                  <a:cubicBezTo>
                    <a:pt x="22" y="142"/>
                    <a:pt x="29" y="135"/>
                    <a:pt x="37" y="132"/>
                  </a:cubicBezTo>
                  <a:cubicBezTo>
                    <a:pt x="42" y="130"/>
                    <a:pt x="42" y="125"/>
                    <a:pt x="43" y="119"/>
                  </a:cubicBezTo>
                  <a:cubicBezTo>
                    <a:pt x="45" y="77"/>
                    <a:pt x="46" y="77"/>
                    <a:pt x="43" y="55"/>
                  </a:cubicBezTo>
                  <a:cubicBezTo>
                    <a:pt x="41" y="30"/>
                    <a:pt x="31" y="10"/>
                    <a:pt x="16" y="0"/>
                  </a:cubicBezTo>
                  <a:cubicBezTo>
                    <a:pt x="23" y="11"/>
                    <a:pt x="27" y="25"/>
                    <a:pt x="29" y="44"/>
                  </a:cubicBezTo>
                  <a:cubicBezTo>
                    <a:pt x="32" y="66"/>
                    <a:pt x="31" y="68"/>
                    <a:pt x="29" y="111"/>
                  </a:cubicBezTo>
                  <a:cubicBezTo>
                    <a:pt x="29" y="117"/>
                    <a:pt x="26" y="124"/>
                    <a:pt x="20" y="129"/>
                  </a:cubicBezTo>
                  <a:cubicBezTo>
                    <a:pt x="13" y="135"/>
                    <a:pt x="9" y="141"/>
                    <a:pt x="6" y="150"/>
                  </a:cubicBezTo>
                  <a:cubicBezTo>
                    <a:pt x="0" y="163"/>
                    <a:pt x="3" y="183"/>
                    <a:pt x="15" y="193"/>
                  </a:cubicBezTo>
                  <a:cubicBezTo>
                    <a:pt x="35" y="211"/>
                    <a:pt x="36" y="278"/>
                    <a:pt x="36" y="278"/>
                  </a:cubicBezTo>
                  <a:cubicBezTo>
                    <a:pt x="36" y="303"/>
                    <a:pt x="39" y="308"/>
                    <a:pt x="31" y="329"/>
                  </a:cubicBezTo>
                  <a:cubicBezTo>
                    <a:pt x="41" y="320"/>
                    <a:pt x="46" y="303"/>
                    <a:pt x="46" y="284"/>
                  </a:cubicBezTo>
                  <a:cubicBezTo>
                    <a:pt x="46" y="284"/>
                    <a:pt x="44" y="211"/>
                    <a:pt x="44" y="205"/>
                  </a:cubicBezTo>
                  <a:cubicBezTo>
                    <a:pt x="44" y="200"/>
                    <a:pt x="43" y="198"/>
                    <a:pt x="39" y="19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2" name="Freeform 2219">
              <a:extLst>
                <a:ext uri="{FF2B5EF4-FFF2-40B4-BE49-F238E27FC236}">
                  <a16:creationId xmlns:a16="http://schemas.microsoft.com/office/drawing/2014/main" id="{5C45FB10-0036-8EE0-2584-82B05A57D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09"/>
              <a:ext cx="133" cy="708"/>
            </a:xfrm>
            <a:custGeom>
              <a:avLst/>
              <a:gdLst>
                <a:gd name="T0" fmla="*/ 260 w 68"/>
                <a:gd name="T1" fmla="*/ 2584 h 340"/>
                <a:gd name="T2" fmla="*/ 203 w 68"/>
                <a:gd name="T3" fmla="*/ 877 h 340"/>
                <a:gd name="T4" fmla="*/ 405 w 68"/>
                <a:gd name="T5" fmla="*/ 44 h 340"/>
                <a:gd name="T6" fmla="*/ 405 w 68"/>
                <a:gd name="T7" fmla="*/ 44 h 340"/>
                <a:gd name="T8" fmla="*/ 260 w 68"/>
                <a:gd name="T9" fmla="*/ 44 h 340"/>
                <a:gd name="T10" fmla="*/ 61 w 68"/>
                <a:gd name="T11" fmla="*/ 877 h 340"/>
                <a:gd name="T12" fmla="*/ 211 w 68"/>
                <a:gd name="T13" fmla="*/ 2511 h 340"/>
                <a:gd name="T14" fmla="*/ 448 w 68"/>
                <a:gd name="T15" fmla="*/ 3069 h 340"/>
                <a:gd name="T16" fmla="*/ 509 w 68"/>
                <a:gd name="T17" fmla="*/ 3061 h 340"/>
                <a:gd name="T18" fmla="*/ 260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5" y="286"/>
                  </a:moveTo>
                  <a:cubicBezTo>
                    <a:pt x="33" y="263"/>
                    <a:pt x="33" y="133"/>
                    <a:pt x="27" y="97"/>
                  </a:cubicBezTo>
                  <a:cubicBezTo>
                    <a:pt x="19" y="54"/>
                    <a:pt x="14" y="0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3"/>
                    <a:pt x="42" y="3"/>
                    <a:pt x="35" y="5"/>
                  </a:cubicBezTo>
                  <a:cubicBezTo>
                    <a:pt x="1" y="13"/>
                    <a:pt x="0" y="54"/>
                    <a:pt x="8" y="97"/>
                  </a:cubicBezTo>
                  <a:cubicBezTo>
                    <a:pt x="14" y="133"/>
                    <a:pt x="26" y="256"/>
                    <a:pt x="28" y="278"/>
                  </a:cubicBezTo>
                  <a:cubicBezTo>
                    <a:pt x="33" y="327"/>
                    <a:pt x="36" y="340"/>
                    <a:pt x="60" y="340"/>
                  </a:cubicBezTo>
                  <a:cubicBezTo>
                    <a:pt x="63" y="340"/>
                    <a:pt x="65" y="340"/>
                    <a:pt x="68" y="339"/>
                  </a:cubicBezTo>
                  <a:cubicBezTo>
                    <a:pt x="54" y="336"/>
                    <a:pt x="39" y="326"/>
                    <a:pt x="35" y="28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3" name="Freeform 2220">
              <a:extLst>
                <a:ext uri="{FF2B5EF4-FFF2-40B4-BE49-F238E27FC236}">
                  <a16:creationId xmlns:a16="http://schemas.microsoft.com/office/drawing/2014/main" id="{2AAEC803-E7A2-D117-89E9-8A07857C5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20"/>
              <a:ext cx="68" cy="568"/>
            </a:xfrm>
            <a:custGeom>
              <a:avLst/>
              <a:gdLst>
                <a:gd name="T0" fmla="*/ 204 w 35"/>
                <a:gd name="T1" fmla="*/ 2459 h 273"/>
                <a:gd name="T2" fmla="*/ 60 w 35"/>
                <a:gd name="T3" fmla="*/ 826 h 273"/>
                <a:gd name="T4" fmla="*/ 256 w 35"/>
                <a:gd name="T5" fmla="*/ 0 h 273"/>
                <a:gd name="T6" fmla="*/ 72 w 35"/>
                <a:gd name="T7" fmla="*/ 485 h 273"/>
                <a:gd name="T8" fmla="*/ 204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28" y="273"/>
                  </a:moveTo>
                  <a:cubicBezTo>
                    <a:pt x="26" y="251"/>
                    <a:pt x="14" y="128"/>
                    <a:pt x="8" y="92"/>
                  </a:cubicBezTo>
                  <a:cubicBezTo>
                    <a:pt x="0" y="49"/>
                    <a:pt x="1" y="8"/>
                    <a:pt x="35" y="0"/>
                  </a:cubicBezTo>
                  <a:cubicBezTo>
                    <a:pt x="23" y="6"/>
                    <a:pt x="10" y="22"/>
                    <a:pt x="10" y="54"/>
                  </a:cubicBezTo>
                  <a:cubicBezTo>
                    <a:pt x="10" y="87"/>
                    <a:pt x="28" y="212"/>
                    <a:pt x="28" y="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4" name="Freeform 2221">
              <a:extLst>
                <a:ext uri="{FF2B5EF4-FFF2-40B4-BE49-F238E27FC236}">
                  <a16:creationId xmlns:a16="http://schemas.microsoft.com/office/drawing/2014/main" id="{1134685D-2D7B-FA81-4553-24A0F67FA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5" name="Freeform 2222">
              <a:extLst>
                <a:ext uri="{FF2B5EF4-FFF2-40B4-BE49-F238E27FC236}">
                  <a16:creationId xmlns:a16="http://schemas.microsoft.com/office/drawing/2014/main" id="{506A0646-087E-B1DE-C9AA-192AD628A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6" name="Freeform 2223">
              <a:extLst>
                <a:ext uri="{FF2B5EF4-FFF2-40B4-BE49-F238E27FC236}">
                  <a16:creationId xmlns:a16="http://schemas.microsoft.com/office/drawing/2014/main" id="{5742F911-BBC9-935C-82E0-73AF6DDEA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284"/>
              <a:ext cx="69" cy="343"/>
            </a:xfrm>
            <a:custGeom>
              <a:avLst/>
              <a:gdLst>
                <a:gd name="T0" fmla="*/ 260 w 35"/>
                <a:gd name="T1" fmla="*/ 1482 h 165"/>
                <a:gd name="T2" fmla="*/ 268 w 35"/>
                <a:gd name="T3" fmla="*/ 748 h 165"/>
                <a:gd name="T4" fmla="*/ 213 w 35"/>
                <a:gd name="T5" fmla="*/ 649 h 165"/>
                <a:gd name="T6" fmla="*/ 39 w 35"/>
                <a:gd name="T7" fmla="*/ 349 h 165"/>
                <a:gd name="T8" fmla="*/ 124 w 35"/>
                <a:gd name="T9" fmla="*/ 143 h 165"/>
                <a:gd name="T10" fmla="*/ 237 w 35"/>
                <a:gd name="T11" fmla="*/ 0 h 165"/>
                <a:gd name="T12" fmla="*/ 85 w 35"/>
                <a:gd name="T13" fmla="*/ 133 h 165"/>
                <a:gd name="T14" fmla="*/ 0 w 35"/>
                <a:gd name="T15" fmla="*/ 360 h 165"/>
                <a:gd name="T16" fmla="*/ 136 w 35"/>
                <a:gd name="T17" fmla="*/ 649 h 165"/>
                <a:gd name="T18" fmla="*/ 252 w 35"/>
                <a:gd name="T19" fmla="*/ 800 h 165"/>
                <a:gd name="T20" fmla="*/ 260 w 35"/>
                <a:gd name="T21" fmla="*/ 1482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165">
                  <a:moveTo>
                    <a:pt x="34" y="165"/>
                  </a:moveTo>
                  <a:cubicBezTo>
                    <a:pt x="34" y="165"/>
                    <a:pt x="35" y="89"/>
                    <a:pt x="35" y="83"/>
                  </a:cubicBezTo>
                  <a:cubicBezTo>
                    <a:pt x="35" y="77"/>
                    <a:pt x="33" y="74"/>
                    <a:pt x="28" y="72"/>
                  </a:cubicBezTo>
                  <a:cubicBezTo>
                    <a:pt x="15" y="69"/>
                    <a:pt x="5" y="53"/>
                    <a:pt x="5" y="39"/>
                  </a:cubicBezTo>
                  <a:cubicBezTo>
                    <a:pt x="5" y="30"/>
                    <a:pt x="9" y="21"/>
                    <a:pt x="16" y="16"/>
                  </a:cubicBezTo>
                  <a:cubicBezTo>
                    <a:pt x="20" y="12"/>
                    <a:pt x="33" y="6"/>
                    <a:pt x="31" y="0"/>
                  </a:cubicBezTo>
                  <a:cubicBezTo>
                    <a:pt x="31" y="3"/>
                    <a:pt x="17" y="8"/>
                    <a:pt x="11" y="15"/>
                  </a:cubicBezTo>
                  <a:cubicBezTo>
                    <a:pt x="4" y="22"/>
                    <a:pt x="0" y="29"/>
                    <a:pt x="0" y="40"/>
                  </a:cubicBezTo>
                  <a:cubicBezTo>
                    <a:pt x="0" y="51"/>
                    <a:pt x="8" y="67"/>
                    <a:pt x="18" y="72"/>
                  </a:cubicBezTo>
                  <a:cubicBezTo>
                    <a:pt x="29" y="77"/>
                    <a:pt x="32" y="81"/>
                    <a:pt x="33" y="89"/>
                  </a:cubicBezTo>
                  <a:cubicBezTo>
                    <a:pt x="34" y="97"/>
                    <a:pt x="34" y="165"/>
                    <a:pt x="34" y="165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7" name="Freeform 2224">
              <a:extLst>
                <a:ext uri="{FF2B5EF4-FFF2-40B4-BE49-F238E27FC236}">
                  <a16:creationId xmlns:a16="http://schemas.microsoft.com/office/drawing/2014/main" id="{005D6F17-60F8-A279-14E3-B529153E4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026"/>
              <a:ext cx="88" cy="684"/>
            </a:xfrm>
            <a:custGeom>
              <a:avLst/>
              <a:gdLst>
                <a:gd name="T0" fmla="*/ 45 w 45"/>
                <a:gd name="T1" fmla="*/ 1759 h 329"/>
                <a:gd name="T2" fmla="*/ 133 w 45"/>
                <a:gd name="T3" fmla="*/ 1707 h 329"/>
                <a:gd name="T4" fmla="*/ 203 w 45"/>
                <a:gd name="T5" fmla="*/ 1349 h 329"/>
                <a:gd name="T6" fmla="*/ 68 w 45"/>
                <a:gd name="T7" fmla="*/ 1185 h 329"/>
                <a:gd name="T8" fmla="*/ 23 w 45"/>
                <a:gd name="T9" fmla="*/ 1069 h 329"/>
                <a:gd name="T10" fmla="*/ 16 w 45"/>
                <a:gd name="T11" fmla="*/ 493 h 329"/>
                <a:gd name="T12" fmla="*/ 225 w 45"/>
                <a:gd name="T13" fmla="*/ 0 h 329"/>
                <a:gd name="T14" fmla="*/ 127 w 45"/>
                <a:gd name="T15" fmla="*/ 393 h 329"/>
                <a:gd name="T16" fmla="*/ 127 w 45"/>
                <a:gd name="T17" fmla="*/ 998 h 329"/>
                <a:gd name="T18" fmla="*/ 196 w 45"/>
                <a:gd name="T19" fmla="*/ 1158 h 329"/>
                <a:gd name="T20" fmla="*/ 299 w 45"/>
                <a:gd name="T21" fmla="*/ 1349 h 329"/>
                <a:gd name="T22" fmla="*/ 225 w 45"/>
                <a:gd name="T23" fmla="*/ 1734 h 329"/>
                <a:gd name="T24" fmla="*/ 68 w 45"/>
                <a:gd name="T25" fmla="*/ 2499 h 329"/>
                <a:gd name="T26" fmla="*/ 111 w 45"/>
                <a:gd name="T27" fmla="*/ 2956 h 329"/>
                <a:gd name="T28" fmla="*/ 0 w 45"/>
                <a:gd name="T29" fmla="*/ 2551 h 329"/>
                <a:gd name="T30" fmla="*/ 8 w 45"/>
                <a:gd name="T31" fmla="*/ 1842 h 329"/>
                <a:gd name="T32" fmla="*/ 45 w 45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329">
                  <a:moveTo>
                    <a:pt x="6" y="196"/>
                  </a:moveTo>
                  <a:cubicBezTo>
                    <a:pt x="7" y="196"/>
                    <a:pt x="13" y="194"/>
                    <a:pt x="18" y="190"/>
                  </a:cubicBezTo>
                  <a:cubicBezTo>
                    <a:pt x="29" y="182"/>
                    <a:pt x="33" y="163"/>
                    <a:pt x="27" y="150"/>
                  </a:cubicBezTo>
                  <a:cubicBezTo>
                    <a:pt x="24" y="142"/>
                    <a:pt x="17" y="135"/>
                    <a:pt x="9" y="132"/>
                  </a:cubicBezTo>
                  <a:cubicBezTo>
                    <a:pt x="4" y="130"/>
                    <a:pt x="3" y="125"/>
                    <a:pt x="3" y="119"/>
                  </a:cubicBezTo>
                  <a:cubicBezTo>
                    <a:pt x="1" y="77"/>
                    <a:pt x="0" y="77"/>
                    <a:pt x="2" y="55"/>
                  </a:cubicBezTo>
                  <a:cubicBezTo>
                    <a:pt x="5" y="30"/>
                    <a:pt x="14" y="10"/>
                    <a:pt x="30" y="0"/>
                  </a:cubicBezTo>
                  <a:cubicBezTo>
                    <a:pt x="23" y="11"/>
                    <a:pt x="19" y="25"/>
                    <a:pt x="17" y="44"/>
                  </a:cubicBezTo>
                  <a:cubicBezTo>
                    <a:pt x="14" y="66"/>
                    <a:pt x="15" y="68"/>
                    <a:pt x="17" y="111"/>
                  </a:cubicBezTo>
                  <a:cubicBezTo>
                    <a:pt x="17" y="117"/>
                    <a:pt x="20" y="124"/>
                    <a:pt x="26" y="129"/>
                  </a:cubicBezTo>
                  <a:cubicBezTo>
                    <a:pt x="33" y="135"/>
                    <a:pt x="37" y="141"/>
                    <a:pt x="40" y="150"/>
                  </a:cubicBezTo>
                  <a:cubicBezTo>
                    <a:pt x="45" y="163"/>
                    <a:pt x="42" y="183"/>
                    <a:pt x="30" y="193"/>
                  </a:cubicBezTo>
                  <a:cubicBezTo>
                    <a:pt x="11" y="211"/>
                    <a:pt x="9" y="278"/>
                    <a:pt x="9" y="278"/>
                  </a:cubicBezTo>
                  <a:cubicBezTo>
                    <a:pt x="9" y="303"/>
                    <a:pt x="7" y="308"/>
                    <a:pt x="15" y="329"/>
                  </a:cubicBezTo>
                  <a:cubicBezTo>
                    <a:pt x="5" y="320"/>
                    <a:pt x="0" y="303"/>
                    <a:pt x="0" y="284"/>
                  </a:cubicBezTo>
                  <a:cubicBezTo>
                    <a:pt x="0" y="284"/>
                    <a:pt x="1" y="211"/>
                    <a:pt x="1" y="205"/>
                  </a:cubicBezTo>
                  <a:cubicBezTo>
                    <a:pt x="1" y="200"/>
                    <a:pt x="3" y="198"/>
                    <a:pt x="6" y="19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" name="Freeform 2225">
              <a:extLst>
                <a:ext uri="{FF2B5EF4-FFF2-40B4-BE49-F238E27FC236}">
                  <a16:creationId xmlns:a16="http://schemas.microsoft.com/office/drawing/2014/main" id="{65B79B98-BD15-95AE-4041-107D7D9E6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3009"/>
              <a:ext cx="133" cy="708"/>
            </a:xfrm>
            <a:custGeom>
              <a:avLst/>
              <a:gdLst>
                <a:gd name="T0" fmla="*/ 241 w 68"/>
                <a:gd name="T1" fmla="*/ 2584 h 340"/>
                <a:gd name="T2" fmla="*/ 305 w 68"/>
                <a:gd name="T3" fmla="*/ 877 h 340"/>
                <a:gd name="T4" fmla="*/ 104 w 68"/>
                <a:gd name="T5" fmla="*/ 44 h 340"/>
                <a:gd name="T6" fmla="*/ 96 w 68"/>
                <a:gd name="T7" fmla="*/ 44 h 340"/>
                <a:gd name="T8" fmla="*/ 248 w 68"/>
                <a:gd name="T9" fmla="*/ 44 h 340"/>
                <a:gd name="T10" fmla="*/ 448 w 68"/>
                <a:gd name="T11" fmla="*/ 877 h 340"/>
                <a:gd name="T12" fmla="*/ 299 w 68"/>
                <a:gd name="T13" fmla="*/ 2511 h 340"/>
                <a:gd name="T14" fmla="*/ 61 w 68"/>
                <a:gd name="T15" fmla="*/ 3069 h 340"/>
                <a:gd name="T16" fmla="*/ 0 w 68"/>
                <a:gd name="T17" fmla="*/ 3061 h 340"/>
                <a:gd name="T18" fmla="*/ 241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2" y="286"/>
                  </a:moveTo>
                  <a:cubicBezTo>
                    <a:pt x="35" y="263"/>
                    <a:pt x="35" y="133"/>
                    <a:pt x="41" y="97"/>
                  </a:cubicBezTo>
                  <a:cubicBezTo>
                    <a:pt x="49" y="54"/>
                    <a:pt x="54" y="0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9" y="3"/>
                    <a:pt x="26" y="3"/>
                    <a:pt x="33" y="5"/>
                  </a:cubicBezTo>
                  <a:cubicBezTo>
                    <a:pt x="67" y="13"/>
                    <a:pt x="68" y="54"/>
                    <a:pt x="60" y="97"/>
                  </a:cubicBezTo>
                  <a:cubicBezTo>
                    <a:pt x="54" y="133"/>
                    <a:pt x="42" y="256"/>
                    <a:pt x="40" y="278"/>
                  </a:cubicBezTo>
                  <a:cubicBezTo>
                    <a:pt x="35" y="327"/>
                    <a:pt x="32" y="340"/>
                    <a:pt x="8" y="340"/>
                  </a:cubicBezTo>
                  <a:cubicBezTo>
                    <a:pt x="5" y="340"/>
                    <a:pt x="2" y="340"/>
                    <a:pt x="0" y="339"/>
                  </a:cubicBezTo>
                  <a:cubicBezTo>
                    <a:pt x="14" y="336"/>
                    <a:pt x="29" y="326"/>
                    <a:pt x="32" y="28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9" name="Freeform 2226">
              <a:extLst>
                <a:ext uri="{FF2B5EF4-FFF2-40B4-BE49-F238E27FC236}">
                  <a16:creationId xmlns:a16="http://schemas.microsoft.com/office/drawing/2014/main" id="{8D35E30F-7DB5-2B08-A84F-031FADEC0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20"/>
              <a:ext cx="68" cy="568"/>
            </a:xfrm>
            <a:custGeom>
              <a:avLst/>
              <a:gdLst>
                <a:gd name="T0" fmla="*/ 52 w 35"/>
                <a:gd name="T1" fmla="*/ 2459 h 273"/>
                <a:gd name="T2" fmla="*/ 196 w 35"/>
                <a:gd name="T3" fmla="*/ 826 h 273"/>
                <a:gd name="T4" fmla="*/ 0 w 35"/>
                <a:gd name="T5" fmla="*/ 0 h 273"/>
                <a:gd name="T6" fmla="*/ 177 w 35"/>
                <a:gd name="T7" fmla="*/ 485 h 273"/>
                <a:gd name="T8" fmla="*/ 52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7" y="273"/>
                  </a:moveTo>
                  <a:cubicBezTo>
                    <a:pt x="9" y="251"/>
                    <a:pt x="21" y="128"/>
                    <a:pt x="27" y="92"/>
                  </a:cubicBezTo>
                  <a:cubicBezTo>
                    <a:pt x="35" y="49"/>
                    <a:pt x="34" y="8"/>
                    <a:pt x="0" y="0"/>
                  </a:cubicBezTo>
                  <a:cubicBezTo>
                    <a:pt x="12" y="6"/>
                    <a:pt x="24" y="22"/>
                    <a:pt x="24" y="54"/>
                  </a:cubicBezTo>
                  <a:cubicBezTo>
                    <a:pt x="24" y="87"/>
                    <a:pt x="7" y="212"/>
                    <a:pt x="7" y="27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0" name="Freeform 2227">
              <a:extLst>
                <a:ext uri="{FF2B5EF4-FFF2-40B4-BE49-F238E27FC236}">
                  <a16:creationId xmlns:a16="http://schemas.microsoft.com/office/drawing/2014/main" id="{91EBF0B6-4BB4-3B19-6F44-D6A14E05F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032"/>
              <a:ext cx="127" cy="691"/>
            </a:xfrm>
            <a:custGeom>
              <a:avLst/>
              <a:gdLst>
                <a:gd name="T0" fmla="*/ 233 w 65"/>
                <a:gd name="T1" fmla="*/ 2851 h 332"/>
                <a:gd name="T2" fmla="*/ 297 w 65"/>
                <a:gd name="T3" fmla="*/ 2841 h 332"/>
                <a:gd name="T4" fmla="*/ 297 w 65"/>
                <a:gd name="T5" fmla="*/ 2833 h 332"/>
                <a:gd name="T6" fmla="*/ 275 w 65"/>
                <a:gd name="T7" fmla="*/ 2776 h 332"/>
                <a:gd name="T8" fmla="*/ 260 w 65"/>
                <a:gd name="T9" fmla="*/ 2724 h 332"/>
                <a:gd name="T10" fmla="*/ 260 w 65"/>
                <a:gd name="T11" fmla="*/ 2724 h 332"/>
                <a:gd name="T12" fmla="*/ 244 w 65"/>
                <a:gd name="T13" fmla="*/ 2608 h 332"/>
                <a:gd name="T14" fmla="*/ 244 w 65"/>
                <a:gd name="T15" fmla="*/ 2595 h 332"/>
                <a:gd name="T16" fmla="*/ 244 w 65"/>
                <a:gd name="T17" fmla="*/ 2535 h 332"/>
                <a:gd name="T18" fmla="*/ 244 w 65"/>
                <a:gd name="T19" fmla="*/ 2058 h 332"/>
                <a:gd name="T20" fmla="*/ 244 w 65"/>
                <a:gd name="T21" fmla="*/ 1819 h 332"/>
                <a:gd name="T22" fmla="*/ 283 w 65"/>
                <a:gd name="T23" fmla="*/ 1742 h 332"/>
                <a:gd name="T24" fmla="*/ 373 w 65"/>
                <a:gd name="T25" fmla="*/ 1686 h 332"/>
                <a:gd name="T26" fmla="*/ 440 w 65"/>
                <a:gd name="T27" fmla="*/ 1361 h 332"/>
                <a:gd name="T28" fmla="*/ 305 w 65"/>
                <a:gd name="T29" fmla="*/ 1201 h 332"/>
                <a:gd name="T30" fmla="*/ 260 w 65"/>
                <a:gd name="T31" fmla="*/ 1082 h 332"/>
                <a:gd name="T32" fmla="*/ 260 w 65"/>
                <a:gd name="T33" fmla="*/ 468 h 332"/>
                <a:gd name="T34" fmla="*/ 233 w 65"/>
                <a:gd name="T35" fmla="*/ 252 h 332"/>
                <a:gd name="T36" fmla="*/ 76 w 65"/>
                <a:gd name="T37" fmla="*/ 0 h 332"/>
                <a:gd name="T38" fmla="*/ 217 w 65"/>
                <a:gd name="T39" fmla="*/ 468 h 332"/>
                <a:gd name="T40" fmla="*/ 225 w 65"/>
                <a:gd name="T41" fmla="*/ 1082 h 332"/>
                <a:gd name="T42" fmla="*/ 180 w 65"/>
                <a:gd name="T43" fmla="*/ 1201 h 332"/>
                <a:gd name="T44" fmla="*/ 39 w 65"/>
                <a:gd name="T45" fmla="*/ 1361 h 332"/>
                <a:gd name="T46" fmla="*/ 111 w 65"/>
                <a:gd name="T47" fmla="*/ 1686 h 332"/>
                <a:gd name="T48" fmla="*/ 195 w 65"/>
                <a:gd name="T49" fmla="*/ 1742 h 332"/>
                <a:gd name="T50" fmla="*/ 233 w 65"/>
                <a:gd name="T51" fmla="*/ 1819 h 332"/>
                <a:gd name="T52" fmla="*/ 233 w 65"/>
                <a:gd name="T53" fmla="*/ 2058 h 332"/>
                <a:gd name="T54" fmla="*/ 240 w 65"/>
                <a:gd name="T55" fmla="*/ 2535 h 332"/>
                <a:gd name="T56" fmla="*/ 233 w 65"/>
                <a:gd name="T57" fmla="*/ 2595 h 332"/>
                <a:gd name="T58" fmla="*/ 233 w 65"/>
                <a:gd name="T59" fmla="*/ 2608 h 332"/>
                <a:gd name="T60" fmla="*/ 225 w 65"/>
                <a:gd name="T61" fmla="*/ 2668 h 332"/>
                <a:gd name="T62" fmla="*/ 225 w 65"/>
                <a:gd name="T63" fmla="*/ 2677 h 332"/>
                <a:gd name="T64" fmla="*/ 203 w 65"/>
                <a:gd name="T65" fmla="*/ 2785 h 332"/>
                <a:gd name="T66" fmla="*/ 39 w 65"/>
                <a:gd name="T67" fmla="*/ 2993 h 332"/>
                <a:gd name="T68" fmla="*/ 39 w 65"/>
                <a:gd name="T69" fmla="*/ 2993 h 332"/>
                <a:gd name="T70" fmla="*/ 39 w 65"/>
                <a:gd name="T71" fmla="*/ 2993 h 332"/>
                <a:gd name="T72" fmla="*/ 39 w 65"/>
                <a:gd name="T73" fmla="*/ 2993 h 332"/>
                <a:gd name="T74" fmla="*/ 39 w 65"/>
                <a:gd name="T75" fmla="*/ 2993 h 332"/>
                <a:gd name="T76" fmla="*/ 119 w 65"/>
                <a:gd name="T77" fmla="*/ 2976 h 332"/>
                <a:gd name="T78" fmla="*/ 233 w 65"/>
                <a:gd name="T79" fmla="*/ 2851 h 3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332">
                  <a:moveTo>
                    <a:pt x="31" y="316"/>
                  </a:moveTo>
                  <a:cubicBezTo>
                    <a:pt x="35" y="311"/>
                    <a:pt x="40" y="315"/>
                    <a:pt x="40" y="315"/>
                  </a:cubicBezTo>
                  <a:cubicBezTo>
                    <a:pt x="40" y="315"/>
                    <a:pt x="40" y="315"/>
                    <a:pt x="40" y="314"/>
                  </a:cubicBezTo>
                  <a:cubicBezTo>
                    <a:pt x="39" y="312"/>
                    <a:pt x="38" y="310"/>
                    <a:pt x="37" y="308"/>
                  </a:cubicBezTo>
                  <a:cubicBezTo>
                    <a:pt x="36" y="306"/>
                    <a:pt x="36" y="304"/>
                    <a:pt x="35" y="302"/>
                  </a:cubicBezTo>
                  <a:cubicBezTo>
                    <a:pt x="35" y="302"/>
                    <a:pt x="35" y="302"/>
                    <a:pt x="35" y="302"/>
                  </a:cubicBezTo>
                  <a:cubicBezTo>
                    <a:pt x="34" y="298"/>
                    <a:pt x="34" y="293"/>
                    <a:pt x="33" y="289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33" y="285"/>
                    <a:pt x="33" y="283"/>
                    <a:pt x="33" y="281"/>
                  </a:cubicBezTo>
                  <a:cubicBezTo>
                    <a:pt x="33" y="281"/>
                    <a:pt x="33" y="258"/>
                    <a:pt x="33" y="228"/>
                  </a:cubicBezTo>
                  <a:cubicBezTo>
                    <a:pt x="33" y="202"/>
                    <a:pt x="33" y="202"/>
                    <a:pt x="33" y="202"/>
                  </a:cubicBezTo>
                  <a:cubicBezTo>
                    <a:pt x="33" y="197"/>
                    <a:pt x="35" y="195"/>
                    <a:pt x="38" y="193"/>
                  </a:cubicBezTo>
                  <a:cubicBezTo>
                    <a:pt x="39" y="193"/>
                    <a:pt x="45" y="191"/>
                    <a:pt x="50" y="187"/>
                  </a:cubicBezTo>
                  <a:cubicBezTo>
                    <a:pt x="60" y="179"/>
                    <a:pt x="65" y="164"/>
                    <a:pt x="59" y="151"/>
                  </a:cubicBezTo>
                  <a:cubicBezTo>
                    <a:pt x="56" y="142"/>
                    <a:pt x="49" y="136"/>
                    <a:pt x="41" y="133"/>
                  </a:cubicBezTo>
                  <a:cubicBezTo>
                    <a:pt x="35" y="131"/>
                    <a:pt x="35" y="126"/>
                    <a:pt x="35" y="120"/>
                  </a:cubicBezTo>
                  <a:cubicBezTo>
                    <a:pt x="33" y="78"/>
                    <a:pt x="33" y="74"/>
                    <a:pt x="35" y="52"/>
                  </a:cubicBezTo>
                  <a:cubicBezTo>
                    <a:pt x="34" y="45"/>
                    <a:pt x="33" y="36"/>
                    <a:pt x="31" y="28"/>
                  </a:cubicBezTo>
                  <a:cubicBezTo>
                    <a:pt x="27" y="15"/>
                    <a:pt x="18" y="6"/>
                    <a:pt x="10" y="0"/>
                  </a:cubicBezTo>
                  <a:cubicBezTo>
                    <a:pt x="21" y="12"/>
                    <a:pt x="27" y="31"/>
                    <a:pt x="29" y="52"/>
                  </a:cubicBezTo>
                  <a:cubicBezTo>
                    <a:pt x="32" y="74"/>
                    <a:pt x="32" y="78"/>
                    <a:pt x="30" y="120"/>
                  </a:cubicBezTo>
                  <a:cubicBezTo>
                    <a:pt x="29" y="126"/>
                    <a:pt x="29" y="131"/>
                    <a:pt x="24" y="133"/>
                  </a:cubicBezTo>
                  <a:cubicBezTo>
                    <a:pt x="16" y="136"/>
                    <a:pt x="9" y="142"/>
                    <a:pt x="5" y="151"/>
                  </a:cubicBezTo>
                  <a:cubicBezTo>
                    <a:pt x="0" y="164"/>
                    <a:pt x="4" y="179"/>
                    <a:pt x="15" y="187"/>
                  </a:cubicBezTo>
                  <a:cubicBezTo>
                    <a:pt x="20" y="191"/>
                    <a:pt x="26" y="193"/>
                    <a:pt x="26" y="193"/>
                  </a:cubicBezTo>
                  <a:cubicBezTo>
                    <a:pt x="30" y="195"/>
                    <a:pt x="31" y="197"/>
                    <a:pt x="31" y="202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58"/>
                    <a:pt x="32" y="281"/>
                    <a:pt x="32" y="281"/>
                  </a:cubicBezTo>
                  <a:cubicBezTo>
                    <a:pt x="32" y="283"/>
                    <a:pt x="31" y="286"/>
                    <a:pt x="31" y="288"/>
                  </a:cubicBezTo>
                  <a:cubicBezTo>
                    <a:pt x="31" y="288"/>
                    <a:pt x="31" y="289"/>
                    <a:pt x="31" y="289"/>
                  </a:cubicBezTo>
                  <a:cubicBezTo>
                    <a:pt x="31" y="291"/>
                    <a:pt x="31" y="294"/>
                    <a:pt x="30" y="296"/>
                  </a:cubicBezTo>
                  <a:cubicBezTo>
                    <a:pt x="30" y="296"/>
                    <a:pt x="30" y="296"/>
                    <a:pt x="30" y="297"/>
                  </a:cubicBezTo>
                  <a:cubicBezTo>
                    <a:pt x="30" y="301"/>
                    <a:pt x="28" y="305"/>
                    <a:pt x="27" y="309"/>
                  </a:cubicBezTo>
                  <a:cubicBezTo>
                    <a:pt x="23" y="321"/>
                    <a:pt x="16" y="329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8" y="332"/>
                    <a:pt x="12" y="331"/>
                    <a:pt x="16" y="330"/>
                  </a:cubicBezTo>
                  <a:cubicBezTo>
                    <a:pt x="23" y="324"/>
                    <a:pt x="30" y="318"/>
                    <a:pt x="31" y="31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1" name="Freeform 2228">
              <a:extLst>
                <a:ext uri="{FF2B5EF4-FFF2-40B4-BE49-F238E27FC236}">
                  <a16:creationId xmlns:a16="http://schemas.microsoft.com/office/drawing/2014/main" id="{B0F58F79-286C-685E-8D2F-08B83B735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26"/>
              <a:ext cx="26" cy="73"/>
            </a:xfrm>
            <a:custGeom>
              <a:avLst/>
              <a:gdLst>
                <a:gd name="T0" fmla="*/ 104 w 13"/>
                <a:gd name="T1" fmla="*/ 0 h 35"/>
                <a:gd name="T2" fmla="*/ 8 w 13"/>
                <a:gd name="T3" fmla="*/ 100 h 35"/>
                <a:gd name="T4" fmla="*/ 0 w 13"/>
                <a:gd name="T5" fmla="*/ 317 h 35"/>
                <a:gd name="T6" fmla="*/ 104 w 1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6" y="2"/>
                    <a:pt x="1" y="5"/>
                    <a:pt x="1" y="11"/>
                  </a:cubicBezTo>
                  <a:cubicBezTo>
                    <a:pt x="0" y="17"/>
                    <a:pt x="0" y="31"/>
                    <a:pt x="0" y="35"/>
                  </a:cubicBezTo>
                  <a:cubicBezTo>
                    <a:pt x="1" y="30"/>
                    <a:pt x="1" y="4"/>
                    <a:pt x="13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2" name="Freeform 2229">
              <a:extLst>
                <a:ext uri="{FF2B5EF4-FFF2-40B4-BE49-F238E27FC236}">
                  <a16:creationId xmlns:a16="http://schemas.microsoft.com/office/drawing/2014/main" id="{3B4A544F-B0B4-0E55-827A-1B13E9C0C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76"/>
              <a:ext cx="75" cy="551"/>
            </a:xfrm>
            <a:custGeom>
              <a:avLst/>
              <a:gdLst>
                <a:gd name="T0" fmla="*/ 207 w 38"/>
                <a:gd name="T1" fmla="*/ 1033 h 265"/>
                <a:gd name="T2" fmla="*/ 93 w 38"/>
                <a:gd name="T3" fmla="*/ 942 h 265"/>
                <a:gd name="T4" fmla="*/ 71 w 38"/>
                <a:gd name="T5" fmla="*/ 873 h 265"/>
                <a:gd name="T6" fmla="*/ 101 w 38"/>
                <a:gd name="T7" fmla="*/ 0 h 265"/>
                <a:gd name="T8" fmla="*/ 24 w 38"/>
                <a:gd name="T9" fmla="*/ 657 h 265"/>
                <a:gd name="T10" fmla="*/ 47 w 38"/>
                <a:gd name="T11" fmla="*/ 917 h 265"/>
                <a:gd name="T12" fmla="*/ 47 w 38"/>
                <a:gd name="T13" fmla="*/ 917 h 265"/>
                <a:gd name="T14" fmla="*/ 168 w 38"/>
                <a:gd name="T15" fmla="*/ 1042 h 265"/>
                <a:gd name="T16" fmla="*/ 253 w 38"/>
                <a:gd name="T17" fmla="*/ 1250 h 265"/>
                <a:gd name="T18" fmla="*/ 77 w 38"/>
                <a:gd name="T19" fmla="*/ 1547 h 265"/>
                <a:gd name="T20" fmla="*/ 24 w 38"/>
                <a:gd name="T21" fmla="*/ 1647 h 265"/>
                <a:gd name="T22" fmla="*/ 32 w 38"/>
                <a:gd name="T23" fmla="*/ 2383 h 265"/>
                <a:gd name="T24" fmla="*/ 39 w 38"/>
                <a:gd name="T25" fmla="*/ 1699 h 265"/>
                <a:gd name="T26" fmla="*/ 148 w 38"/>
                <a:gd name="T27" fmla="*/ 1547 h 265"/>
                <a:gd name="T28" fmla="*/ 292 w 38"/>
                <a:gd name="T29" fmla="*/ 1258 h 265"/>
                <a:gd name="T30" fmla="*/ 207 w 38"/>
                <a:gd name="T31" fmla="*/ 1033 h 2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265">
                  <a:moveTo>
                    <a:pt x="27" y="115"/>
                  </a:moveTo>
                  <a:cubicBezTo>
                    <a:pt x="23" y="111"/>
                    <a:pt x="17" y="108"/>
                    <a:pt x="12" y="105"/>
                  </a:cubicBezTo>
                  <a:cubicBezTo>
                    <a:pt x="11" y="104"/>
                    <a:pt x="10" y="102"/>
                    <a:pt x="9" y="97"/>
                  </a:cubicBezTo>
                  <a:cubicBezTo>
                    <a:pt x="9" y="88"/>
                    <a:pt x="0" y="35"/>
                    <a:pt x="13" y="0"/>
                  </a:cubicBezTo>
                  <a:cubicBezTo>
                    <a:pt x="11" y="6"/>
                    <a:pt x="2" y="29"/>
                    <a:pt x="3" y="73"/>
                  </a:cubicBezTo>
                  <a:cubicBezTo>
                    <a:pt x="4" y="87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7"/>
                    <a:pt x="18" y="112"/>
                    <a:pt x="22" y="116"/>
                  </a:cubicBezTo>
                  <a:cubicBezTo>
                    <a:pt x="29" y="121"/>
                    <a:pt x="33" y="130"/>
                    <a:pt x="33" y="139"/>
                  </a:cubicBezTo>
                  <a:cubicBezTo>
                    <a:pt x="33" y="153"/>
                    <a:pt x="23" y="169"/>
                    <a:pt x="10" y="172"/>
                  </a:cubicBezTo>
                  <a:cubicBezTo>
                    <a:pt x="5" y="174"/>
                    <a:pt x="3" y="177"/>
                    <a:pt x="3" y="183"/>
                  </a:cubicBezTo>
                  <a:cubicBezTo>
                    <a:pt x="3" y="189"/>
                    <a:pt x="4" y="265"/>
                    <a:pt x="4" y="265"/>
                  </a:cubicBezTo>
                  <a:cubicBezTo>
                    <a:pt x="4" y="265"/>
                    <a:pt x="4" y="197"/>
                    <a:pt x="5" y="189"/>
                  </a:cubicBezTo>
                  <a:cubicBezTo>
                    <a:pt x="6" y="181"/>
                    <a:pt x="9" y="177"/>
                    <a:pt x="19" y="172"/>
                  </a:cubicBezTo>
                  <a:cubicBezTo>
                    <a:pt x="30" y="167"/>
                    <a:pt x="38" y="151"/>
                    <a:pt x="38" y="140"/>
                  </a:cubicBezTo>
                  <a:cubicBezTo>
                    <a:pt x="38" y="129"/>
                    <a:pt x="34" y="122"/>
                    <a:pt x="27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" name="Freeform 2230">
              <a:extLst>
                <a:ext uri="{FF2B5EF4-FFF2-40B4-BE49-F238E27FC236}">
                  <a16:creationId xmlns:a16="http://schemas.microsoft.com/office/drawing/2014/main" id="{A3B9C896-92B9-EBAB-2535-3BE615140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4" name="Freeform 2231">
              <a:extLst>
                <a:ext uri="{FF2B5EF4-FFF2-40B4-BE49-F238E27FC236}">
                  <a16:creationId xmlns:a16="http://schemas.microsoft.com/office/drawing/2014/main" id="{502EE2F0-A984-60E0-C379-F322D2D7A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5" name="Freeform 2232">
              <a:extLst>
                <a:ext uri="{FF2B5EF4-FFF2-40B4-BE49-F238E27FC236}">
                  <a16:creationId xmlns:a16="http://schemas.microsoft.com/office/drawing/2014/main" id="{C0CDA6E9-6C12-403F-305D-CC4DD0E4D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6" name="Freeform 2233">
              <a:extLst>
                <a:ext uri="{FF2B5EF4-FFF2-40B4-BE49-F238E27FC236}">
                  <a16:creationId xmlns:a16="http://schemas.microsoft.com/office/drawing/2014/main" id="{D6C5F13F-53D5-365E-4DA1-F5DC3AA38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36"/>
              <a:ext cx="3" cy="158"/>
            </a:xfrm>
            <a:custGeom>
              <a:avLst/>
              <a:gdLst>
                <a:gd name="T0" fmla="*/ 0 w 2"/>
                <a:gd name="T1" fmla="*/ 0 h 76"/>
                <a:gd name="T2" fmla="*/ 5 w 2"/>
                <a:gd name="T3" fmla="*/ 682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6">
                  <a:moveTo>
                    <a:pt x="0" y="0"/>
                  </a:moveTo>
                  <a:cubicBezTo>
                    <a:pt x="2" y="4"/>
                    <a:pt x="1" y="34"/>
                    <a:pt x="1" y="7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17" name="Group 2456">
            <a:extLst>
              <a:ext uri="{FF2B5EF4-FFF2-40B4-BE49-F238E27FC236}">
                <a16:creationId xmlns:a16="http://schemas.microsoft.com/office/drawing/2014/main" id="{85D893D8-9B10-6FA7-5D03-C029927151A9}"/>
              </a:ext>
            </a:extLst>
          </p:cNvPr>
          <p:cNvGrpSpPr>
            <a:grpSpLocks/>
          </p:cNvGrpSpPr>
          <p:nvPr/>
        </p:nvGrpSpPr>
        <p:grpSpPr bwMode="auto">
          <a:xfrm>
            <a:off x="4012580" y="569918"/>
            <a:ext cx="83791" cy="88900"/>
            <a:chOff x="1239" y="2813"/>
            <a:chExt cx="271" cy="289"/>
          </a:xfrm>
        </p:grpSpPr>
        <p:sp>
          <p:nvSpPr>
            <p:cNvPr id="1618" name="Oval 2457">
              <a:extLst>
                <a:ext uri="{FF2B5EF4-FFF2-40B4-BE49-F238E27FC236}">
                  <a16:creationId xmlns:a16="http://schemas.microsoft.com/office/drawing/2014/main" id="{E146BBF2-43E1-F2AE-7B9E-CA3821ABF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19" name="Freeform 2458">
              <a:extLst>
                <a:ext uri="{FF2B5EF4-FFF2-40B4-BE49-F238E27FC236}">
                  <a16:creationId xmlns:a16="http://schemas.microsoft.com/office/drawing/2014/main" id="{B8E1E3A2-5DA1-E7F8-358C-13ED0B7C3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0" name="Freeform 2459">
              <a:extLst>
                <a:ext uri="{FF2B5EF4-FFF2-40B4-BE49-F238E27FC236}">
                  <a16:creationId xmlns:a16="http://schemas.microsoft.com/office/drawing/2014/main" id="{2B1F0D38-A197-79F1-861B-BDE1FB451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1" name="Freeform 2460">
              <a:extLst>
                <a:ext uri="{FF2B5EF4-FFF2-40B4-BE49-F238E27FC236}">
                  <a16:creationId xmlns:a16="http://schemas.microsoft.com/office/drawing/2014/main" id="{C8ED83A9-3BAE-C579-8874-163A8771C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2" name="Oval 2461">
              <a:extLst>
                <a:ext uri="{FF2B5EF4-FFF2-40B4-BE49-F238E27FC236}">
                  <a16:creationId xmlns:a16="http://schemas.microsoft.com/office/drawing/2014/main" id="{4EA50D25-3FFE-320C-43A3-D0E230E3B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3" name="Oval 2462">
              <a:extLst>
                <a:ext uri="{FF2B5EF4-FFF2-40B4-BE49-F238E27FC236}">
                  <a16:creationId xmlns:a16="http://schemas.microsoft.com/office/drawing/2014/main" id="{C9E2FC0D-3793-8774-5188-D480BC3D7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4" name="Oval 2463">
              <a:extLst>
                <a:ext uri="{FF2B5EF4-FFF2-40B4-BE49-F238E27FC236}">
                  <a16:creationId xmlns:a16="http://schemas.microsoft.com/office/drawing/2014/main" id="{15D8106A-C5F3-178C-BFB5-F915E74C1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5" name="Oval 2464">
              <a:extLst>
                <a:ext uri="{FF2B5EF4-FFF2-40B4-BE49-F238E27FC236}">
                  <a16:creationId xmlns:a16="http://schemas.microsoft.com/office/drawing/2014/main" id="{5DBE4D6D-A91E-5B0E-DD53-6A14A552F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26" name="Group 2456">
            <a:extLst>
              <a:ext uri="{FF2B5EF4-FFF2-40B4-BE49-F238E27FC236}">
                <a16:creationId xmlns:a16="http://schemas.microsoft.com/office/drawing/2014/main" id="{BCC6E2DF-1DBE-D624-6357-712CF9EB97E1}"/>
              </a:ext>
            </a:extLst>
          </p:cNvPr>
          <p:cNvGrpSpPr>
            <a:grpSpLocks/>
          </p:cNvGrpSpPr>
          <p:nvPr/>
        </p:nvGrpSpPr>
        <p:grpSpPr bwMode="auto">
          <a:xfrm>
            <a:off x="3667491" y="161290"/>
            <a:ext cx="83791" cy="88900"/>
            <a:chOff x="1239" y="2813"/>
            <a:chExt cx="271" cy="289"/>
          </a:xfrm>
        </p:grpSpPr>
        <p:sp>
          <p:nvSpPr>
            <p:cNvPr id="1627" name="Oval 2457">
              <a:extLst>
                <a:ext uri="{FF2B5EF4-FFF2-40B4-BE49-F238E27FC236}">
                  <a16:creationId xmlns:a16="http://schemas.microsoft.com/office/drawing/2014/main" id="{BE5E775C-F582-9479-983A-52430B72C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8" name="Freeform 2458">
              <a:extLst>
                <a:ext uri="{FF2B5EF4-FFF2-40B4-BE49-F238E27FC236}">
                  <a16:creationId xmlns:a16="http://schemas.microsoft.com/office/drawing/2014/main" id="{B81130C4-1DD9-E766-EFDE-9C5BFEC71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" name="Freeform 2459">
              <a:extLst>
                <a:ext uri="{FF2B5EF4-FFF2-40B4-BE49-F238E27FC236}">
                  <a16:creationId xmlns:a16="http://schemas.microsoft.com/office/drawing/2014/main" id="{0B46FF89-5C30-8CD4-A4C4-8596743FD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" name="Freeform 2460">
              <a:extLst>
                <a:ext uri="{FF2B5EF4-FFF2-40B4-BE49-F238E27FC236}">
                  <a16:creationId xmlns:a16="http://schemas.microsoft.com/office/drawing/2014/main" id="{469E4F2D-4031-0F69-1838-9D0747D4E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" name="Oval 2461">
              <a:extLst>
                <a:ext uri="{FF2B5EF4-FFF2-40B4-BE49-F238E27FC236}">
                  <a16:creationId xmlns:a16="http://schemas.microsoft.com/office/drawing/2014/main" id="{805609B2-7056-DF48-2F1F-096CB95F9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2" name="Oval 2462">
              <a:extLst>
                <a:ext uri="{FF2B5EF4-FFF2-40B4-BE49-F238E27FC236}">
                  <a16:creationId xmlns:a16="http://schemas.microsoft.com/office/drawing/2014/main" id="{5CFAD063-5A61-D29E-5411-0EB05D7B6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3" name="Oval 2463">
              <a:extLst>
                <a:ext uri="{FF2B5EF4-FFF2-40B4-BE49-F238E27FC236}">
                  <a16:creationId xmlns:a16="http://schemas.microsoft.com/office/drawing/2014/main" id="{18245375-AEE9-A61F-BC68-7A980C17E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4" name="Oval 2464">
              <a:extLst>
                <a:ext uri="{FF2B5EF4-FFF2-40B4-BE49-F238E27FC236}">
                  <a16:creationId xmlns:a16="http://schemas.microsoft.com/office/drawing/2014/main" id="{E9E6F45A-50DB-7E1E-29D0-E35E93391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35" name="Group 2456">
            <a:extLst>
              <a:ext uri="{FF2B5EF4-FFF2-40B4-BE49-F238E27FC236}">
                <a16:creationId xmlns:a16="http://schemas.microsoft.com/office/drawing/2014/main" id="{4BBE32E9-F3E1-6196-3449-05B69F1834CD}"/>
              </a:ext>
            </a:extLst>
          </p:cNvPr>
          <p:cNvGrpSpPr>
            <a:grpSpLocks/>
          </p:cNvGrpSpPr>
          <p:nvPr/>
        </p:nvGrpSpPr>
        <p:grpSpPr bwMode="auto">
          <a:xfrm>
            <a:off x="3529104" y="58415"/>
            <a:ext cx="83791" cy="88900"/>
            <a:chOff x="1239" y="2813"/>
            <a:chExt cx="271" cy="289"/>
          </a:xfrm>
        </p:grpSpPr>
        <p:sp>
          <p:nvSpPr>
            <p:cNvPr id="1636" name="Oval 2457">
              <a:extLst>
                <a:ext uri="{FF2B5EF4-FFF2-40B4-BE49-F238E27FC236}">
                  <a16:creationId xmlns:a16="http://schemas.microsoft.com/office/drawing/2014/main" id="{3F7AEDAB-6421-0988-2FCA-BBDDAD5C7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7" name="Freeform 2458">
              <a:extLst>
                <a:ext uri="{FF2B5EF4-FFF2-40B4-BE49-F238E27FC236}">
                  <a16:creationId xmlns:a16="http://schemas.microsoft.com/office/drawing/2014/main" id="{011D9F19-B98C-A9D8-CF72-7E1213F1A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" name="Freeform 2459">
              <a:extLst>
                <a:ext uri="{FF2B5EF4-FFF2-40B4-BE49-F238E27FC236}">
                  <a16:creationId xmlns:a16="http://schemas.microsoft.com/office/drawing/2014/main" id="{39467F4B-AFBD-2686-51D4-D822B2BA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" name="Freeform 2460">
              <a:extLst>
                <a:ext uri="{FF2B5EF4-FFF2-40B4-BE49-F238E27FC236}">
                  <a16:creationId xmlns:a16="http://schemas.microsoft.com/office/drawing/2014/main" id="{24822ED4-29E5-660E-3CD4-0DD6DA9A6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" name="Oval 2461">
              <a:extLst>
                <a:ext uri="{FF2B5EF4-FFF2-40B4-BE49-F238E27FC236}">
                  <a16:creationId xmlns:a16="http://schemas.microsoft.com/office/drawing/2014/main" id="{8706ECF8-E5F5-6C04-B8A3-14FC4D20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1" name="Oval 2462">
              <a:extLst>
                <a:ext uri="{FF2B5EF4-FFF2-40B4-BE49-F238E27FC236}">
                  <a16:creationId xmlns:a16="http://schemas.microsoft.com/office/drawing/2014/main" id="{EFB6B91C-4B53-B52E-C91C-A7D547C01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2" name="Oval 2463">
              <a:extLst>
                <a:ext uri="{FF2B5EF4-FFF2-40B4-BE49-F238E27FC236}">
                  <a16:creationId xmlns:a16="http://schemas.microsoft.com/office/drawing/2014/main" id="{0D77E8BA-07A0-23A6-72EA-CC8458F1B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" name="Oval 2464">
              <a:extLst>
                <a:ext uri="{FF2B5EF4-FFF2-40B4-BE49-F238E27FC236}">
                  <a16:creationId xmlns:a16="http://schemas.microsoft.com/office/drawing/2014/main" id="{05C0D827-39F5-600D-2052-D6CCCF7EF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44" name="Group 2456">
            <a:extLst>
              <a:ext uri="{FF2B5EF4-FFF2-40B4-BE49-F238E27FC236}">
                <a16:creationId xmlns:a16="http://schemas.microsoft.com/office/drawing/2014/main" id="{9BAD6327-8CB6-EC84-48E6-BC76896FB0B5}"/>
              </a:ext>
            </a:extLst>
          </p:cNvPr>
          <p:cNvGrpSpPr>
            <a:grpSpLocks/>
          </p:cNvGrpSpPr>
          <p:nvPr/>
        </p:nvGrpSpPr>
        <p:grpSpPr bwMode="auto">
          <a:xfrm>
            <a:off x="4301615" y="927090"/>
            <a:ext cx="83791" cy="88900"/>
            <a:chOff x="1239" y="2813"/>
            <a:chExt cx="271" cy="289"/>
          </a:xfrm>
        </p:grpSpPr>
        <p:sp>
          <p:nvSpPr>
            <p:cNvPr id="1645" name="Oval 2457">
              <a:extLst>
                <a:ext uri="{FF2B5EF4-FFF2-40B4-BE49-F238E27FC236}">
                  <a16:creationId xmlns:a16="http://schemas.microsoft.com/office/drawing/2014/main" id="{87C055D6-4015-49EF-C2C5-58954A622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" name="Freeform 2458">
              <a:extLst>
                <a:ext uri="{FF2B5EF4-FFF2-40B4-BE49-F238E27FC236}">
                  <a16:creationId xmlns:a16="http://schemas.microsoft.com/office/drawing/2014/main" id="{07828DB1-25F8-3A82-52C1-FE4AABEF3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" name="Freeform 2459">
              <a:extLst>
                <a:ext uri="{FF2B5EF4-FFF2-40B4-BE49-F238E27FC236}">
                  <a16:creationId xmlns:a16="http://schemas.microsoft.com/office/drawing/2014/main" id="{15C6E280-9354-8436-A6D1-9D768DBA3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" name="Freeform 2460">
              <a:extLst>
                <a:ext uri="{FF2B5EF4-FFF2-40B4-BE49-F238E27FC236}">
                  <a16:creationId xmlns:a16="http://schemas.microsoft.com/office/drawing/2014/main" id="{F30AA34C-0B1C-E079-EBBB-3A4DBDEAF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" name="Oval 2461">
              <a:extLst>
                <a:ext uri="{FF2B5EF4-FFF2-40B4-BE49-F238E27FC236}">
                  <a16:creationId xmlns:a16="http://schemas.microsoft.com/office/drawing/2014/main" id="{0D223098-A7AE-58A9-1E38-E1121C18C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0" name="Oval 2462">
              <a:extLst>
                <a:ext uri="{FF2B5EF4-FFF2-40B4-BE49-F238E27FC236}">
                  <a16:creationId xmlns:a16="http://schemas.microsoft.com/office/drawing/2014/main" id="{4FE144F8-7D75-362E-6C24-6F54EC2E8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" name="Oval 2463">
              <a:extLst>
                <a:ext uri="{FF2B5EF4-FFF2-40B4-BE49-F238E27FC236}">
                  <a16:creationId xmlns:a16="http://schemas.microsoft.com/office/drawing/2014/main" id="{DBC5E6E7-A636-1DA0-74AC-CA01A9F4E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2" name="Oval 2464">
              <a:extLst>
                <a:ext uri="{FF2B5EF4-FFF2-40B4-BE49-F238E27FC236}">
                  <a16:creationId xmlns:a16="http://schemas.microsoft.com/office/drawing/2014/main" id="{4E9C9012-C37B-AE3F-314F-D83BE330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53" name="Group 2456">
            <a:extLst>
              <a:ext uri="{FF2B5EF4-FFF2-40B4-BE49-F238E27FC236}">
                <a16:creationId xmlns:a16="http://schemas.microsoft.com/office/drawing/2014/main" id="{0566FAD8-A5DB-2131-F704-FEF0AC82EE53}"/>
              </a:ext>
            </a:extLst>
          </p:cNvPr>
          <p:cNvGrpSpPr>
            <a:grpSpLocks/>
          </p:cNvGrpSpPr>
          <p:nvPr/>
        </p:nvGrpSpPr>
        <p:grpSpPr bwMode="auto">
          <a:xfrm>
            <a:off x="3753325" y="37394"/>
            <a:ext cx="83791" cy="88900"/>
            <a:chOff x="1239" y="2813"/>
            <a:chExt cx="271" cy="289"/>
          </a:xfrm>
        </p:grpSpPr>
        <p:sp>
          <p:nvSpPr>
            <p:cNvPr id="1654" name="Oval 2457">
              <a:extLst>
                <a:ext uri="{FF2B5EF4-FFF2-40B4-BE49-F238E27FC236}">
                  <a16:creationId xmlns:a16="http://schemas.microsoft.com/office/drawing/2014/main" id="{E846EC65-72B1-501E-9F52-E6965C85D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" name="Freeform 2458">
              <a:extLst>
                <a:ext uri="{FF2B5EF4-FFF2-40B4-BE49-F238E27FC236}">
                  <a16:creationId xmlns:a16="http://schemas.microsoft.com/office/drawing/2014/main" id="{94182CB7-5C2F-E480-5746-EDF1269FD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" name="Freeform 2459">
              <a:extLst>
                <a:ext uri="{FF2B5EF4-FFF2-40B4-BE49-F238E27FC236}">
                  <a16:creationId xmlns:a16="http://schemas.microsoft.com/office/drawing/2014/main" id="{F79ED277-7FF5-28B6-61BB-763600A26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" name="Freeform 2460">
              <a:extLst>
                <a:ext uri="{FF2B5EF4-FFF2-40B4-BE49-F238E27FC236}">
                  <a16:creationId xmlns:a16="http://schemas.microsoft.com/office/drawing/2014/main" id="{46759671-2447-D769-3A4D-E815E2A87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" name="Oval 2461">
              <a:extLst>
                <a:ext uri="{FF2B5EF4-FFF2-40B4-BE49-F238E27FC236}">
                  <a16:creationId xmlns:a16="http://schemas.microsoft.com/office/drawing/2014/main" id="{9F9002AC-DFE2-D2BA-689B-F1E836551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9" name="Oval 2462">
              <a:extLst>
                <a:ext uri="{FF2B5EF4-FFF2-40B4-BE49-F238E27FC236}">
                  <a16:creationId xmlns:a16="http://schemas.microsoft.com/office/drawing/2014/main" id="{BDF35172-7D3A-E268-2766-42C55E5A6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0" name="Oval 2463">
              <a:extLst>
                <a:ext uri="{FF2B5EF4-FFF2-40B4-BE49-F238E27FC236}">
                  <a16:creationId xmlns:a16="http://schemas.microsoft.com/office/drawing/2014/main" id="{F7F99D99-75D9-EDBF-AE86-E297CA93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1" name="Oval 2464">
              <a:extLst>
                <a:ext uri="{FF2B5EF4-FFF2-40B4-BE49-F238E27FC236}">
                  <a16:creationId xmlns:a16="http://schemas.microsoft.com/office/drawing/2014/main" id="{363576E4-C86D-FBBA-DCA7-14D4D276E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62" name="Group 2456">
            <a:extLst>
              <a:ext uri="{FF2B5EF4-FFF2-40B4-BE49-F238E27FC236}">
                <a16:creationId xmlns:a16="http://schemas.microsoft.com/office/drawing/2014/main" id="{16635832-8777-451D-BDC1-A28F8CD7E26A}"/>
              </a:ext>
            </a:extLst>
          </p:cNvPr>
          <p:cNvGrpSpPr>
            <a:grpSpLocks/>
          </p:cNvGrpSpPr>
          <p:nvPr/>
        </p:nvGrpSpPr>
        <p:grpSpPr bwMode="auto">
          <a:xfrm>
            <a:off x="4541601" y="927090"/>
            <a:ext cx="83791" cy="88900"/>
            <a:chOff x="1239" y="2813"/>
            <a:chExt cx="271" cy="289"/>
          </a:xfrm>
        </p:grpSpPr>
        <p:sp>
          <p:nvSpPr>
            <p:cNvPr id="1663" name="Oval 2457">
              <a:extLst>
                <a:ext uri="{FF2B5EF4-FFF2-40B4-BE49-F238E27FC236}">
                  <a16:creationId xmlns:a16="http://schemas.microsoft.com/office/drawing/2014/main" id="{7FE96025-1A53-74A1-C18D-B390E9665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4" name="Freeform 2458">
              <a:extLst>
                <a:ext uri="{FF2B5EF4-FFF2-40B4-BE49-F238E27FC236}">
                  <a16:creationId xmlns:a16="http://schemas.microsoft.com/office/drawing/2014/main" id="{36A426DD-EA97-C3EC-BA96-F2227F774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" name="Freeform 2459">
              <a:extLst>
                <a:ext uri="{FF2B5EF4-FFF2-40B4-BE49-F238E27FC236}">
                  <a16:creationId xmlns:a16="http://schemas.microsoft.com/office/drawing/2014/main" id="{75A41D7D-7C60-18D5-CD17-50550A0C0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" name="Freeform 2460">
              <a:extLst>
                <a:ext uri="{FF2B5EF4-FFF2-40B4-BE49-F238E27FC236}">
                  <a16:creationId xmlns:a16="http://schemas.microsoft.com/office/drawing/2014/main" id="{81C576FC-5CEA-3B96-3C0C-8399F2D84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" name="Oval 2461">
              <a:extLst>
                <a:ext uri="{FF2B5EF4-FFF2-40B4-BE49-F238E27FC236}">
                  <a16:creationId xmlns:a16="http://schemas.microsoft.com/office/drawing/2014/main" id="{48AA2585-C016-BD5F-258B-E7070B7BE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8" name="Oval 2462">
              <a:extLst>
                <a:ext uri="{FF2B5EF4-FFF2-40B4-BE49-F238E27FC236}">
                  <a16:creationId xmlns:a16="http://schemas.microsoft.com/office/drawing/2014/main" id="{EB7A63F6-997A-9457-3EF3-78AB643D8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" name="Oval 2463">
              <a:extLst>
                <a:ext uri="{FF2B5EF4-FFF2-40B4-BE49-F238E27FC236}">
                  <a16:creationId xmlns:a16="http://schemas.microsoft.com/office/drawing/2014/main" id="{6CA8161B-C5A3-8867-15BD-B81A81A31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0" name="Oval 2464">
              <a:extLst>
                <a:ext uri="{FF2B5EF4-FFF2-40B4-BE49-F238E27FC236}">
                  <a16:creationId xmlns:a16="http://schemas.microsoft.com/office/drawing/2014/main" id="{092067CF-D60E-8C99-0A28-56EBA4BA0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cxnSp>
        <p:nvCxnSpPr>
          <p:cNvPr id="1671" name="Conector recto de flecha 1670">
            <a:extLst>
              <a:ext uri="{FF2B5EF4-FFF2-40B4-BE49-F238E27FC236}">
                <a16:creationId xmlns:a16="http://schemas.microsoft.com/office/drawing/2014/main" id="{376E3AEF-6777-B2D9-6766-E92839075D42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4461597" y="288675"/>
            <a:ext cx="4" cy="756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72" name="Group 2456">
            <a:extLst>
              <a:ext uri="{FF2B5EF4-FFF2-40B4-BE49-F238E27FC236}">
                <a16:creationId xmlns:a16="http://schemas.microsoft.com/office/drawing/2014/main" id="{2643E033-A819-D96E-9C7C-5DAD4D213565}"/>
              </a:ext>
            </a:extLst>
          </p:cNvPr>
          <p:cNvGrpSpPr>
            <a:grpSpLocks/>
          </p:cNvGrpSpPr>
          <p:nvPr/>
        </p:nvGrpSpPr>
        <p:grpSpPr bwMode="auto">
          <a:xfrm>
            <a:off x="4419705" y="840735"/>
            <a:ext cx="83791" cy="88900"/>
            <a:chOff x="1239" y="2813"/>
            <a:chExt cx="271" cy="289"/>
          </a:xfrm>
        </p:grpSpPr>
        <p:sp>
          <p:nvSpPr>
            <p:cNvPr id="1673" name="Oval 2457">
              <a:extLst>
                <a:ext uri="{FF2B5EF4-FFF2-40B4-BE49-F238E27FC236}">
                  <a16:creationId xmlns:a16="http://schemas.microsoft.com/office/drawing/2014/main" id="{CB4865CC-D65B-5D0A-D021-3979D71B8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4" name="Freeform 2458">
              <a:extLst>
                <a:ext uri="{FF2B5EF4-FFF2-40B4-BE49-F238E27FC236}">
                  <a16:creationId xmlns:a16="http://schemas.microsoft.com/office/drawing/2014/main" id="{83E6ED03-3DBE-AED9-F01A-7D593E706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" name="Freeform 2459">
              <a:extLst>
                <a:ext uri="{FF2B5EF4-FFF2-40B4-BE49-F238E27FC236}">
                  <a16:creationId xmlns:a16="http://schemas.microsoft.com/office/drawing/2014/main" id="{80089B80-D45B-E594-A66B-0CEFC8F3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" name="Freeform 2460">
              <a:extLst>
                <a:ext uri="{FF2B5EF4-FFF2-40B4-BE49-F238E27FC236}">
                  <a16:creationId xmlns:a16="http://schemas.microsoft.com/office/drawing/2014/main" id="{9EBB38D2-F205-8A33-A4C0-560A0F9C8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" name="Oval 2461">
              <a:extLst>
                <a:ext uri="{FF2B5EF4-FFF2-40B4-BE49-F238E27FC236}">
                  <a16:creationId xmlns:a16="http://schemas.microsoft.com/office/drawing/2014/main" id="{BAE7C77C-DA5F-9051-14F8-C06D98142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8" name="Oval 2462">
              <a:extLst>
                <a:ext uri="{FF2B5EF4-FFF2-40B4-BE49-F238E27FC236}">
                  <a16:creationId xmlns:a16="http://schemas.microsoft.com/office/drawing/2014/main" id="{E289F76D-831C-C33E-F860-F0CAC284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9" name="Oval 2463">
              <a:extLst>
                <a:ext uri="{FF2B5EF4-FFF2-40B4-BE49-F238E27FC236}">
                  <a16:creationId xmlns:a16="http://schemas.microsoft.com/office/drawing/2014/main" id="{F01ECD60-47F6-6510-1CCD-E04E1455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0" name="Oval 2464">
              <a:extLst>
                <a:ext uri="{FF2B5EF4-FFF2-40B4-BE49-F238E27FC236}">
                  <a16:creationId xmlns:a16="http://schemas.microsoft.com/office/drawing/2014/main" id="{C4745A74-4CC4-49F2-8C2C-22D229FC6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681" name="CuadroTexto 1680">
            <a:extLst>
              <a:ext uri="{FF2B5EF4-FFF2-40B4-BE49-F238E27FC236}">
                <a16:creationId xmlns:a16="http://schemas.microsoft.com/office/drawing/2014/main" id="{F0BB342F-1CDE-9DFE-F127-55CC5E12F340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1682" name="CuadroTexto 1681">
            <a:extLst>
              <a:ext uri="{FF2B5EF4-FFF2-40B4-BE49-F238E27FC236}">
                <a16:creationId xmlns:a16="http://schemas.microsoft.com/office/drawing/2014/main" id="{A17250AB-4738-EBD1-726F-4FEF8390AE50}"/>
              </a:ext>
            </a:extLst>
          </p:cNvPr>
          <p:cNvSpPr txBox="1"/>
          <p:nvPr/>
        </p:nvSpPr>
        <p:spPr>
          <a:xfrm>
            <a:off x="0" y="821920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grpSp>
        <p:nvGrpSpPr>
          <p:cNvPr id="1683" name="Group 2122">
            <a:extLst>
              <a:ext uri="{FF2B5EF4-FFF2-40B4-BE49-F238E27FC236}">
                <a16:creationId xmlns:a16="http://schemas.microsoft.com/office/drawing/2014/main" id="{DDB8A413-E624-F707-8A55-C3C98A82EA1E}"/>
              </a:ext>
            </a:extLst>
          </p:cNvPr>
          <p:cNvGrpSpPr>
            <a:grpSpLocks/>
          </p:cNvGrpSpPr>
          <p:nvPr/>
        </p:nvGrpSpPr>
        <p:grpSpPr bwMode="auto">
          <a:xfrm>
            <a:off x="3445077" y="372733"/>
            <a:ext cx="406226" cy="476265"/>
            <a:chOff x="1931" y="2992"/>
            <a:chExt cx="614" cy="738"/>
          </a:xfrm>
        </p:grpSpPr>
        <p:sp>
          <p:nvSpPr>
            <p:cNvPr id="1684" name="Freeform 2123">
              <a:extLst>
                <a:ext uri="{FF2B5EF4-FFF2-40B4-BE49-F238E27FC236}">
                  <a16:creationId xmlns:a16="http://schemas.microsoft.com/office/drawing/2014/main" id="{8F0685BE-29E8-5BD4-1FDD-56E06416A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5" name="Freeform 2124">
              <a:extLst>
                <a:ext uri="{FF2B5EF4-FFF2-40B4-BE49-F238E27FC236}">
                  <a16:creationId xmlns:a16="http://schemas.microsoft.com/office/drawing/2014/main" id="{6A6CDCB6-CC6D-8EF2-4A09-CFB96DAA4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6" name="Freeform 2125">
              <a:extLst>
                <a:ext uri="{FF2B5EF4-FFF2-40B4-BE49-F238E27FC236}">
                  <a16:creationId xmlns:a16="http://schemas.microsoft.com/office/drawing/2014/main" id="{C149E20A-7BB6-B4EB-9A72-2BBC81A11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7" name="Freeform 2126">
              <a:extLst>
                <a:ext uri="{FF2B5EF4-FFF2-40B4-BE49-F238E27FC236}">
                  <a16:creationId xmlns:a16="http://schemas.microsoft.com/office/drawing/2014/main" id="{D58978A1-8D8F-E304-4027-BE8CFE2BB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8" name="Freeform 2127">
              <a:extLst>
                <a:ext uri="{FF2B5EF4-FFF2-40B4-BE49-F238E27FC236}">
                  <a16:creationId xmlns:a16="http://schemas.microsoft.com/office/drawing/2014/main" id="{FF470A86-83A0-D374-0B53-39736001A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9" name="Freeform 2128">
              <a:extLst>
                <a:ext uri="{FF2B5EF4-FFF2-40B4-BE49-F238E27FC236}">
                  <a16:creationId xmlns:a16="http://schemas.microsoft.com/office/drawing/2014/main" id="{C5899488-1529-1518-2644-939D928E6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0" name="Freeform 2129">
              <a:extLst>
                <a:ext uri="{FF2B5EF4-FFF2-40B4-BE49-F238E27FC236}">
                  <a16:creationId xmlns:a16="http://schemas.microsoft.com/office/drawing/2014/main" id="{BCCC5F49-27A3-7332-15D1-DAAEA9C24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1" name="Freeform 2130">
              <a:extLst>
                <a:ext uri="{FF2B5EF4-FFF2-40B4-BE49-F238E27FC236}">
                  <a16:creationId xmlns:a16="http://schemas.microsoft.com/office/drawing/2014/main" id="{80E0F6E6-2448-C7F2-B699-8D9F72269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2" name="Freeform 2131">
              <a:extLst>
                <a:ext uri="{FF2B5EF4-FFF2-40B4-BE49-F238E27FC236}">
                  <a16:creationId xmlns:a16="http://schemas.microsoft.com/office/drawing/2014/main" id="{BF2C97EF-512B-16EE-E816-FAE27D704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3" name="Freeform 2132">
              <a:extLst>
                <a:ext uri="{FF2B5EF4-FFF2-40B4-BE49-F238E27FC236}">
                  <a16:creationId xmlns:a16="http://schemas.microsoft.com/office/drawing/2014/main" id="{80A7F8AF-7F31-6374-A477-F3ACFFD4F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4" name="Freeform 2133">
              <a:extLst>
                <a:ext uri="{FF2B5EF4-FFF2-40B4-BE49-F238E27FC236}">
                  <a16:creationId xmlns:a16="http://schemas.microsoft.com/office/drawing/2014/main" id="{6F5C6AAE-5B2A-944B-900C-2E979357F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5" name="Freeform 2134">
              <a:extLst>
                <a:ext uri="{FF2B5EF4-FFF2-40B4-BE49-F238E27FC236}">
                  <a16:creationId xmlns:a16="http://schemas.microsoft.com/office/drawing/2014/main" id="{6B8149F4-8A78-4C42-3FFF-7B173784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6" name="Freeform 2135">
              <a:extLst>
                <a:ext uri="{FF2B5EF4-FFF2-40B4-BE49-F238E27FC236}">
                  <a16:creationId xmlns:a16="http://schemas.microsoft.com/office/drawing/2014/main" id="{5D37B55C-710E-C775-7091-681D3DC42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7" name="Freeform 2136">
              <a:extLst>
                <a:ext uri="{FF2B5EF4-FFF2-40B4-BE49-F238E27FC236}">
                  <a16:creationId xmlns:a16="http://schemas.microsoft.com/office/drawing/2014/main" id="{09904E5A-786F-5AAF-BBBD-07E70B9C2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8" name="Freeform 2137">
              <a:extLst>
                <a:ext uri="{FF2B5EF4-FFF2-40B4-BE49-F238E27FC236}">
                  <a16:creationId xmlns:a16="http://schemas.microsoft.com/office/drawing/2014/main" id="{4315C1BD-2894-A218-9C82-797DBD8DF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9" name="Freeform 2138">
              <a:extLst>
                <a:ext uri="{FF2B5EF4-FFF2-40B4-BE49-F238E27FC236}">
                  <a16:creationId xmlns:a16="http://schemas.microsoft.com/office/drawing/2014/main" id="{2B197925-D68B-2256-0E1F-7737D0C0C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" name="Freeform 2139">
              <a:extLst>
                <a:ext uri="{FF2B5EF4-FFF2-40B4-BE49-F238E27FC236}">
                  <a16:creationId xmlns:a16="http://schemas.microsoft.com/office/drawing/2014/main" id="{ACDC6B71-AA7C-B435-F758-C5E62DA9B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1" name="Freeform 2140">
              <a:extLst>
                <a:ext uri="{FF2B5EF4-FFF2-40B4-BE49-F238E27FC236}">
                  <a16:creationId xmlns:a16="http://schemas.microsoft.com/office/drawing/2014/main" id="{EDA64AC8-0006-E191-9601-F9BFF1637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2" name="Freeform 2141">
              <a:extLst>
                <a:ext uri="{FF2B5EF4-FFF2-40B4-BE49-F238E27FC236}">
                  <a16:creationId xmlns:a16="http://schemas.microsoft.com/office/drawing/2014/main" id="{844D39E1-F1DB-7C49-8785-88FB2D8CA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3" name="Freeform 2142">
              <a:extLst>
                <a:ext uri="{FF2B5EF4-FFF2-40B4-BE49-F238E27FC236}">
                  <a16:creationId xmlns:a16="http://schemas.microsoft.com/office/drawing/2014/main" id="{473AA710-2366-9B4F-C681-FBD654A8F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4" name="Freeform 2143">
              <a:extLst>
                <a:ext uri="{FF2B5EF4-FFF2-40B4-BE49-F238E27FC236}">
                  <a16:creationId xmlns:a16="http://schemas.microsoft.com/office/drawing/2014/main" id="{DEE6ED1F-B9B4-4D8A-C555-9308952C9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26" name="CuadroTexto 1725">
            <a:extLst>
              <a:ext uri="{FF2B5EF4-FFF2-40B4-BE49-F238E27FC236}">
                <a16:creationId xmlns:a16="http://schemas.microsoft.com/office/drawing/2014/main" id="{19E0EA25-28E0-FC17-1823-2C84A9AD5BE3}"/>
              </a:ext>
            </a:extLst>
          </p:cNvPr>
          <p:cNvSpPr txBox="1"/>
          <p:nvPr/>
        </p:nvSpPr>
        <p:spPr>
          <a:xfrm>
            <a:off x="2153182" y="1313766"/>
            <a:ext cx="15552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Hexoquinasa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(músculo)</a:t>
            </a:r>
          </a:p>
        </p:txBody>
      </p:sp>
      <p:sp>
        <p:nvSpPr>
          <p:cNvPr id="1727" name="CuadroTexto 1726">
            <a:extLst>
              <a:ext uri="{FF2B5EF4-FFF2-40B4-BE49-F238E27FC236}">
                <a16:creationId xmlns:a16="http://schemas.microsoft.com/office/drawing/2014/main" id="{533C416D-D0CF-E82F-6200-D2662B16E68E}"/>
              </a:ext>
            </a:extLst>
          </p:cNvPr>
          <p:cNvSpPr txBox="1"/>
          <p:nvPr/>
        </p:nvSpPr>
        <p:spPr>
          <a:xfrm>
            <a:off x="3654038" y="1250432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728" name="CuadroTexto 1727">
            <a:extLst>
              <a:ext uri="{FF2B5EF4-FFF2-40B4-BE49-F238E27FC236}">
                <a16:creationId xmlns:a16="http://schemas.microsoft.com/office/drawing/2014/main" id="{04886C92-25CF-51E5-E573-4FAD73471E9A}"/>
              </a:ext>
            </a:extLst>
          </p:cNvPr>
          <p:cNvSpPr txBox="1"/>
          <p:nvPr/>
        </p:nvSpPr>
        <p:spPr>
          <a:xfrm>
            <a:off x="3654038" y="153530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729" name="Conector: curvado 1728">
            <a:extLst>
              <a:ext uri="{FF2B5EF4-FFF2-40B4-BE49-F238E27FC236}">
                <a16:creationId xmlns:a16="http://schemas.microsoft.com/office/drawing/2014/main" id="{F12A1AE6-B673-4EDD-6EC6-12399A9E2CE3}"/>
              </a:ext>
            </a:extLst>
          </p:cNvPr>
          <p:cNvCxnSpPr>
            <a:cxnSpLocks/>
            <a:stCxn id="1727" idx="3"/>
            <a:endCxn id="1728" idx="3"/>
          </p:cNvCxnSpPr>
          <p:nvPr/>
        </p:nvCxnSpPr>
        <p:spPr>
          <a:xfrm>
            <a:off x="4114419" y="1381237"/>
            <a:ext cx="16030" cy="284875"/>
          </a:xfrm>
          <a:prstGeom prst="curvedConnector3">
            <a:avLst>
              <a:gd name="adj1" fmla="val 1145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0" name="Conector recto de flecha 1729">
            <a:extLst>
              <a:ext uri="{FF2B5EF4-FFF2-40B4-BE49-F238E27FC236}">
                <a16:creationId xmlns:a16="http://schemas.microsoft.com/office/drawing/2014/main" id="{7C4EC560-5151-6355-76C6-2AA044A7868B}"/>
              </a:ext>
            </a:extLst>
          </p:cNvPr>
          <p:cNvCxnSpPr>
            <a:cxnSpLocks/>
          </p:cNvCxnSpPr>
          <p:nvPr/>
        </p:nvCxnSpPr>
        <p:spPr>
          <a:xfrm>
            <a:off x="4300982" y="1306777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1" name="CuadroTexto 1730">
            <a:extLst>
              <a:ext uri="{FF2B5EF4-FFF2-40B4-BE49-F238E27FC236}">
                <a16:creationId xmlns:a16="http://schemas.microsoft.com/office/drawing/2014/main" id="{80BC0B24-D990-D515-2620-FA4C042355BD}"/>
              </a:ext>
            </a:extLst>
          </p:cNvPr>
          <p:cNvSpPr txBox="1"/>
          <p:nvPr/>
        </p:nvSpPr>
        <p:spPr>
          <a:xfrm>
            <a:off x="3817864" y="1776618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Glucosa-6-fosfato</a:t>
            </a:r>
          </a:p>
        </p:txBody>
      </p:sp>
      <p:sp>
        <p:nvSpPr>
          <p:cNvPr id="1732" name="CuadroTexto 1731">
            <a:extLst>
              <a:ext uri="{FF2B5EF4-FFF2-40B4-BE49-F238E27FC236}">
                <a16:creationId xmlns:a16="http://schemas.microsoft.com/office/drawing/2014/main" id="{57CC39BC-FBB3-FA45-D4B9-3AA6D7BD2667}"/>
              </a:ext>
            </a:extLst>
          </p:cNvPr>
          <p:cNvSpPr txBox="1"/>
          <p:nvPr/>
        </p:nvSpPr>
        <p:spPr>
          <a:xfrm>
            <a:off x="4286648" y="1423415"/>
            <a:ext cx="5708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1734" name="CuadroTexto 1733">
            <a:extLst>
              <a:ext uri="{FF2B5EF4-FFF2-40B4-BE49-F238E27FC236}">
                <a16:creationId xmlns:a16="http://schemas.microsoft.com/office/drawing/2014/main" id="{BC8069CE-2638-5C92-DF22-2CB05DF7E06F}"/>
              </a:ext>
            </a:extLst>
          </p:cNvPr>
          <p:cNvSpPr txBox="1"/>
          <p:nvPr/>
        </p:nvSpPr>
        <p:spPr>
          <a:xfrm>
            <a:off x="2153182" y="1504414"/>
            <a:ext cx="15167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Glucoquinasa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(hígado)</a:t>
            </a:r>
            <a:endParaRPr lang="es-ES" sz="9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0" name="CuadroTexto 1749">
            <a:extLst>
              <a:ext uri="{FF2B5EF4-FFF2-40B4-BE49-F238E27FC236}">
                <a16:creationId xmlns:a16="http://schemas.microsoft.com/office/drawing/2014/main" id="{9C719B4C-600A-7CAA-72D0-4BB44C0FB3D7}"/>
              </a:ext>
            </a:extLst>
          </p:cNvPr>
          <p:cNvSpPr txBox="1"/>
          <p:nvPr/>
        </p:nvSpPr>
        <p:spPr>
          <a:xfrm>
            <a:off x="4114420" y="1045167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1751" name="CuadroTexto 1750">
            <a:extLst>
              <a:ext uri="{FF2B5EF4-FFF2-40B4-BE49-F238E27FC236}">
                <a16:creationId xmlns:a16="http://schemas.microsoft.com/office/drawing/2014/main" id="{5E0ED6A8-EF90-C703-CECD-BF2EC8F7B139}"/>
              </a:ext>
            </a:extLst>
          </p:cNvPr>
          <p:cNvSpPr txBox="1"/>
          <p:nvPr/>
        </p:nvSpPr>
        <p:spPr>
          <a:xfrm>
            <a:off x="3817864" y="2508069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Glucosa-1-fosfato</a:t>
            </a:r>
          </a:p>
        </p:txBody>
      </p:sp>
      <p:sp>
        <p:nvSpPr>
          <p:cNvPr id="1756" name="CuadroTexto 1755">
            <a:extLst>
              <a:ext uri="{FF2B5EF4-FFF2-40B4-BE49-F238E27FC236}">
                <a16:creationId xmlns:a16="http://schemas.microsoft.com/office/drawing/2014/main" id="{72829550-7B66-BFCD-55F6-7E43D183F4B5}"/>
              </a:ext>
            </a:extLst>
          </p:cNvPr>
          <p:cNvSpPr txBox="1"/>
          <p:nvPr/>
        </p:nvSpPr>
        <p:spPr>
          <a:xfrm>
            <a:off x="2949422" y="2119257"/>
            <a:ext cx="13372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Fosfoglucomutasa</a:t>
            </a:r>
            <a:endParaRPr lang="es-ES" sz="9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7" name="CuadroTexto 1756">
            <a:extLst>
              <a:ext uri="{FF2B5EF4-FFF2-40B4-BE49-F238E27FC236}">
                <a16:creationId xmlns:a16="http://schemas.microsoft.com/office/drawing/2014/main" id="{8BD2F227-6038-9A0E-F600-BEA85E2B4631}"/>
              </a:ext>
            </a:extLst>
          </p:cNvPr>
          <p:cNvSpPr txBox="1"/>
          <p:nvPr/>
        </p:nvSpPr>
        <p:spPr>
          <a:xfrm>
            <a:off x="894555" y="2508069"/>
            <a:ext cx="1018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UDP-glucosa</a:t>
            </a:r>
          </a:p>
        </p:txBody>
      </p:sp>
      <p:sp>
        <p:nvSpPr>
          <p:cNvPr id="1761" name="CuadroTexto 1760">
            <a:extLst>
              <a:ext uri="{FF2B5EF4-FFF2-40B4-BE49-F238E27FC236}">
                <a16:creationId xmlns:a16="http://schemas.microsoft.com/office/drawing/2014/main" id="{C3E7FB20-1B3A-B296-053E-F7D8BB574A6E}"/>
              </a:ext>
            </a:extLst>
          </p:cNvPr>
          <p:cNvSpPr txBox="1"/>
          <p:nvPr/>
        </p:nvSpPr>
        <p:spPr>
          <a:xfrm>
            <a:off x="2157330" y="2250062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UTP</a:t>
            </a:r>
          </a:p>
        </p:txBody>
      </p:sp>
      <p:cxnSp>
        <p:nvCxnSpPr>
          <p:cNvPr id="1762" name="Conector: curvado 1761">
            <a:extLst>
              <a:ext uri="{FF2B5EF4-FFF2-40B4-BE49-F238E27FC236}">
                <a16:creationId xmlns:a16="http://schemas.microsoft.com/office/drawing/2014/main" id="{0FB78186-5734-49CF-16B7-61C5FAB5FCEB}"/>
              </a:ext>
            </a:extLst>
          </p:cNvPr>
          <p:cNvCxnSpPr>
            <a:cxnSpLocks/>
            <a:stCxn id="1761" idx="2"/>
          </p:cNvCxnSpPr>
          <p:nvPr/>
        </p:nvCxnSpPr>
        <p:spPr>
          <a:xfrm rot="5400000">
            <a:off x="2210829" y="2458174"/>
            <a:ext cx="127202" cy="23419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5" name="CuadroTexto 1764">
            <a:extLst>
              <a:ext uri="{FF2B5EF4-FFF2-40B4-BE49-F238E27FC236}">
                <a16:creationId xmlns:a16="http://schemas.microsoft.com/office/drawing/2014/main" id="{9E56732C-9192-BEB4-7F05-31CB66683760}"/>
              </a:ext>
            </a:extLst>
          </p:cNvPr>
          <p:cNvSpPr txBox="1"/>
          <p:nvPr/>
        </p:nvSpPr>
        <p:spPr>
          <a:xfrm>
            <a:off x="2188589" y="2773282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PP</a:t>
            </a:r>
            <a:r>
              <a:rPr lang="es-ES" sz="1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66" name="Conector: curvado 1765">
            <a:extLst>
              <a:ext uri="{FF2B5EF4-FFF2-40B4-BE49-F238E27FC236}">
                <a16:creationId xmlns:a16="http://schemas.microsoft.com/office/drawing/2014/main" id="{65CB4A25-9571-FE38-9F2A-053621107A6A}"/>
              </a:ext>
            </a:extLst>
          </p:cNvPr>
          <p:cNvCxnSpPr>
            <a:cxnSpLocks/>
            <a:endCxn id="1765" idx="0"/>
          </p:cNvCxnSpPr>
          <p:nvPr/>
        </p:nvCxnSpPr>
        <p:spPr>
          <a:xfrm>
            <a:off x="2157330" y="2638874"/>
            <a:ext cx="234199" cy="1344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8" name="Conector recto de flecha 1757">
            <a:extLst>
              <a:ext uri="{FF2B5EF4-FFF2-40B4-BE49-F238E27FC236}">
                <a16:creationId xmlns:a16="http://schemas.microsoft.com/office/drawing/2014/main" id="{44B68366-7AE1-E585-86C1-DE4E4420B4E3}"/>
              </a:ext>
            </a:extLst>
          </p:cNvPr>
          <p:cNvCxnSpPr>
            <a:cxnSpLocks/>
            <a:stCxn id="1751" idx="1"/>
            <a:endCxn id="1757" idx="3"/>
          </p:cNvCxnSpPr>
          <p:nvPr/>
        </p:nvCxnSpPr>
        <p:spPr>
          <a:xfrm flipH="1">
            <a:off x="1912782" y="2638874"/>
            <a:ext cx="1905082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Hexágono 1768">
            <a:extLst>
              <a:ext uri="{FF2B5EF4-FFF2-40B4-BE49-F238E27FC236}">
                <a16:creationId xmlns:a16="http://schemas.microsoft.com/office/drawing/2014/main" id="{D263C972-43D2-ACCD-CEE8-3EA51F9F3095}"/>
              </a:ext>
            </a:extLst>
          </p:cNvPr>
          <p:cNvSpPr/>
          <p:nvPr/>
        </p:nvSpPr>
        <p:spPr>
          <a:xfrm>
            <a:off x="899103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70" name="Hexágono 1769">
            <a:extLst>
              <a:ext uri="{FF2B5EF4-FFF2-40B4-BE49-F238E27FC236}">
                <a16:creationId xmlns:a16="http://schemas.microsoft.com/office/drawing/2014/main" id="{E2FE7427-84C3-04A3-645A-619E3AF1CAE5}"/>
              </a:ext>
            </a:extLst>
          </p:cNvPr>
          <p:cNvSpPr/>
          <p:nvPr/>
        </p:nvSpPr>
        <p:spPr>
          <a:xfrm>
            <a:off x="1174910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72" name="Conector recto 1771">
            <a:extLst>
              <a:ext uri="{FF2B5EF4-FFF2-40B4-BE49-F238E27FC236}">
                <a16:creationId xmlns:a16="http://schemas.microsoft.com/office/drawing/2014/main" id="{9386B7C3-E299-0074-7372-8DA24C8A1419}"/>
              </a:ext>
            </a:extLst>
          </p:cNvPr>
          <p:cNvCxnSpPr>
            <a:stCxn id="1769" idx="0"/>
            <a:endCxn id="1770" idx="3"/>
          </p:cNvCxnSpPr>
          <p:nvPr/>
        </p:nvCxnSpPr>
        <p:spPr>
          <a:xfrm>
            <a:off x="1096475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0" name="Hexágono 1789">
            <a:extLst>
              <a:ext uri="{FF2B5EF4-FFF2-40B4-BE49-F238E27FC236}">
                <a16:creationId xmlns:a16="http://schemas.microsoft.com/office/drawing/2014/main" id="{EFBDC7B2-622B-DF5D-B11A-663509360F7F}"/>
              </a:ext>
            </a:extLst>
          </p:cNvPr>
          <p:cNvSpPr/>
          <p:nvPr/>
        </p:nvSpPr>
        <p:spPr>
          <a:xfrm>
            <a:off x="1450717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91" name="Conector recto 1790">
            <a:extLst>
              <a:ext uri="{FF2B5EF4-FFF2-40B4-BE49-F238E27FC236}">
                <a16:creationId xmlns:a16="http://schemas.microsoft.com/office/drawing/2014/main" id="{80DEC7CD-CCF6-3144-8CB8-92B7A995D636}"/>
              </a:ext>
            </a:extLst>
          </p:cNvPr>
          <p:cNvCxnSpPr>
            <a:endCxn id="1790" idx="3"/>
          </p:cNvCxnSpPr>
          <p:nvPr/>
        </p:nvCxnSpPr>
        <p:spPr>
          <a:xfrm>
            <a:off x="1372282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2" name="Hexágono 1791">
            <a:extLst>
              <a:ext uri="{FF2B5EF4-FFF2-40B4-BE49-F238E27FC236}">
                <a16:creationId xmlns:a16="http://schemas.microsoft.com/office/drawing/2014/main" id="{4B766AB3-3A24-146F-2C02-8B1428E782DD}"/>
              </a:ext>
            </a:extLst>
          </p:cNvPr>
          <p:cNvSpPr/>
          <p:nvPr/>
        </p:nvSpPr>
        <p:spPr>
          <a:xfrm>
            <a:off x="1719555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93" name="Conector recto 1792">
            <a:extLst>
              <a:ext uri="{FF2B5EF4-FFF2-40B4-BE49-F238E27FC236}">
                <a16:creationId xmlns:a16="http://schemas.microsoft.com/office/drawing/2014/main" id="{D9B3A419-F356-8300-72ED-0F5FCC16413E}"/>
              </a:ext>
            </a:extLst>
          </p:cNvPr>
          <p:cNvCxnSpPr>
            <a:endCxn id="1792" idx="3"/>
          </p:cNvCxnSpPr>
          <p:nvPr/>
        </p:nvCxnSpPr>
        <p:spPr>
          <a:xfrm>
            <a:off x="1641120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4" name="Hexágono 1793">
            <a:extLst>
              <a:ext uri="{FF2B5EF4-FFF2-40B4-BE49-F238E27FC236}">
                <a16:creationId xmlns:a16="http://schemas.microsoft.com/office/drawing/2014/main" id="{8328E9E9-4BE9-464D-B5AC-77E223263027}"/>
              </a:ext>
            </a:extLst>
          </p:cNvPr>
          <p:cNvSpPr/>
          <p:nvPr/>
        </p:nvSpPr>
        <p:spPr>
          <a:xfrm>
            <a:off x="1995055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95" name="Conector recto 1794">
            <a:extLst>
              <a:ext uri="{FF2B5EF4-FFF2-40B4-BE49-F238E27FC236}">
                <a16:creationId xmlns:a16="http://schemas.microsoft.com/office/drawing/2014/main" id="{3268576F-BDAA-97AB-E41C-A80162742E87}"/>
              </a:ext>
            </a:extLst>
          </p:cNvPr>
          <p:cNvCxnSpPr>
            <a:endCxn id="1794" idx="3"/>
          </p:cNvCxnSpPr>
          <p:nvPr/>
        </p:nvCxnSpPr>
        <p:spPr>
          <a:xfrm>
            <a:off x="1916620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6" name="Hexágono 1795">
            <a:extLst>
              <a:ext uri="{FF2B5EF4-FFF2-40B4-BE49-F238E27FC236}">
                <a16:creationId xmlns:a16="http://schemas.microsoft.com/office/drawing/2014/main" id="{B6C3C055-E040-BF4B-C2E7-3D874C636E3A}"/>
              </a:ext>
            </a:extLst>
          </p:cNvPr>
          <p:cNvSpPr/>
          <p:nvPr/>
        </p:nvSpPr>
        <p:spPr>
          <a:xfrm>
            <a:off x="2270555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97" name="Conector recto 1796">
            <a:extLst>
              <a:ext uri="{FF2B5EF4-FFF2-40B4-BE49-F238E27FC236}">
                <a16:creationId xmlns:a16="http://schemas.microsoft.com/office/drawing/2014/main" id="{4362E95B-DA9B-E548-BCE2-6D9CB71A5C0C}"/>
              </a:ext>
            </a:extLst>
          </p:cNvPr>
          <p:cNvCxnSpPr>
            <a:endCxn id="1796" idx="3"/>
          </p:cNvCxnSpPr>
          <p:nvPr/>
        </p:nvCxnSpPr>
        <p:spPr>
          <a:xfrm>
            <a:off x="2192120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8" name="Hexágono 1797">
            <a:extLst>
              <a:ext uri="{FF2B5EF4-FFF2-40B4-BE49-F238E27FC236}">
                <a16:creationId xmlns:a16="http://schemas.microsoft.com/office/drawing/2014/main" id="{6C5601F1-4926-BE84-D11A-0A44BF859266}"/>
              </a:ext>
            </a:extLst>
          </p:cNvPr>
          <p:cNvSpPr/>
          <p:nvPr/>
        </p:nvSpPr>
        <p:spPr>
          <a:xfrm>
            <a:off x="2539836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99" name="Conector recto 1798">
            <a:extLst>
              <a:ext uri="{FF2B5EF4-FFF2-40B4-BE49-F238E27FC236}">
                <a16:creationId xmlns:a16="http://schemas.microsoft.com/office/drawing/2014/main" id="{968EE471-69BE-FEC8-501C-84134ED10F4A}"/>
              </a:ext>
            </a:extLst>
          </p:cNvPr>
          <p:cNvCxnSpPr>
            <a:endCxn id="1798" idx="3"/>
          </p:cNvCxnSpPr>
          <p:nvPr/>
        </p:nvCxnSpPr>
        <p:spPr>
          <a:xfrm>
            <a:off x="2461401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0" name="Hexágono 1799">
            <a:extLst>
              <a:ext uri="{FF2B5EF4-FFF2-40B4-BE49-F238E27FC236}">
                <a16:creationId xmlns:a16="http://schemas.microsoft.com/office/drawing/2014/main" id="{37861986-C3EE-0E8C-D7BF-EE5B9CA24DED}"/>
              </a:ext>
            </a:extLst>
          </p:cNvPr>
          <p:cNvSpPr/>
          <p:nvPr/>
        </p:nvSpPr>
        <p:spPr>
          <a:xfrm>
            <a:off x="2804185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01" name="Conector recto 1800">
            <a:extLst>
              <a:ext uri="{FF2B5EF4-FFF2-40B4-BE49-F238E27FC236}">
                <a16:creationId xmlns:a16="http://schemas.microsoft.com/office/drawing/2014/main" id="{80F27929-8B21-6257-BACD-34C217185ED6}"/>
              </a:ext>
            </a:extLst>
          </p:cNvPr>
          <p:cNvCxnSpPr>
            <a:endCxn id="1800" idx="3"/>
          </p:cNvCxnSpPr>
          <p:nvPr/>
        </p:nvCxnSpPr>
        <p:spPr>
          <a:xfrm>
            <a:off x="2725750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2" name="Hexágono 1801">
            <a:extLst>
              <a:ext uri="{FF2B5EF4-FFF2-40B4-BE49-F238E27FC236}">
                <a16:creationId xmlns:a16="http://schemas.microsoft.com/office/drawing/2014/main" id="{2F21B61B-83CA-4655-6ADE-B9C609D4E646}"/>
              </a:ext>
            </a:extLst>
          </p:cNvPr>
          <p:cNvSpPr/>
          <p:nvPr/>
        </p:nvSpPr>
        <p:spPr>
          <a:xfrm>
            <a:off x="3075597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03" name="Conector recto 1802">
            <a:extLst>
              <a:ext uri="{FF2B5EF4-FFF2-40B4-BE49-F238E27FC236}">
                <a16:creationId xmlns:a16="http://schemas.microsoft.com/office/drawing/2014/main" id="{ED185C8A-CC0C-73A7-C0C7-2D3DA3E07EFB}"/>
              </a:ext>
            </a:extLst>
          </p:cNvPr>
          <p:cNvCxnSpPr>
            <a:endCxn id="1802" idx="3"/>
          </p:cNvCxnSpPr>
          <p:nvPr/>
        </p:nvCxnSpPr>
        <p:spPr>
          <a:xfrm>
            <a:off x="2997162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4" name="Hexágono 1803">
            <a:extLst>
              <a:ext uri="{FF2B5EF4-FFF2-40B4-BE49-F238E27FC236}">
                <a16:creationId xmlns:a16="http://schemas.microsoft.com/office/drawing/2014/main" id="{52DCB56E-AEB7-9545-D9CA-5DCD7B200942}"/>
              </a:ext>
            </a:extLst>
          </p:cNvPr>
          <p:cNvSpPr/>
          <p:nvPr/>
        </p:nvSpPr>
        <p:spPr>
          <a:xfrm>
            <a:off x="3339891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05" name="Conector recto 1804">
            <a:extLst>
              <a:ext uri="{FF2B5EF4-FFF2-40B4-BE49-F238E27FC236}">
                <a16:creationId xmlns:a16="http://schemas.microsoft.com/office/drawing/2014/main" id="{A2ACAF4D-E6C0-B046-96D0-232A9ECE3E29}"/>
              </a:ext>
            </a:extLst>
          </p:cNvPr>
          <p:cNvCxnSpPr>
            <a:endCxn id="1804" idx="3"/>
          </p:cNvCxnSpPr>
          <p:nvPr/>
        </p:nvCxnSpPr>
        <p:spPr>
          <a:xfrm>
            <a:off x="3261456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6" name="Hexágono 1805">
            <a:extLst>
              <a:ext uri="{FF2B5EF4-FFF2-40B4-BE49-F238E27FC236}">
                <a16:creationId xmlns:a16="http://schemas.microsoft.com/office/drawing/2014/main" id="{3807D317-BF8C-AC95-1CAC-C10AB56F49C7}"/>
              </a:ext>
            </a:extLst>
          </p:cNvPr>
          <p:cNvSpPr/>
          <p:nvPr/>
        </p:nvSpPr>
        <p:spPr>
          <a:xfrm>
            <a:off x="3601768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07" name="Conector recto 1806">
            <a:extLst>
              <a:ext uri="{FF2B5EF4-FFF2-40B4-BE49-F238E27FC236}">
                <a16:creationId xmlns:a16="http://schemas.microsoft.com/office/drawing/2014/main" id="{A553B8D9-D48C-AF77-9E1E-1FDA85C81D40}"/>
              </a:ext>
            </a:extLst>
          </p:cNvPr>
          <p:cNvCxnSpPr>
            <a:endCxn id="1806" idx="3"/>
          </p:cNvCxnSpPr>
          <p:nvPr/>
        </p:nvCxnSpPr>
        <p:spPr>
          <a:xfrm>
            <a:off x="3523333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8" name="Hexágono 1807">
            <a:extLst>
              <a:ext uri="{FF2B5EF4-FFF2-40B4-BE49-F238E27FC236}">
                <a16:creationId xmlns:a16="http://schemas.microsoft.com/office/drawing/2014/main" id="{334F9E24-A4F3-B890-28A5-95BBFB8155E0}"/>
              </a:ext>
            </a:extLst>
          </p:cNvPr>
          <p:cNvSpPr/>
          <p:nvPr/>
        </p:nvSpPr>
        <p:spPr>
          <a:xfrm>
            <a:off x="3863645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09" name="Conector recto 1808">
            <a:extLst>
              <a:ext uri="{FF2B5EF4-FFF2-40B4-BE49-F238E27FC236}">
                <a16:creationId xmlns:a16="http://schemas.microsoft.com/office/drawing/2014/main" id="{FD98C2DC-F699-A783-28C7-F9903B42CBFB}"/>
              </a:ext>
            </a:extLst>
          </p:cNvPr>
          <p:cNvCxnSpPr>
            <a:endCxn id="1808" idx="3"/>
          </p:cNvCxnSpPr>
          <p:nvPr/>
        </p:nvCxnSpPr>
        <p:spPr>
          <a:xfrm>
            <a:off x="3785210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0" name="Hexágono 1809">
            <a:extLst>
              <a:ext uri="{FF2B5EF4-FFF2-40B4-BE49-F238E27FC236}">
                <a16:creationId xmlns:a16="http://schemas.microsoft.com/office/drawing/2014/main" id="{28003F8D-FE68-1177-9DE0-FA1FF6EB1C31}"/>
              </a:ext>
            </a:extLst>
          </p:cNvPr>
          <p:cNvSpPr/>
          <p:nvPr/>
        </p:nvSpPr>
        <p:spPr>
          <a:xfrm>
            <a:off x="4125522" y="3861255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11" name="Conector recto 1810">
            <a:extLst>
              <a:ext uri="{FF2B5EF4-FFF2-40B4-BE49-F238E27FC236}">
                <a16:creationId xmlns:a16="http://schemas.microsoft.com/office/drawing/2014/main" id="{1480DC2E-EF74-3784-767B-10692098BF24}"/>
              </a:ext>
            </a:extLst>
          </p:cNvPr>
          <p:cNvCxnSpPr>
            <a:endCxn id="1810" idx="3"/>
          </p:cNvCxnSpPr>
          <p:nvPr/>
        </p:nvCxnSpPr>
        <p:spPr>
          <a:xfrm>
            <a:off x="4047087" y="3949177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4" name="Hexágono 1813">
            <a:extLst>
              <a:ext uri="{FF2B5EF4-FFF2-40B4-BE49-F238E27FC236}">
                <a16:creationId xmlns:a16="http://schemas.microsoft.com/office/drawing/2014/main" id="{B6BEF15C-0391-D44F-DE05-D73F37369C3C}"/>
              </a:ext>
            </a:extLst>
          </p:cNvPr>
          <p:cNvSpPr/>
          <p:nvPr/>
        </p:nvSpPr>
        <p:spPr>
          <a:xfrm>
            <a:off x="891542" y="3582417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15" name="Hexágono 1814">
            <a:extLst>
              <a:ext uri="{FF2B5EF4-FFF2-40B4-BE49-F238E27FC236}">
                <a16:creationId xmlns:a16="http://schemas.microsoft.com/office/drawing/2014/main" id="{76E6AFCB-D12E-5827-3DCE-D759FF8F8A60}"/>
              </a:ext>
            </a:extLst>
          </p:cNvPr>
          <p:cNvSpPr/>
          <p:nvPr/>
        </p:nvSpPr>
        <p:spPr>
          <a:xfrm>
            <a:off x="1167349" y="3582417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16" name="Conector recto 1815">
            <a:extLst>
              <a:ext uri="{FF2B5EF4-FFF2-40B4-BE49-F238E27FC236}">
                <a16:creationId xmlns:a16="http://schemas.microsoft.com/office/drawing/2014/main" id="{52B136B3-F49E-055E-5FAD-F06B9E7F3D98}"/>
              </a:ext>
            </a:extLst>
          </p:cNvPr>
          <p:cNvCxnSpPr>
            <a:stCxn id="1814" idx="0"/>
            <a:endCxn id="1815" idx="3"/>
          </p:cNvCxnSpPr>
          <p:nvPr/>
        </p:nvCxnSpPr>
        <p:spPr>
          <a:xfrm>
            <a:off x="1088914" y="3670339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" name="Hexágono 1816">
            <a:extLst>
              <a:ext uri="{FF2B5EF4-FFF2-40B4-BE49-F238E27FC236}">
                <a16:creationId xmlns:a16="http://schemas.microsoft.com/office/drawing/2014/main" id="{17BB611E-9098-8984-7CBB-DEF554994212}"/>
              </a:ext>
            </a:extLst>
          </p:cNvPr>
          <p:cNvSpPr/>
          <p:nvPr/>
        </p:nvSpPr>
        <p:spPr>
          <a:xfrm>
            <a:off x="1443156" y="3582417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18" name="Conector recto 1817">
            <a:extLst>
              <a:ext uri="{FF2B5EF4-FFF2-40B4-BE49-F238E27FC236}">
                <a16:creationId xmlns:a16="http://schemas.microsoft.com/office/drawing/2014/main" id="{805AF09C-DF7D-08F7-9F11-045D1FAEAB8E}"/>
              </a:ext>
            </a:extLst>
          </p:cNvPr>
          <p:cNvCxnSpPr>
            <a:endCxn id="1817" idx="3"/>
          </p:cNvCxnSpPr>
          <p:nvPr/>
        </p:nvCxnSpPr>
        <p:spPr>
          <a:xfrm>
            <a:off x="1364721" y="3670339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9" name="Hexágono 1818">
            <a:extLst>
              <a:ext uri="{FF2B5EF4-FFF2-40B4-BE49-F238E27FC236}">
                <a16:creationId xmlns:a16="http://schemas.microsoft.com/office/drawing/2014/main" id="{CBBE8BEE-3474-D535-22FB-5676FA4535C4}"/>
              </a:ext>
            </a:extLst>
          </p:cNvPr>
          <p:cNvSpPr/>
          <p:nvPr/>
        </p:nvSpPr>
        <p:spPr>
          <a:xfrm>
            <a:off x="1711994" y="3582417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20" name="Conector recto 1819">
            <a:extLst>
              <a:ext uri="{FF2B5EF4-FFF2-40B4-BE49-F238E27FC236}">
                <a16:creationId xmlns:a16="http://schemas.microsoft.com/office/drawing/2014/main" id="{01090CA5-9F6D-CA0B-1480-29A8934B74EE}"/>
              </a:ext>
            </a:extLst>
          </p:cNvPr>
          <p:cNvCxnSpPr>
            <a:endCxn id="1819" idx="3"/>
          </p:cNvCxnSpPr>
          <p:nvPr/>
        </p:nvCxnSpPr>
        <p:spPr>
          <a:xfrm>
            <a:off x="1633559" y="3670339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1" name="Hexágono 1820">
            <a:extLst>
              <a:ext uri="{FF2B5EF4-FFF2-40B4-BE49-F238E27FC236}">
                <a16:creationId xmlns:a16="http://schemas.microsoft.com/office/drawing/2014/main" id="{155EA7F0-4A50-8333-9531-FEA87FCCFE1C}"/>
              </a:ext>
            </a:extLst>
          </p:cNvPr>
          <p:cNvSpPr/>
          <p:nvPr/>
        </p:nvSpPr>
        <p:spPr>
          <a:xfrm>
            <a:off x="1987494" y="3582417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22" name="Conector recto 1821">
            <a:extLst>
              <a:ext uri="{FF2B5EF4-FFF2-40B4-BE49-F238E27FC236}">
                <a16:creationId xmlns:a16="http://schemas.microsoft.com/office/drawing/2014/main" id="{908BCBD7-ECB7-8E7B-BFAC-555399F991CD}"/>
              </a:ext>
            </a:extLst>
          </p:cNvPr>
          <p:cNvCxnSpPr>
            <a:endCxn id="1821" idx="3"/>
          </p:cNvCxnSpPr>
          <p:nvPr/>
        </p:nvCxnSpPr>
        <p:spPr>
          <a:xfrm>
            <a:off x="1909059" y="3670339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3" name="Hexágono 1822">
            <a:extLst>
              <a:ext uri="{FF2B5EF4-FFF2-40B4-BE49-F238E27FC236}">
                <a16:creationId xmlns:a16="http://schemas.microsoft.com/office/drawing/2014/main" id="{5D1475C0-F75A-6F6C-A4A7-A7DD7E8BA045}"/>
              </a:ext>
            </a:extLst>
          </p:cNvPr>
          <p:cNvSpPr/>
          <p:nvPr/>
        </p:nvSpPr>
        <p:spPr>
          <a:xfrm>
            <a:off x="2262994" y="3582417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24" name="Conector recto 1823">
            <a:extLst>
              <a:ext uri="{FF2B5EF4-FFF2-40B4-BE49-F238E27FC236}">
                <a16:creationId xmlns:a16="http://schemas.microsoft.com/office/drawing/2014/main" id="{0DFA1455-AB2E-3715-0B42-2FA863B00CCD}"/>
              </a:ext>
            </a:extLst>
          </p:cNvPr>
          <p:cNvCxnSpPr>
            <a:endCxn id="1823" idx="3"/>
          </p:cNvCxnSpPr>
          <p:nvPr/>
        </p:nvCxnSpPr>
        <p:spPr>
          <a:xfrm>
            <a:off x="2184559" y="3670339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5" name="Hexágono 1824">
            <a:extLst>
              <a:ext uri="{FF2B5EF4-FFF2-40B4-BE49-F238E27FC236}">
                <a16:creationId xmlns:a16="http://schemas.microsoft.com/office/drawing/2014/main" id="{8796D783-8245-C4B8-3056-B57CDD2B8EA6}"/>
              </a:ext>
            </a:extLst>
          </p:cNvPr>
          <p:cNvSpPr/>
          <p:nvPr/>
        </p:nvSpPr>
        <p:spPr>
          <a:xfrm>
            <a:off x="2532275" y="3582417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26" name="Conector recto 1825">
            <a:extLst>
              <a:ext uri="{FF2B5EF4-FFF2-40B4-BE49-F238E27FC236}">
                <a16:creationId xmlns:a16="http://schemas.microsoft.com/office/drawing/2014/main" id="{070C12E4-F6B2-7E3C-455C-47D9C0B424E7}"/>
              </a:ext>
            </a:extLst>
          </p:cNvPr>
          <p:cNvCxnSpPr>
            <a:endCxn id="1825" idx="3"/>
          </p:cNvCxnSpPr>
          <p:nvPr/>
        </p:nvCxnSpPr>
        <p:spPr>
          <a:xfrm>
            <a:off x="2453840" y="3670339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7" name="Hexágono 1826">
            <a:extLst>
              <a:ext uri="{FF2B5EF4-FFF2-40B4-BE49-F238E27FC236}">
                <a16:creationId xmlns:a16="http://schemas.microsoft.com/office/drawing/2014/main" id="{1B083DDE-7FC1-8D8A-2BC0-1AC3714A8825}"/>
              </a:ext>
            </a:extLst>
          </p:cNvPr>
          <p:cNvSpPr/>
          <p:nvPr/>
        </p:nvSpPr>
        <p:spPr>
          <a:xfrm>
            <a:off x="2796624" y="3582417"/>
            <a:ext cx="197372" cy="175844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28" name="Conector recto 1827">
            <a:extLst>
              <a:ext uri="{FF2B5EF4-FFF2-40B4-BE49-F238E27FC236}">
                <a16:creationId xmlns:a16="http://schemas.microsoft.com/office/drawing/2014/main" id="{0D7E6B61-A2A3-F24D-4D29-8AE35CEFF6AF}"/>
              </a:ext>
            </a:extLst>
          </p:cNvPr>
          <p:cNvCxnSpPr>
            <a:endCxn id="1827" idx="3"/>
          </p:cNvCxnSpPr>
          <p:nvPr/>
        </p:nvCxnSpPr>
        <p:spPr>
          <a:xfrm>
            <a:off x="2718189" y="3670339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9" name="Conector recto 1828">
            <a:extLst>
              <a:ext uri="{FF2B5EF4-FFF2-40B4-BE49-F238E27FC236}">
                <a16:creationId xmlns:a16="http://schemas.microsoft.com/office/drawing/2014/main" id="{F1685EE3-EECB-E29F-50CC-F575524788A2}"/>
              </a:ext>
            </a:extLst>
          </p:cNvPr>
          <p:cNvCxnSpPr>
            <a:cxnSpLocks/>
            <a:stCxn id="1827" idx="1"/>
            <a:endCxn id="1800" idx="5"/>
          </p:cNvCxnSpPr>
          <p:nvPr/>
        </p:nvCxnSpPr>
        <p:spPr>
          <a:xfrm>
            <a:off x="2950035" y="3758261"/>
            <a:ext cx="7561" cy="1029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2" name="CuadroTexto 1831">
            <a:extLst>
              <a:ext uri="{FF2B5EF4-FFF2-40B4-BE49-F238E27FC236}">
                <a16:creationId xmlns:a16="http://schemas.microsoft.com/office/drawing/2014/main" id="{D33C6E7F-C27C-888D-A44C-8DA0010318F9}"/>
              </a:ext>
            </a:extLst>
          </p:cNvPr>
          <p:cNvSpPr txBox="1"/>
          <p:nvPr/>
        </p:nvSpPr>
        <p:spPr>
          <a:xfrm>
            <a:off x="1102935" y="4190054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-1,4</a:t>
            </a:r>
          </a:p>
        </p:txBody>
      </p:sp>
      <p:sp>
        <p:nvSpPr>
          <p:cNvPr id="1833" name="CuadroTexto 1832">
            <a:extLst>
              <a:ext uri="{FF2B5EF4-FFF2-40B4-BE49-F238E27FC236}">
                <a16:creationId xmlns:a16="http://schemas.microsoft.com/office/drawing/2014/main" id="{1478D541-4678-D72F-9BC5-D96786517B9B}"/>
              </a:ext>
            </a:extLst>
          </p:cNvPr>
          <p:cNvSpPr txBox="1"/>
          <p:nvPr/>
        </p:nvSpPr>
        <p:spPr>
          <a:xfrm>
            <a:off x="3156384" y="3511724"/>
            <a:ext cx="5084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-1,6</a:t>
            </a:r>
          </a:p>
        </p:txBody>
      </p:sp>
      <p:cxnSp>
        <p:nvCxnSpPr>
          <p:cNvPr id="1835" name="Conector recto de flecha 1834">
            <a:extLst>
              <a:ext uri="{FF2B5EF4-FFF2-40B4-BE49-F238E27FC236}">
                <a16:creationId xmlns:a16="http://schemas.microsoft.com/office/drawing/2014/main" id="{23579701-9122-21B1-5AF4-1DF8BFE57E8F}"/>
              </a:ext>
            </a:extLst>
          </p:cNvPr>
          <p:cNvCxnSpPr>
            <a:cxnSpLocks/>
            <a:stCxn id="1833" idx="1"/>
          </p:cNvCxnSpPr>
          <p:nvPr/>
        </p:nvCxnSpPr>
        <p:spPr>
          <a:xfrm flipH="1">
            <a:off x="2957596" y="3642529"/>
            <a:ext cx="198788" cy="16722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7" name="Conector recto de flecha 1836">
            <a:extLst>
              <a:ext uri="{FF2B5EF4-FFF2-40B4-BE49-F238E27FC236}">
                <a16:creationId xmlns:a16="http://schemas.microsoft.com/office/drawing/2014/main" id="{F0AE2DEB-AD13-6DB7-1F0A-DF3CD6FA0E64}"/>
              </a:ext>
            </a:extLst>
          </p:cNvPr>
          <p:cNvCxnSpPr>
            <a:cxnSpLocks/>
            <a:stCxn id="1832" idx="0"/>
          </p:cNvCxnSpPr>
          <p:nvPr/>
        </p:nvCxnSpPr>
        <p:spPr>
          <a:xfrm flipV="1">
            <a:off x="1357172" y="3949176"/>
            <a:ext cx="54327" cy="24087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0" name="CuadroTexto 1839">
            <a:extLst>
              <a:ext uri="{FF2B5EF4-FFF2-40B4-BE49-F238E27FC236}">
                <a16:creationId xmlns:a16="http://schemas.microsoft.com/office/drawing/2014/main" id="{E7FED161-4FDD-4EB6-C71F-9209E9052F0E}"/>
              </a:ext>
            </a:extLst>
          </p:cNvPr>
          <p:cNvSpPr txBox="1"/>
          <p:nvPr/>
        </p:nvSpPr>
        <p:spPr>
          <a:xfrm>
            <a:off x="2625087" y="2684801"/>
            <a:ext cx="11927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UDP-glucosa </a:t>
            </a:r>
            <a:r>
              <a:rPr lang="es-ES" sz="11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pirofosforilasa</a:t>
            </a:r>
            <a:endParaRPr lang="es-ES" sz="9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42" name="Conector: angular 1841">
            <a:extLst>
              <a:ext uri="{FF2B5EF4-FFF2-40B4-BE49-F238E27FC236}">
                <a16:creationId xmlns:a16="http://schemas.microsoft.com/office/drawing/2014/main" id="{778E438C-6EBF-FFC3-64F1-6E495A83F2AA}"/>
              </a:ext>
            </a:extLst>
          </p:cNvPr>
          <p:cNvCxnSpPr>
            <a:stCxn id="1757" idx="1"/>
            <a:endCxn id="1814" idx="3"/>
          </p:cNvCxnSpPr>
          <p:nvPr/>
        </p:nvCxnSpPr>
        <p:spPr>
          <a:xfrm rot="10800000" flipV="1">
            <a:off x="891543" y="2638873"/>
            <a:ext cx="3013" cy="1031465"/>
          </a:xfrm>
          <a:prstGeom prst="bentConnector3">
            <a:avLst>
              <a:gd name="adj1" fmla="val 7687122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3" name="CuadroTexto 1842">
            <a:extLst>
              <a:ext uri="{FF2B5EF4-FFF2-40B4-BE49-F238E27FC236}">
                <a16:creationId xmlns:a16="http://schemas.microsoft.com/office/drawing/2014/main" id="{AA014B76-5255-ADEE-D859-D2E27BF3FFAB}"/>
              </a:ext>
            </a:extLst>
          </p:cNvPr>
          <p:cNvSpPr txBox="1"/>
          <p:nvPr/>
        </p:nvSpPr>
        <p:spPr>
          <a:xfrm>
            <a:off x="669647" y="2872673"/>
            <a:ext cx="11927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Glucógeno sintasa</a:t>
            </a:r>
            <a:endParaRPr lang="es-ES" sz="9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4" name="Hexágono 1843">
            <a:extLst>
              <a:ext uri="{FF2B5EF4-FFF2-40B4-BE49-F238E27FC236}">
                <a16:creationId xmlns:a16="http://schemas.microsoft.com/office/drawing/2014/main" id="{52BB712C-4FB8-83F2-F02B-D2E9959FCF2F}"/>
              </a:ext>
            </a:extLst>
          </p:cNvPr>
          <p:cNvSpPr/>
          <p:nvPr/>
        </p:nvSpPr>
        <p:spPr>
          <a:xfrm>
            <a:off x="899103" y="4140093"/>
            <a:ext cx="197372" cy="175844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45" name="Conector recto 1844">
            <a:extLst>
              <a:ext uri="{FF2B5EF4-FFF2-40B4-BE49-F238E27FC236}">
                <a16:creationId xmlns:a16="http://schemas.microsoft.com/office/drawing/2014/main" id="{FA5A9AD4-3AD3-7E98-E67B-F65D4260FA23}"/>
              </a:ext>
            </a:extLst>
          </p:cNvPr>
          <p:cNvCxnSpPr>
            <a:cxnSpLocks/>
            <a:stCxn id="1769" idx="1"/>
            <a:endCxn id="1844" idx="5"/>
          </p:cNvCxnSpPr>
          <p:nvPr/>
        </p:nvCxnSpPr>
        <p:spPr>
          <a:xfrm>
            <a:off x="1052514" y="4037099"/>
            <a:ext cx="0" cy="1029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1" name="Conector: angular 1850">
            <a:extLst>
              <a:ext uri="{FF2B5EF4-FFF2-40B4-BE49-F238E27FC236}">
                <a16:creationId xmlns:a16="http://schemas.microsoft.com/office/drawing/2014/main" id="{823C2691-817C-72BB-6EA3-6FCB40A7BA07}"/>
              </a:ext>
            </a:extLst>
          </p:cNvPr>
          <p:cNvCxnSpPr>
            <a:cxnSpLocks/>
            <a:stCxn id="1757" idx="1"/>
            <a:endCxn id="1844" idx="3"/>
          </p:cNvCxnSpPr>
          <p:nvPr/>
        </p:nvCxnSpPr>
        <p:spPr>
          <a:xfrm rot="10800000" flipH="1" flipV="1">
            <a:off x="894555" y="2638873"/>
            <a:ext cx="4548" cy="1589141"/>
          </a:xfrm>
          <a:prstGeom prst="bentConnector3">
            <a:avLst>
              <a:gd name="adj1" fmla="val -5026385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4" name="CuadroTexto 1853">
            <a:extLst>
              <a:ext uri="{FF2B5EF4-FFF2-40B4-BE49-F238E27FC236}">
                <a16:creationId xmlns:a16="http://schemas.microsoft.com/office/drawing/2014/main" id="{0DD8926A-037D-6167-4037-0B10CDD315C3}"/>
              </a:ext>
            </a:extLst>
          </p:cNvPr>
          <p:cNvSpPr txBox="1"/>
          <p:nvPr/>
        </p:nvSpPr>
        <p:spPr>
          <a:xfrm>
            <a:off x="14785" y="4326067"/>
            <a:ext cx="12518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Amilo-(1,4→1,6)-</a:t>
            </a:r>
            <a:r>
              <a:rPr lang="es-ES" sz="11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transglucosilasa</a:t>
            </a:r>
            <a:endParaRPr lang="es-ES" sz="9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56" name="Conector recto de flecha 1855">
            <a:extLst>
              <a:ext uri="{FF2B5EF4-FFF2-40B4-BE49-F238E27FC236}">
                <a16:creationId xmlns:a16="http://schemas.microsoft.com/office/drawing/2014/main" id="{D01445F3-9F8E-D0E1-C486-CE94C1CAB49A}"/>
              </a:ext>
            </a:extLst>
          </p:cNvPr>
          <p:cNvCxnSpPr>
            <a:stCxn id="1731" idx="2"/>
            <a:endCxn id="1751" idx="0"/>
          </p:cNvCxnSpPr>
          <p:nvPr/>
        </p:nvCxnSpPr>
        <p:spPr>
          <a:xfrm>
            <a:off x="4465638" y="2038228"/>
            <a:ext cx="0" cy="469841"/>
          </a:xfrm>
          <a:prstGeom prst="straightConnector1">
            <a:avLst/>
          </a:prstGeom>
          <a:ln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4" name="Hexágono 1863">
            <a:extLst>
              <a:ext uri="{FF2B5EF4-FFF2-40B4-BE49-F238E27FC236}">
                <a16:creationId xmlns:a16="http://schemas.microsoft.com/office/drawing/2014/main" id="{FBCFF8F1-43F5-C741-FF37-31534F29F583}"/>
              </a:ext>
            </a:extLst>
          </p:cNvPr>
          <p:cNvSpPr/>
          <p:nvPr/>
        </p:nvSpPr>
        <p:spPr>
          <a:xfrm>
            <a:off x="2001265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66" name="Hexágono 1865">
            <a:extLst>
              <a:ext uri="{FF2B5EF4-FFF2-40B4-BE49-F238E27FC236}">
                <a16:creationId xmlns:a16="http://schemas.microsoft.com/office/drawing/2014/main" id="{F1D97070-76A8-94F0-F687-7C498BA4806B}"/>
              </a:ext>
            </a:extLst>
          </p:cNvPr>
          <p:cNvSpPr/>
          <p:nvPr/>
        </p:nvSpPr>
        <p:spPr>
          <a:xfrm>
            <a:off x="2276765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67" name="Conector recto 1866">
            <a:extLst>
              <a:ext uri="{FF2B5EF4-FFF2-40B4-BE49-F238E27FC236}">
                <a16:creationId xmlns:a16="http://schemas.microsoft.com/office/drawing/2014/main" id="{B35BEDD9-8A85-49EC-D276-C723AE3E6A1C}"/>
              </a:ext>
            </a:extLst>
          </p:cNvPr>
          <p:cNvCxnSpPr>
            <a:endCxn id="1866" idx="3"/>
          </p:cNvCxnSpPr>
          <p:nvPr/>
        </p:nvCxnSpPr>
        <p:spPr>
          <a:xfrm>
            <a:off x="2198330" y="4825548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8" name="Hexágono 1867">
            <a:extLst>
              <a:ext uri="{FF2B5EF4-FFF2-40B4-BE49-F238E27FC236}">
                <a16:creationId xmlns:a16="http://schemas.microsoft.com/office/drawing/2014/main" id="{2D56C0FE-6D44-B678-0E87-A7310A5052C8}"/>
              </a:ext>
            </a:extLst>
          </p:cNvPr>
          <p:cNvSpPr/>
          <p:nvPr/>
        </p:nvSpPr>
        <p:spPr>
          <a:xfrm>
            <a:off x="2546046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69" name="Conector recto 1868">
            <a:extLst>
              <a:ext uri="{FF2B5EF4-FFF2-40B4-BE49-F238E27FC236}">
                <a16:creationId xmlns:a16="http://schemas.microsoft.com/office/drawing/2014/main" id="{E81FCA3A-EC13-1D4F-2F34-1AB702E51B10}"/>
              </a:ext>
            </a:extLst>
          </p:cNvPr>
          <p:cNvCxnSpPr>
            <a:endCxn id="1868" idx="3"/>
          </p:cNvCxnSpPr>
          <p:nvPr/>
        </p:nvCxnSpPr>
        <p:spPr>
          <a:xfrm>
            <a:off x="2467611" y="4825548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0" name="Hexágono 1869">
            <a:extLst>
              <a:ext uri="{FF2B5EF4-FFF2-40B4-BE49-F238E27FC236}">
                <a16:creationId xmlns:a16="http://schemas.microsoft.com/office/drawing/2014/main" id="{E3729B21-9A7D-43F7-BD25-808DBF7DDD4D}"/>
              </a:ext>
            </a:extLst>
          </p:cNvPr>
          <p:cNvSpPr/>
          <p:nvPr/>
        </p:nvSpPr>
        <p:spPr>
          <a:xfrm>
            <a:off x="2810395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71" name="Conector recto 1870">
            <a:extLst>
              <a:ext uri="{FF2B5EF4-FFF2-40B4-BE49-F238E27FC236}">
                <a16:creationId xmlns:a16="http://schemas.microsoft.com/office/drawing/2014/main" id="{9202AA68-0E1B-B653-6A95-4538A06A6485}"/>
              </a:ext>
            </a:extLst>
          </p:cNvPr>
          <p:cNvCxnSpPr>
            <a:endCxn id="1870" idx="3"/>
          </p:cNvCxnSpPr>
          <p:nvPr/>
        </p:nvCxnSpPr>
        <p:spPr>
          <a:xfrm>
            <a:off x="2731960" y="4825548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2" name="Hexágono 1871">
            <a:extLst>
              <a:ext uri="{FF2B5EF4-FFF2-40B4-BE49-F238E27FC236}">
                <a16:creationId xmlns:a16="http://schemas.microsoft.com/office/drawing/2014/main" id="{063E15F8-4C7A-8D9E-E185-FB8AA26D9E62}"/>
              </a:ext>
            </a:extLst>
          </p:cNvPr>
          <p:cNvSpPr/>
          <p:nvPr/>
        </p:nvSpPr>
        <p:spPr>
          <a:xfrm>
            <a:off x="3081807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73" name="Conector recto 1872">
            <a:extLst>
              <a:ext uri="{FF2B5EF4-FFF2-40B4-BE49-F238E27FC236}">
                <a16:creationId xmlns:a16="http://schemas.microsoft.com/office/drawing/2014/main" id="{611A4973-0A8E-31BE-B2D8-A3B29065DC36}"/>
              </a:ext>
            </a:extLst>
          </p:cNvPr>
          <p:cNvCxnSpPr>
            <a:endCxn id="1872" idx="3"/>
          </p:cNvCxnSpPr>
          <p:nvPr/>
        </p:nvCxnSpPr>
        <p:spPr>
          <a:xfrm>
            <a:off x="3003372" y="4825548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4" name="Hexágono 1873">
            <a:extLst>
              <a:ext uri="{FF2B5EF4-FFF2-40B4-BE49-F238E27FC236}">
                <a16:creationId xmlns:a16="http://schemas.microsoft.com/office/drawing/2014/main" id="{26001985-3C6D-874E-F8C5-5D43C3FF5842}"/>
              </a:ext>
            </a:extLst>
          </p:cNvPr>
          <p:cNvSpPr/>
          <p:nvPr/>
        </p:nvSpPr>
        <p:spPr>
          <a:xfrm>
            <a:off x="3346101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75" name="Conector recto 1874">
            <a:extLst>
              <a:ext uri="{FF2B5EF4-FFF2-40B4-BE49-F238E27FC236}">
                <a16:creationId xmlns:a16="http://schemas.microsoft.com/office/drawing/2014/main" id="{83DE4D93-55DA-4FD3-39BB-2BBE9F2A34C5}"/>
              </a:ext>
            </a:extLst>
          </p:cNvPr>
          <p:cNvCxnSpPr>
            <a:endCxn id="1874" idx="3"/>
          </p:cNvCxnSpPr>
          <p:nvPr/>
        </p:nvCxnSpPr>
        <p:spPr>
          <a:xfrm>
            <a:off x="3267666" y="4825548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6" name="Hexágono 1875">
            <a:extLst>
              <a:ext uri="{FF2B5EF4-FFF2-40B4-BE49-F238E27FC236}">
                <a16:creationId xmlns:a16="http://schemas.microsoft.com/office/drawing/2014/main" id="{5C7D0F34-9057-DFF6-3283-8B53BCE11327}"/>
              </a:ext>
            </a:extLst>
          </p:cNvPr>
          <p:cNvSpPr/>
          <p:nvPr/>
        </p:nvSpPr>
        <p:spPr>
          <a:xfrm>
            <a:off x="3607978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77" name="Conector recto 1876">
            <a:extLst>
              <a:ext uri="{FF2B5EF4-FFF2-40B4-BE49-F238E27FC236}">
                <a16:creationId xmlns:a16="http://schemas.microsoft.com/office/drawing/2014/main" id="{A3145EA3-8218-1D40-602D-798EE35B2189}"/>
              </a:ext>
            </a:extLst>
          </p:cNvPr>
          <p:cNvCxnSpPr>
            <a:endCxn id="1876" idx="3"/>
          </p:cNvCxnSpPr>
          <p:nvPr/>
        </p:nvCxnSpPr>
        <p:spPr>
          <a:xfrm>
            <a:off x="3529543" y="4825548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8" name="Hexágono 1877">
            <a:extLst>
              <a:ext uri="{FF2B5EF4-FFF2-40B4-BE49-F238E27FC236}">
                <a16:creationId xmlns:a16="http://schemas.microsoft.com/office/drawing/2014/main" id="{CF87EB95-DC61-DA29-86FF-9980745539B1}"/>
              </a:ext>
            </a:extLst>
          </p:cNvPr>
          <p:cNvSpPr/>
          <p:nvPr/>
        </p:nvSpPr>
        <p:spPr>
          <a:xfrm>
            <a:off x="3869855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79" name="Conector recto 1878">
            <a:extLst>
              <a:ext uri="{FF2B5EF4-FFF2-40B4-BE49-F238E27FC236}">
                <a16:creationId xmlns:a16="http://schemas.microsoft.com/office/drawing/2014/main" id="{2571CA37-62DB-7ACE-BB9D-C304FA6F8A75}"/>
              </a:ext>
            </a:extLst>
          </p:cNvPr>
          <p:cNvCxnSpPr>
            <a:endCxn id="1878" idx="3"/>
          </p:cNvCxnSpPr>
          <p:nvPr/>
        </p:nvCxnSpPr>
        <p:spPr>
          <a:xfrm>
            <a:off x="3791420" y="4825548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0" name="Hexágono 1879">
            <a:extLst>
              <a:ext uri="{FF2B5EF4-FFF2-40B4-BE49-F238E27FC236}">
                <a16:creationId xmlns:a16="http://schemas.microsoft.com/office/drawing/2014/main" id="{DB21C344-B926-9FD8-A879-E41B37D909E0}"/>
              </a:ext>
            </a:extLst>
          </p:cNvPr>
          <p:cNvSpPr/>
          <p:nvPr/>
        </p:nvSpPr>
        <p:spPr>
          <a:xfrm>
            <a:off x="4131732" y="4737626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81" name="Conector recto 1880">
            <a:extLst>
              <a:ext uri="{FF2B5EF4-FFF2-40B4-BE49-F238E27FC236}">
                <a16:creationId xmlns:a16="http://schemas.microsoft.com/office/drawing/2014/main" id="{B6EB97B5-B9D7-632F-311F-030596AB0FE4}"/>
              </a:ext>
            </a:extLst>
          </p:cNvPr>
          <p:cNvCxnSpPr>
            <a:endCxn id="1880" idx="3"/>
          </p:cNvCxnSpPr>
          <p:nvPr/>
        </p:nvCxnSpPr>
        <p:spPr>
          <a:xfrm>
            <a:off x="4053297" y="4825548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9" name="Hexágono 1888">
            <a:extLst>
              <a:ext uri="{FF2B5EF4-FFF2-40B4-BE49-F238E27FC236}">
                <a16:creationId xmlns:a16="http://schemas.microsoft.com/office/drawing/2014/main" id="{274395B5-B188-C188-C544-67472CA94D70}"/>
              </a:ext>
            </a:extLst>
          </p:cNvPr>
          <p:cNvSpPr/>
          <p:nvPr/>
        </p:nvSpPr>
        <p:spPr>
          <a:xfrm>
            <a:off x="1993704" y="4458788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91" name="Hexágono 1890">
            <a:extLst>
              <a:ext uri="{FF2B5EF4-FFF2-40B4-BE49-F238E27FC236}">
                <a16:creationId xmlns:a16="http://schemas.microsoft.com/office/drawing/2014/main" id="{5AF5DC79-35B4-1973-C492-319918609F82}"/>
              </a:ext>
            </a:extLst>
          </p:cNvPr>
          <p:cNvSpPr/>
          <p:nvPr/>
        </p:nvSpPr>
        <p:spPr>
          <a:xfrm>
            <a:off x="2269204" y="4458788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92" name="Conector recto 1891">
            <a:extLst>
              <a:ext uri="{FF2B5EF4-FFF2-40B4-BE49-F238E27FC236}">
                <a16:creationId xmlns:a16="http://schemas.microsoft.com/office/drawing/2014/main" id="{129C561C-38A9-5654-CACE-EB005EDBB6B7}"/>
              </a:ext>
            </a:extLst>
          </p:cNvPr>
          <p:cNvCxnSpPr>
            <a:endCxn id="1891" idx="3"/>
          </p:cNvCxnSpPr>
          <p:nvPr/>
        </p:nvCxnSpPr>
        <p:spPr>
          <a:xfrm>
            <a:off x="2190769" y="4546710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3" name="Hexágono 1892">
            <a:extLst>
              <a:ext uri="{FF2B5EF4-FFF2-40B4-BE49-F238E27FC236}">
                <a16:creationId xmlns:a16="http://schemas.microsoft.com/office/drawing/2014/main" id="{17ABAE0A-4351-B7A8-F116-F0EBD59B12C7}"/>
              </a:ext>
            </a:extLst>
          </p:cNvPr>
          <p:cNvSpPr/>
          <p:nvPr/>
        </p:nvSpPr>
        <p:spPr>
          <a:xfrm>
            <a:off x="2538485" y="4458788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94" name="Conector recto 1893">
            <a:extLst>
              <a:ext uri="{FF2B5EF4-FFF2-40B4-BE49-F238E27FC236}">
                <a16:creationId xmlns:a16="http://schemas.microsoft.com/office/drawing/2014/main" id="{59BAE722-2D59-1BC9-B192-0E010AD68C0E}"/>
              </a:ext>
            </a:extLst>
          </p:cNvPr>
          <p:cNvCxnSpPr>
            <a:endCxn id="1893" idx="3"/>
          </p:cNvCxnSpPr>
          <p:nvPr/>
        </p:nvCxnSpPr>
        <p:spPr>
          <a:xfrm>
            <a:off x="2460050" y="4546710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5" name="Hexágono 1894">
            <a:extLst>
              <a:ext uri="{FF2B5EF4-FFF2-40B4-BE49-F238E27FC236}">
                <a16:creationId xmlns:a16="http://schemas.microsoft.com/office/drawing/2014/main" id="{7993237F-6A3B-2162-64C6-D47E0732E6AB}"/>
              </a:ext>
            </a:extLst>
          </p:cNvPr>
          <p:cNvSpPr/>
          <p:nvPr/>
        </p:nvSpPr>
        <p:spPr>
          <a:xfrm>
            <a:off x="2802834" y="4458788"/>
            <a:ext cx="197372" cy="175844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896" name="Conector recto 1895">
            <a:extLst>
              <a:ext uri="{FF2B5EF4-FFF2-40B4-BE49-F238E27FC236}">
                <a16:creationId xmlns:a16="http://schemas.microsoft.com/office/drawing/2014/main" id="{6EC07BE4-B6F1-2304-69AC-0455A787D001}"/>
              </a:ext>
            </a:extLst>
          </p:cNvPr>
          <p:cNvCxnSpPr>
            <a:endCxn id="1895" idx="3"/>
          </p:cNvCxnSpPr>
          <p:nvPr/>
        </p:nvCxnSpPr>
        <p:spPr>
          <a:xfrm>
            <a:off x="2724399" y="4546710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7" name="Conector recto 1896">
            <a:extLst>
              <a:ext uri="{FF2B5EF4-FFF2-40B4-BE49-F238E27FC236}">
                <a16:creationId xmlns:a16="http://schemas.microsoft.com/office/drawing/2014/main" id="{1072336D-3AAE-3928-012C-994875C3D241}"/>
              </a:ext>
            </a:extLst>
          </p:cNvPr>
          <p:cNvCxnSpPr>
            <a:cxnSpLocks/>
            <a:stCxn id="1895" idx="1"/>
            <a:endCxn id="1870" idx="5"/>
          </p:cNvCxnSpPr>
          <p:nvPr/>
        </p:nvCxnSpPr>
        <p:spPr>
          <a:xfrm>
            <a:off x="2956245" y="4634632"/>
            <a:ext cx="7561" cy="1029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6" name="Conector: curvado 1905">
            <a:extLst>
              <a:ext uri="{FF2B5EF4-FFF2-40B4-BE49-F238E27FC236}">
                <a16:creationId xmlns:a16="http://schemas.microsoft.com/office/drawing/2014/main" id="{2DC946E0-7BF8-DA10-AD0B-E8159C442261}"/>
              </a:ext>
            </a:extLst>
          </p:cNvPr>
          <p:cNvCxnSpPr>
            <a:cxnSpLocks/>
            <a:stCxn id="1907" idx="1"/>
          </p:cNvCxnSpPr>
          <p:nvPr/>
        </p:nvCxnSpPr>
        <p:spPr>
          <a:xfrm rot="10800000" flipV="1">
            <a:off x="2683505" y="4167903"/>
            <a:ext cx="160451" cy="117293"/>
          </a:xfrm>
          <a:prstGeom prst="curvedConnector3">
            <a:avLst>
              <a:gd name="adj1" fmla="val 821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7" name="CuadroTexto 1906">
            <a:extLst>
              <a:ext uri="{FF2B5EF4-FFF2-40B4-BE49-F238E27FC236}">
                <a16:creationId xmlns:a16="http://schemas.microsoft.com/office/drawing/2014/main" id="{FC2868C4-2716-CC78-1FEB-AFD51B5E2893}"/>
              </a:ext>
            </a:extLst>
          </p:cNvPr>
          <p:cNvSpPr txBox="1"/>
          <p:nvPr/>
        </p:nvSpPr>
        <p:spPr>
          <a:xfrm>
            <a:off x="2843955" y="4037099"/>
            <a:ext cx="300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cxnSp>
        <p:nvCxnSpPr>
          <p:cNvPr id="1903" name="Conector recto de flecha 1902">
            <a:extLst>
              <a:ext uri="{FF2B5EF4-FFF2-40B4-BE49-F238E27FC236}">
                <a16:creationId xmlns:a16="http://schemas.microsoft.com/office/drawing/2014/main" id="{2E08447C-6D4E-E47C-1064-1AC7718E0DB4}"/>
              </a:ext>
            </a:extLst>
          </p:cNvPr>
          <p:cNvCxnSpPr>
            <a:cxnSpLocks/>
            <a:stCxn id="1798" idx="1"/>
            <a:endCxn id="1893" idx="5"/>
          </p:cNvCxnSpPr>
          <p:nvPr/>
        </p:nvCxnSpPr>
        <p:spPr>
          <a:xfrm flipH="1">
            <a:off x="2691896" y="4037099"/>
            <a:ext cx="1351" cy="421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3" name="Conector: angular 1912">
            <a:extLst>
              <a:ext uri="{FF2B5EF4-FFF2-40B4-BE49-F238E27FC236}">
                <a16:creationId xmlns:a16="http://schemas.microsoft.com/office/drawing/2014/main" id="{DE0B2D9C-B089-8941-3195-4D608B38CE2D}"/>
              </a:ext>
            </a:extLst>
          </p:cNvPr>
          <p:cNvCxnSpPr>
            <a:cxnSpLocks/>
            <a:endCxn id="1751" idx="3"/>
          </p:cNvCxnSpPr>
          <p:nvPr/>
        </p:nvCxnSpPr>
        <p:spPr>
          <a:xfrm flipV="1">
            <a:off x="2683504" y="2638874"/>
            <a:ext cx="2429907" cy="1646323"/>
          </a:xfrm>
          <a:prstGeom prst="bentConnector3">
            <a:avLst>
              <a:gd name="adj1" fmla="val 10940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4" name="CuadroTexto 1913">
            <a:extLst>
              <a:ext uri="{FF2B5EF4-FFF2-40B4-BE49-F238E27FC236}">
                <a16:creationId xmlns:a16="http://schemas.microsoft.com/office/drawing/2014/main" id="{B8C3D336-4BD3-C826-8F47-A38EE2BE87F8}"/>
              </a:ext>
            </a:extLst>
          </p:cNvPr>
          <p:cNvSpPr txBox="1"/>
          <p:nvPr/>
        </p:nvSpPr>
        <p:spPr>
          <a:xfrm>
            <a:off x="3174283" y="4054327"/>
            <a:ext cx="2010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Glucógeno fosforilasa (R, a)</a:t>
            </a:r>
            <a:endParaRPr lang="es-ES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1" name="Hexágono 1920">
            <a:extLst>
              <a:ext uri="{FF2B5EF4-FFF2-40B4-BE49-F238E27FC236}">
                <a16:creationId xmlns:a16="http://schemas.microsoft.com/office/drawing/2014/main" id="{2462625A-9774-FCA4-9771-5B98AF142752}"/>
              </a:ext>
            </a:extLst>
          </p:cNvPr>
          <p:cNvSpPr/>
          <p:nvPr/>
        </p:nvSpPr>
        <p:spPr>
          <a:xfrm>
            <a:off x="1995225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22" name="Hexágono 1921">
            <a:extLst>
              <a:ext uri="{FF2B5EF4-FFF2-40B4-BE49-F238E27FC236}">
                <a16:creationId xmlns:a16="http://schemas.microsoft.com/office/drawing/2014/main" id="{52B1458E-8B1A-0199-5D07-7BD8978EC275}"/>
              </a:ext>
            </a:extLst>
          </p:cNvPr>
          <p:cNvSpPr/>
          <p:nvPr/>
        </p:nvSpPr>
        <p:spPr>
          <a:xfrm>
            <a:off x="2270725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23" name="Conector recto 1922">
            <a:extLst>
              <a:ext uri="{FF2B5EF4-FFF2-40B4-BE49-F238E27FC236}">
                <a16:creationId xmlns:a16="http://schemas.microsoft.com/office/drawing/2014/main" id="{1A7C5B52-33C0-DD9B-2C61-466940CB8A79}"/>
              </a:ext>
            </a:extLst>
          </p:cNvPr>
          <p:cNvCxnSpPr>
            <a:endCxn id="1922" idx="3"/>
          </p:cNvCxnSpPr>
          <p:nvPr/>
        </p:nvCxnSpPr>
        <p:spPr>
          <a:xfrm>
            <a:off x="2192290" y="5705056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4" name="Hexágono 1923">
            <a:extLst>
              <a:ext uri="{FF2B5EF4-FFF2-40B4-BE49-F238E27FC236}">
                <a16:creationId xmlns:a16="http://schemas.microsoft.com/office/drawing/2014/main" id="{18E98840-110A-85CB-41F4-30BF42A1DDCF}"/>
              </a:ext>
            </a:extLst>
          </p:cNvPr>
          <p:cNvSpPr/>
          <p:nvPr/>
        </p:nvSpPr>
        <p:spPr>
          <a:xfrm>
            <a:off x="2540006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25" name="Conector recto 1924">
            <a:extLst>
              <a:ext uri="{FF2B5EF4-FFF2-40B4-BE49-F238E27FC236}">
                <a16:creationId xmlns:a16="http://schemas.microsoft.com/office/drawing/2014/main" id="{82C7D439-689B-E0BA-2BCD-70B338BC3F98}"/>
              </a:ext>
            </a:extLst>
          </p:cNvPr>
          <p:cNvCxnSpPr>
            <a:endCxn id="1924" idx="3"/>
          </p:cNvCxnSpPr>
          <p:nvPr/>
        </p:nvCxnSpPr>
        <p:spPr>
          <a:xfrm>
            <a:off x="2461571" y="5705056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6" name="Hexágono 1925">
            <a:extLst>
              <a:ext uri="{FF2B5EF4-FFF2-40B4-BE49-F238E27FC236}">
                <a16:creationId xmlns:a16="http://schemas.microsoft.com/office/drawing/2014/main" id="{20636BCD-4A14-8960-9B1C-DFB4F83E4F62}"/>
              </a:ext>
            </a:extLst>
          </p:cNvPr>
          <p:cNvSpPr/>
          <p:nvPr/>
        </p:nvSpPr>
        <p:spPr>
          <a:xfrm>
            <a:off x="2804355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27" name="Conector recto 1926">
            <a:extLst>
              <a:ext uri="{FF2B5EF4-FFF2-40B4-BE49-F238E27FC236}">
                <a16:creationId xmlns:a16="http://schemas.microsoft.com/office/drawing/2014/main" id="{F576C69D-4E8D-2ACD-5687-192E21E40668}"/>
              </a:ext>
            </a:extLst>
          </p:cNvPr>
          <p:cNvCxnSpPr>
            <a:endCxn id="1926" idx="3"/>
          </p:cNvCxnSpPr>
          <p:nvPr/>
        </p:nvCxnSpPr>
        <p:spPr>
          <a:xfrm>
            <a:off x="2725920" y="5705056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8" name="Hexágono 1927">
            <a:extLst>
              <a:ext uri="{FF2B5EF4-FFF2-40B4-BE49-F238E27FC236}">
                <a16:creationId xmlns:a16="http://schemas.microsoft.com/office/drawing/2014/main" id="{FDC14561-C087-8D83-4816-8823C4796014}"/>
              </a:ext>
            </a:extLst>
          </p:cNvPr>
          <p:cNvSpPr/>
          <p:nvPr/>
        </p:nvSpPr>
        <p:spPr>
          <a:xfrm>
            <a:off x="3075767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29" name="Conector recto 1928">
            <a:extLst>
              <a:ext uri="{FF2B5EF4-FFF2-40B4-BE49-F238E27FC236}">
                <a16:creationId xmlns:a16="http://schemas.microsoft.com/office/drawing/2014/main" id="{7FFF2993-3BA3-FB87-EC68-C89384212BAE}"/>
              </a:ext>
            </a:extLst>
          </p:cNvPr>
          <p:cNvCxnSpPr>
            <a:endCxn id="1928" idx="3"/>
          </p:cNvCxnSpPr>
          <p:nvPr/>
        </p:nvCxnSpPr>
        <p:spPr>
          <a:xfrm>
            <a:off x="2997332" y="5705056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0" name="Hexágono 1929">
            <a:extLst>
              <a:ext uri="{FF2B5EF4-FFF2-40B4-BE49-F238E27FC236}">
                <a16:creationId xmlns:a16="http://schemas.microsoft.com/office/drawing/2014/main" id="{FD3071E5-EC5C-8144-3DB6-E3866BBE09A8}"/>
              </a:ext>
            </a:extLst>
          </p:cNvPr>
          <p:cNvSpPr/>
          <p:nvPr/>
        </p:nvSpPr>
        <p:spPr>
          <a:xfrm>
            <a:off x="3340061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31" name="Conector recto 1930">
            <a:extLst>
              <a:ext uri="{FF2B5EF4-FFF2-40B4-BE49-F238E27FC236}">
                <a16:creationId xmlns:a16="http://schemas.microsoft.com/office/drawing/2014/main" id="{F501D3D6-F35C-AE74-BF18-E1B34DD80568}"/>
              </a:ext>
            </a:extLst>
          </p:cNvPr>
          <p:cNvCxnSpPr>
            <a:endCxn id="1930" idx="3"/>
          </p:cNvCxnSpPr>
          <p:nvPr/>
        </p:nvCxnSpPr>
        <p:spPr>
          <a:xfrm>
            <a:off x="3261626" y="5705056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2" name="Hexágono 1931">
            <a:extLst>
              <a:ext uri="{FF2B5EF4-FFF2-40B4-BE49-F238E27FC236}">
                <a16:creationId xmlns:a16="http://schemas.microsoft.com/office/drawing/2014/main" id="{24A7030E-2007-37D7-96DE-60AB83F9FD2D}"/>
              </a:ext>
            </a:extLst>
          </p:cNvPr>
          <p:cNvSpPr/>
          <p:nvPr/>
        </p:nvSpPr>
        <p:spPr>
          <a:xfrm>
            <a:off x="3601938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33" name="Conector recto 1932">
            <a:extLst>
              <a:ext uri="{FF2B5EF4-FFF2-40B4-BE49-F238E27FC236}">
                <a16:creationId xmlns:a16="http://schemas.microsoft.com/office/drawing/2014/main" id="{1DD88995-9280-7AF9-D6FB-D9A0579EA6CB}"/>
              </a:ext>
            </a:extLst>
          </p:cNvPr>
          <p:cNvCxnSpPr>
            <a:endCxn id="1932" idx="3"/>
          </p:cNvCxnSpPr>
          <p:nvPr/>
        </p:nvCxnSpPr>
        <p:spPr>
          <a:xfrm>
            <a:off x="3523503" y="5705056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4" name="Hexágono 1933">
            <a:extLst>
              <a:ext uri="{FF2B5EF4-FFF2-40B4-BE49-F238E27FC236}">
                <a16:creationId xmlns:a16="http://schemas.microsoft.com/office/drawing/2014/main" id="{D3BB56A0-D8A0-0C2A-BB4C-CB9824AB652B}"/>
              </a:ext>
            </a:extLst>
          </p:cNvPr>
          <p:cNvSpPr/>
          <p:nvPr/>
        </p:nvSpPr>
        <p:spPr>
          <a:xfrm>
            <a:off x="3863815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35" name="Conector recto 1934">
            <a:extLst>
              <a:ext uri="{FF2B5EF4-FFF2-40B4-BE49-F238E27FC236}">
                <a16:creationId xmlns:a16="http://schemas.microsoft.com/office/drawing/2014/main" id="{AF6C5261-0363-BF25-0A40-63AAFCA53A4C}"/>
              </a:ext>
            </a:extLst>
          </p:cNvPr>
          <p:cNvCxnSpPr>
            <a:endCxn id="1934" idx="3"/>
          </p:cNvCxnSpPr>
          <p:nvPr/>
        </p:nvCxnSpPr>
        <p:spPr>
          <a:xfrm>
            <a:off x="3785380" y="5705056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6" name="Hexágono 1935">
            <a:extLst>
              <a:ext uri="{FF2B5EF4-FFF2-40B4-BE49-F238E27FC236}">
                <a16:creationId xmlns:a16="http://schemas.microsoft.com/office/drawing/2014/main" id="{2CD89ECA-BCB6-2A1A-522F-6F8DB96B9686}"/>
              </a:ext>
            </a:extLst>
          </p:cNvPr>
          <p:cNvSpPr/>
          <p:nvPr/>
        </p:nvSpPr>
        <p:spPr>
          <a:xfrm>
            <a:off x="4125692" y="5617134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37" name="Conector recto 1936">
            <a:extLst>
              <a:ext uri="{FF2B5EF4-FFF2-40B4-BE49-F238E27FC236}">
                <a16:creationId xmlns:a16="http://schemas.microsoft.com/office/drawing/2014/main" id="{2A1EE157-FF2A-61E6-2E17-9D9AE88EE459}"/>
              </a:ext>
            </a:extLst>
          </p:cNvPr>
          <p:cNvCxnSpPr>
            <a:endCxn id="1936" idx="3"/>
          </p:cNvCxnSpPr>
          <p:nvPr/>
        </p:nvCxnSpPr>
        <p:spPr>
          <a:xfrm>
            <a:off x="4047257" y="5705056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8" name="Hexágono 1937">
            <a:extLst>
              <a:ext uri="{FF2B5EF4-FFF2-40B4-BE49-F238E27FC236}">
                <a16:creationId xmlns:a16="http://schemas.microsoft.com/office/drawing/2014/main" id="{482B5E24-8179-1B48-F191-D8A4EB3011FE}"/>
              </a:ext>
            </a:extLst>
          </p:cNvPr>
          <p:cNvSpPr/>
          <p:nvPr/>
        </p:nvSpPr>
        <p:spPr>
          <a:xfrm>
            <a:off x="1181488" y="561677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39" name="Hexágono 1938">
            <a:extLst>
              <a:ext uri="{FF2B5EF4-FFF2-40B4-BE49-F238E27FC236}">
                <a16:creationId xmlns:a16="http://schemas.microsoft.com/office/drawing/2014/main" id="{196EF288-068B-F942-8492-E5703D3FC9FD}"/>
              </a:ext>
            </a:extLst>
          </p:cNvPr>
          <p:cNvSpPr/>
          <p:nvPr/>
        </p:nvSpPr>
        <p:spPr>
          <a:xfrm>
            <a:off x="1456988" y="561677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40" name="Conector recto 1939">
            <a:extLst>
              <a:ext uri="{FF2B5EF4-FFF2-40B4-BE49-F238E27FC236}">
                <a16:creationId xmlns:a16="http://schemas.microsoft.com/office/drawing/2014/main" id="{1A7073B1-713D-111C-61EE-B5CDA89B57D4}"/>
              </a:ext>
            </a:extLst>
          </p:cNvPr>
          <p:cNvCxnSpPr>
            <a:endCxn id="1939" idx="3"/>
          </p:cNvCxnSpPr>
          <p:nvPr/>
        </p:nvCxnSpPr>
        <p:spPr>
          <a:xfrm>
            <a:off x="1378553" y="570469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1" name="Hexágono 1940">
            <a:extLst>
              <a:ext uri="{FF2B5EF4-FFF2-40B4-BE49-F238E27FC236}">
                <a16:creationId xmlns:a16="http://schemas.microsoft.com/office/drawing/2014/main" id="{47C65582-265B-1EA5-8B7C-4465B96DF50D}"/>
              </a:ext>
            </a:extLst>
          </p:cNvPr>
          <p:cNvSpPr/>
          <p:nvPr/>
        </p:nvSpPr>
        <p:spPr>
          <a:xfrm>
            <a:off x="1726269" y="561677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42" name="Conector recto 1941">
            <a:extLst>
              <a:ext uri="{FF2B5EF4-FFF2-40B4-BE49-F238E27FC236}">
                <a16:creationId xmlns:a16="http://schemas.microsoft.com/office/drawing/2014/main" id="{57FED6C0-6101-8180-A58B-95484EF1D7CC}"/>
              </a:ext>
            </a:extLst>
          </p:cNvPr>
          <p:cNvCxnSpPr>
            <a:endCxn id="1941" idx="3"/>
          </p:cNvCxnSpPr>
          <p:nvPr/>
        </p:nvCxnSpPr>
        <p:spPr>
          <a:xfrm>
            <a:off x="1647834" y="570469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3" name="Hexágono 1942">
            <a:extLst>
              <a:ext uri="{FF2B5EF4-FFF2-40B4-BE49-F238E27FC236}">
                <a16:creationId xmlns:a16="http://schemas.microsoft.com/office/drawing/2014/main" id="{61C483CD-3F15-8CA1-3F20-791EAA363DE5}"/>
              </a:ext>
            </a:extLst>
          </p:cNvPr>
          <p:cNvSpPr/>
          <p:nvPr/>
        </p:nvSpPr>
        <p:spPr>
          <a:xfrm>
            <a:off x="2796794" y="5338296"/>
            <a:ext cx="197372" cy="175844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44" name="Conector recto 1943">
            <a:extLst>
              <a:ext uri="{FF2B5EF4-FFF2-40B4-BE49-F238E27FC236}">
                <a16:creationId xmlns:a16="http://schemas.microsoft.com/office/drawing/2014/main" id="{2632EB65-E1D9-0DE2-CAC5-6B0233B5A87B}"/>
              </a:ext>
            </a:extLst>
          </p:cNvPr>
          <p:cNvCxnSpPr>
            <a:cxnSpLocks/>
          </p:cNvCxnSpPr>
          <p:nvPr/>
        </p:nvCxnSpPr>
        <p:spPr>
          <a:xfrm>
            <a:off x="1912183" y="570469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5" name="Conector recto 1944">
            <a:extLst>
              <a:ext uri="{FF2B5EF4-FFF2-40B4-BE49-F238E27FC236}">
                <a16:creationId xmlns:a16="http://schemas.microsoft.com/office/drawing/2014/main" id="{8F3D154B-C6C1-CF4E-E84F-7FBF6EDD7577}"/>
              </a:ext>
            </a:extLst>
          </p:cNvPr>
          <p:cNvCxnSpPr>
            <a:cxnSpLocks/>
            <a:stCxn id="1943" idx="1"/>
            <a:endCxn id="1926" idx="5"/>
          </p:cNvCxnSpPr>
          <p:nvPr/>
        </p:nvCxnSpPr>
        <p:spPr>
          <a:xfrm>
            <a:off x="2950205" y="5514140"/>
            <a:ext cx="7561" cy="1029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6" name="Conector recto de flecha 1945">
            <a:extLst>
              <a:ext uri="{FF2B5EF4-FFF2-40B4-BE49-F238E27FC236}">
                <a16:creationId xmlns:a16="http://schemas.microsoft.com/office/drawing/2014/main" id="{F13F6929-D649-B677-FA90-DDA33677912B}"/>
              </a:ext>
            </a:extLst>
          </p:cNvPr>
          <p:cNvCxnSpPr>
            <a:cxnSpLocks/>
          </p:cNvCxnSpPr>
          <p:nvPr/>
        </p:nvCxnSpPr>
        <p:spPr>
          <a:xfrm flipH="1">
            <a:off x="2692993" y="4919699"/>
            <a:ext cx="1351" cy="421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7" name="Conector: curvado 1946">
            <a:extLst>
              <a:ext uri="{FF2B5EF4-FFF2-40B4-BE49-F238E27FC236}">
                <a16:creationId xmlns:a16="http://schemas.microsoft.com/office/drawing/2014/main" id="{DC27FB48-ACD0-286C-F92C-8F537C9FB6CC}"/>
              </a:ext>
            </a:extLst>
          </p:cNvPr>
          <p:cNvCxnSpPr>
            <a:cxnSpLocks/>
            <a:stCxn id="1889" idx="3"/>
            <a:endCxn id="1864" idx="3"/>
          </p:cNvCxnSpPr>
          <p:nvPr/>
        </p:nvCxnSpPr>
        <p:spPr>
          <a:xfrm rot="10800000" flipH="1" flipV="1">
            <a:off x="1993703" y="4546710"/>
            <a:ext cx="7561" cy="278838"/>
          </a:xfrm>
          <a:prstGeom prst="curvedConnector3">
            <a:avLst>
              <a:gd name="adj1" fmla="val -3023410"/>
            </a:avLst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0" name="CuadroTexto 1949">
            <a:extLst>
              <a:ext uri="{FF2B5EF4-FFF2-40B4-BE49-F238E27FC236}">
                <a16:creationId xmlns:a16="http://schemas.microsoft.com/office/drawing/2014/main" id="{57D12F76-2CAB-8DF8-6291-9F0100C05787}"/>
              </a:ext>
            </a:extLst>
          </p:cNvPr>
          <p:cNvSpPr txBox="1"/>
          <p:nvPr/>
        </p:nvSpPr>
        <p:spPr>
          <a:xfrm>
            <a:off x="3176818" y="4952832"/>
            <a:ext cx="22196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Enzima </a:t>
            </a:r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desramificante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l-GR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1,4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l-GR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α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1,4) </a:t>
            </a:r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glucanotransferasa</a:t>
            </a:r>
            <a:endParaRPr lang="es-ES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1" name="Hexágono 1950">
            <a:extLst>
              <a:ext uri="{FF2B5EF4-FFF2-40B4-BE49-F238E27FC236}">
                <a16:creationId xmlns:a16="http://schemas.microsoft.com/office/drawing/2014/main" id="{B0C0D8C0-2B0B-931C-F3AD-216BC74453F5}"/>
              </a:ext>
            </a:extLst>
          </p:cNvPr>
          <p:cNvSpPr/>
          <p:nvPr/>
        </p:nvSpPr>
        <p:spPr>
          <a:xfrm>
            <a:off x="1981086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52" name="Hexágono 1951">
            <a:extLst>
              <a:ext uri="{FF2B5EF4-FFF2-40B4-BE49-F238E27FC236}">
                <a16:creationId xmlns:a16="http://schemas.microsoft.com/office/drawing/2014/main" id="{624C6B98-5CEF-3A54-FE76-A408BB60B83F}"/>
              </a:ext>
            </a:extLst>
          </p:cNvPr>
          <p:cNvSpPr/>
          <p:nvPr/>
        </p:nvSpPr>
        <p:spPr>
          <a:xfrm>
            <a:off x="2256586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53" name="Conector recto 1952">
            <a:extLst>
              <a:ext uri="{FF2B5EF4-FFF2-40B4-BE49-F238E27FC236}">
                <a16:creationId xmlns:a16="http://schemas.microsoft.com/office/drawing/2014/main" id="{EBE1F504-2D09-BBBB-6B48-00662173CAA6}"/>
              </a:ext>
            </a:extLst>
          </p:cNvPr>
          <p:cNvCxnSpPr>
            <a:endCxn id="1952" idx="3"/>
          </p:cNvCxnSpPr>
          <p:nvPr/>
        </p:nvCxnSpPr>
        <p:spPr>
          <a:xfrm>
            <a:off x="2178151" y="639060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4" name="Hexágono 1953">
            <a:extLst>
              <a:ext uri="{FF2B5EF4-FFF2-40B4-BE49-F238E27FC236}">
                <a16:creationId xmlns:a16="http://schemas.microsoft.com/office/drawing/2014/main" id="{1517C8C1-2414-8E55-E2B3-6C427A6F9A95}"/>
              </a:ext>
            </a:extLst>
          </p:cNvPr>
          <p:cNvSpPr/>
          <p:nvPr/>
        </p:nvSpPr>
        <p:spPr>
          <a:xfrm>
            <a:off x="2525867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55" name="Conector recto 1954">
            <a:extLst>
              <a:ext uri="{FF2B5EF4-FFF2-40B4-BE49-F238E27FC236}">
                <a16:creationId xmlns:a16="http://schemas.microsoft.com/office/drawing/2014/main" id="{6130E638-94BC-25B3-AB52-2F49E872A0CF}"/>
              </a:ext>
            </a:extLst>
          </p:cNvPr>
          <p:cNvCxnSpPr>
            <a:endCxn id="1954" idx="3"/>
          </p:cNvCxnSpPr>
          <p:nvPr/>
        </p:nvCxnSpPr>
        <p:spPr>
          <a:xfrm>
            <a:off x="2447432" y="639060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6" name="Hexágono 1955">
            <a:extLst>
              <a:ext uri="{FF2B5EF4-FFF2-40B4-BE49-F238E27FC236}">
                <a16:creationId xmlns:a16="http://schemas.microsoft.com/office/drawing/2014/main" id="{F6BBFE10-B2EE-4779-8A4C-8AC70123A76F}"/>
              </a:ext>
            </a:extLst>
          </p:cNvPr>
          <p:cNvSpPr/>
          <p:nvPr/>
        </p:nvSpPr>
        <p:spPr>
          <a:xfrm>
            <a:off x="2790216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57" name="Conector recto 1956">
            <a:extLst>
              <a:ext uri="{FF2B5EF4-FFF2-40B4-BE49-F238E27FC236}">
                <a16:creationId xmlns:a16="http://schemas.microsoft.com/office/drawing/2014/main" id="{99E7DED0-5C18-F343-4E41-CC102C97AFBF}"/>
              </a:ext>
            </a:extLst>
          </p:cNvPr>
          <p:cNvCxnSpPr>
            <a:endCxn id="1956" idx="3"/>
          </p:cNvCxnSpPr>
          <p:nvPr/>
        </p:nvCxnSpPr>
        <p:spPr>
          <a:xfrm>
            <a:off x="2711781" y="639060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8" name="Hexágono 1957">
            <a:extLst>
              <a:ext uri="{FF2B5EF4-FFF2-40B4-BE49-F238E27FC236}">
                <a16:creationId xmlns:a16="http://schemas.microsoft.com/office/drawing/2014/main" id="{6BE94BCE-EC94-1D99-8029-452522CD60E4}"/>
              </a:ext>
            </a:extLst>
          </p:cNvPr>
          <p:cNvSpPr/>
          <p:nvPr/>
        </p:nvSpPr>
        <p:spPr>
          <a:xfrm>
            <a:off x="3061628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59" name="Conector recto 1958">
            <a:extLst>
              <a:ext uri="{FF2B5EF4-FFF2-40B4-BE49-F238E27FC236}">
                <a16:creationId xmlns:a16="http://schemas.microsoft.com/office/drawing/2014/main" id="{5810278B-1136-B2FD-8D4C-FA3F1F7EA33E}"/>
              </a:ext>
            </a:extLst>
          </p:cNvPr>
          <p:cNvCxnSpPr>
            <a:endCxn id="1958" idx="3"/>
          </p:cNvCxnSpPr>
          <p:nvPr/>
        </p:nvCxnSpPr>
        <p:spPr>
          <a:xfrm>
            <a:off x="2983193" y="639060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0" name="Hexágono 1959">
            <a:extLst>
              <a:ext uri="{FF2B5EF4-FFF2-40B4-BE49-F238E27FC236}">
                <a16:creationId xmlns:a16="http://schemas.microsoft.com/office/drawing/2014/main" id="{4951D2CE-4F03-F95B-A6D2-4B81562A57B6}"/>
              </a:ext>
            </a:extLst>
          </p:cNvPr>
          <p:cNvSpPr/>
          <p:nvPr/>
        </p:nvSpPr>
        <p:spPr>
          <a:xfrm>
            <a:off x="3325922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61" name="Conector recto 1960">
            <a:extLst>
              <a:ext uri="{FF2B5EF4-FFF2-40B4-BE49-F238E27FC236}">
                <a16:creationId xmlns:a16="http://schemas.microsoft.com/office/drawing/2014/main" id="{F0FEED45-6DA4-CCE2-63E3-BDCF3F60A599}"/>
              </a:ext>
            </a:extLst>
          </p:cNvPr>
          <p:cNvCxnSpPr>
            <a:endCxn id="1960" idx="3"/>
          </p:cNvCxnSpPr>
          <p:nvPr/>
        </p:nvCxnSpPr>
        <p:spPr>
          <a:xfrm>
            <a:off x="3247487" y="639060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2" name="Hexágono 1961">
            <a:extLst>
              <a:ext uri="{FF2B5EF4-FFF2-40B4-BE49-F238E27FC236}">
                <a16:creationId xmlns:a16="http://schemas.microsoft.com/office/drawing/2014/main" id="{C897A363-1A21-720E-039A-B09EDDE0EACC}"/>
              </a:ext>
            </a:extLst>
          </p:cNvPr>
          <p:cNvSpPr/>
          <p:nvPr/>
        </p:nvSpPr>
        <p:spPr>
          <a:xfrm>
            <a:off x="3587799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63" name="Conector recto 1962">
            <a:extLst>
              <a:ext uri="{FF2B5EF4-FFF2-40B4-BE49-F238E27FC236}">
                <a16:creationId xmlns:a16="http://schemas.microsoft.com/office/drawing/2014/main" id="{829ED0C8-6952-CB51-BB1A-47376A7591BA}"/>
              </a:ext>
            </a:extLst>
          </p:cNvPr>
          <p:cNvCxnSpPr>
            <a:endCxn id="1962" idx="3"/>
          </p:cNvCxnSpPr>
          <p:nvPr/>
        </p:nvCxnSpPr>
        <p:spPr>
          <a:xfrm>
            <a:off x="3509364" y="639060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4" name="Hexágono 1963">
            <a:extLst>
              <a:ext uri="{FF2B5EF4-FFF2-40B4-BE49-F238E27FC236}">
                <a16:creationId xmlns:a16="http://schemas.microsoft.com/office/drawing/2014/main" id="{A0974EF3-7FFF-8943-610D-AF5029565CE8}"/>
              </a:ext>
            </a:extLst>
          </p:cNvPr>
          <p:cNvSpPr/>
          <p:nvPr/>
        </p:nvSpPr>
        <p:spPr>
          <a:xfrm>
            <a:off x="3849676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65" name="Conector recto 1964">
            <a:extLst>
              <a:ext uri="{FF2B5EF4-FFF2-40B4-BE49-F238E27FC236}">
                <a16:creationId xmlns:a16="http://schemas.microsoft.com/office/drawing/2014/main" id="{E827A436-C842-2651-2457-1E8BABEA1E6B}"/>
              </a:ext>
            </a:extLst>
          </p:cNvPr>
          <p:cNvCxnSpPr>
            <a:endCxn id="1964" idx="3"/>
          </p:cNvCxnSpPr>
          <p:nvPr/>
        </p:nvCxnSpPr>
        <p:spPr>
          <a:xfrm>
            <a:off x="3771241" y="639060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6" name="Hexágono 1965">
            <a:extLst>
              <a:ext uri="{FF2B5EF4-FFF2-40B4-BE49-F238E27FC236}">
                <a16:creationId xmlns:a16="http://schemas.microsoft.com/office/drawing/2014/main" id="{C8D5AB91-E0A8-738C-0582-D4969ED839E4}"/>
              </a:ext>
            </a:extLst>
          </p:cNvPr>
          <p:cNvSpPr/>
          <p:nvPr/>
        </p:nvSpPr>
        <p:spPr>
          <a:xfrm>
            <a:off x="4111553" y="6302683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67" name="Conector recto 1966">
            <a:extLst>
              <a:ext uri="{FF2B5EF4-FFF2-40B4-BE49-F238E27FC236}">
                <a16:creationId xmlns:a16="http://schemas.microsoft.com/office/drawing/2014/main" id="{353DE519-B28C-D702-448A-33A7A10C931F}"/>
              </a:ext>
            </a:extLst>
          </p:cNvPr>
          <p:cNvCxnSpPr>
            <a:endCxn id="1966" idx="3"/>
          </p:cNvCxnSpPr>
          <p:nvPr/>
        </p:nvCxnSpPr>
        <p:spPr>
          <a:xfrm>
            <a:off x="4033118" y="6390605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8" name="Hexágono 1967">
            <a:extLst>
              <a:ext uri="{FF2B5EF4-FFF2-40B4-BE49-F238E27FC236}">
                <a16:creationId xmlns:a16="http://schemas.microsoft.com/office/drawing/2014/main" id="{2390672F-3E5E-0A01-F626-40ADE18E68C3}"/>
              </a:ext>
            </a:extLst>
          </p:cNvPr>
          <p:cNvSpPr/>
          <p:nvPr/>
        </p:nvSpPr>
        <p:spPr>
          <a:xfrm>
            <a:off x="1167349" y="6302322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69" name="Hexágono 1968">
            <a:extLst>
              <a:ext uri="{FF2B5EF4-FFF2-40B4-BE49-F238E27FC236}">
                <a16:creationId xmlns:a16="http://schemas.microsoft.com/office/drawing/2014/main" id="{27006CEF-80EA-FA2D-9722-7361FF59BB42}"/>
              </a:ext>
            </a:extLst>
          </p:cNvPr>
          <p:cNvSpPr/>
          <p:nvPr/>
        </p:nvSpPr>
        <p:spPr>
          <a:xfrm>
            <a:off x="1442849" y="6302322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70" name="Conector recto 1969">
            <a:extLst>
              <a:ext uri="{FF2B5EF4-FFF2-40B4-BE49-F238E27FC236}">
                <a16:creationId xmlns:a16="http://schemas.microsoft.com/office/drawing/2014/main" id="{F2D54CD7-053A-2392-DD75-5A4F96ECA480}"/>
              </a:ext>
            </a:extLst>
          </p:cNvPr>
          <p:cNvCxnSpPr>
            <a:endCxn id="1969" idx="3"/>
          </p:cNvCxnSpPr>
          <p:nvPr/>
        </p:nvCxnSpPr>
        <p:spPr>
          <a:xfrm>
            <a:off x="1364414" y="6390244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1" name="Hexágono 1970">
            <a:extLst>
              <a:ext uri="{FF2B5EF4-FFF2-40B4-BE49-F238E27FC236}">
                <a16:creationId xmlns:a16="http://schemas.microsoft.com/office/drawing/2014/main" id="{B5C283E5-9F30-B99F-DA93-5F0D539AEB5C}"/>
              </a:ext>
            </a:extLst>
          </p:cNvPr>
          <p:cNvSpPr/>
          <p:nvPr/>
        </p:nvSpPr>
        <p:spPr>
          <a:xfrm>
            <a:off x="1712130" y="6302322"/>
            <a:ext cx="197372" cy="175844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972" name="Conector recto 1971">
            <a:extLst>
              <a:ext uri="{FF2B5EF4-FFF2-40B4-BE49-F238E27FC236}">
                <a16:creationId xmlns:a16="http://schemas.microsoft.com/office/drawing/2014/main" id="{C7ABAD22-0075-23A5-7F6B-077626DF39F7}"/>
              </a:ext>
            </a:extLst>
          </p:cNvPr>
          <p:cNvCxnSpPr>
            <a:endCxn id="1971" idx="3"/>
          </p:cNvCxnSpPr>
          <p:nvPr/>
        </p:nvCxnSpPr>
        <p:spPr>
          <a:xfrm>
            <a:off x="1633695" y="6390244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3" name="Conector recto 1972">
            <a:extLst>
              <a:ext uri="{FF2B5EF4-FFF2-40B4-BE49-F238E27FC236}">
                <a16:creationId xmlns:a16="http://schemas.microsoft.com/office/drawing/2014/main" id="{8A9D4EB1-CFBB-16C3-AA50-204890D3054E}"/>
              </a:ext>
            </a:extLst>
          </p:cNvPr>
          <p:cNvCxnSpPr>
            <a:cxnSpLocks/>
          </p:cNvCxnSpPr>
          <p:nvPr/>
        </p:nvCxnSpPr>
        <p:spPr>
          <a:xfrm>
            <a:off x="1898044" y="6390244"/>
            <a:ext cx="78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6" name="CuadroTexto 1975">
            <a:extLst>
              <a:ext uri="{FF2B5EF4-FFF2-40B4-BE49-F238E27FC236}">
                <a16:creationId xmlns:a16="http://schemas.microsoft.com/office/drawing/2014/main" id="{99AEE5F9-ECF3-4BC8-B2F9-5240B67EEE0C}"/>
              </a:ext>
            </a:extLst>
          </p:cNvPr>
          <p:cNvSpPr txBox="1"/>
          <p:nvPr/>
        </p:nvSpPr>
        <p:spPr>
          <a:xfrm>
            <a:off x="3156384" y="5823096"/>
            <a:ext cx="2846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Enzima </a:t>
            </a:r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desramificante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l-GR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1,6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glucosidasa</a:t>
            </a:r>
            <a:endParaRPr lang="es-ES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7" name="CuadroTexto 1976">
            <a:extLst>
              <a:ext uri="{FF2B5EF4-FFF2-40B4-BE49-F238E27FC236}">
                <a16:creationId xmlns:a16="http://schemas.microsoft.com/office/drawing/2014/main" id="{E99BCECC-D4F1-C906-957A-06A8CD73E885}"/>
              </a:ext>
            </a:extLst>
          </p:cNvPr>
          <p:cNvSpPr txBox="1"/>
          <p:nvPr/>
        </p:nvSpPr>
        <p:spPr>
          <a:xfrm>
            <a:off x="2775515" y="5803146"/>
            <a:ext cx="449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1978" name="Conector: curvado 1977">
            <a:extLst>
              <a:ext uri="{FF2B5EF4-FFF2-40B4-BE49-F238E27FC236}">
                <a16:creationId xmlns:a16="http://schemas.microsoft.com/office/drawing/2014/main" id="{4605D3B8-8950-E888-8796-339A6D475F9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94214" y="5916021"/>
            <a:ext cx="160451" cy="117293"/>
          </a:xfrm>
          <a:prstGeom prst="curvedConnector3">
            <a:avLst>
              <a:gd name="adj1" fmla="val 821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5" name="Conector recto de flecha 1974">
            <a:extLst>
              <a:ext uri="{FF2B5EF4-FFF2-40B4-BE49-F238E27FC236}">
                <a16:creationId xmlns:a16="http://schemas.microsoft.com/office/drawing/2014/main" id="{FE7BFD79-A8B3-25DC-649F-E1461ECB6BA0}"/>
              </a:ext>
            </a:extLst>
          </p:cNvPr>
          <p:cNvCxnSpPr>
            <a:cxnSpLocks/>
          </p:cNvCxnSpPr>
          <p:nvPr/>
        </p:nvCxnSpPr>
        <p:spPr>
          <a:xfrm flipH="1">
            <a:off x="2696593" y="5797195"/>
            <a:ext cx="1351" cy="421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9" name="Conector: angular 1978">
            <a:extLst>
              <a:ext uri="{FF2B5EF4-FFF2-40B4-BE49-F238E27FC236}">
                <a16:creationId xmlns:a16="http://schemas.microsoft.com/office/drawing/2014/main" id="{85D01F31-E880-4B79-D3B4-89573B755A81}"/>
              </a:ext>
            </a:extLst>
          </p:cNvPr>
          <p:cNvCxnSpPr>
            <a:cxnSpLocks/>
            <a:stCxn id="1982" idx="3"/>
            <a:endCxn id="1750" idx="3"/>
          </p:cNvCxnSpPr>
          <p:nvPr/>
        </p:nvCxnSpPr>
        <p:spPr>
          <a:xfrm flipV="1">
            <a:off x="2696048" y="1175972"/>
            <a:ext cx="2120808" cy="4910379"/>
          </a:xfrm>
          <a:prstGeom prst="bentConnector3">
            <a:avLst>
              <a:gd name="adj1" fmla="val 16005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2" name="CuadroTexto 1981">
            <a:extLst>
              <a:ext uri="{FF2B5EF4-FFF2-40B4-BE49-F238E27FC236}">
                <a16:creationId xmlns:a16="http://schemas.microsoft.com/office/drawing/2014/main" id="{13F9D55C-4532-0221-076A-A420DD6EA701}"/>
              </a:ext>
            </a:extLst>
          </p:cNvPr>
          <p:cNvSpPr txBox="1"/>
          <p:nvPr/>
        </p:nvSpPr>
        <p:spPr>
          <a:xfrm>
            <a:off x="2472910" y="5955546"/>
            <a:ext cx="2231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86" name="CuadroTexto 1985">
            <a:extLst>
              <a:ext uri="{FF2B5EF4-FFF2-40B4-BE49-F238E27FC236}">
                <a16:creationId xmlns:a16="http://schemas.microsoft.com/office/drawing/2014/main" id="{8B256647-F611-063A-9402-730DE8BE691B}"/>
              </a:ext>
            </a:extLst>
          </p:cNvPr>
          <p:cNvSpPr txBox="1"/>
          <p:nvPr/>
        </p:nvSpPr>
        <p:spPr>
          <a:xfrm>
            <a:off x="6310877" y="4064457"/>
            <a:ext cx="1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ATP, Insulina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88" name="Conector recto de flecha 1987">
            <a:extLst>
              <a:ext uri="{FF2B5EF4-FFF2-40B4-BE49-F238E27FC236}">
                <a16:creationId xmlns:a16="http://schemas.microsoft.com/office/drawing/2014/main" id="{29F02704-9BB9-F230-721A-729A26F7B9F7}"/>
              </a:ext>
            </a:extLst>
          </p:cNvPr>
          <p:cNvCxnSpPr>
            <a:cxnSpLocks/>
            <a:stCxn id="1986" idx="1"/>
            <a:endCxn id="1914" idx="3"/>
          </p:cNvCxnSpPr>
          <p:nvPr/>
        </p:nvCxnSpPr>
        <p:spPr>
          <a:xfrm flipH="1" flipV="1">
            <a:off x="5184949" y="4185132"/>
            <a:ext cx="1125928" cy="1013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89" name="Grupo 1988">
            <a:extLst>
              <a:ext uri="{FF2B5EF4-FFF2-40B4-BE49-F238E27FC236}">
                <a16:creationId xmlns:a16="http://schemas.microsoft.com/office/drawing/2014/main" id="{B6729EF6-8BA3-8B46-6293-D7B79E780DCE}"/>
              </a:ext>
            </a:extLst>
          </p:cNvPr>
          <p:cNvGrpSpPr/>
          <p:nvPr/>
        </p:nvGrpSpPr>
        <p:grpSpPr>
          <a:xfrm>
            <a:off x="5711984" y="4005547"/>
            <a:ext cx="128136" cy="128136"/>
            <a:chOff x="908127" y="1162591"/>
            <a:chExt cx="128136" cy="128136"/>
          </a:xfrm>
        </p:grpSpPr>
        <p:sp>
          <p:nvSpPr>
            <p:cNvPr id="1990" name="Elipse 1989">
              <a:extLst>
                <a:ext uri="{FF2B5EF4-FFF2-40B4-BE49-F238E27FC236}">
                  <a16:creationId xmlns:a16="http://schemas.microsoft.com/office/drawing/2014/main" id="{B08C2963-0211-54B9-0B58-4E69220ECB47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91" name="Cruz 1990">
              <a:extLst>
                <a:ext uri="{FF2B5EF4-FFF2-40B4-BE49-F238E27FC236}">
                  <a16:creationId xmlns:a16="http://schemas.microsoft.com/office/drawing/2014/main" id="{A8386FA2-A2B2-30D4-5915-8AF3C600FE76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92" name="CuadroTexto 1991">
            <a:extLst>
              <a:ext uri="{FF2B5EF4-FFF2-40B4-BE49-F238E27FC236}">
                <a16:creationId xmlns:a16="http://schemas.microsoft.com/office/drawing/2014/main" id="{D301AF9C-0C2A-940E-F3DA-C17D9996703C}"/>
              </a:ext>
            </a:extLst>
          </p:cNvPr>
          <p:cNvSpPr txBox="1"/>
          <p:nvPr/>
        </p:nvSpPr>
        <p:spPr>
          <a:xfrm>
            <a:off x="64122" y="1949980"/>
            <a:ext cx="67197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</a:p>
        </p:txBody>
      </p:sp>
      <p:cxnSp>
        <p:nvCxnSpPr>
          <p:cNvPr id="1994" name="Conector: angular 1993">
            <a:extLst>
              <a:ext uri="{FF2B5EF4-FFF2-40B4-BE49-F238E27FC236}">
                <a16:creationId xmlns:a16="http://schemas.microsoft.com/office/drawing/2014/main" id="{26558A78-D2DF-077D-B4F9-2B567DE9D7CF}"/>
              </a:ext>
            </a:extLst>
          </p:cNvPr>
          <p:cNvCxnSpPr>
            <a:stCxn id="1992" idx="2"/>
            <a:endCxn id="1843" idx="1"/>
          </p:cNvCxnSpPr>
          <p:nvPr/>
        </p:nvCxnSpPr>
        <p:spPr>
          <a:xfrm rot="16200000" flipH="1">
            <a:off x="181254" y="2599724"/>
            <a:ext cx="707250" cy="269535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95" name="Grupo 1994">
            <a:extLst>
              <a:ext uri="{FF2B5EF4-FFF2-40B4-BE49-F238E27FC236}">
                <a16:creationId xmlns:a16="http://schemas.microsoft.com/office/drawing/2014/main" id="{B14652E4-3527-45B3-1459-BD0EC66F5246}"/>
              </a:ext>
            </a:extLst>
          </p:cNvPr>
          <p:cNvGrpSpPr/>
          <p:nvPr/>
        </p:nvGrpSpPr>
        <p:grpSpPr>
          <a:xfrm>
            <a:off x="191288" y="2664705"/>
            <a:ext cx="128136" cy="128136"/>
            <a:chOff x="2606150" y="3355191"/>
            <a:chExt cx="128136" cy="128136"/>
          </a:xfrm>
        </p:grpSpPr>
        <p:sp>
          <p:nvSpPr>
            <p:cNvPr id="1996" name="Elipse 1995">
              <a:extLst>
                <a:ext uri="{FF2B5EF4-FFF2-40B4-BE49-F238E27FC236}">
                  <a16:creationId xmlns:a16="http://schemas.microsoft.com/office/drawing/2014/main" id="{AE28FE37-E727-09E3-3FF8-145BB819363F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97" name="Triángulo isósceles 1996">
              <a:extLst>
                <a:ext uri="{FF2B5EF4-FFF2-40B4-BE49-F238E27FC236}">
                  <a16:creationId xmlns:a16="http://schemas.microsoft.com/office/drawing/2014/main" id="{4367B4FD-83C4-D658-98F7-85411147AB33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98" name="CuadroTexto 1997">
            <a:extLst>
              <a:ext uri="{FF2B5EF4-FFF2-40B4-BE49-F238E27FC236}">
                <a16:creationId xmlns:a16="http://schemas.microsoft.com/office/drawing/2014/main" id="{CB8EACF9-612B-9E12-BCD3-305D3D3BA711}"/>
              </a:ext>
            </a:extLst>
          </p:cNvPr>
          <p:cNvSpPr txBox="1"/>
          <p:nvPr/>
        </p:nvSpPr>
        <p:spPr>
          <a:xfrm>
            <a:off x="6384765" y="3303560"/>
            <a:ext cx="11292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Glucagón, Adrenalina, Ca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99" name="Conector: angular 1998">
            <a:extLst>
              <a:ext uri="{FF2B5EF4-FFF2-40B4-BE49-F238E27FC236}">
                <a16:creationId xmlns:a16="http://schemas.microsoft.com/office/drawing/2014/main" id="{4E9CCD0D-B092-0AD6-ED36-4D239BF65F09}"/>
              </a:ext>
            </a:extLst>
          </p:cNvPr>
          <p:cNvCxnSpPr>
            <a:cxnSpLocks/>
            <a:stCxn id="1998" idx="1"/>
            <a:endCxn id="1914" idx="3"/>
          </p:cNvCxnSpPr>
          <p:nvPr/>
        </p:nvCxnSpPr>
        <p:spPr>
          <a:xfrm rot="10800000" flipV="1">
            <a:off x="5184949" y="3603642"/>
            <a:ext cx="1199816" cy="581490"/>
          </a:xfrm>
          <a:prstGeom prst="bentConnector3">
            <a:avLst>
              <a:gd name="adj1" fmla="val 66750"/>
            </a:avLst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03" name="Grupo 2002">
            <a:extLst>
              <a:ext uri="{FF2B5EF4-FFF2-40B4-BE49-F238E27FC236}">
                <a16:creationId xmlns:a16="http://schemas.microsoft.com/office/drawing/2014/main" id="{86C37340-18D9-AF81-B038-CAE1E2CE9CF5}"/>
              </a:ext>
            </a:extLst>
          </p:cNvPr>
          <p:cNvGrpSpPr/>
          <p:nvPr/>
        </p:nvGrpSpPr>
        <p:grpSpPr>
          <a:xfrm>
            <a:off x="5714161" y="3443780"/>
            <a:ext cx="128136" cy="128136"/>
            <a:chOff x="2606150" y="3355191"/>
            <a:chExt cx="128136" cy="128136"/>
          </a:xfrm>
        </p:grpSpPr>
        <p:sp>
          <p:nvSpPr>
            <p:cNvPr id="2004" name="Elipse 2003">
              <a:extLst>
                <a:ext uri="{FF2B5EF4-FFF2-40B4-BE49-F238E27FC236}">
                  <a16:creationId xmlns:a16="http://schemas.microsoft.com/office/drawing/2014/main" id="{B337F170-0F69-2290-57B4-78CF01548F9D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05" name="Triángulo isósceles 2004">
              <a:extLst>
                <a:ext uri="{FF2B5EF4-FFF2-40B4-BE49-F238E27FC236}">
                  <a16:creationId xmlns:a16="http://schemas.microsoft.com/office/drawing/2014/main" id="{A3EFA014-39B3-EBFC-3792-DEA8D74A9D9A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58699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77</Words>
  <Application>Microsoft Office PowerPoint</Application>
  <PresentationFormat>Personalizado</PresentationFormat>
  <Paragraphs>30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22</cp:revision>
  <dcterms:created xsi:type="dcterms:W3CDTF">2025-10-09T08:39:27Z</dcterms:created>
  <dcterms:modified xsi:type="dcterms:W3CDTF">2025-10-14T16:41:55Z</dcterms:modified>
</cp:coreProperties>
</file>