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922" y="-4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C0CBFA-54FF-01E4-75AB-FFCDA2F14A1E}"/>
              </a:ext>
            </a:extLst>
          </p:cNvPr>
          <p:cNvSpPr txBox="1"/>
          <p:nvPr/>
        </p:nvSpPr>
        <p:spPr>
          <a:xfrm>
            <a:off x="5028825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5B1781F0-023E-DF93-99AA-A96C91FB54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DABC2DCA-3F4E-572B-1385-C5EF112F3F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032DD016-C909-2CB5-D906-08BC15D22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B1664D09-2DF5-BCE9-B5DD-D393B9E82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4E676AFB-48D1-A494-52EA-74EA62B00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938D8A46-8FC0-04A5-D545-AACE70C66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6B6A1426-A07F-C4F1-5BE3-72CBCA6FF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CEE90393-0EBE-E1B6-9E66-B6F9ECA242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315ACA10-D873-9A10-C132-BCC2BA91F3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932C9066-743C-56F8-13B5-8C6CA2CD9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CA328C78-5C02-02DF-825D-EA6AB161E0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BA3102C5-B947-69F5-0B84-FFAF5E5C19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88E2E176-0345-F5FD-7360-40BB79E76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09376529-55AB-8D4E-65D6-D15C184A0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116306C6-ABC6-D4A7-4EBC-CAF50880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DB3B16C7-671D-9FCA-A4D7-A3CC1A982C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C3979ED1-38A8-D133-22C3-B652523EF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3FB690FE-ACF5-FE1C-D9B2-E6F13AA575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CB850361-DD6A-8990-FBF0-8A5F4B157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5D8C94A1-AA45-322B-7F8D-F6196DFBA9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D06C299C-CB25-8114-1BAE-2D93F0A6F4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83179177-1863-265F-3761-19D2521FE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A9DAF4A5-8CC0-17BC-3851-5BF91CF91E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377FB5EC-4215-964C-0A83-326FF2711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4D3DE2FE-3690-8507-D498-66FB0FB66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ECF0EAE6-D285-788E-A74D-220E1A606A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A2EDA5FC-7BEF-4B4D-BAE0-0AD965DF00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60F0D677-5AE5-AB84-E557-7FFD94C3D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734D7418-FACB-111C-0CDE-974DB4A2B2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0A787109-F406-C408-9335-98F27A0D85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839A23DE-8CBC-E168-D15D-56DEA4E48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2130512C-55C3-98AF-EDE4-E1C644394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B3BB39E9-D13A-7976-627F-23C58DB0F7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682798C2-71B6-8374-7D3F-B09C95146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07D0C24A-04A9-09A1-B948-27D40A24A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305007E3-5E82-DBED-078D-B39856D836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EEF6CBF5-6143-8897-769B-199690B036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F428799A-F4FB-7331-D234-6FE7112918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8A80FCCB-2610-1B0F-FF68-80CE747483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9E99C7F6-8AFA-DF33-ABE5-B11AE86A0D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588A5557-956D-7F35-1B00-3EB9691BE0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5D3371F6-7691-6969-AB16-6AAD93CAD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6C22CB1D-48DF-EEBB-FB2F-8C51CFB085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8AFBE3DC-E6F7-E5A4-CDA8-8F43E7C2EB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6AE02CA1-1BD3-8C20-B014-4980BB912F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6B472BE9-040E-F037-F1FB-7E6B57E1B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D5FF63C4-9912-B366-2A03-6BC0727D6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BE8D06FE-E98F-B132-983E-0148EB3938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25A31AA4-41F9-498D-8DE9-B0557E714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A89C9BF5-B097-54E2-EFE9-D73E554446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1E25A593-C240-3193-BA64-3935D3E3A0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491F1425-2386-B5DA-5544-9CE05E5CAE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1C73149A-D5EA-AEAE-E751-949D5828D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59F71A53-1E79-C7B0-6580-0BDD037F82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7F2B7536-1D84-A807-742F-08432948D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EBEE8761-9699-DB80-6B7B-7EB7510E8C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7A33DC11-D60B-25E9-AB05-4E55ED44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A6CFF167-0513-1E0E-6797-7B373BF03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042E40A9-A48B-7AFB-15F5-01E4DBF7A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E0BC7A35-FAAD-62D3-B754-B6E89D32F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91B6483A-A9F9-F3CA-9294-953311AB08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818D6E4D-F52E-37A4-934B-F74DEE315D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B57A7F7E-03D5-3A34-7BCE-B40EEBD4AD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90DB759E-B480-9377-9446-1A8AF5A6A4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89020024-FF1E-A32A-C218-0B706398F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48886F65-E8D7-19BA-BB11-F0191DC6F0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0266F8A1-292A-B2BF-EA13-5A3F2B93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6EE95288-58B0-6C24-77D3-8933BC31C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523FFBBC-2811-1FC8-09DB-E28F8D968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431B8E95-968E-5862-4EB6-2B771ABA4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3D5C4F29-3BE5-80D3-B548-4BB713F2C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9A2AFF8B-C71C-1CA7-C995-2831E12FD2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B86A74E0-545B-87E3-994B-DC1F79FFC8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876F5FDC-249F-4B4D-F359-1A2DBAAF3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A22BA814-684C-BBAE-DAD1-52C3FBC39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B5C39C65-C4D9-E509-BA0A-A2F0243AE8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DC5BB7E3-18E2-DFB8-7D5E-A36330C9BE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E27C59A9-F857-93F3-3596-BA09F4197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C3369F3B-4C41-90E7-AFF4-117EB75780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7DC14F4D-895C-007E-CCB2-13A801CB2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6D06BD44-7272-B33B-6BA7-4384DB253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B62C0C45-ED29-0368-C9C6-08A5B4FB4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D314E465-4DD7-63BB-4B3A-0D3AFC3B6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ECED8286-1DE9-52C4-457E-20D25C633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E3C3C871-EC87-4FBA-3FB7-76F26A1A89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5860BA8E-C12F-40EC-7A0A-F9A09EC7F0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1886C419-1154-DDA6-07ED-C8E99BB7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03F399D8-7278-BBC6-48D7-93DC5933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9807FE06-191B-819C-D870-A6B51F287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6C98F021-96B0-59AC-57DD-ACC47F1E6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4969BAB0-286F-E002-30CA-2D7E461595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B204B9E0-C182-3390-E828-C0B0471C9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D06B9618-47D2-B0F2-2C4E-0FA06D152A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908F39F5-3921-9FAF-1D73-F3C20F701C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9DD18A2E-017B-D5CA-9773-3BFCDC405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A1BEE8F7-46EB-8758-CE94-0A61E7E1C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B3BEFD75-95C0-9022-62EA-B2BEC80D1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D93CECCE-7655-35E6-6C1B-1C68F2712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916ECB38-7F6F-E181-867F-7AB49EE1DF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788CBC83-6280-FF6E-F896-76CDE6DB4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90CECF13-AD38-9ED5-DC0F-74A96CB946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AAB9E234-3C9B-2D0D-58D4-DC96EF6865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21D94478-AEE8-FC2F-B393-7211EC6E2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D0AEED52-0F59-8A2B-2D40-74A59E65EB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6BAFF6AA-9CDA-DEA3-BB6A-AFC071FE9E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F17CB7D8-3398-4E2C-C1AB-56269896DD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EC67F0AE-D217-6D8E-3C22-769088FB5E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C2914652-C1CE-869A-3626-264BD51EF1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E8DA880A-88B0-6E0E-14CE-92A61C88B2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F33288D0-50CC-814A-4ED5-B2870090BE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A6D11011-2E1A-D20B-4D2B-5A920CC77C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17A98B7F-2A0C-000C-7FC6-E8389BB6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C9EB5C01-DA10-390B-F3D9-3C2835E37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0480FBE2-4923-7327-BE17-CF6D569D81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FC674A86-C34E-B276-3E5B-FA76F890B8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724EDE52-1FF5-97D5-78D0-9FBD9A36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393031FB-B616-7173-6A33-4493601FAB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AB1AAE44-6B9B-2395-6421-ECA8D5A8FD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27A2CCA2-A093-BB12-358E-3835BCC04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41DBDE30-97B8-E20A-DAF4-34930F1EB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FD232832-A985-1234-595E-4A836A6A53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8B1FDB92-9764-ED9F-1494-F90DB6CFF1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AE35E299-687D-7E44-70E0-202D87966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5011B91C-D21A-4B31-B541-0A3722F9E6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E7F1B894-E255-26F3-94C4-03D811DF2F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D64EAA85-29F1-F929-BAC7-A29FA86D4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F3C73F66-C5C3-B454-0B9B-C10DA00BD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AD586707-5A6E-C183-DE59-D1FFE62BCA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396D1B70-46D9-6988-7877-B15126E95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BC26BBAE-E942-B86A-7E5A-E77EA01238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0B3CA4E6-F04F-2DBB-1717-E09E44234C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262A6AED-EA63-8914-B504-A860D41A58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6DB94C55-0F15-8235-2890-86DD5DE8ED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AA0695EB-1735-B58F-1BC8-EDC5423036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8CF54E35-7CC6-A5E6-2200-03E296B8CC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B6724895-E5AF-DCA4-F76B-8DA3741EB6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44088B3E-CB48-6C4C-96C0-D88A0497C8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B2B18BAD-73DD-20AA-B3B5-CD5753332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CFA49E87-0C55-B61F-96CC-7EA731856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08B28E6D-058E-626B-FA1C-5700151AC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A6C40D92-F081-7F58-5AB5-27A0A4B212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F2039368-613E-A5EB-9129-AA30A9F25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F7BAA6D4-6495-C4C4-20D8-24FAD2B73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60A6F4A2-C9A9-1B2A-C0A9-8360857E1B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500EB101-9315-B998-C8D6-7D0B45DEE9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55F45020-53A9-133C-1AC9-0F51EC2F9A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BF8913CD-9196-7850-650C-CA2396019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9CEBCC12-5531-13D9-AF97-7CB1821E7E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5F2E1FB2-BC26-24AD-89DB-6A048405F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6C608E60-1554-014E-69B1-A7DF85F07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F72D0BD4-31A5-8F73-6C65-D71959661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EE328C94-BF86-9357-B2B8-B818E6651E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FAC5DE00-E7E8-10E5-EBA3-D520A1EC90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424A608D-8BDD-47B2-AC4C-E63AE9BB7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80CDB710-2139-CE0A-9022-63CC3B88F1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07BBA373-12D0-AA74-E8F2-453AD7D517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8AE11783-6365-5419-0623-A2356011C7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CD065DEF-E4FA-7FB0-D35D-F493969FB4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B4E00744-62D6-2A46-A086-2261DE832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6AFDD8AE-D09C-999D-08DC-61FA6CA215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51DDE56C-3F3B-AFDF-E118-D3F94708C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5816EA3F-AFD2-B37A-049D-EEABE8872F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A296CB88-0FA4-52FE-2DA4-C1A854665D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0FE3C452-9153-2884-6520-85E3F5BB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D57A6D6F-F862-EC33-A631-68C007C78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215839A5-0F6D-9D03-FA23-19DEAAC566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A70339E9-4165-DB10-4C87-E8C0276BB6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71C18702-4FC6-06BF-8886-EC04B4600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EB3761B0-25BF-DFBD-4AEC-75569F0AE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7D9E2716-0723-5DAB-36F4-C49851D43F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E5D602D1-27F0-AAFA-2785-52FC3588F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810D00A1-6029-BB7B-C275-38461D0A40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9352C337-2F5C-361B-ABC2-5C10FEE651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D3AE018E-1335-2A77-ECB3-6E35C65B7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37D67846-D718-813B-8E77-D108FF9EE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F7012448-5FAD-3529-8F46-A30ACAD4E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114B9587-4F82-1C36-D05F-58A5C64F19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900B9F9B-7058-DA8B-3B7B-A56EAF391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3BD26BC8-EDF5-B424-3698-376B5AE4F1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2BE5B97F-8929-3A0A-70F4-F73DB970D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F8CE9203-53D2-CE48-13EC-B5907F282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C2A965E7-D0EC-2E83-6276-286086220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B2C20311-48DD-C19A-5AA8-DC53871E5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22983064-8508-6735-BE9C-E0B03CAEF2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CA00A68E-9A98-391C-D622-C3386D6193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1B93F2F1-6F54-5203-8456-BD25FE13ED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3CB205AA-2538-2171-3633-5791C07CE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A85E8526-6D89-DB87-DEFD-EFAB03A6A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BA316F60-8B37-7F46-FCDF-D33D89E528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D65535D1-DA07-D31C-A36C-C228F44CBC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9658A99D-89FE-4DE4-F9C9-F36AF86AE5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205CC66A-1778-AF0F-8A7B-E03CD566E0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72584482-C9CA-E7A1-A44D-4D6FD95077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14470597-B793-7F8F-87F7-9198BCAF2F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EB2BFA37-79AC-231E-C1FE-0D1D8C6783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BEF99CAC-A601-465F-EE91-F09B389BD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EC69C590-06CB-3E0D-7F56-EEE99DDD98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2583B825-9BDC-AB29-0C22-DD781899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384D4612-725C-45E6-083D-027FFA9AC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EAF029D5-E9E8-E9F7-F5D8-1771CF368D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A5062B19-6E68-1965-8A05-C27BF3B93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2038EDC2-23FD-D396-7027-9BD7EC9CFD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B876429E-4199-DB01-8A47-EDD263CA9E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B6B7EAFB-E355-CCB0-A494-7C74DD26A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A7191680-B821-3330-5652-AD35A8430C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781BFDDE-5185-4CDA-2F1A-3987D8B6A1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F7CA5344-0C15-8FB1-9511-2D559D0A4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162F5131-FF40-C040-9F73-A3C101157F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A122598D-05C0-8AC0-9B54-D800D407EE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77E03A57-DD2E-53F9-AD21-997A6A51E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E1CAB9CB-7F9D-52FE-C02C-2666DC1AF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B1340E80-B9E9-3B4F-3CFC-BB2894F767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BB0B7D20-544F-4720-63E9-5C5647D57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02B5FF92-5DAA-7B58-2626-8A1DD270CF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BEDE6719-E0CE-E941-0B10-6DFCB91E1A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556DE0B8-EBE4-455F-355A-52776D9647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7B92AF0C-7985-E70A-2F21-81CF454B28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6EDD3C73-D983-8275-76AD-1CF6AFFD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B0AF47AE-51C2-C614-3A23-92F3BFDDF3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8123B5A4-A571-F330-2076-6C4077270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6A9B938B-0E1F-2651-5EFD-B5AC02314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6B46150B-DDE0-0127-8904-C077216A7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F483564A-FC97-2F7E-7CA5-A0461DB649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79941E0F-5F6A-5DC0-419E-8FE228AE97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A2DC7E61-DA36-BCDB-E4E7-C4CFE7691B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16257096-79F7-7D0E-3F97-871685BC15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6FC532BD-16CF-EBB2-F52B-5AC42C7D6E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A3A7C97F-CC51-9AC4-3388-31E1397EE9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A96FF59B-9D41-CCB8-DFDB-527F886CB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C3438A84-562D-A47A-959E-C5EE9541A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B24EB797-FE59-7BDB-2BD8-9568380D9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BB7354E0-BC97-036A-EE1F-8A73001C0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C1C65849-2667-6429-44FF-8CC5CCFCE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0D62625A-237A-5BB7-F8A7-03ECB6F53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542E85BB-C79C-3CD2-2108-2AECC29F2C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C7D1AC36-CC5A-9BBC-E923-2612960E28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C0FB8277-44FA-E67C-281C-EEC40ADE5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606FCDA8-BF6C-D83E-5F8B-9807C0BDCC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31E2609C-510E-EC7F-8A02-C1BDD75C02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DFAF4721-10A1-A6A1-CBBB-01B9DED5C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A7F19ED8-CDC6-4675-18C9-4B60482DC1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C703C284-FC34-9286-5C33-D4955BEF3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A8030E1C-A56F-F4B8-C997-32B293622B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A47922E2-C7B7-2356-EE55-6B8BFE613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8D8C3027-3A57-5325-C15A-07D1D4CA5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76D93C59-A0D7-0549-20DD-FCC21BA326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4F88943C-D1C8-F802-E722-87927A8498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B72F7D36-F261-A89B-2620-08333CD646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6A1AE33B-DED8-C7E1-3331-042363CA3F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3BB3B564-B4B2-8385-2625-77A4E064FE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7EA2B140-CC3D-D3D3-5F4E-B1F26B41F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8A7DA146-4BF7-E161-47B8-84B1CD8C8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99896B4E-0A91-F8A5-B6D1-901B717FE8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C7C847D2-535C-8A45-082E-B8F6EC2EC7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F7C80A0C-7BCF-8DE7-2A6B-8FBF7106BE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C18F8725-AF1E-EC87-09A5-8E2567187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EC9895D2-A3D5-69B9-EC93-15146FB2C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CDADD286-E539-B167-A4B0-28FED6DAF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36B8EB73-02B4-6C9E-5224-6D0998FD3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4FB5A012-49CF-78B9-F574-EE9F67557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4A4E0C7A-1E76-1504-FE35-31D6E69106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F041CE5C-E30E-7E03-9F29-D5A92D2E84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2C693047-7409-6F8B-4601-190D36283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5EDE3204-D2D0-E48B-EA67-0B04C2DA37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B3115C0B-7A58-E227-9A87-6DC9FC684E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56F9F35A-1C1A-290F-78F7-76C8DB37B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DD0DF687-EA79-565C-4070-9B2F46F71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EA03B587-F57E-84AC-424E-347B0E5DEA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80AABEDC-71DA-DAA9-8C20-320E6FB1F6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04B4278C-2F16-5E24-00B7-D4C15FE7D4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1015CAB4-179A-861E-D42B-FF5969E0C2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410A113D-F040-B646-FCA8-5CE8C0BEE6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520A3A32-EFF6-B1F0-A8C2-6BBFC2F0E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69C12A90-644E-5601-A274-A4774422F4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E04D98A3-8066-6C11-1DD7-8A3C8CA36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CFE52DAB-C1F0-046C-EF7B-3555BDD81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5BA0E213-5206-D6EE-B391-2237FDBCA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1DA365CF-A694-6AAB-66C4-55D719DDE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364D426E-3ADF-8396-26B4-F91F24DCC8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0FA2C8FD-D3FF-3F08-FBD4-889B49312A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6F29F4DB-D0C1-69D8-E4B9-842F11B2A5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16B10259-7C4E-738B-5D6C-F065C32056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C29966B7-66C0-CD81-7B75-4C5CB458D9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D9E80472-91B2-CDCE-3DD5-1E4012D94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1C1265E1-E019-D21D-E645-2DDB43256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739D45EA-3058-3CE0-F2F6-A9FA994600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C7AB1E15-F69B-2676-1AFB-E1BBD885C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B6C9FFC5-3271-3C3B-B925-C45DAA927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AC1371A5-B0F0-0BD1-F108-2E1783DC69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E465421D-4B05-3928-A13C-2B3041274B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E30D9FB4-351F-104C-7A65-0F231A013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50F95D07-6642-B2D9-1AAA-184CA8C13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2EDDFD61-6BC9-18CB-784D-457C9A41A9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5005471D-8DFC-7B77-F92A-A53DCCDBBC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9944A89C-7E6E-F6CD-B1C6-1422FBA8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63A9BF1D-064E-C792-10DC-20380114E0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9F9BEF56-DC8D-B4B8-1136-8DB892AE76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90D7FEB0-F2CB-C6B6-2705-84CFB696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C47DB23A-E37E-71DD-064A-0A6A30C2A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01A63670-BE7F-7339-739B-D2DB688B52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4099F1F2-F958-ADD9-F71D-0E86288A5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4EA24AA1-777C-E259-4E74-F63BC4FE68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742AC08A-0B42-B55D-EA6C-48816AFBDB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BFC34A33-D9B3-57F6-E2A8-EDB8084520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B83E06AF-5714-FA60-2E70-26220A066B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C3C5971B-E507-EFBA-76AF-2707061518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DF41B412-CE36-60B9-F0E6-916F85990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282A428D-17DA-664C-A323-25EE8CB8E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F1F23379-D36B-CF70-305E-AFB5C67C2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F4B1D51A-574B-0B49-C175-48695CE021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B7C049E6-89B7-EE4B-5D1F-0256B67BDE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5C7F5267-9469-B48F-19DA-1B4D7E483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F6DDE960-52AD-465C-D48A-6FB370896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9C38C43-DEBE-14D8-5438-71F69E6850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234F520E-89B3-7FA3-25EA-7FFBA161A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207ED32C-684F-1CD0-842D-5DFA5C42A5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82F7BE3E-2A65-2421-1472-F090F57CA7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7AAFE4B6-B408-A539-6D8A-7D313653F8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584C6A71-728A-1743-D77E-52892CB56D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D8F325E5-D564-EB80-D4F3-529CD30A50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0DA82888-15BA-CA77-E5D0-EC6126E64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B326DDAB-DAA5-A4AF-6CEA-B59CDDCA9E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119FADB7-AEAA-A411-6119-F46FF9CE73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3F49637D-7BD8-9D84-57FE-8FA0152037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2C9B9C9A-ECFC-B75D-DA15-16B443D8A7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74EBCFBA-6BA5-61BA-950F-6C410C65AF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27C36684-066B-0925-9E79-ABF9BF35D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F39F7FC5-6496-92D3-6871-B11D07C297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B3EB98DB-3299-A3A9-4B69-9B96100CF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22C028B6-0A13-6140-406C-9C4D3C504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534DB9A7-93BD-B0DE-E39A-A71F476AF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291D706B-2CAE-03F7-E24D-7EFDEE552B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9E0B9708-C019-39C6-8A07-D219A17BC9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9F240F5D-B1EE-0244-73B9-8DD319CDDD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8F714F46-72C6-6CDF-1700-6D0A03D734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07D08D9B-F733-BA95-7995-747205A5F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D8E729E3-2401-1941-0EB5-6EF5CDCAB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10EAB019-DD18-C070-DB75-1DE22E1362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26614154-320E-F3DE-19BE-CEA899051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D5D52EFF-31D5-A39B-6ADE-DCE163050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F2EDE0A8-B567-49E2-DF7C-F708A58A30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6290F797-1DB4-A9B0-19B7-1C58840E32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B13E8212-2F34-C0E9-DEC5-C05A36040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75E0ADC3-F30C-0356-4124-D4ACDD8BD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2B49433A-1D39-41F7-8FFD-13373DA3D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E7C4B648-BC10-5037-A77B-5FBA51EBB5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36925DD9-E3F9-4050-C6DE-902783487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64A529EC-CAE8-DE31-25C9-DCCF1C2304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F9B792D4-743B-CC58-FF1A-A25EABD1CB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D9718869-E95B-1EF9-4801-0C2308EFBA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E812354B-8BA7-BD91-1AFC-06E627F79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163730D-16CC-2C5F-FDFD-BD642A2D5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BC3937B2-0299-6E3E-36BF-1CBC2D9740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762236D7-8D8D-135F-ABFD-44656C888D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EFB7F190-71B7-660A-E320-AA87507954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C2DB25F8-5004-AA53-74DC-7635330CDB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F85911B9-4707-2298-A89C-287783FBB6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B2BE36BD-96BB-820B-F0E7-9FF02375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19B47371-97E4-27F5-1066-45030E13C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298579AF-3D56-1EC7-9A20-F317E9DE3C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0C28CFCC-58A2-2459-7A1D-93F76F924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DDA9372D-B918-60A4-DA71-171C375E8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CB9B7916-7E37-35CD-678F-F4A0FD5A17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AFDF4D06-96EC-4BFD-D896-3696BBA65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80E58718-3945-9891-774A-7D325D20A4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B8E9E89F-6378-C63D-3CA6-EB776ED43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A253BFAD-1F07-3D9E-B2FC-EA05C350A1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F015FC64-3BFE-BDAC-CE59-C4649B084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B205DC8F-B635-DDC7-D27D-62010CE0B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5E190D66-2F1D-9E09-77B0-3EF7138FEC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E4FCD2FE-B42F-5FF9-7A35-07EC7540F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F5AF644D-C77A-9D2C-3E15-7B1963336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29E1B0D4-18E9-37F2-2236-1B2A34DAB5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E23DA85A-671C-1668-8753-9162D3458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C5F0F309-B9D0-28E8-3548-4B7DA9AD01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98963174-0476-1252-421B-C349B41C48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29C9BBAC-349D-19B7-C497-0E03191C0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AE9074DA-D0D1-C943-051D-D882658DF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98426D2E-579A-1CDB-6E48-436814836C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1E4C4BD6-3115-2B12-56AF-3CC07D817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F875763B-B544-CC48-9985-E1BDB26C3A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E7BDA33E-A565-7236-8E53-8BF077090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579C8212-92EC-367C-C734-3FB2B0292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EC034273-7CC1-E526-647A-F21124DDD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85F3441F-5C73-3F6A-C97A-E0C844350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4B802DD9-439B-4A54-1FAA-BFDB03F0F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BD050BA9-6071-21FE-DC27-AD83984BA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20E93009-9838-D1BD-B449-F91F006A30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FB6C0FAF-AC5C-F255-0400-40B809114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2F02401D-1705-6295-4349-1956C9A06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C2E1085F-46FB-07F7-541C-16F079B42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2A6F56C1-8D25-D4C8-1B29-880B81292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4153A595-6B98-1497-903E-EAC4873764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3FBBE88F-7E76-C44D-628A-EAF6756C09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4883C65D-56D9-63FA-43B2-40B145BE67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10DC75C8-D760-5D14-8EFA-A1A919065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A8CBF3BC-7572-CC91-BE9A-17F0B80EAB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A27F3DB5-DDF7-1589-8776-09BFCAD5CC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08A55AAD-E2E1-66A1-F067-43996C4BB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F3421287-1EA9-B102-6D53-56FA608A5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F8338E4D-C571-2C60-456D-6AC9B7AE6D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F6FA1ECB-9A88-51A3-2B64-4C0BF6A1B8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F8554CF9-8988-504B-F477-15B3BECF4C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682E4BE3-7B1D-252C-3EFC-058960D263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9C7A315E-39D5-5FC3-87DE-23C83FD0F3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85908905-16AA-9263-B2AD-B52791D2E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F62FE90B-FB88-9D7D-D3DB-21F38CF28F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E8E3D96E-BD61-4177-938D-6D89F4C37B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7B32B841-9239-9B25-A1C4-ACAA9F02D0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2E05FA13-BD76-D725-5F90-306F27D8B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FA3B1AA3-D488-AD43-8249-36F85AD60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D4C0C55A-4A1D-C25F-59B1-B4933BF31F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14DE2872-A98A-24BE-AE32-EF28DC201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95CAC415-847C-EA6B-FEB8-F2050899A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333E5889-50E8-5F08-D7C9-C27425F18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356191C3-7711-2148-BCC8-C41E86B7F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FB2552A6-3AD9-6EE6-D5A8-8F19B5EC5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2AFB24B5-9962-66DA-A327-51E469832E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9DF0D08C-B83F-0EDD-88D2-B277747AC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231260B1-61E5-286A-98B8-E69830052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8B069E15-3A71-5DE7-1FB3-3076AA7C69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BCAF1E5F-AD50-BD26-73E0-650783AC2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778FD855-398B-F270-FDCA-08FE655807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3BB51769-4DFE-2F9E-A178-A3504D984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B95E7CC3-91EB-4B77-A69D-1ED5208628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BBE9636C-C108-A9F2-0410-5421B4FACC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2E9E2DA7-7079-A69F-8476-8AF0AA05DE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758C7DB3-7597-E25A-A8D3-0C53C196F5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508FFF9F-7271-E094-7009-E23078B4BE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AF27A5E4-9066-1CE9-1631-E3A96A15B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1C379ED9-2FA1-07F0-A9AE-87F8BB0AB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E6E41BE3-ED52-A62E-A13B-DD574C134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5B2D56CE-7087-925C-4E13-7157BFD62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918DAAE8-CD16-FA54-ECC9-24BD7E9F5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B2FEEFB1-7E60-24AA-9DC1-147B54857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873F6CFA-B8BE-2AC7-1462-9CEB9AAF22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C7E18A1C-2924-B691-BE12-BE703ED3CD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F4CD8227-F721-0D58-8395-72C76DAC16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11D098C1-8B43-5241-02D4-6D17E81A21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3EDD0806-C8AE-CC85-9E19-B496B51D2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8C6C1B5B-047C-A082-1414-A6995AB37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7A2F576C-177E-8E6C-3714-2C651BD212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F42B7094-A51E-3F98-9B49-0084E35F6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A74600EF-BF05-6A2A-3E78-D211899F1F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4B77D196-1382-B8A1-01E4-C5488385C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54AFC0C4-D55B-3921-80D8-31E425519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89E784F1-FC55-830B-7A28-690FA021F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3A1E1684-10F3-C72F-1856-0776733C9E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703C4079-A4E6-EF10-F105-1D39592A5E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0234BDB3-8581-3F04-BF28-D262A8D4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641C451E-03DE-DE1E-0640-2BDBCAA622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8C689C7B-C68C-0649-9AF3-B75542A17A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6F180BC5-5C7C-FA62-5465-D137D5D66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49642FC6-450C-F048-185F-515DA0F3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A028C0CE-C140-9DA2-4CFF-01D05A475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8C115396-D5BA-BE77-3F51-44C20BD28D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2825D03A-F7C1-A53F-8730-54FB7B900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AA6C78E6-797E-501A-93E5-98D1BACA1E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EBB40436-BD35-708D-41B4-3D88C08E14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B6DAF0CA-A6C4-6A63-9BFF-50E711082A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0AFA5C49-14D7-588D-00B8-11B5A902A0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7326FEA7-C752-22F8-3DDA-D5D6BE9BC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3596048B-3093-181B-2FEB-474628B5C1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8A766DC8-B5EA-D255-0CF6-AC5FE449A7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649A18EA-A80E-2986-88EB-0B572A9D8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43F68E51-48B4-E5D2-51E2-CCE35F528C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0539D8DA-40A2-2D3A-CBFD-33D8E961A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6DE942D5-12CE-FE65-419F-E6809365A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DA9A2149-2BCD-1B2A-9B0B-06B12B849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4E58182E-0948-E4CA-01DD-7DF1DABC9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989B6D21-BEFD-3582-0959-D5C61F1A00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68379680-C0DA-62EE-A5E6-1424C77D7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C2F4EEFC-1D25-F34D-3BB5-9BA1F8C001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A666A525-F141-91F7-0492-EF969AA3F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1CE7D0D0-E353-D5B5-4784-A9288971B0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805F7680-394F-ECB9-9DC9-C00910272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3C902E69-BB42-1B57-02B5-D2A8768EE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8CC844DF-4D20-0771-75A0-C46232F4BB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7B46AF5F-A6D0-DCE8-6194-19744BDF47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9E210F4B-544B-E12C-B54D-32A20F7403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1CDA8D7E-8072-E877-A0CB-F6D8BB31E7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CA279B7D-D4F9-2660-1644-A516A0D542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B6548876-ADF8-0497-EB19-1792623F8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E7E97955-DD58-3FB1-444D-E92F1498D2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9F3259E5-17E0-33CC-498E-63D5E66FE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8A5723CE-D8C9-F7E7-BF95-EB2AB08B2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24140FF3-0E2D-7741-C46F-1FB6727C7C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1C340485-4247-A7D3-2642-C196C75F8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BDCE66BB-FAAC-C8C9-7D10-A941575D19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729BEC31-4C64-6F67-9F54-3F5E959504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995E14E7-2661-EDC9-ED5E-549DB346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CF04C51F-C632-C9CC-ED87-EE038A90A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A792F5F6-2499-08FE-DFFE-58D4A37E8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2DD69724-36BE-1517-1EB5-93AA371865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80A9B1D6-2837-0A7A-C50A-3FFECBD49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302B3CC4-8401-2D4F-EF50-0A4BB96655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444D8DB2-A699-55A8-F787-A2C4AC3755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D160669-44DF-CC92-7724-5166DC219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ADF0CEAE-C75B-8DDA-F6B5-91DF277A73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2D4F03B7-BC8A-0102-6E3F-D67BDA8776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B8FCEAA1-A8B0-9A89-A109-9DA3859278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107FAD9D-2644-6353-1768-746AB11D8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486820B3-B4D5-860E-9A6D-1AE96D0764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31C1B7D5-5720-A9A5-DFBF-D2417406A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4B8ABE74-8D6F-03D9-E5CB-1E633CA1E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7BE75A8B-9F4E-D3A1-DFFF-0CC8139C8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665A7051-5E8F-BB9A-1641-94732C888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141304F5-0411-0530-942E-FCF2B600DB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AA138E90-58FA-71F6-CD66-329BE3F31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63D4C401-49AE-1413-EBEE-1E637326C3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4FA535AB-1A41-211E-2442-C7D8A61CF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2DF10ECA-2C07-2432-51F6-6F6F187263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2D60D154-C80F-2CD7-11D7-717AC40F7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8F340BE5-EE05-8E28-9CC4-ED739850B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12B7E577-E999-CC49-777C-50F2D4EF7E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31C30E92-D6A4-B78F-E76F-54C8E0E453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DA786E26-4E85-6F6A-69B5-5E37E42F7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F12C27BB-5D53-F0D1-964F-3C4152B91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1F665F66-271F-E0C5-FE59-0B7EFCF8E3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1D2362FF-C0C6-0B5C-711A-6A3143E23A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78015479-5003-3E18-55C0-4091EED7F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9D6CCBB8-9386-BEB8-5746-CF65693CD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33C0138E-5E1E-9D17-4F42-440622DBF6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2B4D2B2C-2CDF-26AE-B0E9-010C4AB43D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18F814F7-E8C8-BDEA-933E-904F6EA65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FEB02085-3023-A87A-65D4-35BC905F37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07122C15-B0A0-2A75-CA81-6D8F1FBFC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738FBA42-93C3-E193-C842-934CC7871F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1D0FCD76-78C7-16FE-80EF-F0EBC087D7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6860EB9E-76FA-27CD-9D05-F12D05920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678F065D-EFEA-B5CC-D7ED-A4E233EF1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D22C487A-5DF3-E38A-2CF9-D6AD5F858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5B5F9C20-F1D9-A3DB-F4C2-64115DD105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229B65F5-E0ED-5E24-B424-A6295F384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EBB4F425-7A3B-0B67-24A3-0210E898D6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C7C629D1-8209-75E0-70AB-94C118B280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5B0CBECD-1CDF-AB63-C4B1-9591AE9B3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32F4597A-0921-FED9-0ED8-562E25C423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F033CB34-9CC1-EC69-4135-CC40B2D19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F8CACB1E-7A09-2405-B456-1A6733F2C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C15DF141-95CC-EC85-07B5-4D1358C9D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DD0A5C70-39D1-E058-3E99-6FE84C4F62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B5538061-B391-D4E7-8D3B-B59C5661AE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A93D5231-C7F7-4F39-84AB-C14E3BE55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7072C99C-6075-7738-211C-A0ED751BBA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58CA3ED4-F1F3-6F0C-34DB-F30A9D895A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34AD918A-608A-2F3B-4CBC-AB849F3621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F68676D9-CA7F-4DFA-7E92-E8BF56844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9737809A-EE40-4D29-2A11-A8BF283AF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FEE9723B-7449-3C88-5EB7-084A7AB618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4AA9EFFE-736A-5970-9F5C-915ACE1A7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AF0F831D-66CA-8548-1F19-09B2ACDCD4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7973FD78-EDD6-927A-75A4-6F7837818A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06D116BE-365B-6939-06C3-07E872F534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1E6358C2-1DB2-15FA-8A37-33BB648B9E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126C467D-9C60-DF38-C1BD-AB10A21D2D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71B4D33D-D491-9D3D-E270-D58593791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B77AF27D-0FBA-3E5B-0FB1-88B4C17A79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5535053E-30C8-E632-99BE-A3D653298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8F9D78D5-B7E2-9325-4634-DB92E9BD2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BD7BC89C-F62C-8373-C9C0-6B4499D0E0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D0CA80E7-0062-D235-3956-CF8E307DC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A012DFD2-BD36-162D-C303-A314A5B18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85C42448-7F5F-FF31-94A0-65DA31CAA2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596FFAEA-32D3-0D13-773D-01FA13BBE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9CE9C84C-22AC-C977-B51E-179C5E2362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3270862D-5A0C-C6EB-A762-24C883DDE0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81C9E0C4-E085-7B96-10A4-746CF76E2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2A92AB85-CF94-8F82-F7E2-A96B380A3F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6B6CA485-0683-F38F-441B-20389EF7C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DE3CB2A7-8C69-468E-E5C3-70023911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62C2C7B5-613A-33D3-3CEA-5D6D5EB6BE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7AD97B6E-1B32-64A0-8811-ADB5637AEF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E4B62B36-79C4-E15C-F71B-B7A609E12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DDAD4A57-F835-D3D4-15DC-99EC16353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300B00D5-3E09-7B77-E506-73DADD407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1F354A6B-6691-A285-57C5-A8CE02F13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D364AB67-D3F7-783C-06B9-4345B80B70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FD072BE3-D954-11A3-CDB6-9C98DF25B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5804A7CB-1B18-12CD-6253-0730B639CD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1D6416A0-3932-90A7-1436-C6A682D3B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ED87BFB4-902F-0F7C-70BF-62942C4743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48108AAE-85A5-C078-6C4D-CBAAFA432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D80AFA49-6257-0E95-8F49-915738F06D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FD3E21B9-604C-ADD9-6EE0-6351797813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87263EEB-6E55-929F-F436-704DE57FC6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09F1BD65-6D2F-EB1D-9945-962DDB244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160C0B35-AFE1-8790-683F-54BFB1B47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23EEDE4C-DBF6-26E8-C0E8-DB834E920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C7BA59E7-92FB-FD44-68C9-D56F78DA6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894B3642-9EEC-DDB1-308B-33EED1A039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8F113F09-EC81-70D0-983B-BCF9920775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28FC08C8-DB17-C545-5072-3890922DC9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ADF57340-9A55-0529-82B9-1ED7D4023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BC55D886-875D-F335-E314-CF8F4532F0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58F5C2D2-0CA4-C901-C0BE-08ECC55FFF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BEBBACBB-9099-CDAC-BB7A-8E0B4844A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A280F6D4-E1DC-AE2E-24FF-0FE937444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A666455E-5918-6130-889D-949A6BD355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AD4C1438-D6BB-2614-7C03-C27F5AF493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86F16FCA-B2E2-D0E8-A67D-9B245B2DFC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E39E4D7D-431F-48A4-16DA-39BB19DF5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9513E174-D469-5F0C-81D2-8BBAB68E0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0483E057-162E-A5C5-7DB8-449B453954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86934CF6-95CF-BA81-EC97-89F339367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19CB60BA-3CA4-9C17-4049-18C5CD6E3E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C52952B5-8D56-89B0-E2AE-D629CFF827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F5DD3AB9-E228-A68A-0F48-B120DA5D44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CA76150-5393-3975-0B92-7CFD3A76B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7D9A5244-FD91-D827-EC87-491C62748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D68AC25A-D0A2-B6CF-D40B-4A39DD18B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5C3C908B-4F5E-9E6B-9EAD-A03A64889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C6E6AD35-7209-3582-D0DE-706113B725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B44C53BF-42B2-E263-3A69-E4A93F5AAC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0FB80734-9244-EA0C-119B-0D40DE7AAD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E63BD498-A661-6057-9CC3-1D63C8E418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1B84E1EB-58DD-00F3-6BA1-2C656780B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839B913A-6A3D-5E46-E002-379E762728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8583EB6D-DE40-8BA0-EC72-0820F9519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6AD0A9F2-16D3-40CA-27E7-EA66B22524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21909A6B-35AF-5EE6-3301-F41EAE4002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92562D7E-2206-95BD-C948-54292941B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D1E82DF0-DDC2-AAF5-E08E-DC876D4CB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B986CE0E-E501-1B84-2F0C-DDA0A3551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8CB29F03-44B4-A7B8-0E61-087CD5CEEA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10E3B63E-5B02-ACF0-BAA7-DCF7CC383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ED4FA85F-EF6E-F0D5-8FF5-7ECF6CA8EB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17B60FCE-CA19-5BEA-30DE-717C2DDB3D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29A03FF0-05C4-7CD3-FB89-467F33FC5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9C06E9D3-432E-1B43-C3E9-40E50952F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59E3FAC2-353A-8BB1-EE65-57FD4DFD5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A119CFE7-982E-B6DD-F808-B3527E50D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75431CD2-A229-B4BA-EA60-0288DB8805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10CCED64-EFD6-9ADC-4AA3-5536B1092B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77734EE9-2C1F-039C-2BC1-65866C54F3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A558CF36-B703-D15A-FFCB-DA335166C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8B12BAFB-BC03-9C8F-3FC0-B98B02EBF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C28781B4-BF70-96B3-89CE-AAA2750C33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9606214A-D619-DB19-130E-6FA282056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44F7A78E-0CBE-CD22-4718-FC4D00F3A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EFDF1122-6FF5-2614-8685-E135E90295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B3E2357A-F40B-A32D-FB98-63EA3D6346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DA2EEDFC-785E-B72D-16B6-A904B5E8B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83553866-B83B-C147-AF71-F23DA2C3D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1E72CB67-D8A4-7ADC-E612-C02A3E282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7FF47418-973D-A0B5-3596-1581F3D6C7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5611884D-2798-F8DF-1615-07CA004D5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9144C196-9AFE-BB0E-6CEE-FEC2AB22FF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92257499-88BC-3380-61E3-2EA19A1BE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AD084C4E-69EF-EC64-7FB6-AEEDDE64BF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1B17A815-9B91-2CB1-D2EB-8866EBB8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1ECAF7F2-67CE-395C-AA8F-054EBFDB1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6E5FFA01-DC2F-6FD2-95B7-DB20BA883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AF7B3761-18D6-A667-0942-F2DD8164EC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50E0903E-43D0-0CDE-0A9D-C9DB97692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7F7219C8-9834-9B57-F3ED-14358173E2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489C8CE9-6736-16EC-1C6E-7F6783D2B0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47E27FDD-1367-1A7B-34C1-806681243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B40731D8-81E8-422B-34A7-D625CB758A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E0520E98-62B0-D092-AEB3-8D7891087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5175F539-6166-0B2F-9585-9654318D06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D2FEAE64-BA46-CC76-246C-C5801B623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79186A29-DF8D-7A1A-8CF8-574D54496C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CB7103A0-B11D-AC35-F347-0957E583E1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DC02C2A0-F80D-11D7-E50E-904AFE893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00FC0871-BEC0-59B1-3DB3-D190CA53A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F87D2D40-FABB-4835-5183-46D542594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91063A2A-19F5-3421-D810-7740F80BCF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90292B7A-D36F-197E-B627-4ADA4E67CF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4A931129-44D2-7B61-8313-E24F15A1E6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B4E1785F-B298-A3F8-F2ED-EF06A574D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0B2EF5DC-09E9-38E0-1857-F7FD24B9E8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D32EF73F-0F9A-75A9-C096-CC326A0AB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F355DCED-AD6F-65B9-86A1-F91081ED44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E1957CE2-E139-E501-AF85-2E1DB9638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78" name="Group 2122">
            <a:extLst>
              <a:ext uri="{FF2B5EF4-FFF2-40B4-BE49-F238E27FC236}">
                <a16:creationId xmlns:a16="http://schemas.microsoft.com/office/drawing/2014/main" id="{3015E8BB-1F85-1920-C1E8-0359766CF225}"/>
              </a:ext>
            </a:extLst>
          </p:cNvPr>
          <p:cNvGrpSpPr>
            <a:grpSpLocks/>
          </p:cNvGrpSpPr>
          <p:nvPr/>
        </p:nvGrpSpPr>
        <p:grpSpPr bwMode="auto">
          <a:xfrm>
            <a:off x="4363519" y="372733"/>
            <a:ext cx="406226" cy="476265"/>
            <a:chOff x="1931" y="2992"/>
            <a:chExt cx="614" cy="738"/>
          </a:xfrm>
        </p:grpSpPr>
        <p:sp>
          <p:nvSpPr>
            <p:cNvPr id="679" name="Freeform 2123">
              <a:extLst>
                <a:ext uri="{FF2B5EF4-FFF2-40B4-BE49-F238E27FC236}">
                  <a16:creationId xmlns:a16="http://schemas.microsoft.com/office/drawing/2014/main" id="{F960B86F-6A06-EAB4-44E1-FE7A13D41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Freeform 2124">
              <a:extLst>
                <a:ext uri="{FF2B5EF4-FFF2-40B4-BE49-F238E27FC236}">
                  <a16:creationId xmlns:a16="http://schemas.microsoft.com/office/drawing/2014/main" id="{C6C42C34-0769-3AE4-F595-E48C97BBD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" name="Freeform 2125">
              <a:extLst>
                <a:ext uri="{FF2B5EF4-FFF2-40B4-BE49-F238E27FC236}">
                  <a16:creationId xmlns:a16="http://schemas.microsoft.com/office/drawing/2014/main" id="{FBD70824-F378-71A8-69DF-DEC55CAA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" name="Freeform 2126">
              <a:extLst>
                <a:ext uri="{FF2B5EF4-FFF2-40B4-BE49-F238E27FC236}">
                  <a16:creationId xmlns:a16="http://schemas.microsoft.com/office/drawing/2014/main" id="{7A99D3A1-CF2E-EEB9-70C8-BE18B842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" name="Freeform 2127">
              <a:extLst>
                <a:ext uri="{FF2B5EF4-FFF2-40B4-BE49-F238E27FC236}">
                  <a16:creationId xmlns:a16="http://schemas.microsoft.com/office/drawing/2014/main" id="{20B2ECA9-5458-F6D1-3450-9AD1F6C7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" name="Freeform 2128">
              <a:extLst>
                <a:ext uri="{FF2B5EF4-FFF2-40B4-BE49-F238E27FC236}">
                  <a16:creationId xmlns:a16="http://schemas.microsoft.com/office/drawing/2014/main" id="{8C6CD019-9E15-860C-FFEA-B8DDDD83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" name="Freeform 2129">
              <a:extLst>
                <a:ext uri="{FF2B5EF4-FFF2-40B4-BE49-F238E27FC236}">
                  <a16:creationId xmlns:a16="http://schemas.microsoft.com/office/drawing/2014/main" id="{882FE721-E2BE-B3E4-E090-6CD31E226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" name="Freeform 2130">
              <a:extLst>
                <a:ext uri="{FF2B5EF4-FFF2-40B4-BE49-F238E27FC236}">
                  <a16:creationId xmlns:a16="http://schemas.microsoft.com/office/drawing/2014/main" id="{1944A712-1005-338B-58DF-7EAED6A30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Freeform 2131">
              <a:extLst>
                <a:ext uri="{FF2B5EF4-FFF2-40B4-BE49-F238E27FC236}">
                  <a16:creationId xmlns:a16="http://schemas.microsoft.com/office/drawing/2014/main" id="{99F1F902-49C5-7CB9-5F41-00C46F6BE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Freeform 2132">
              <a:extLst>
                <a:ext uri="{FF2B5EF4-FFF2-40B4-BE49-F238E27FC236}">
                  <a16:creationId xmlns:a16="http://schemas.microsoft.com/office/drawing/2014/main" id="{70F02ACA-50E2-B5E1-FDC4-75118A2A4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Freeform 2133">
              <a:extLst>
                <a:ext uri="{FF2B5EF4-FFF2-40B4-BE49-F238E27FC236}">
                  <a16:creationId xmlns:a16="http://schemas.microsoft.com/office/drawing/2014/main" id="{D3840762-D5CD-D426-0732-3D89BAEE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Freeform 2134">
              <a:extLst>
                <a:ext uri="{FF2B5EF4-FFF2-40B4-BE49-F238E27FC236}">
                  <a16:creationId xmlns:a16="http://schemas.microsoft.com/office/drawing/2014/main" id="{AD9CE22A-929C-9E3E-C49C-7CF9695D0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Freeform 2135">
              <a:extLst>
                <a:ext uri="{FF2B5EF4-FFF2-40B4-BE49-F238E27FC236}">
                  <a16:creationId xmlns:a16="http://schemas.microsoft.com/office/drawing/2014/main" id="{325A4FB2-7F41-A91E-B10F-5BC0AB70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Freeform 2136">
              <a:extLst>
                <a:ext uri="{FF2B5EF4-FFF2-40B4-BE49-F238E27FC236}">
                  <a16:creationId xmlns:a16="http://schemas.microsoft.com/office/drawing/2014/main" id="{6C8FCE68-D41F-58D2-D51D-6367DD580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Freeform 2137">
              <a:extLst>
                <a:ext uri="{FF2B5EF4-FFF2-40B4-BE49-F238E27FC236}">
                  <a16:creationId xmlns:a16="http://schemas.microsoft.com/office/drawing/2014/main" id="{393E7C6F-7530-9F7F-CF94-EA02B197C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" name="Freeform 2138">
              <a:extLst>
                <a:ext uri="{FF2B5EF4-FFF2-40B4-BE49-F238E27FC236}">
                  <a16:creationId xmlns:a16="http://schemas.microsoft.com/office/drawing/2014/main" id="{3F891FBD-972B-BDA6-AF96-3FC00D27A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" name="Freeform 2139">
              <a:extLst>
                <a:ext uri="{FF2B5EF4-FFF2-40B4-BE49-F238E27FC236}">
                  <a16:creationId xmlns:a16="http://schemas.microsoft.com/office/drawing/2014/main" id="{2B44738B-9DE6-A305-474E-071096538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" name="Freeform 2140">
              <a:extLst>
                <a:ext uri="{FF2B5EF4-FFF2-40B4-BE49-F238E27FC236}">
                  <a16:creationId xmlns:a16="http://schemas.microsoft.com/office/drawing/2014/main" id="{AD3AE4FC-37AB-6451-ADEE-ACFF67376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" name="Freeform 2141">
              <a:extLst>
                <a:ext uri="{FF2B5EF4-FFF2-40B4-BE49-F238E27FC236}">
                  <a16:creationId xmlns:a16="http://schemas.microsoft.com/office/drawing/2014/main" id="{C34D499E-8835-72DB-DAD3-B0AB7C9E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eform 2142">
              <a:extLst>
                <a:ext uri="{FF2B5EF4-FFF2-40B4-BE49-F238E27FC236}">
                  <a16:creationId xmlns:a16="http://schemas.microsoft.com/office/drawing/2014/main" id="{35057027-1545-7085-DD75-7CA8B7947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eform 2143">
              <a:extLst>
                <a:ext uri="{FF2B5EF4-FFF2-40B4-BE49-F238E27FC236}">
                  <a16:creationId xmlns:a16="http://schemas.microsoft.com/office/drawing/2014/main" id="{81E7CEAB-8BEC-E9E1-1DC6-CDD13BD2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0" name="Group 1385">
            <a:extLst>
              <a:ext uri="{FF2B5EF4-FFF2-40B4-BE49-F238E27FC236}">
                <a16:creationId xmlns:a16="http://schemas.microsoft.com/office/drawing/2014/main" id="{3BCAD9DF-1F61-AA49-9076-4983FD124C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701" name="Group 1386">
              <a:extLst>
                <a:ext uri="{FF2B5EF4-FFF2-40B4-BE49-F238E27FC236}">
                  <a16:creationId xmlns:a16="http://schemas.microsoft.com/office/drawing/2014/main" id="{2FAAFDA3-DF90-0F90-96B5-7020696257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19" name="Oval 1387">
                <a:extLst>
                  <a:ext uri="{FF2B5EF4-FFF2-40B4-BE49-F238E27FC236}">
                    <a16:creationId xmlns:a16="http://schemas.microsoft.com/office/drawing/2014/main" id="{409E1B44-E80E-5F6E-3866-4C80A82D48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0" name="Oval 1388">
                <a:extLst>
                  <a:ext uri="{FF2B5EF4-FFF2-40B4-BE49-F238E27FC236}">
                    <a16:creationId xmlns:a16="http://schemas.microsoft.com/office/drawing/2014/main" id="{BFA12406-E0D5-D4B1-E029-5506DBD37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1" name="Freeform 1389">
                <a:extLst>
                  <a:ext uri="{FF2B5EF4-FFF2-40B4-BE49-F238E27FC236}">
                    <a16:creationId xmlns:a16="http://schemas.microsoft.com/office/drawing/2014/main" id="{6BD47C75-2BCA-82F2-86A5-A22E0843DB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 1390">
                <a:extLst>
                  <a:ext uri="{FF2B5EF4-FFF2-40B4-BE49-F238E27FC236}">
                    <a16:creationId xmlns:a16="http://schemas.microsoft.com/office/drawing/2014/main" id="{585E4CB2-3894-FDC0-CB32-29191CC6F1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 1391">
                <a:extLst>
                  <a:ext uri="{FF2B5EF4-FFF2-40B4-BE49-F238E27FC236}">
                    <a16:creationId xmlns:a16="http://schemas.microsoft.com/office/drawing/2014/main" id="{DC318697-4B5E-0FE6-CBC8-3ED47E21C1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Oval 1392">
                <a:extLst>
                  <a:ext uri="{FF2B5EF4-FFF2-40B4-BE49-F238E27FC236}">
                    <a16:creationId xmlns:a16="http://schemas.microsoft.com/office/drawing/2014/main" id="{74A2C0E5-91E8-669F-7760-632C963C0B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393">
              <a:extLst>
                <a:ext uri="{FF2B5EF4-FFF2-40B4-BE49-F238E27FC236}">
                  <a16:creationId xmlns:a16="http://schemas.microsoft.com/office/drawing/2014/main" id="{3D84CDDF-7FEF-DA26-F814-C221212DF2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13" name="Oval 1394">
                <a:extLst>
                  <a:ext uri="{FF2B5EF4-FFF2-40B4-BE49-F238E27FC236}">
                    <a16:creationId xmlns:a16="http://schemas.microsoft.com/office/drawing/2014/main" id="{1F1B7A53-7E91-77F5-FB1A-7A0D3FF5B8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4" name="Oval 1395">
                <a:extLst>
                  <a:ext uri="{FF2B5EF4-FFF2-40B4-BE49-F238E27FC236}">
                    <a16:creationId xmlns:a16="http://schemas.microsoft.com/office/drawing/2014/main" id="{113FBE07-8BF1-5643-9F36-10ADDF47C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5" name="Freeform 1396">
                <a:extLst>
                  <a:ext uri="{FF2B5EF4-FFF2-40B4-BE49-F238E27FC236}">
                    <a16:creationId xmlns:a16="http://schemas.microsoft.com/office/drawing/2014/main" id="{4BF984DE-8BAC-983F-0D0C-536CC24B18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Freeform 1397">
                <a:extLst>
                  <a:ext uri="{FF2B5EF4-FFF2-40B4-BE49-F238E27FC236}">
                    <a16:creationId xmlns:a16="http://schemas.microsoft.com/office/drawing/2014/main" id="{DDA15E92-B310-1CB8-61FF-891AC567DD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Freeform 1398">
                <a:extLst>
                  <a:ext uri="{FF2B5EF4-FFF2-40B4-BE49-F238E27FC236}">
                    <a16:creationId xmlns:a16="http://schemas.microsoft.com/office/drawing/2014/main" id="{845B504C-25C1-37A6-ED4D-C1B2178BD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Oval 1399">
                <a:extLst>
                  <a:ext uri="{FF2B5EF4-FFF2-40B4-BE49-F238E27FC236}">
                    <a16:creationId xmlns:a16="http://schemas.microsoft.com/office/drawing/2014/main" id="{D23A3B12-3D69-AE87-D3E9-FCF17BB67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400">
              <a:extLst>
                <a:ext uri="{FF2B5EF4-FFF2-40B4-BE49-F238E27FC236}">
                  <a16:creationId xmlns:a16="http://schemas.microsoft.com/office/drawing/2014/main" id="{B30BC8C3-49A0-4735-F5BA-DA20616177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07" name="Oval 1401">
                <a:extLst>
                  <a:ext uri="{FF2B5EF4-FFF2-40B4-BE49-F238E27FC236}">
                    <a16:creationId xmlns:a16="http://schemas.microsoft.com/office/drawing/2014/main" id="{B8A4C222-2C46-0278-06E7-B179C59CBD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8" name="Oval 1402">
                <a:extLst>
                  <a:ext uri="{FF2B5EF4-FFF2-40B4-BE49-F238E27FC236}">
                    <a16:creationId xmlns:a16="http://schemas.microsoft.com/office/drawing/2014/main" id="{C21D468F-86C4-F118-8115-B218A38291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9" name="Freeform 1403">
                <a:extLst>
                  <a:ext uri="{FF2B5EF4-FFF2-40B4-BE49-F238E27FC236}">
                    <a16:creationId xmlns:a16="http://schemas.microsoft.com/office/drawing/2014/main" id="{948889AA-F0ED-F473-B458-EA845EC2AD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Freeform 1404">
                <a:extLst>
                  <a:ext uri="{FF2B5EF4-FFF2-40B4-BE49-F238E27FC236}">
                    <a16:creationId xmlns:a16="http://schemas.microsoft.com/office/drawing/2014/main" id="{84D965F1-7CA9-2692-AEA7-B4CDF600CC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Freeform 1405">
                <a:extLst>
                  <a:ext uri="{FF2B5EF4-FFF2-40B4-BE49-F238E27FC236}">
                    <a16:creationId xmlns:a16="http://schemas.microsoft.com/office/drawing/2014/main" id="{23400F57-5450-2663-F0F2-8B306816A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Oval 1406">
                <a:extLst>
                  <a:ext uri="{FF2B5EF4-FFF2-40B4-BE49-F238E27FC236}">
                    <a16:creationId xmlns:a16="http://schemas.microsoft.com/office/drawing/2014/main" id="{4E2F626B-7744-010F-E9E8-17DDC3CC2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407">
              <a:extLst>
                <a:ext uri="{FF2B5EF4-FFF2-40B4-BE49-F238E27FC236}">
                  <a16:creationId xmlns:a16="http://schemas.microsoft.com/office/drawing/2014/main" id="{88DF02B4-4342-CA58-8B46-FF1B0352E5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01" name="Oval 1408">
                <a:extLst>
                  <a:ext uri="{FF2B5EF4-FFF2-40B4-BE49-F238E27FC236}">
                    <a16:creationId xmlns:a16="http://schemas.microsoft.com/office/drawing/2014/main" id="{0A827119-5CCF-B9ED-24AA-84A3C0618E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2" name="Oval 1409">
                <a:extLst>
                  <a:ext uri="{FF2B5EF4-FFF2-40B4-BE49-F238E27FC236}">
                    <a16:creationId xmlns:a16="http://schemas.microsoft.com/office/drawing/2014/main" id="{8076A13D-A7DD-596B-19C9-2309B9C75E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3" name="Freeform 1410">
                <a:extLst>
                  <a:ext uri="{FF2B5EF4-FFF2-40B4-BE49-F238E27FC236}">
                    <a16:creationId xmlns:a16="http://schemas.microsoft.com/office/drawing/2014/main" id="{8782D0A2-7858-097D-85B6-5D549475DF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Freeform 1411">
                <a:extLst>
                  <a:ext uri="{FF2B5EF4-FFF2-40B4-BE49-F238E27FC236}">
                    <a16:creationId xmlns:a16="http://schemas.microsoft.com/office/drawing/2014/main" id="{F283FEFB-73A9-BAF2-28B7-BF21687B2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" name="Freeform 1412">
                <a:extLst>
                  <a:ext uri="{FF2B5EF4-FFF2-40B4-BE49-F238E27FC236}">
                    <a16:creationId xmlns:a16="http://schemas.microsoft.com/office/drawing/2014/main" id="{444507C6-B6CA-C42B-8891-C6ED2C543C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Oval 1413">
                <a:extLst>
                  <a:ext uri="{FF2B5EF4-FFF2-40B4-BE49-F238E27FC236}">
                    <a16:creationId xmlns:a16="http://schemas.microsoft.com/office/drawing/2014/main" id="{F67DF30F-F3C8-9B71-50E6-EAD5D4E43C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414">
              <a:extLst>
                <a:ext uri="{FF2B5EF4-FFF2-40B4-BE49-F238E27FC236}">
                  <a16:creationId xmlns:a16="http://schemas.microsoft.com/office/drawing/2014/main" id="{BB22D246-598C-0E10-F2AE-EAFF05447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95" name="Oval 1415">
                <a:extLst>
                  <a:ext uri="{FF2B5EF4-FFF2-40B4-BE49-F238E27FC236}">
                    <a16:creationId xmlns:a16="http://schemas.microsoft.com/office/drawing/2014/main" id="{45B9A0E3-4EAA-A90B-D8CA-4539EEA56F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6" name="Oval 1416">
                <a:extLst>
                  <a:ext uri="{FF2B5EF4-FFF2-40B4-BE49-F238E27FC236}">
                    <a16:creationId xmlns:a16="http://schemas.microsoft.com/office/drawing/2014/main" id="{BAFF9C72-8AF8-B946-EDFB-3EC5D65568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7" name="Freeform 1417">
                <a:extLst>
                  <a:ext uri="{FF2B5EF4-FFF2-40B4-BE49-F238E27FC236}">
                    <a16:creationId xmlns:a16="http://schemas.microsoft.com/office/drawing/2014/main" id="{520C2F5D-2AA7-5DB1-3106-1AFB6608E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Freeform 1418">
                <a:extLst>
                  <a:ext uri="{FF2B5EF4-FFF2-40B4-BE49-F238E27FC236}">
                    <a16:creationId xmlns:a16="http://schemas.microsoft.com/office/drawing/2014/main" id="{958C6992-CCEF-23CF-0AEB-36852B746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Freeform 1419">
                <a:extLst>
                  <a:ext uri="{FF2B5EF4-FFF2-40B4-BE49-F238E27FC236}">
                    <a16:creationId xmlns:a16="http://schemas.microsoft.com/office/drawing/2014/main" id="{7E1E3A22-A86A-99EC-8F28-C8314083D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Oval 1420">
                <a:extLst>
                  <a:ext uri="{FF2B5EF4-FFF2-40B4-BE49-F238E27FC236}">
                    <a16:creationId xmlns:a16="http://schemas.microsoft.com/office/drawing/2014/main" id="{FED1A7C0-4F2B-7DA2-8DFD-30909A109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421">
              <a:extLst>
                <a:ext uri="{FF2B5EF4-FFF2-40B4-BE49-F238E27FC236}">
                  <a16:creationId xmlns:a16="http://schemas.microsoft.com/office/drawing/2014/main" id="{EC3925DC-6033-7B42-0E35-08825C9AB3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89" name="Oval 1422">
                <a:extLst>
                  <a:ext uri="{FF2B5EF4-FFF2-40B4-BE49-F238E27FC236}">
                    <a16:creationId xmlns:a16="http://schemas.microsoft.com/office/drawing/2014/main" id="{34A3446B-17C1-F9EC-E0CE-E5E7E4562A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0" name="Oval 1423">
                <a:extLst>
                  <a:ext uri="{FF2B5EF4-FFF2-40B4-BE49-F238E27FC236}">
                    <a16:creationId xmlns:a16="http://schemas.microsoft.com/office/drawing/2014/main" id="{E3588543-B955-40FD-86A9-71B99E2AFD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1" name="Freeform 1424">
                <a:extLst>
                  <a:ext uri="{FF2B5EF4-FFF2-40B4-BE49-F238E27FC236}">
                    <a16:creationId xmlns:a16="http://schemas.microsoft.com/office/drawing/2014/main" id="{614A9A25-040F-4A49-4079-FEBD02A642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Freeform 1425">
                <a:extLst>
                  <a:ext uri="{FF2B5EF4-FFF2-40B4-BE49-F238E27FC236}">
                    <a16:creationId xmlns:a16="http://schemas.microsoft.com/office/drawing/2014/main" id="{FE0636B2-EAA0-5AAF-0577-B1E900A336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" name="Freeform 1426">
                <a:extLst>
                  <a:ext uri="{FF2B5EF4-FFF2-40B4-BE49-F238E27FC236}">
                    <a16:creationId xmlns:a16="http://schemas.microsoft.com/office/drawing/2014/main" id="{F3BBC0B1-4D66-6B83-064B-8CAD684F4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Oval 1427">
                <a:extLst>
                  <a:ext uri="{FF2B5EF4-FFF2-40B4-BE49-F238E27FC236}">
                    <a16:creationId xmlns:a16="http://schemas.microsoft.com/office/drawing/2014/main" id="{37CD2929-CF38-70D6-76FC-67B00F0A3E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428">
              <a:extLst>
                <a:ext uri="{FF2B5EF4-FFF2-40B4-BE49-F238E27FC236}">
                  <a16:creationId xmlns:a16="http://schemas.microsoft.com/office/drawing/2014/main" id="{69303488-1E4B-D592-D7B7-3BD0A71DB3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83" name="Oval 1429">
                <a:extLst>
                  <a:ext uri="{FF2B5EF4-FFF2-40B4-BE49-F238E27FC236}">
                    <a16:creationId xmlns:a16="http://schemas.microsoft.com/office/drawing/2014/main" id="{ACA0A8CA-8C1F-3F29-E0A6-721E2C298B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4" name="Oval 1430">
                <a:extLst>
                  <a:ext uri="{FF2B5EF4-FFF2-40B4-BE49-F238E27FC236}">
                    <a16:creationId xmlns:a16="http://schemas.microsoft.com/office/drawing/2014/main" id="{5A00E0F5-21F4-071E-D652-4D5C4506E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" name="Freeform 1431">
                <a:extLst>
                  <a:ext uri="{FF2B5EF4-FFF2-40B4-BE49-F238E27FC236}">
                    <a16:creationId xmlns:a16="http://schemas.microsoft.com/office/drawing/2014/main" id="{32BEC02C-BADD-BF37-5C54-05E8A8F53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Freeform 1432">
                <a:extLst>
                  <a:ext uri="{FF2B5EF4-FFF2-40B4-BE49-F238E27FC236}">
                    <a16:creationId xmlns:a16="http://schemas.microsoft.com/office/drawing/2014/main" id="{E23C0BC4-F613-8FDB-5C86-D2EBBBDB3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" name="Freeform 1433">
                <a:extLst>
                  <a:ext uri="{FF2B5EF4-FFF2-40B4-BE49-F238E27FC236}">
                    <a16:creationId xmlns:a16="http://schemas.microsoft.com/office/drawing/2014/main" id="{EF261BF5-A245-21C3-BFE7-7A41EF2AE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Oval 1434">
                <a:extLst>
                  <a:ext uri="{FF2B5EF4-FFF2-40B4-BE49-F238E27FC236}">
                    <a16:creationId xmlns:a16="http://schemas.microsoft.com/office/drawing/2014/main" id="{86DFDCC7-90F9-4A16-C7A6-33967FA2E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435">
              <a:extLst>
                <a:ext uri="{FF2B5EF4-FFF2-40B4-BE49-F238E27FC236}">
                  <a16:creationId xmlns:a16="http://schemas.microsoft.com/office/drawing/2014/main" id="{46E9D726-72A6-808E-13F2-083E03483D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77" name="Oval 1436">
                <a:extLst>
                  <a:ext uri="{FF2B5EF4-FFF2-40B4-BE49-F238E27FC236}">
                    <a16:creationId xmlns:a16="http://schemas.microsoft.com/office/drawing/2014/main" id="{635F180E-9AA8-3EA1-253A-DF91AA460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8" name="Oval 1437">
                <a:extLst>
                  <a:ext uri="{FF2B5EF4-FFF2-40B4-BE49-F238E27FC236}">
                    <a16:creationId xmlns:a16="http://schemas.microsoft.com/office/drawing/2014/main" id="{ED8BE324-E69B-1C5F-066D-EF43C3A569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9" name="Freeform 1438">
                <a:extLst>
                  <a:ext uri="{FF2B5EF4-FFF2-40B4-BE49-F238E27FC236}">
                    <a16:creationId xmlns:a16="http://schemas.microsoft.com/office/drawing/2014/main" id="{19BB6603-D8ED-00E0-B231-D168C0BFA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Freeform 1439">
                <a:extLst>
                  <a:ext uri="{FF2B5EF4-FFF2-40B4-BE49-F238E27FC236}">
                    <a16:creationId xmlns:a16="http://schemas.microsoft.com/office/drawing/2014/main" id="{9FCB8C43-DA4B-A618-2D62-DBFB21DA2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" name="Freeform 1440">
                <a:extLst>
                  <a:ext uri="{FF2B5EF4-FFF2-40B4-BE49-F238E27FC236}">
                    <a16:creationId xmlns:a16="http://schemas.microsoft.com/office/drawing/2014/main" id="{988A7F05-28BF-56D7-90D0-0CD2B58CB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Oval 1441">
                <a:extLst>
                  <a:ext uri="{FF2B5EF4-FFF2-40B4-BE49-F238E27FC236}">
                    <a16:creationId xmlns:a16="http://schemas.microsoft.com/office/drawing/2014/main" id="{5A5136C1-4E65-9017-7A43-4361D9F9F7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442">
              <a:extLst>
                <a:ext uri="{FF2B5EF4-FFF2-40B4-BE49-F238E27FC236}">
                  <a16:creationId xmlns:a16="http://schemas.microsoft.com/office/drawing/2014/main" id="{4C3723B3-A670-2B13-CCE0-2EB9C7EDD5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71" name="Oval 1443">
                <a:extLst>
                  <a:ext uri="{FF2B5EF4-FFF2-40B4-BE49-F238E27FC236}">
                    <a16:creationId xmlns:a16="http://schemas.microsoft.com/office/drawing/2014/main" id="{904AD1A5-9A8F-976B-B329-D91905EE9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2" name="Oval 1444">
                <a:extLst>
                  <a:ext uri="{FF2B5EF4-FFF2-40B4-BE49-F238E27FC236}">
                    <a16:creationId xmlns:a16="http://schemas.microsoft.com/office/drawing/2014/main" id="{FFBE7222-CFEB-AB81-3454-C78EB13A66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3" name="Freeform 1445">
                <a:extLst>
                  <a:ext uri="{FF2B5EF4-FFF2-40B4-BE49-F238E27FC236}">
                    <a16:creationId xmlns:a16="http://schemas.microsoft.com/office/drawing/2014/main" id="{FDE7E348-3707-A000-05BC-9D6BCDEB51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Freeform 1446">
                <a:extLst>
                  <a:ext uri="{FF2B5EF4-FFF2-40B4-BE49-F238E27FC236}">
                    <a16:creationId xmlns:a16="http://schemas.microsoft.com/office/drawing/2014/main" id="{ED790E70-55EF-FDF1-FE9D-907BB5133E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" name="Freeform 1447">
                <a:extLst>
                  <a:ext uri="{FF2B5EF4-FFF2-40B4-BE49-F238E27FC236}">
                    <a16:creationId xmlns:a16="http://schemas.microsoft.com/office/drawing/2014/main" id="{6AC7AA84-FCC9-6E12-E5E2-A01E349F91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Oval 1448">
                <a:extLst>
                  <a:ext uri="{FF2B5EF4-FFF2-40B4-BE49-F238E27FC236}">
                    <a16:creationId xmlns:a16="http://schemas.microsoft.com/office/drawing/2014/main" id="{104AF9E5-3EA2-9B90-BAFC-0A288D417E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449">
              <a:extLst>
                <a:ext uri="{FF2B5EF4-FFF2-40B4-BE49-F238E27FC236}">
                  <a16:creationId xmlns:a16="http://schemas.microsoft.com/office/drawing/2014/main" id="{91DFE615-D1B4-1802-8DAD-6A60D1D2B0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65" name="Oval 1450">
                <a:extLst>
                  <a:ext uri="{FF2B5EF4-FFF2-40B4-BE49-F238E27FC236}">
                    <a16:creationId xmlns:a16="http://schemas.microsoft.com/office/drawing/2014/main" id="{06ACEC44-E595-0D88-83BE-F9F993AFD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6" name="Oval 1451">
                <a:extLst>
                  <a:ext uri="{FF2B5EF4-FFF2-40B4-BE49-F238E27FC236}">
                    <a16:creationId xmlns:a16="http://schemas.microsoft.com/office/drawing/2014/main" id="{BA762C2E-0389-62AC-7F9B-AE56E26AB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7" name="Freeform 1452">
                <a:extLst>
                  <a:ext uri="{FF2B5EF4-FFF2-40B4-BE49-F238E27FC236}">
                    <a16:creationId xmlns:a16="http://schemas.microsoft.com/office/drawing/2014/main" id="{896501E6-17AB-FA6A-4FE1-10D2071CC9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Freeform 1453">
                <a:extLst>
                  <a:ext uri="{FF2B5EF4-FFF2-40B4-BE49-F238E27FC236}">
                    <a16:creationId xmlns:a16="http://schemas.microsoft.com/office/drawing/2014/main" id="{4892FB72-FC90-8C43-F43F-2538FE4913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" name="Freeform 1454">
                <a:extLst>
                  <a:ext uri="{FF2B5EF4-FFF2-40B4-BE49-F238E27FC236}">
                    <a16:creationId xmlns:a16="http://schemas.microsoft.com/office/drawing/2014/main" id="{CC1EB06B-7EBB-4196-AB4A-9F66AA92AA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Oval 1455">
                <a:extLst>
                  <a:ext uri="{FF2B5EF4-FFF2-40B4-BE49-F238E27FC236}">
                    <a16:creationId xmlns:a16="http://schemas.microsoft.com/office/drawing/2014/main" id="{3AC2DECB-7055-A26C-1F88-6AE063BB66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1" name="Group 1456">
              <a:extLst>
                <a:ext uri="{FF2B5EF4-FFF2-40B4-BE49-F238E27FC236}">
                  <a16:creationId xmlns:a16="http://schemas.microsoft.com/office/drawing/2014/main" id="{99BD41CB-07AC-C308-6D4A-F2A188BFA7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59" name="Oval 1457">
                <a:extLst>
                  <a:ext uri="{FF2B5EF4-FFF2-40B4-BE49-F238E27FC236}">
                    <a16:creationId xmlns:a16="http://schemas.microsoft.com/office/drawing/2014/main" id="{B689E008-A47C-89A7-BE42-8C6325B42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0" name="Oval 1458">
                <a:extLst>
                  <a:ext uri="{FF2B5EF4-FFF2-40B4-BE49-F238E27FC236}">
                    <a16:creationId xmlns:a16="http://schemas.microsoft.com/office/drawing/2014/main" id="{B1D7C6F4-82E2-0462-EC7B-AAEA3B202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1" name="Freeform 1459">
                <a:extLst>
                  <a:ext uri="{FF2B5EF4-FFF2-40B4-BE49-F238E27FC236}">
                    <a16:creationId xmlns:a16="http://schemas.microsoft.com/office/drawing/2014/main" id="{F5311877-87BD-A13F-FAFA-93D48EF55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Freeform 1460">
                <a:extLst>
                  <a:ext uri="{FF2B5EF4-FFF2-40B4-BE49-F238E27FC236}">
                    <a16:creationId xmlns:a16="http://schemas.microsoft.com/office/drawing/2014/main" id="{A02157A1-83FD-6992-E8C9-B931C19D6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" name="Freeform 1461">
                <a:extLst>
                  <a:ext uri="{FF2B5EF4-FFF2-40B4-BE49-F238E27FC236}">
                    <a16:creationId xmlns:a16="http://schemas.microsoft.com/office/drawing/2014/main" id="{5E4B4226-0292-D9E7-F01A-25ED96421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Oval 1462">
                <a:extLst>
                  <a:ext uri="{FF2B5EF4-FFF2-40B4-BE49-F238E27FC236}">
                    <a16:creationId xmlns:a16="http://schemas.microsoft.com/office/drawing/2014/main" id="{E7DE48F0-CF52-102C-1916-BD197FC5E9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2" name="Group 1463">
              <a:extLst>
                <a:ext uri="{FF2B5EF4-FFF2-40B4-BE49-F238E27FC236}">
                  <a16:creationId xmlns:a16="http://schemas.microsoft.com/office/drawing/2014/main" id="{EB02E7D1-1FC8-A313-2284-90F34BDC8E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53" name="Oval 1464">
                <a:extLst>
                  <a:ext uri="{FF2B5EF4-FFF2-40B4-BE49-F238E27FC236}">
                    <a16:creationId xmlns:a16="http://schemas.microsoft.com/office/drawing/2014/main" id="{9174F5DC-822A-9AC2-E190-B1B39B4BA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4" name="Oval 1465">
                <a:extLst>
                  <a:ext uri="{FF2B5EF4-FFF2-40B4-BE49-F238E27FC236}">
                    <a16:creationId xmlns:a16="http://schemas.microsoft.com/office/drawing/2014/main" id="{C2C3B3D3-35F6-F136-2FFA-9B18B10F2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5" name="Freeform 1466">
                <a:extLst>
                  <a:ext uri="{FF2B5EF4-FFF2-40B4-BE49-F238E27FC236}">
                    <a16:creationId xmlns:a16="http://schemas.microsoft.com/office/drawing/2014/main" id="{AB3934A0-47F0-53D0-AF28-37FFFB4E2B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1467">
                <a:extLst>
                  <a:ext uri="{FF2B5EF4-FFF2-40B4-BE49-F238E27FC236}">
                    <a16:creationId xmlns:a16="http://schemas.microsoft.com/office/drawing/2014/main" id="{A45940E3-1C27-AA3E-4222-22F16DD58F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1468">
                <a:extLst>
                  <a:ext uri="{FF2B5EF4-FFF2-40B4-BE49-F238E27FC236}">
                    <a16:creationId xmlns:a16="http://schemas.microsoft.com/office/drawing/2014/main" id="{C782F89F-0A58-DE69-EA0F-2A225564B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Oval 1469">
                <a:extLst>
                  <a:ext uri="{FF2B5EF4-FFF2-40B4-BE49-F238E27FC236}">
                    <a16:creationId xmlns:a16="http://schemas.microsoft.com/office/drawing/2014/main" id="{772D6C3B-9F6D-861A-60B1-6F148F980E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3" name="Group 1470">
              <a:extLst>
                <a:ext uri="{FF2B5EF4-FFF2-40B4-BE49-F238E27FC236}">
                  <a16:creationId xmlns:a16="http://schemas.microsoft.com/office/drawing/2014/main" id="{169EF488-8D78-08FC-F618-6900F5E8F5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47" name="Oval 1471">
                <a:extLst>
                  <a:ext uri="{FF2B5EF4-FFF2-40B4-BE49-F238E27FC236}">
                    <a16:creationId xmlns:a16="http://schemas.microsoft.com/office/drawing/2014/main" id="{C9B8396B-803A-E634-20E4-93682B60D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8" name="Oval 1472">
                <a:extLst>
                  <a:ext uri="{FF2B5EF4-FFF2-40B4-BE49-F238E27FC236}">
                    <a16:creationId xmlns:a16="http://schemas.microsoft.com/office/drawing/2014/main" id="{3D455C2D-06A9-1AE7-8BB0-A55581554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9" name="Freeform 1473">
                <a:extLst>
                  <a:ext uri="{FF2B5EF4-FFF2-40B4-BE49-F238E27FC236}">
                    <a16:creationId xmlns:a16="http://schemas.microsoft.com/office/drawing/2014/main" id="{46FFA02F-7DA4-ABD2-0E76-27B48BB94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1474">
                <a:extLst>
                  <a:ext uri="{FF2B5EF4-FFF2-40B4-BE49-F238E27FC236}">
                    <a16:creationId xmlns:a16="http://schemas.microsoft.com/office/drawing/2014/main" id="{86DB1958-1BBB-F4FC-2AA2-316DBFF51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Freeform 1475">
                <a:extLst>
                  <a:ext uri="{FF2B5EF4-FFF2-40B4-BE49-F238E27FC236}">
                    <a16:creationId xmlns:a16="http://schemas.microsoft.com/office/drawing/2014/main" id="{F358CEF2-08FA-8267-329B-DD9A437096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Oval 1476">
                <a:extLst>
                  <a:ext uri="{FF2B5EF4-FFF2-40B4-BE49-F238E27FC236}">
                    <a16:creationId xmlns:a16="http://schemas.microsoft.com/office/drawing/2014/main" id="{EDD53F45-55A6-17A0-F37C-61BE628ED1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4" name="Group 1477">
              <a:extLst>
                <a:ext uri="{FF2B5EF4-FFF2-40B4-BE49-F238E27FC236}">
                  <a16:creationId xmlns:a16="http://schemas.microsoft.com/office/drawing/2014/main" id="{CB8CE226-BE44-A23A-1E33-339438ACC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41" name="Oval 1478">
                <a:extLst>
                  <a:ext uri="{FF2B5EF4-FFF2-40B4-BE49-F238E27FC236}">
                    <a16:creationId xmlns:a16="http://schemas.microsoft.com/office/drawing/2014/main" id="{60A340A5-8A43-FAEE-0FDE-01E130B780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2" name="Oval 1479">
                <a:extLst>
                  <a:ext uri="{FF2B5EF4-FFF2-40B4-BE49-F238E27FC236}">
                    <a16:creationId xmlns:a16="http://schemas.microsoft.com/office/drawing/2014/main" id="{52FF03CE-E328-142F-CA4B-041A2EB90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3" name="Freeform 1480">
                <a:extLst>
                  <a:ext uri="{FF2B5EF4-FFF2-40B4-BE49-F238E27FC236}">
                    <a16:creationId xmlns:a16="http://schemas.microsoft.com/office/drawing/2014/main" id="{3BAF85DD-9B1F-E834-6EC0-9C66FE78CE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1481">
                <a:extLst>
                  <a:ext uri="{FF2B5EF4-FFF2-40B4-BE49-F238E27FC236}">
                    <a16:creationId xmlns:a16="http://schemas.microsoft.com/office/drawing/2014/main" id="{CCA2C2D8-1D16-9DA7-B271-007294A5B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1482">
                <a:extLst>
                  <a:ext uri="{FF2B5EF4-FFF2-40B4-BE49-F238E27FC236}">
                    <a16:creationId xmlns:a16="http://schemas.microsoft.com/office/drawing/2014/main" id="{D788CEAB-D67E-A928-71D5-24F9BDF095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Oval 1483">
                <a:extLst>
                  <a:ext uri="{FF2B5EF4-FFF2-40B4-BE49-F238E27FC236}">
                    <a16:creationId xmlns:a16="http://schemas.microsoft.com/office/drawing/2014/main" id="{B5C432D9-9ED7-F6A7-D18F-27E058113A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5" name="Group 1484">
              <a:extLst>
                <a:ext uri="{FF2B5EF4-FFF2-40B4-BE49-F238E27FC236}">
                  <a16:creationId xmlns:a16="http://schemas.microsoft.com/office/drawing/2014/main" id="{0105187F-E61D-9A54-46A2-B6410DCEF6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35" name="Oval 1485">
                <a:extLst>
                  <a:ext uri="{FF2B5EF4-FFF2-40B4-BE49-F238E27FC236}">
                    <a16:creationId xmlns:a16="http://schemas.microsoft.com/office/drawing/2014/main" id="{82438AB9-ADDA-943A-E8B5-408DABAF42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6" name="Oval 1486">
                <a:extLst>
                  <a:ext uri="{FF2B5EF4-FFF2-40B4-BE49-F238E27FC236}">
                    <a16:creationId xmlns:a16="http://schemas.microsoft.com/office/drawing/2014/main" id="{CEEFBA90-7C54-4F37-38CA-B6A89679D9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7" name="Freeform 1487">
                <a:extLst>
                  <a:ext uri="{FF2B5EF4-FFF2-40B4-BE49-F238E27FC236}">
                    <a16:creationId xmlns:a16="http://schemas.microsoft.com/office/drawing/2014/main" id="{23624CDA-C0CB-D861-3023-4F52C5F9DD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 1488">
                <a:extLst>
                  <a:ext uri="{FF2B5EF4-FFF2-40B4-BE49-F238E27FC236}">
                    <a16:creationId xmlns:a16="http://schemas.microsoft.com/office/drawing/2014/main" id="{A7BB4849-F6E8-B086-374C-28B8FE07A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Freeform 1489">
                <a:extLst>
                  <a:ext uri="{FF2B5EF4-FFF2-40B4-BE49-F238E27FC236}">
                    <a16:creationId xmlns:a16="http://schemas.microsoft.com/office/drawing/2014/main" id="{408D8093-802F-A332-07B6-8B617D33A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Oval 1490">
                <a:extLst>
                  <a:ext uri="{FF2B5EF4-FFF2-40B4-BE49-F238E27FC236}">
                    <a16:creationId xmlns:a16="http://schemas.microsoft.com/office/drawing/2014/main" id="{87238793-2119-6623-5D88-88D494C4A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6" name="Group 1491">
              <a:extLst>
                <a:ext uri="{FF2B5EF4-FFF2-40B4-BE49-F238E27FC236}">
                  <a16:creationId xmlns:a16="http://schemas.microsoft.com/office/drawing/2014/main" id="{4D6DCA87-ECD9-E989-4483-D3ABF18C5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29" name="Oval 1492">
                <a:extLst>
                  <a:ext uri="{FF2B5EF4-FFF2-40B4-BE49-F238E27FC236}">
                    <a16:creationId xmlns:a16="http://schemas.microsoft.com/office/drawing/2014/main" id="{916F59BF-B054-7E04-9889-9A3407E24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0" name="Oval 1493">
                <a:extLst>
                  <a:ext uri="{FF2B5EF4-FFF2-40B4-BE49-F238E27FC236}">
                    <a16:creationId xmlns:a16="http://schemas.microsoft.com/office/drawing/2014/main" id="{F9041D53-96EB-79FA-A4FC-BA4908651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1" name="Freeform 1494">
                <a:extLst>
                  <a:ext uri="{FF2B5EF4-FFF2-40B4-BE49-F238E27FC236}">
                    <a16:creationId xmlns:a16="http://schemas.microsoft.com/office/drawing/2014/main" id="{7FD5BEE8-9B60-C782-9ABD-73D4CDFD1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1495">
                <a:extLst>
                  <a:ext uri="{FF2B5EF4-FFF2-40B4-BE49-F238E27FC236}">
                    <a16:creationId xmlns:a16="http://schemas.microsoft.com/office/drawing/2014/main" id="{33FB2193-71AE-CE63-C784-63AC18DE14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1496">
                <a:extLst>
                  <a:ext uri="{FF2B5EF4-FFF2-40B4-BE49-F238E27FC236}">
                    <a16:creationId xmlns:a16="http://schemas.microsoft.com/office/drawing/2014/main" id="{BE7F5805-5FC2-54BE-07AA-53608D3298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Oval 1497">
                <a:extLst>
                  <a:ext uri="{FF2B5EF4-FFF2-40B4-BE49-F238E27FC236}">
                    <a16:creationId xmlns:a16="http://schemas.microsoft.com/office/drawing/2014/main" id="{FB0C9C0B-8A54-6815-F64C-2F631546C9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7" name="Group 1498">
              <a:extLst>
                <a:ext uri="{FF2B5EF4-FFF2-40B4-BE49-F238E27FC236}">
                  <a16:creationId xmlns:a16="http://schemas.microsoft.com/office/drawing/2014/main" id="{BC4F32AC-750E-63AF-DF62-99155718B2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23" name="Oval 1499">
                <a:extLst>
                  <a:ext uri="{FF2B5EF4-FFF2-40B4-BE49-F238E27FC236}">
                    <a16:creationId xmlns:a16="http://schemas.microsoft.com/office/drawing/2014/main" id="{88A02994-CEE1-45E3-5570-5C76207D6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4" name="Oval 1500">
                <a:extLst>
                  <a:ext uri="{FF2B5EF4-FFF2-40B4-BE49-F238E27FC236}">
                    <a16:creationId xmlns:a16="http://schemas.microsoft.com/office/drawing/2014/main" id="{8FBF3F3D-9C61-7B76-43C5-7CEA070A76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5" name="Freeform 1501">
                <a:extLst>
                  <a:ext uri="{FF2B5EF4-FFF2-40B4-BE49-F238E27FC236}">
                    <a16:creationId xmlns:a16="http://schemas.microsoft.com/office/drawing/2014/main" id="{6395E05B-5B1D-2CDE-02A9-E1EF7E506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1502">
                <a:extLst>
                  <a:ext uri="{FF2B5EF4-FFF2-40B4-BE49-F238E27FC236}">
                    <a16:creationId xmlns:a16="http://schemas.microsoft.com/office/drawing/2014/main" id="{AFD27CC0-9403-EE0A-476D-557ED03401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1503">
                <a:extLst>
                  <a:ext uri="{FF2B5EF4-FFF2-40B4-BE49-F238E27FC236}">
                    <a16:creationId xmlns:a16="http://schemas.microsoft.com/office/drawing/2014/main" id="{2D77BF3B-D881-5386-4523-5A8696087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Oval 1504">
                <a:extLst>
                  <a:ext uri="{FF2B5EF4-FFF2-40B4-BE49-F238E27FC236}">
                    <a16:creationId xmlns:a16="http://schemas.microsoft.com/office/drawing/2014/main" id="{3DA844B2-F7A2-6040-1854-EAF9D910C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8" name="Group 1505">
              <a:extLst>
                <a:ext uri="{FF2B5EF4-FFF2-40B4-BE49-F238E27FC236}">
                  <a16:creationId xmlns:a16="http://schemas.microsoft.com/office/drawing/2014/main" id="{C5BDEC28-529E-8D92-BE3B-0240A52810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17" name="Oval 1506">
                <a:extLst>
                  <a:ext uri="{FF2B5EF4-FFF2-40B4-BE49-F238E27FC236}">
                    <a16:creationId xmlns:a16="http://schemas.microsoft.com/office/drawing/2014/main" id="{8AA6C1B2-F869-EB4B-88AD-49C49BE9F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8" name="Oval 1507">
                <a:extLst>
                  <a:ext uri="{FF2B5EF4-FFF2-40B4-BE49-F238E27FC236}">
                    <a16:creationId xmlns:a16="http://schemas.microsoft.com/office/drawing/2014/main" id="{09D8A1C8-80FD-56CB-FA07-AE6CACC7ED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9" name="Freeform 1508">
                <a:extLst>
                  <a:ext uri="{FF2B5EF4-FFF2-40B4-BE49-F238E27FC236}">
                    <a16:creationId xmlns:a16="http://schemas.microsoft.com/office/drawing/2014/main" id="{F7C8AC0E-4F83-6497-4835-DF83328572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1509">
                <a:extLst>
                  <a:ext uri="{FF2B5EF4-FFF2-40B4-BE49-F238E27FC236}">
                    <a16:creationId xmlns:a16="http://schemas.microsoft.com/office/drawing/2014/main" id="{F563B51B-0C67-F6A9-8B2F-92BD8AB1D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1510">
                <a:extLst>
                  <a:ext uri="{FF2B5EF4-FFF2-40B4-BE49-F238E27FC236}">
                    <a16:creationId xmlns:a16="http://schemas.microsoft.com/office/drawing/2014/main" id="{B06B9832-AB87-B7B1-4F63-A224574565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Oval 1511">
                <a:extLst>
                  <a:ext uri="{FF2B5EF4-FFF2-40B4-BE49-F238E27FC236}">
                    <a16:creationId xmlns:a16="http://schemas.microsoft.com/office/drawing/2014/main" id="{8D1469D5-1955-C992-9BAA-A4508A1EB3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9" name="Group 1512">
              <a:extLst>
                <a:ext uri="{FF2B5EF4-FFF2-40B4-BE49-F238E27FC236}">
                  <a16:creationId xmlns:a16="http://schemas.microsoft.com/office/drawing/2014/main" id="{948DB8B2-917A-53A8-46BC-F49D47E75D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11" name="Oval 1513">
                <a:extLst>
                  <a:ext uri="{FF2B5EF4-FFF2-40B4-BE49-F238E27FC236}">
                    <a16:creationId xmlns:a16="http://schemas.microsoft.com/office/drawing/2014/main" id="{3EF9FB9B-4E33-249D-1B25-ED241937E9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2" name="Oval 1514">
                <a:extLst>
                  <a:ext uri="{FF2B5EF4-FFF2-40B4-BE49-F238E27FC236}">
                    <a16:creationId xmlns:a16="http://schemas.microsoft.com/office/drawing/2014/main" id="{6B1C62B2-2FDA-8D2B-D627-CB794B29A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3" name="Freeform 1515">
                <a:extLst>
                  <a:ext uri="{FF2B5EF4-FFF2-40B4-BE49-F238E27FC236}">
                    <a16:creationId xmlns:a16="http://schemas.microsoft.com/office/drawing/2014/main" id="{4B7357B7-B7AD-386A-DB7C-5593C2080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1516">
                <a:extLst>
                  <a:ext uri="{FF2B5EF4-FFF2-40B4-BE49-F238E27FC236}">
                    <a16:creationId xmlns:a16="http://schemas.microsoft.com/office/drawing/2014/main" id="{5E9F137E-0D12-E55A-438C-29FCAB0C7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1517">
                <a:extLst>
                  <a:ext uri="{FF2B5EF4-FFF2-40B4-BE49-F238E27FC236}">
                    <a16:creationId xmlns:a16="http://schemas.microsoft.com/office/drawing/2014/main" id="{97AB37D4-4944-FE35-4796-FDB15506F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Oval 1518">
                <a:extLst>
                  <a:ext uri="{FF2B5EF4-FFF2-40B4-BE49-F238E27FC236}">
                    <a16:creationId xmlns:a16="http://schemas.microsoft.com/office/drawing/2014/main" id="{CC807D8B-86F5-7071-315C-ECED423AC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0" name="Group 1519">
              <a:extLst>
                <a:ext uri="{FF2B5EF4-FFF2-40B4-BE49-F238E27FC236}">
                  <a16:creationId xmlns:a16="http://schemas.microsoft.com/office/drawing/2014/main" id="{339429D1-5C20-5342-2094-1F20654F28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05" name="Oval 1520">
                <a:extLst>
                  <a:ext uri="{FF2B5EF4-FFF2-40B4-BE49-F238E27FC236}">
                    <a16:creationId xmlns:a16="http://schemas.microsoft.com/office/drawing/2014/main" id="{90E3D5B9-9504-1DCF-2474-038F7D41BC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6" name="Oval 1521">
                <a:extLst>
                  <a:ext uri="{FF2B5EF4-FFF2-40B4-BE49-F238E27FC236}">
                    <a16:creationId xmlns:a16="http://schemas.microsoft.com/office/drawing/2014/main" id="{55C09C1D-9C6A-C4D0-0EF1-DCB4F9DC7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7" name="Freeform 1522">
                <a:extLst>
                  <a:ext uri="{FF2B5EF4-FFF2-40B4-BE49-F238E27FC236}">
                    <a16:creationId xmlns:a16="http://schemas.microsoft.com/office/drawing/2014/main" id="{A4A0BD53-E38E-D6F4-73CB-25C704C599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1523">
                <a:extLst>
                  <a:ext uri="{FF2B5EF4-FFF2-40B4-BE49-F238E27FC236}">
                    <a16:creationId xmlns:a16="http://schemas.microsoft.com/office/drawing/2014/main" id="{0BCB3D25-F198-D433-19ED-9FA96D2B43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1524">
                <a:extLst>
                  <a:ext uri="{FF2B5EF4-FFF2-40B4-BE49-F238E27FC236}">
                    <a16:creationId xmlns:a16="http://schemas.microsoft.com/office/drawing/2014/main" id="{4E3774E1-7486-6722-A148-583991289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Oval 1525">
                <a:extLst>
                  <a:ext uri="{FF2B5EF4-FFF2-40B4-BE49-F238E27FC236}">
                    <a16:creationId xmlns:a16="http://schemas.microsoft.com/office/drawing/2014/main" id="{96623975-A09B-69A7-34DA-677D0C2A73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1" name="Group 1526">
              <a:extLst>
                <a:ext uri="{FF2B5EF4-FFF2-40B4-BE49-F238E27FC236}">
                  <a16:creationId xmlns:a16="http://schemas.microsoft.com/office/drawing/2014/main" id="{FDEAA458-D88F-E040-B4FD-AC13A4F039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99" name="Oval 1527">
                <a:extLst>
                  <a:ext uri="{FF2B5EF4-FFF2-40B4-BE49-F238E27FC236}">
                    <a16:creationId xmlns:a16="http://schemas.microsoft.com/office/drawing/2014/main" id="{6FB7E00E-79F6-68CE-CDCB-D594F9E35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0" name="Oval 1528">
                <a:extLst>
                  <a:ext uri="{FF2B5EF4-FFF2-40B4-BE49-F238E27FC236}">
                    <a16:creationId xmlns:a16="http://schemas.microsoft.com/office/drawing/2014/main" id="{1DC7250F-05E6-87AF-C194-F5F69482F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1" name="Freeform 1529">
                <a:extLst>
                  <a:ext uri="{FF2B5EF4-FFF2-40B4-BE49-F238E27FC236}">
                    <a16:creationId xmlns:a16="http://schemas.microsoft.com/office/drawing/2014/main" id="{3D4D48C4-6D1A-8E1F-48BC-12AAAE5343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1530">
                <a:extLst>
                  <a:ext uri="{FF2B5EF4-FFF2-40B4-BE49-F238E27FC236}">
                    <a16:creationId xmlns:a16="http://schemas.microsoft.com/office/drawing/2014/main" id="{0C4E167C-60BE-551C-72F1-43E859C13F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1531">
                <a:extLst>
                  <a:ext uri="{FF2B5EF4-FFF2-40B4-BE49-F238E27FC236}">
                    <a16:creationId xmlns:a16="http://schemas.microsoft.com/office/drawing/2014/main" id="{F26A0AEA-FE6C-725F-8635-94F007411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Oval 1532">
                <a:extLst>
                  <a:ext uri="{FF2B5EF4-FFF2-40B4-BE49-F238E27FC236}">
                    <a16:creationId xmlns:a16="http://schemas.microsoft.com/office/drawing/2014/main" id="{B74C7666-CD15-7FEF-E481-4E9DB5EA57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2" name="Group 1533">
              <a:extLst>
                <a:ext uri="{FF2B5EF4-FFF2-40B4-BE49-F238E27FC236}">
                  <a16:creationId xmlns:a16="http://schemas.microsoft.com/office/drawing/2014/main" id="{500BDF21-96A9-DFC2-A7B9-F20F19E353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93" name="Oval 1534">
                <a:extLst>
                  <a:ext uri="{FF2B5EF4-FFF2-40B4-BE49-F238E27FC236}">
                    <a16:creationId xmlns:a16="http://schemas.microsoft.com/office/drawing/2014/main" id="{2190040E-4694-A8B7-36B4-49936F471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4" name="Oval 1535">
                <a:extLst>
                  <a:ext uri="{FF2B5EF4-FFF2-40B4-BE49-F238E27FC236}">
                    <a16:creationId xmlns:a16="http://schemas.microsoft.com/office/drawing/2014/main" id="{2311715B-ADC8-9FB6-21C1-BC3411EA18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5" name="Freeform 1536">
                <a:extLst>
                  <a:ext uri="{FF2B5EF4-FFF2-40B4-BE49-F238E27FC236}">
                    <a16:creationId xmlns:a16="http://schemas.microsoft.com/office/drawing/2014/main" id="{51015A4F-C786-981C-C4E5-45F07D2DF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 1537">
                <a:extLst>
                  <a:ext uri="{FF2B5EF4-FFF2-40B4-BE49-F238E27FC236}">
                    <a16:creationId xmlns:a16="http://schemas.microsoft.com/office/drawing/2014/main" id="{97ABA0B4-17AE-D70F-A748-B4440072A7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1538">
                <a:extLst>
                  <a:ext uri="{FF2B5EF4-FFF2-40B4-BE49-F238E27FC236}">
                    <a16:creationId xmlns:a16="http://schemas.microsoft.com/office/drawing/2014/main" id="{1ED7CB41-186A-1B35-17C2-423C7118EE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Oval 1539">
                <a:extLst>
                  <a:ext uri="{FF2B5EF4-FFF2-40B4-BE49-F238E27FC236}">
                    <a16:creationId xmlns:a16="http://schemas.microsoft.com/office/drawing/2014/main" id="{66683B14-D7CC-1D8A-3D2E-C02B75C6C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3" name="Group 1540">
              <a:extLst>
                <a:ext uri="{FF2B5EF4-FFF2-40B4-BE49-F238E27FC236}">
                  <a16:creationId xmlns:a16="http://schemas.microsoft.com/office/drawing/2014/main" id="{AE96FE4B-173E-27F5-0277-41CAF134A5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87" name="Oval 1541">
                <a:extLst>
                  <a:ext uri="{FF2B5EF4-FFF2-40B4-BE49-F238E27FC236}">
                    <a16:creationId xmlns:a16="http://schemas.microsoft.com/office/drawing/2014/main" id="{CB61B993-E4F0-78F6-D022-2B78A7035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8" name="Oval 1542">
                <a:extLst>
                  <a:ext uri="{FF2B5EF4-FFF2-40B4-BE49-F238E27FC236}">
                    <a16:creationId xmlns:a16="http://schemas.microsoft.com/office/drawing/2014/main" id="{C70E0285-DDA0-71D4-D69D-F804A7C91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9" name="Freeform 1543">
                <a:extLst>
                  <a:ext uri="{FF2B5EF4-FFF2-40B4-BE49-F238E27FC236}">
                    <a16:creationId xmlns:a16="http://schemas.microsoft.com/office/drawing/2014/main" id="{C3AB0544-64BF-910E-4888-8909C497B2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1544">
                <a:extLst>
                  <a:ext uri="{FF2B5EF4-FFF2-40B4-BE49-F238E27FC236}">
                    <a16:creationId xmlns:a16="http://schemas.microsoft.com/office/drawing/2014/main" id="{46EE73E7-5579-7E07-0731-FD9306362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1545">
                <a:extLst>
                  <a:ext uri="{FF2B5EF4-FFF2-40B4-BE49-F238E27FC236}">
                    <a16:creationId xmlns:a16="http://schemas.microsoft.com/office/drawing/2014/main" id="{E227FDC1-B8B0-B331-0520-9B78DF9D90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Oval 1546">
                <a:extLst>
                  <a:ext uri="{FF2B5EF4-FFF2-40B4-BE49-F238E27FC236}">
                    <a16:creationId xmlns:a16="http://schemas.microsoft.com/office/drawing/2014/main" id="{098C853F-7A82-D899-2E2A-5A201134B0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4" name="Group 1547">
              <a:extLst>
                <a:ext uri="{FF2B5EF4-FFF2-40B4-BE49-F238E27FC236}">
                  <a16:creationId xmlns:a16="http://schemas.microsoft.com/office/drawing/2014/main" id="{CF71948F-8C1F-A78A-1B1B-1D454D9CEA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81" name="Oval 1548">
                <a:extLst>
                  <a:ext uri="{FF2B5EF4-FFF2-40B4-BE49-F238E27FC236}">
                    <a16:creationId xmlns:a16="http://schemas.microsoft.com/office/drawing/2014/main" id="{B9B44786-8919-EC95-4462-9CC330F6F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2" name="Oval 1549">
                <a:extLst>
                  <a:ext uri="{FF2B5EF4-FFF2-40B4-BE49-F238E27FC236}">
                    <a16:creationId xmlns:a16="http://schemas.microsoft.com/office/drawing/2014/main" id="{95206C2A-CB01-C895-E0A2-E3E5D4D08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3" name="Freeform 1550">
                <a:extLst>
                  <a:ext uri="{FF2B5EF4-FFF2-40B4-BE49-F238E27FC236}">
                    <a16:creationId xmlns:a16="http://schemas.microsoft.com/office/drawing/2014/main" id="{DB59989E-1530-A90E-1DF9-E5DFD738E3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1551">
                <a:extLst>
                  <a:ext uri="{FF2B5EF4-FFF2-40B4-BE49-F238E27FC236}">
                    <a16:creationId xmlns:a16="http://schemas.microsoft.com/office/drawing/2014/main" id="{1B0299D8-CF89-98CB-9135-80F52495E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1552">
                <a:extLst>
                  <a:ext uri="{FF2B5EF4-FFF2-40B4-BE49-F238E27FC236}">
                    <a16:creationId xmlns:a16="http://schemas.microsoft.com/office/drawing/2014/main" id="{111C57A9-B67A-D8FF-5B66-CC33A70808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Oval 1553">
                <a:extLst>
                  <a:ext uri="{FF2B5EF4-FFF2-40B4-BE49-F238E27FC236}">
                    <a16:creationId xmlns:a16="http://schemas.microsoft.com/office/drawing/2014/main" id="{0EA8F94F-259C-9BC0-5FB5-0AB3195C1A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5" name="Group 1554">
              <a:extLst>
                <a:ext uri="{FF2B5EF4-FFF2-40B4-BE49-F238E27FC236}">
                  <a16:creationId xmlns:a16="http://schemas.microsoft.com/office/drawing/2014/main" id="{9C97BAF9-FC1F-F6BA-D41B-1C39295362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75" name="Oval 1555">
                <a:extLst>
                  <a:ext uri="{FF2B5EF4-FFF2-40B4-BE49-F238E27FC236}">
                    <a16:creationId xmlns:a16="http://schemas.microsoft.com/office/drawing/2014/main" id="{65918EF0-B52B-1EE9-E985-C20CA332AE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6" name="Oval 1556">
                <a:extLst>
                  <a:ext uri="{FF2B5EF4-FFF2-40B4-BE49-F238E27FC236}">
                    <a16:creationId xmlns:a16="http://schemas.microsoft.com/office/drawing/2014/main" id="{C64F6C9E-6E62-DD40-91C9-4C5813500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7" name="Freeform 1557">
                <a:extLst>
                  <a:ext uri="{FF2B5EF4-FFF2-40B4-BE49-F238E27FC236}">
                    <a16:creationId xmlns:a16="http://schemas.microsoft.com/office/drawing/2014/main" id="{32475066-5FB8-FC96-AE5C-13237E120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1558">
                <a:extLst>
                  <a:ext uri="{FF2B5EF4-FFF2-40B4-BE49-F238E27FC236}">
                    <a16:creationId xmlns:a16="http://schemas.microsoft.com/office/drawing/2014/main" id="{1054EFF3-313F-7348-B59B-6E062E5BAB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1559">
                <a:extLst>
                  <a:ext uri="{FF2B5EF4-FFF2-40B4-BE49-F238E27FC236}">
                    <a16:creationId xmlns:a16="http://schemas.microsoft.com/office/drawing/2014/main" id="{22DE5AB3-7141-AFD3-959E-873A3FAC6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Oval 1560">
                <a:extLst>
                  <a:ext uri="{FF2B5EF4-FFF2-40B4-BE49-F238E27FC236}">
                    <a16:creationId xmlns:a16="http://schemas.microsoft.com/office/drawing/2014/main" id="{897E32B7-4D11-CF45-AC2C-AB92C6749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6" name="Group 1561">
              <a:extLst>
                <a:ext uri="{FF2B5EF4-FFF2-40B4-BE49-F238E27FC236}">
                  <a16:creationId xmlns:a16="http://schemas.microsoft.com/office/drawing/2014/main" id="{308572D1-230B-92AA-4587-B374AF268B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69" name="Oval 1562">
                <a:extLst>
                  <a:ext uri="{FF2B5EF4-FFF2-40B4-BE49-F238E27FC236}">
                    <a16:creationId xmlns:a16="http://schemas.microsoft.com/office/drawing/2014/main" id="{C9A8A508-6453-E1E6-E271-CE4F51FF1D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0" name="Oval 1563">
                <a:extLst>
                  <a:ext uri="{FF2B5EF4-FFF2-40B4-BE49-F238E27FC236}">
                    <a16:creationId xmlns:a16="http://schemas.microsoft.com/office/drawing/2014/main" id="{6DEEFF57-87AB-9E76-BE86-0428E4BC2A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1" name="Freeform 1564">
                <a:extLst>
                  <a:ext uri="{FF2B5EF4-FFF2-40B4-BE49-F238E27FC236}">
                    <a16:creationId xmlns:a16="http://schemas.microsoft.com/office/drawing/2014/main" id="{5FCECF2A-21EC-BE95-3146-F4DD4B1551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1565">
                <a:extLst>
                  <a:ext uri="{FF2B5EF4-FFF2-40B4-BE49-F238E27FC236}">
                    <a16:creationId xmlns:a16="http://schemas.microsoft.com/office/drawing/2014/main" id="{485288A4-C3BA-0D8D-E103-45DA57BD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1566">
                <a:extLst>
                  <a:ext uri="{FF2B5EF4-FFF2-40B4-BE49-F238E27FC236}">
                    <a16:creationId xmlns:a16="http://schemas.microsoft.com/office/drawing/2014/main" id="{52183163-828F-E53B-8B48-9D41E4D8B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Oval 1567">
                <a:extLst>
                  <a:ext uri="{FF2B5EF4-FFF2-40B4-BE49-F238E27FC236}">
                    <a16:creationId xmlns:a16="http://schemas.microsoft.com/office/drawing/2014/main" id="{A8735C03-BF11-D873-E33F-75B3D9C15C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7" name="Group 1568">
              <a:extLst>
                <a:ext uri="{FF2B5EF4-FFF2-40B4-BE49-F238E27FC236}">
                  <a16:creationId xmlns:a16="http://schemas.microsoft.com/office/drawing/2014/main" id="{703F41B5-5662-8ED5-1F9A-F76BEA35DE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63" name="Oval 1569">
                <a:extLst>
                  <a:ext uri="{FF2B5EF4-FFF2-40B4-BE49-F238E27FC236}">
                    <a16:creationId xmlns:a16="http://schemas.microsoft.com/office/drawing/2014/main" id="{7D26CD61-DF59-2E02-05B7-FDBDBD30A1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" name="Oval 1570">
                <a:extLst>
                  <a:ext uri="{FF2B5EF4-FFF2-40B4-BE49-F238E27FC236}">
                    <a16:creationId xmlns:a16="http://schemas.microsoft.com/office/drawing/2014/main" id="{063BFED7-86D4-F888-419A-CF17AC901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" name="Freeform 1571">
                <a:extLst>
                  <a:ext uri="{FF2B5EF4-FFF2-40B4-BE49-F238E27FC236}">
                    <a16:creationId xmlns:a16="http://schemas.microsoft.com/office/drawing/2014/main" id="{3A89558B-3444-84A3-9000-41E60126EB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1572">
                <a:extLst>
                  <a:ext uri="{FF2B5EF4-FFF2-40B4-BE49-F238E27FC236}">
                    <a16:creationId xmlns:a16="http://schemas.microsoft.com/office/drawing/2014/main" id="{BC93D941-9B6F-F5DE-2B87-76F06B7952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1573">
                <a:extLst>
                  <a:ext uri="{FF2B5EF4-FFF2-40B4-BE49-F238E27FC236}">
                    <a16:creationId xmlns:a16="http://schemas.microsoft.com/office/drawing/2014/main" id="{297C395A-C765-5675-7389-42DCE34FB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Oval 1574">
                <a:extLst>
                  <a:ext uri="{FF2B5EF4-FFF2-40B4-BE49-F238E27FC236}">
                    <a16:creationId xmlns:a16="http://schemas.microsoft.com/office/drawing/2014/main" id="{91652EAD-7135-CD44-E3A9-EA5079F79A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8" name="Group 1575">
              <a:extLst>
                <a:ext uri="{FF2B5EF4-FFF2-40B4-BE49-F238E27FC236}">
                  <a16:creationId xmlns:a16="http://schemas.microsoft.com/office/drawing/2014/main" id="{9ACCC86B-41A1-6348-DDAB-CB7C6D1F30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57" name="Oval 1576">
                <a:extLst>
                  <a:ext uri="{FF2B5EF4-FFF2-40B4-BE49-F238E27FC236}">
                    <a16:creationId xmlns:a16="http://schemas.microsoft.com/office/drawing/2014/main" id="{05348336-53B8-5309-2904-FFE160A87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" name="Oval 1577">
                <a:extLst>
                  <a:ext uri="{FF2B5EF4-FFF2-40B4-BE49-F238E27FC236}">
                    <a16:creationId xmlns:a16="http://schemas.microsoft.com/office/drawing/2014/main" id="{7C004CA8-5BFB-BFC2-7AAC-601AA787D5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" name="Freeform 1578">
                <a:extLst>
                  <a:ext uri="{FF2B5EF4-FFF2-40B4-BE49-F238E27FC236}">
                    <a16:creationId xmlns:a16="http://schemas.microsoft.com/office/drawing/2014/main" id="{E9F81444-22B5-7819-CDB3-EFC18D227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1579">
                <a:extLst>
                  <a:ext uri="{FF2B5EF4-FFF2-40B4-BE49-F238E27FC236}">
                    <a16:creationId xmlns:a16="http://schemas.microsoft.com/office/drawing/2014/main" id="{208A60A1-1430-4A9A-3D0A-98D2E1AF57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1580">
                <a:extLst>
                  <a:ext uri="{FF2B5EF4-FFF2-40B4-BE49-F238E27FC236}">
                    <a16:creationId xmlns:a16="http://schemas.microsoft.com/office/drawing/2014/main" id="{15AC36B6-91AE-8336-0629-E9DC0F421B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Oval 1581">
                <a:extLst>
                  <a:ext uri="{FF2B5EF4-FFF2-40B4-BE49-F238E27FC236}">
                    <a16:creationId xmlns:a16="http://schemas.microsoft.com/office/drawing/2014/main" id="{2E5B22CD-AD7F-FF8B-9322-99EA593C1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9" name="Group 1582">
              <a:extLst>
                <a:ext uri="{FF2B5EF4-FFF2-40B4-BE49-F238E27FC236}">
                  <a16:creationId xmlns:a16="http://schemas.microsoft.com/office/drawing/2014/main" id="{A50BD111-C9E3-6847-96DA-1619FF6543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51" name="Oval 1583">
                <a:extLst>
                  <a:ext uri="{FF2B5EF4-FFF2-40B4-BE49-F238E27FC236}">
                    <a16:creationId xmlns:a16="http://schemas.microsoft.com/office/drawing/2014/main" id="{2136A205-F558-61EC-1A61-23B05B4C67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" name="Oval 1584">
                <a:extLst>
                  <a:ext uri="{FF2B5EF4-FFF2-40B4-BE49-F238E27FC236}">
                    <a16:creationId xmlns:a16="http://schemas.microsoft.com/office/drawing/2014/main" id="{4C4407CF-64DC-E376-0FB9-C860F3346F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" name="Freeform 1585">
                <a:extLst>
                  <a:ext uri="{FF2B5EF4-FFF2-40B4-BE49-F238E27FC236}">
                    <a16:creationId xmlns:a16="http://schemas.microsoft.com/office/drawing/2014/main" id="{E9E328C1-3A1A-375A-1E32-D9CF70FEDB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1586">
                <a:extLst>
                  <a:ext uri="{FF2B5EF4-FFF2-40B4-BE49-F238E27FC236}">
                    <a16:creationId xmlns:a16="http://schemas.microsoft.com/office/drawing/2014/main" id="{FE0CC4CF-E9CE-DE00-E626-DE1D4E2BB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1587">
                <a:extLst>
                  <a:ext uri="{FF2B5EF4-FFF2-40B4-BE49-F238E27FC236}">
                    <a16:creationId xmlns:a16="http://schemas.microsoft.com/office/drawing/2014/main" id="{C6C83465-DDE3-7388-2BE9-3747D2DF3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Oval 1588">
                <a:extLst>
                  <a:ext uri="{FF2B5EF4-FFF2-40B4-BE49-F238E27FC236}">
                    <a16:creationId xmlns:a16="http://schemas.microsoft.com/office/drawing/2014/main" id="{873472FE-DD0C-1FFE-2A70-F0E80D9AE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0" name="Group 1589">
              <a:extLst>
                <a:ext uri="{FF2B5EF4-FFF2-40B4-BE49-F238E27FC236}">
                  <a16:creationId xmlns:a16="http://schemas.microsoft.com/office/drawing/2014/main" id="{CB6CCDB9-5128-D0D3-C1DF-86CDBA88D1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45" name="Oval 1590">
                <a:extLst>
                  <a:ext uri="{FF2B5EF4-FFF2-40B4-BE49-F238E27FC236}">
                    <a16:creationId xmlns:a16="http://schemas.microsoft.com/office/drawing/2014/main" id="{A5C65E18-60E8-CCA8-0862-1CCE57B7DD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6" name="Oval 1591">
                <a:extLst>
                  <a:ext uri="{FF2B5EF4-FFF2-40B4-BE49-F238E27FC236}">
                    <a16:creationId xmlns:a16="http://schemas.microsoft.com/office/drawing/2014/main" id="{FD13C15A-143A-4B8F-8A0C-4C38ADFA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7" name="Freeform 1592">
                <a:extLst>
                  <a:ext uri="{FF2B5EF4-FFF2-40B4-BE49-F238E27FC236}">
                    <a16:creationId xmlns:a16="http://schemas.microsoft.com/office/drawing/2014/main" id="{9022E11F-C959-98B6-FE77-89481292C4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1593">
                <a:extLst>
                  <a:ext uri="{FF2B5EF4-FFF2-40B4-BE49-F238E27FC236}">
                    <a16:creationId xmlns:a16="http://schemas.microsoft.com/office/drawing/2014/main" id="{2B6431BB-DB25-E4FC-5DFA-0CB66F87A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1594">
                <a:extLst>
                  <a:ext uri="{FF2B5EF4-FFF2-40B4-BE49-F238E27FC236}">
                    <a16:creationId xmlns:a16="http://schemas.microsoft.com/office/drawing/2014/main" id="{CAF1C9A4-BB4E-3400-B89D-41902B30A6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Oval 1595">
                <a:extLst>
                  <a:ext uri="{FF2B5EF4-FFF2-40B4-BE49-F238E27FC236}">
                    <a16:creationId xmlns:a16="http://schemas.microsoft.com/office/drawing/2014/main" id="{6304A457-C7B1-FD37-CA5B-C92ED356CF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1" name="Group 1596">
              <a:extLst>
                <a:ext uri="{FF2B5EF4-FFF2-40B4-BE49-F238E27FC236}">
                  <a16:creationId xmlns:a16="http://schemas.microsoft.com/office/drawing/2014/main" id="{7DE997CE-F14C-552A-E71F-733AA24DA6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39" name="Oval 1597">
                <a:extLst>
                  <a:ext uri="{FF2B5EF4-FFF2-40B4-BE49-F238E27FC236}">
                    <a16:creationId xmlns:a16="http://schemas.microsoft.com/office/drawing/2014/main" id="{2A517F55-2EF6-64D5-0841-CEB0AD11C6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0" name="Oval 1598">
                <a:extLst>
                  <a:ext uri="{FF2B5EF4-FFF2-40B4-BE49-F238E27FC236}">
                    <a16:creationId xmlns:a16="http://schemas.microsoft.com/office/drawing/2014/main" id="{F2922D0E-0808-74A7-E93E-2B3F8CC0B9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1" name="Freeform 1599">
                <a:extLst>
                  <a:ext uri="{FF2B5EF4-FFF2-40B4-BE49-F238E27FC236}">
                    <a16:creationId xmlns:a16="http://schemas.microsoft.com/office/drawing/2014/main" id="{EEE8C7C5-99C8-E082-7133-940C9F47B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1600">
                <a:extLst>
                  <a:ext uri="{FF2B5EF4-FFF2-40B4-BE49-F238E27FC236}">
                    <a16:creationId xmlns:a16="http://schemas.microsoft.com/office/drawing/2014/main" id="{962B8BA8-1A59-2CCD-29B2-E3D1746488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1601">
                <a:extLst>
                  <a:ext uri="{FF2B5EF4-FFF2-40B4-BE49-F238E27FC236}">
                    <a16:creationId xmlns:a16="http://schemas.microsoft.com/office/drawing/2014/main" id="{8A2544C9-9295-64FA-EA02-4DF680261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Oval 1602">
                <a:extLst>
                  <a:ext uri="{FF2B5EF4-FFF2-40B4-BE49-F238E27FC236}">
                    <a16:creationId xmlns:a16="http://schemas.microsoft.com/office/drawing/2014/main" id="{EBF08D56-F62B-7D50-A314-BEAD8681E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2" name="Group 1603">
              <a:extLst>
                <a:ext uri="{FF2B5EF4-FFF2-40B4-BE49-F238E27FC236}">
                  <a16:creationId xmlns:a16="http://schemas.microsoft.com/office/drawing/2014/main" id="{B283109C-E483-5541-B394-9190E42CF5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33" name="Oval 1604">
                <a:extLst>
                  <a:ext uri="{FF2B5EF4-FFF2-40B4-BE49-F238E27FC236}">
                    <a16:creationId xmlns:a16="http://schemas.microsoft.com/office/drawing/2014/main" id="{13A9CAF7-FCCC-60E1-976C-4EB1BB202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4" name="Oval 1605">
                <a:extLst>
                  <a:ext uri="{FF2B5EF4-FFF2-40B4-BE49-F238E27FC236}">
                    <a16:creationId xmlns:a16="http://schemas.microsoft.com/office/drawing/2014/main" id="{1C6583AE-3787-2285-628D-1DF25A560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5" name="Freeform 1606">
                <a:extLst>
                  <a:ext uri="{FF2B5EF4-FFF2-40B4-BE49-F238E27FC236}">
                    <a16:creationId xmlns:a16="http://schemas.microsoft.com/office/drawing/2014/main" id="{FA61D2BA-9E20-3780-86BC-6618768FA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1607">
                <a:extLst>
                  <a:ext uri="{FF2B5EF4-FFF2-40B4-BE49-F238E27FC236}">
                    <a16:creationId xmlns:a16="http://schemas.microsoft.com/office/drawing/2014/main" id="{FF269CC4-DFEA-C336-69D7-012251470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1608">
                <a:extLst>
                  <a:ext uri="{FF2B5EF4-FFF2-40B4-BE49-F238E27FC236}">
                    <a16:creationId xmlns:a16="http://schemas.microsoft.com/office/drawing/2014/main" id="{92E1559A-47FD-366F-D65F-046743B28E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Oval 1609">
                <a:extLst>
                  <a:ext uri="{FF2B5EF4-FFF2-40B4-BE49-F238E27FC236}">
                    <a16:creationId xmlns:a16="http://schemas.microsoft.com/office/drawing/2014/main" id="{BBFCC674-F165-D767-1175-99DAB160F9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25" name="Group 1385">
            <a:extLst>
              <a:ext uri="{FF2B5EF4-FFF2-40B4-BE49-F238E27FC236}">
                <a16:creationId xmlns:a16="http://schemas.microsoft.com/office/drawing/2014/main" id="{3E63FE91-32C1-C3F5-D3CF-E20A37DDAC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26" name="Group 1386">
              <a:extLst>
                <a:ext uri="{FF2B5EF4-FFF2-40B4-BE49-F238E27FC236}">
                  <a16:creationId xmlns:a16="http://schemas.microsoft.com/office/drawing/2014/main" id="{9F4818AF-E58A-526B-2C87-38C10A8778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44" name="Oval 1387">
                <a:extLst>
                  <a:ext uri="{FF2B5EF4-FFF2-40B4-BE49-F238E27FC236}">
                    <a16:creationId xmlns:a16="http://schemas.microsoft.com/office/drawing/2014/main" id="{3D9ADE22-6807-A1C8-6C89-607EDADE9D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5" name="Oval 1388">
                <a:extLst>
                  <a:ext uri="{FF2B5EF4-FFF2-40B4-BE49-F238E27FC236}">
                    <a16:creationId xmlns:a16="http://schemas.microsoft.com/office/drawing/2014/main" id="{28B23541-2B0D-9E71-C0DC-1873E0A80B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6" name="Freeform 1389">
                <a:extLst>
                  <a:ext uri="{FF2B5EF4-FFF2-40B4-BE49-F238E27FC236}">
                    <a16:creationId xmlns:a16="http://schemas.microsoft.com/office/drawing/2014/main" id="{06075ED4-B96C-1BD5-2B4C-83FBB4F87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1390">
                <a:extLst>
                  <a:ext uri="{FF2B5EF4-FFF2-40B4-BE49-F238E27FC236}">
                    <a16:creationId xmlns:a16="http://schemas.microsoft.com/office/drawing/2014/main" id="{3C6ADE64-94A7-ACB8-3A20-3D725CFEE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1391">
                <a:extLst>
                  <a:ext uri="{FF2B5EF4-FFF2-40B4-BE49-F238E27FC236}">
                    <a16:creationId xmlns:a16="http://schemas.microsoft.com/office/drawing/2014/main" id="{8E31746A-F585-BB74-2D7B-EE4F441F7E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Oval 1392">
                <a:extLst>
                  <a:ext uri="{FF2B5EF4-FFF2-40B4-BE49-F238E27FC236}">
                    <a16:creationId xmlns:a16="http://schemas.microsoft.com/office/drawing/2014/main" id="{85999345-01D2-F6C6-0B84-498B25352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393">
              <a:extLst>
                <a:ext uri="{FF2B5EF4-FFF2-40B4-BE49-F238E27FC236}">
                  <a16:creationId xmlns:a16="http://schemas.microsoft.com/office/drawing/2014/main" id="{C0B879FB-F910-890D-D296-E7CC86F494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38" name="Oval 1394">
                <a:extLst>
                  <a:ext uri="{FF2B5EF4-FFF2-40B4-BE49-F238E27FC236}">
                    <a16:creationId xmlns:a16="http://schemas.microsoft.com/office/drawing/2014/main" id="{E37D4796-3757-9CCD-AB85-E1DC70F37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9" name="Oval 1395">
                <a:extLst>
                  <a:ext uri="{FF2B5EF4-FFF2-40B4-BE49-F238E27FC236}">
                    <a16:creationId xmlns:a16="http://schemas.microsoft.com/office/drawing/2014/main" id="{39C21AF1-48F3-3572-136C-2ED7C4B57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0" name="Freeform 1396">
                <a:extLst>
                  <a:ext uri="{FF2B5EF4-FFF2-40B4-BE49-F238E27FC236}">
                    <a16:creationId xmlns:a16="http://schemas.microsoft.com/office/drawing/2014/main" id="{7F523CEB-3259-5389-F0AA-6E6D2A291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1397">
                <a:extLst>
                  <a:ext uri="{FF2B5EF4-FFF2-40B4-BE49-F238E27FC236}">
                    <a16:creationId xmlns:a16="http://schemas.microsoft.com/office/drawing/2014/main" id="{59EE87B7-F545-D38E-9647-AFCCD7C777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1398">
                <a:extLst>
                  <a:ext uri="{FF2B5EF4-FFF2-40B4-BE49-F238E27FC236}">
                    <a16:creationId xmlns:a16="http://schemas.microsoft.com/office/drawing/2014/main" id="{9C60B084-21BF-627F-37C9-B472212F8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Oval 1399">
                <a:extLst>
                  <a:ext uri="{FF2B5EF4-FFF2-40B4-BE49-F238E27FC236}">
                    <a16:creationId xmlns:a16="http://schemas.microsoft.com/office/drawing/2014/main" id="{015A50AB-D1C5-BBF2-DF3C-1DE0C4353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400">
              <a:extLst>
                <a:ext uri="{FF2B5EF4-FFF2-40B4-BE49-F238E27FC236}">
                  <a16:creationId xmlns:a16="http://schemas.microsoft.com/office/drawing/2014/main" id="{77A2DD65-7FCE-62B7-7A88-55D9F2B6B6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32" name="Oval 1401">
                <a:extLst>
                  <a:ext uri="{FF2B5EF4-FFF2-40B4-BE49-F238E27FC236}">
                    <a16:creationId xmlns:a16="http://schemas.microsoft.com/office/drawing/2014/main" id="{A6B02F3D-152A-1E92-8A7E-072BA370CF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3" name="Oval 1402">
                <a:extLst>
                  <a:ext uri="{FF2B5EF4-FFF2-40B4-BE49-F238E27FC236}">
                    <a16:creationId xmlns:a16="http://schemas.microsoft.com/office/drawing/2014/main" id="{F8E7ED36-CD06-465C-1347-7A2C49803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4" name="Freeform 1403">
                <a:extLst>
                  <a:ext uri="{FF2B5EF4-FFF2-40B4-BE49-F238E27FC236}">
                    <a16:creationId xmlns:a16="http://schemas.microsoft.com/office/drawing/2014/main" id="{7EC8CA28-ACF1-76DA-BE22-4A4376B49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1404">
                <a:extLst>
                  <a:ext uri="{FF2B5EF4-FFF2-40B4-BE49-F238E27FC236}">
                    <a16:creationId xmlns:a16="http://schemas.microsoft.com/office/drawing/2014/main" id="{9D5B2231-13DC-7358-8041-2DABC3616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1405">
                <a:extLst>
                  <a:ext uri="{FF2B5EF4-FFF2-40B4-BE49-F238E27FC236}">
                    <a16:creationId xmlns:a16="http://schemas.microsoft.com/office/drawing/2014/main" id="{42912C64-0979-0C9F-A585-344894964B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Oval 1406">
                <a:extLst>
                  <a:ext uri="{FF2B5EF4-FFF2-40B4-BE49-F238E27FC236}">
                    <a16:creationId xmlns:a16="http://schemas.microsoft.com/office/drawing/2014/main" id="{0849646B-6393-8A77-C8F3-D0ED1EEACD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407">
              <a:extLst>
                <a:ext uri="{FF2B5EF4-FFF2-40B4-BE49-F238E27FC236}">
                  <a16:creationId xmlns:a16="http://schemas.microsoft.com/office/drawing/2014/main" id="{0094BAB7-6A87-E7D7-1F80-3C85137A4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26" name="Oval 1408">
                <a:extLst>
                  <a:ext uri="{FF2B5EF4-FFF2-40B4-BE49-F238E27FC236}">
                    <a16:creationId xmlns:a16="http://schemas.microsoft.com/office/drawing/2014/main" id="{0997C3C7-149D-A1A4-AEC5-592A89679D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7" name="Oval 1409">
                <a:extLst>
                  <a:ext uri="{FF2B5EF4-FFF2-40B4-BE49-F238E27FC236}">
                    <a16:creationId xmlns:a16="http://schemas.microsoft.com/office/drawing/2014/main" id="{DBBC6D1D-6192-CF9C-CCB4-AF774D40FB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8" name="Freeform 1410">
                <a:extLst>
                  <a:ext uri="{FF2B5EF4-FFF2-40B4-BE49-F238E27FC236}">
                    <a16:creationId xmlns:a16="http://schemas.microsoft.com/office/drawing/2014/main" id="{A55316F4-0C19-D711-7ED9-EC4D63F912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1411">
                <a:extLst>
                  <a:ext uri="{FF2B5EF4-FFF2-40B4-BE49-F238E27FC236}">
                    <a16:creationId xmlns:a16="http://schemas.microsoft.com/office/drawing/2014/main" id="{3FE7ABFB-4582-61EA-1553-ADD0C3AFA0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1412">
                <a:extLst>
                  <a:ext uri="{FF2B5EF4-FFF2-40B4-BE49-F238E27FC236}">
                    <a16:creationId xmlns:a16="http://schemas.microsoft.com/office/drawing/2014/main" id="{2890AB5F-DD5D-5E4B-D6D7-050BCDEE7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Oval 1413">
                <a:extLst>
                  <a:ext uri="{FF2B5EF4-FFF2-40B4-BE49-F238E27FC236}">
                    <a16:creationId xmlns:a16="http://schemas.microsoft.com/office/drawing/2014/main" id="{4765AE1C-EDD2-615D-F1FE-093FC78406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414">
              <a:extLst>
                <a:ext uri="{FF2B5EF4-FFF2-40B4-BE49-F238E27FC236}">
                  <a16:creationId xmlns:a16="http://schemas.microsoft.com/office/drawing/2014/main" id="{96DEAE7A-71D2-7DCF-286D-1BE4565BC4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20" name="Oval 1415">
                <a:extLst>
                  <a:ext uri="{FF2B5EF4-FFF2-40B4-BE49-F238E27FC236}">
                    <a16:creationId xmlns:a16="http://schemas.microsoft.com/office/drawing/2014/main" id="{0409C3BB-FAD2-33DD-D0BF-9DF7EEC0B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1" name="Oval 1416">
                <a:extLst>
                  <a:ext uri="{FF2B5EF4-FFF2-40B4-BE49-F238E27FC236}">
                    <a16:creationId xmlns:a16="http://schemas.microsoft.com/office/drawing/2014/main" id="{69EF386D-5998-020C-8F94-83216E9EF4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2" name="Freeform 1417">
                <a:extLst>
                  <a:ext uri="{FF2B5EF4-FFF2-40B4-BE49-F238E27FC236}">
                    <a16:creationId xmlns:a16="http://schemas.microsoft.com/office/drawing/2014/main" id="{301EAA97-D349-CB11-74B6-9B5D940995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1418">
                <a:extLst>
                  <a:ext uri="{FF2B5EF4-FFF2-40B4-BE49-F238E27FC236}">
                    <a16:creationId xmlns:a16="http://schemas.microsoft.com/office/drawing/2014/main" id="{A50625C7-4AA0-2410-E58A-DBFE886165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1419">
                <a:extLst>
                  <a:ext uri="{FF2B5EF4-FFF2-40B4-BE49-F238E27FC236}">
                    <a16:creationId xmlns:a16="http://schemas.microsoft.com/office/drawing/2014/main" id="{E9802F6D-103B-F0D8-FA1E-67CC832A03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Oval 1420">
                <a:extLst>
                  <a:ext uri="{FF2B5EF4-FFF2-40B4-BE49-F238E27FC236}">
                    <a16:creationId xmlns:a16="http://schemas.microsoft.com/office/drawing/2014/main" id="{B4131867-03B2-DF7B-A058-3E408FB08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421">
              <a:extLst>
                <a:ext uri="{FF2B5EF4-FFF2-40B4-BE49-F238E27FC236}">
                  <a16:creationId xmlns:a16="http://schemas.microsoft.com/office/drawing/2014/main" id="{A6E67B8C-4714-C016-738C-2218DF38B5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14" name="Oval 1422">
                <a:extLst>
                  <a:ext uri="{FF2B5EF4-FFF2-40B4-BE49-F238E27FC236}">
                    <a16:creationId xmlns:a16="http://schemas.microsoft.com/office/drawing/2014/main" id="{6640D3FB-4C54-FB8C-B30F-5275D327F7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5" name="Oval 1423">
                <a:extLst>
                  <a:ext uri="{FF2B5EF4-FFF2-40B4-BE49-F238E27FC236}">
                    <a16:creationId xmlns:a16="http://schemas.microsoft.com/office/drawing/2014/main" id="{022DF7B4-6895-4BC6-88EC-132B324BA2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6" name="Freeform 1424">
                <a:extLst>
                  <a:ext uri="{FF2B5EF4-FFF2-40B4-BE49-F238E27FC236}">
                    <a16:creationId xmlns:a16="http://schemas.microsoft.com/office/drawing/2014/main" id="{D94E0438-36D4-C929-76A5-F288E074BF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1425">
                <a:extLst>
                  <a:ext uri="{FF2B5EF4-FFF2-40B4-BE49-F238E27FC236}">
                    <a16:creationId xmlns:a16="http://schemas.microsoft.com/office/drawing/2014/main" id="{C52EEDAE-F454-CB77-B629-439785C25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1426">
                <a:extLst>
                  <a:ext uri="{FF2B5EF4-FFF2-40B4-BE49-F238E27FC236}">
                    <a16:creationId xmlns:a16="http://schemas.microsoft.com/office/drawing/2014/main" id="{890148EB-98D9-0467-CC84-3F44F5BA88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Oval 1427">
                <a:extLst>
                  <a:ext uri="{FF2B5EF4-FFF2-40B4-BE49-F238E27FC236}">
                    <a16:creationId xmlns:a16="http://schemas.microsoft.com/office/drawing/2014/main" id="{775AB8AB-8A48-2599-1026-FE224B52C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428">
              <a:extLst>
                <a:ext uri="{FF2B5EF4-FFF2-40B4-BE49-F238E27FC236}">
                  <a16:creationId xmlns:a16="http://schemas.microsoft.com/office/drawing/2014/main" id="{BFC49C2D-B690-F63B-D74F-D49D1316FD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08" name="Oval 1429">
                <a:extLst>
                  <a:ext uri="{FF2B5EF4-FFF2-40B4-BE49-F238E27FC236}">
                    <a16:creationId xmlns:a16="http://schemas.microsoft.com/office/drawing/2014/main" id="{B183295F-5150-0AF5-B80C-30FF7DE482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9" name="Oval 1430">
                <a:extLst>
                  <a:ext uri="{FF2B5EF4-FFF2-40B4-BE49-F238E27FC236}">
                    <a16:creationId xmlns:a16="http://schemas.microsoft.com/office/drawing/2014/main" id="{EC84DA92-41F8-F11B-7EA2-FF12D8578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0" name="Freeform 1431">
                <a:extLst>
                  <a:ext uri="{FF2B5EF4-FFF2-40B4-BE49-F238E27FC236}">
                    <a16:creationId xmlns:a16="http://schemas.microsoft.com/office/drawing/2014/main" id="{097195F4-E900-5E56-9F26-F5A1D8757E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1432">
                <a:extLst>
                  <a:ext uri="{FF2B5EF4-FFF2-40B4-BE49-F238E27FC236}">
                    <a16:creationId xmlns:a16="http://schemas.microsoft.com/office/drawing/2014/main" id="{591B7EB7-6B88-43C4-93AF-8C2FD6B614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1433">
                <a:extLst>
                  <a:ext uri="{FF2B5EF4-FFF2-40B4-BE49-F238E27FC236}">
                    <a16:creationId xmlns:a16="http://schemas.microsoft.com/office/drawing/2014/main" id="{A5635A4A-2670-E815-A86D-003B458D2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Oval 1434">
                <a:extLst>
                  <a:ext uri="{FF2B5EF4-FFF2-40B4-BE49-F238E27FC236}">
                    <a16:creationId xmlns:a16="http://schemas.microsoft.com/office/drawing/2014/main" id="{21D35374-9196-74FF-9365-BEF2F42AF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435">
              <a:extLst>
                <a:ext uri="{FF2B5EF4-FFF2-40B4-BE49-F238E27FC236}">
                  <a16:creationId xmlns:a16="http://schemas.microsoft.com/office/drawing/2014/main" id="{1E9D5BCB-B372-E112-89BB-DF95CD0C4D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02" name="Oval 1436">
                <a:extLst>
                  <a:ext uri="{FF2B5EF4-FFF2-40B4-BE49-F238E27FC236}">
                    <a16:creationId xmlns:a16="http://schemas.microsoft.com/office/drawing/2014/main" id="{29A6993A-53A2-6349-F664-A1152F4C6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3" name="Oval 1437">
                <a:extLst>
                  <a:ext uri="{FF2B5EF4-FFF2-40B4-BE49-F238E27FC236}">
                    <a16:creationId xmlns:a16="http://schemas.microsoft.com/office/drawing/2014/main" id="{104872C3-5271-5A0D-93C6-3BC8FA52A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4" name="Freeform 1438">
                <a:extLst>
                  <a:ext uri="{FF2B5EF4-FFF2-40B4-BE49-F238E27FC236}">
                    <a16:creationId xmlns:a16="http://schemas.microsoft.com/office/drawing/2014/main" id="{9B5AE252-694A-8F27-91AA-569C67AEE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1439">
                <a:extLst>
                  <a:ext uri="{FF2B5EF4-FFF2-40B4-BE49-F238E27FC236}">
                    <a16:creationId xmlns:a16="http://schemas.microsoft.com/office/drawing/2014/main" id="{3D2DD04A-0C4B-843E-20DC-4E0957E70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1440">
                <a:extLst>
                  <a:ext uri="{FF2B5EF4-FFF2-40B4-BE49-F238E27FC236}">
                    <a16:creationId xmlns:a16="http://schemas.microsoft.com/office/drawing/2014/main" id="{FC1A9113-BFCB-0795-C753-6159E1ABBE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Oval 1441">
                <a:extLst>
                  <a:ext uri="{FF2B5EF4-FFF2-40B4-BE49-F238E27FC236}">
                    <a16:creationId xmlns:a16="http://schemas.microsoft.com/office/drawing/2014/main" id="{41CD02C4-EBBA-1282-1F81-D78D0B7C5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442">
              <a:extLst>
                <a:ext uri="{FF2B5EF4-FFF2-40B4-BE49-F238E27FC236}">
                  <a16:creationId xmlns:a16="http://schemas.microsoft.com/office/drawing/2014/main" id="{0467D99D-F673-C7B6-C526-6DD224C45B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96" name="Oval 1443">
                <a:extLst>
                  <a:ext uri="{FF2B5EF4-FFF2-40B4-BE49-F238E27FC236}">
                    <a16:creationId xmlns:a16="http://schemas.microsoft.com/office/drawing/2014/main" id="{E72E907B-A3ED-9845-1EB5-D74021D8F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7" name="Oval 1444">
                <a:extLst>
                  <a:ext uri="{FF2B5EF4-FFF2-40B4-BE49-F238E27FC236}">
                    <a16:creationId xmlns:a16="http://schemas.microsoft.com/office/drawing/2014/main" id="{008F8442-8464-4F40-3CAB-79C08DEB46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8" name="Freeform 1445">
                <a:extLst>
                  <a:ext uri="{FF2B5EF4-FFF2-40B4-BE49-F238E27FC236}">
                    <a16:creationId xmlns:a16="http://schemas.microsoft.com/office/drawing/2014/main" id="{40717BD3-AB11-7A1E-6ABD-5A141727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1446">
                <a:extLst>
                  <a:ext uri="{FF2B5EF4-FFF2-40B4-BE49-F238E27FC236}">
                    <a16:creationId xmlns:a16="http://schemas.microsoft.com/office/drawing/2014/main" id="{0FC939E3-08FD-3AE5-26C9-94ACD0F220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1447">
                <a:extLst>
                  <a:ext uri="{FF2B5EF4-FFF2-40B4-BE49-F238E27FC236}">
                    <a16:creationId xmlns:a16="http://schemas.microsoft.com/office/drawing/2014/main" id="{20A18781-8A00-E73D-A04A-46F5CEA063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Oval 1448">
                <a:extLst>
                  <a:ext uri="{FF2B5EF4-FFF2-40B4-BE49-F238E27FC236}">
                    <a16:creationId xmlns:a16="http://schemas.microsoft.com/office/drawing/2014/main" id="{F441B8D5-A712-DDA4-B79D-29EFA6EC5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449">
              <a:extLst>
                <a:ext uri="{FF2B5EF4-FFF2-40B4-BE49-F238E27FC236}">
                  <a16:creationId xmlns:a16="http://schemas.microsoft.com/office/drawing/2014/main" id="{B85978F0-CFA1-04CD-A19C-B8B4C92BFA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90" name="Oval 1450">
                <a:extLst>
                  <a:ext uri="{FF2B5EF4-FFF2-40B4-BE49-F238E27FC236}">
                    <a16:creationId xmlns:a16="http://schemas.microsoft.com/office/drawing/2014/main" id="{42F41396-C050-00D3-BC58-1AC71886B9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1" name="Oval 1451">
                <a:extLst>
                  <a:ext uri="{FF2B5EF4-FFF2-40B4-BE49-F238E27FC236}">
                    <a16:creationId xmlns:a16="http://schemas.microsoft.com/office/drawing/2014/main" id="{E5F39F30-314E-0627-84E6-FF3C7835B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2" name="Freeform 1452">
                <a:extLst>
                  <a:ext uri="{FF2B5EF4-FFF2-40B4-BE49-F238E27FC236}">
                    <a16:creationId xmlns:a16="http://schemas.microsoft.com/office/drawing/2014/main" id="{6E51B3F1-DA9E-BEC9-D3BA-8B57C0FC7D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453">
                <a:extLst>
                  <a:ext uri="{FF2B5EF4-FFF2-40B4-BE49-F238E27FC236}">
                    <a16:creationId xmlns:a16="http://schemas.microsoft.com/office/drawing/2014/main" id="{99639FD5-66A1-E6B3-C33A-F7776227C4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454">
                <a:extLst>
                  <a:ext uri="{FF2B5EF4-FFF2-40B4-BE49-F238E27FC236}">
                    <a16:creationId xmlns:a16="http://schemas.microsoft.com/office/drawing/2014/main" id="{B92E5C6B-6D6D-A8FC-B9F7-F9C7BAB1E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Oval 1455">
                <a:extLst>
                  <a:ext uri="{FF2B5EF4-FFF2-40B4-BE49-F238E27FC236}">
                    <a16:creationId xmlns:a16="http://schemas.microsoft.com/office/drawing/2014/main" id="{4B86E60D-A689-A1AB-0B85-1B018CA834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6" name="Group 1456">
              <a:extLst>
                <a:ext uri="{FF2B5EF4-FFF2-40B4-BE49-F238E27FC236}">
                  <a16:creationId xmlns:a16="http://schemas.microsoft.com/office/drawing/2014/main" id="{30E1C6F4-54A4-1E7A-212E-842EFBC3AF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84" name="Oval 1457">
                <a:extLst>
                  <a:ext uri="{FF2B5EF4-FFF2-40B4-BE49-F238E27FC236}">
                    <a16:creationId xmlns:a16="http://schemas.microsoft.com/office/drawing/2014/main" id="{49555EBB-849D-1616-FDF3-3981CE3A1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5" name="Oval 1458">
                <a:extLst>
                  <a:ext uri="{FF2B5EF4-FFF2-40B4-BE49-F238E27FC236}">
                    <a16:creationId xmlns:a16="http://schemas.microsoft.com/office/drawing/2014/main" id="{CAE8E825-90B3-B649-FB7E-3E2F25830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6" name="Freeform 1459">
                <a:extLst>
                  <a:ext uri="{FF2B5EF4-FFF2-40B4-BE49-F238E27FC236}">
                    <a16:creationId xmlns:a16="http://schemas.microsoft.com/office/drawing/2014/main" id="{43DB91C1-E5E5-8CAF-EC50-CC1C19B190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460">
                <a:extLst>
                  <a:ext uri="{FF2B5EF4-FFF2-40B4-BE49-F238E27FC236}">
                    <a16:creationId xmlns:a16="http://schemas.microsoft.com/office/drawing/2014/main" id="{DCBA0E4D-003F-0C96-5863-9882FD53D3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461">
                <a:extLst>
                  <a:ext uri="{FF2B5EF4-FFF2-40B4-BE49-F238E27FC236}">
                    <a16:creationId xmlns:a16="http://schemas.microsoft.com/office/drawing/2014/main" id="{CB6DD221-6EB9-0186-FD8E-EBDCCD4FFA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Oval 1462">
                <a:extLst>
                  <a:ext uri="{FF2B5EF4-FFF2-40B4-BE49-F238E27FC236}">
                    <a16:creationId xmlns:a16="http://schemas.microsoft.com/office/drawing/2014/main" id="{554B3076-4AB4-8530-0E34-2FF5CBA06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7" name="Group 1463">
              <a:extLst>
                <a:ext uri="{FF2B5EF4-FFF2-40B4-BE49-F238E27FC236}">
                  <a16:creationId xmlns:a16="http://schemas.microsoft.com/office/drawing/2014/main" id="{EEC86242-2884-7ED3-CEF4-E1716A031A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78" name="Oval 1464">
                <a:extLst>
                  <a:ext uri="{FF2B5EF4-FFF2-40B4-BE49-F238E27FC236}">
                    <a16:creationId xmlns:a16="http://schemas.microsoft.com/office/drawing/2014/main" id="{0FFCB5BC-77E6-9B8E-EE64-944F4BA5B7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9" name="Oval 1465">
                <a:extLst>
                  <a:ext uri="{FF2B5EF4-FFF2-40B4-BE49-F238E27FC236}">
                    <a16:creationId xmlns:a16="http://schemas.microsoft.com/office/drawing/2014/main" id="{1C634359-FDAA-57E1-9A50-8DAF44C08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0" name="Freeform 1466">
                <a:extLst>
                  <a:ext uri="{FF2B5EF4-FFF2-40B4-BE49-F238E27FC236}">
                    <a16:creationId xmlns:a16="http://schemas.microsoft.com/office/drawing/2014/main" id="{8F7BD26A-6E28-5185-74B9-D673E0F22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467">
                <a:extLst>
                  <a:ext uri="{FF2B5EF4-FFF2-40B4-BE49-F238E27FC236}">
                    <a16:creationId xmlns:a16="http://schemas.microsoft.com/office/drawing/2014/main" id="{638E9498-2041-AF13-3FBC-CFFFA585C7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468">
                <a:extLst>
                  <a:ext uri="{FF2B5EF4-FFF2-40B4-BE49-F238E27FC236}">
                    <a16:creationId xmlns:a16="http://schemas.microsoft.com/office/drawing/2014/main" id="{CF684833-80F3-A236-C0B6-E3F158496D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Oval 1469">
                <a:extLst>
                  <a:ext uri="{FF2B5EF4-FFF2-40B4-BE49-F238E27FC236}">
                    <a16:creationId xmlns:a16="http://schemas.microsoft.com/office/drawing/2014/main" id="{8DCD438C-A753-2B25-6EDF-E50E407111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8" name="Group 1470">
              <a:extLst>
                <a:ext uri="{FF2B5EF4-FFF2-40B4-BE49-F238E27FC236}">
                  <a16:creationId xmlns:a16="http://schemas.microsoft.com/office/drawing/2014/main" id="{D04A3D28-304F-1ABC-DF9B-F8ACFE624F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72" name="Oval 1471">
                <a:extLst>
                  <a:ext uri="{FF2B5EF4-FFF2-40B4-BE49-F238E27FC236}">
                    <a16:creationId xmlns:a16="http://schemas.microsoft.com/office/drawing/2014/main" id="{B3202EB6-FF29-D8D3-E2FD-C17D53B78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3" name="Oval 1472">
                <a:extLst>
                  <a:ext uri="{FF2B5EF4-FFF2-40B4-BE49-F238E27FC236}">
                    <a16:creationId xmlns:a16="http://schemas.microsoft.com/office/drawing/2014/main" id="{E597537C-DD58-9197-7924-CB2B30361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4" name="Freeform 1473">
                <a:extLst>
                  <a:ext uri="{FF2B5EF4-FFF2-40B4-BE49-F238E27FC236}">
                    <a16:creationId xmlns:a16="http://schemas.microsoft.com/office/drawing/2014/main" id="{F765BD9F-5684-B77B-A7E9-F8098BA2E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474">
                <a:extLst>
                  <a:ext uri="{FF2B5EF4-FFF2-40B4-BE49-F238E27FC236}">
                    <a16:creationId xmlns:a16="http://schemas.microsoft.com/office/drawing/2014/main" id="{9065D8CD-F364-1AD2-0480-44B08CD89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1475">
                <a:extLst>
                  <a:ext uri="{FF2B5EF4-FFF2-40B4-BE49-F238E27FC236}">
                    <a16:creationId xmlns:a16="http://schemas.microsoft.com/office/drawing/2014/main" id="{C7EFE338-9D9A-9925-C491-FA35893EF1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Oval 1476">
                <a:extLst>
                  <a:ext uri="{FF2B5EF4-FFF2-40B4-BE49-F238E27FC236}">
                    <a16:creationId xmlns:a16="http://schemas.microsoft.com/office/drawing/2014/main" id="{0F553CC0-88A3-0965-DF90-B890AE5EF4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9" name="Group 1477">
              <a:extLst>
                <a:ext uri="{FF2B5EF4-FFF2-40B4-BE49-F238E27FC236}">
                  <a16:creationId xmlns:a16="http://schemas.microsoft.com/office/drawing/2014/main" id="{8E579FF3-753A-DBFF-A331-CF7A4F7313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66" name="Oval 1478">
                <a:extLst>
                  <a:ext uri="{FF2B5EF4-FFF2-40B4-BE49-F238E27FC236}">
                    <a16:creationId xmlns:a16="http://schemas.microsoft.com/office/drawing/2014/main" id="{B9661DD3-1971-266A-21BC-FB09D87ADF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7" name="Oval 1479">
                <a:extLst>
                  <a:ext uri="{FF2B5EF4-FFF2-40B4-BE49-F238E27FC236}">
                    <a16:creationId xmlns:a16="http://schemas.microsoft.com/office/drawing/2014/main" id="{48F33900-2D6A-17E3-7C99-95BF1B276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8" name="Freeform 1480">
                <a:extLst>
                  <a:ext uri="{FF2B5EF4-FFF2-40B4-BE49-F238E27FC236}">
                    <a16:creationId xmlns:a16="http://schemas.microsoft.com/office/drawing/2014/main" id="{4D301EF7-5DDF-4C90-A95B-753684ECB5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481">
                <a:extLst>
                  <a:ext uri="{FF2B5EF4-FFF2-40B4-BE49-F238E27FC236}">
                    <a16:creationId xmlns:a16="http://schemas.microsoft.com/office/drawing/2014/main" id="{378E1D5C-8B61-B000-1A07-62EC99A02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1482">
                <a:extLst>
                  <a:ext uri="{FF2B5EF4-FFF2-40B4-BE49-F238E27FC236}">
                    <a16:creationId xmlns:a16="http://schemas.microsoft.com/office/drawing/2014/main" id="{46963174-8029-15F6-3291-4007A97520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Oval 1483">
                <a:extLst>
                  <a:ext uri="{FF2B5EF4-FFF2-40B4-BE49-F238E27FC236}">
                    <a16:creationId xmlns:a16="http://schemas.microsoft.com/office/drawing/2014/main" id="{2BCEAC48-BA21-195D-9184-A6590E9C88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0" name="Group 1484">
              <a:extLst>
                <a:ext uri="{FF2B5EF4-FFF2-40B4-BE49-F238E27FC236}">
                  <a16:creationId xmlns:a16="http://schemas.microsoft.com/office/drawing/2014/main" id="{439936F9-239E-6B87-330B-F2D097D62A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60" name="Oval 1485">
                <a:extLst>
                  <a:ext uri="{FF2B5EF4-FFF2-40B4-BE49-F238E27FC236}">
                    <a16:creationId xmlns:a16="http://schemas.microsoft.com/office/drawing/2014/main" id="{F7CBBD95-7488-BC3D-1374-2D069952D2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1" name="Oval 1486">
                <a:extLst>
                  <a:ext uri="{FF2B5EF4-FFF2-40B4-BE49-F238E27FC236}">
                    <a16:creationId xmlns:a16="http://schemas.microsoft.com/office/drawing/2014/main" id="{2002CF63-DD36-DB1B-D4A3-32BABBE71E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2" name="Freeform 1487">
                <a:extLst>
                  <a:ext uri="{FF2B5EF4-FFF2-40B4-BE49-F238E27FC236}">
                    <a16:creationId xmlns:a16="http://schemas.microsoft.com/office/drawing/2014/main" id="{EF7622DB-8598-367C-1BDC-12F4D466A1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488">
                <a:extLst>
                  <a:ext uri="{FF2B5EF4-FFF2-40B4-BE49-F238E27FC236}">
                    <a16:creationId xmlns:a16="http://schemas.microsoft.com/office/drawing/2014/main" id="{E8168399-5F1F-BB18-7A82-41221C02F8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489">
                <a:extLst>
                  <a:ext uri="{FF2B5EF4-FFF2-40B4-BE49-F238E27FC236}">
                    <a16:creationId xmlns:a16="http://schemas.microsoft.com/office/drawing/2014/main" id="{D1809FE1-7726-4149-C171-F9F40056A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Oval 1490">
                <a:extLst>
                  <a:ext uri="{FF2B5EF4-FFF2-40B4-BE49-F238E27FC236}">
                    <a16:creationId xmlns:a16="http://schemas.microsoft.com/office/drawing/2014/main" id="{CC47169C-FB8F-4F2B-0A52-248F96ECB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1" name="Group 1491">
              <a:extLst>
                <a:ext uri="{FF2B5EF4-FFF2-40B4-BE49-F238E27FC236}">
                  <a16:creationId xmlns:a16="http://schemas.microsoft.com/office/drawing/2014/main" id="{1CE58E1B-B6E1-BAB4-3A6D-258ECA476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54" name="Oval 1492">
                <a:extLst>
                  <a:ext uri="{FF2B5EF4-FFF2-40B4-BE49-F238E27FC236}">
                    <a16:creationId xmlns:a16="http://schemas.microsoft.com/office/drawing/2014/main" id="{ABBD90B6-3F04-168A-4CBC-17B7F5D89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5" name="Oval 1493">
                <a:extLst>
                  <a:ext uri="{FF2B5EF4-FFF2-40B4-BE49-F238E27FC236}">
                    <a16:creationId xmlns:a16="http://schemas.microsoft.com/office/drawing/2014/main" id="{842C9B5B-FC83-C1C0-2EDF-5F4FCD1FC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6" name="Freeform 1494">
                <a:extLst>
                  <a:ext uri="{FF2B5EF4-FFF2-40B4-BE49-F238E27FC236}">
                    <a16:creationId xmlns:a16="http://schemas.microsoft.com/office/drawing/2014/main" id="{1DCBB75A-EAF2-0F54-A76F-3675BB9DD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495">
                <a:extLst>
                  <a:ext uri="{FF2B5EF4-FFF2-40B4-BE49-F238E27FC236}">
                    <a16:creationId xmlns:a16="http://schemas.microsoft.com/office/drawing/2014/main" id="{701CE3E3-4CCB-110E-E32B-8B3660B85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496">
                <a:extLst>
                  <a:ext uri="{FF2B5EF4-FFF2-40B4-BE49-F238E27FC236}">
                    <a16:creationId xmlns:a16="http://schemas.microsoft.com/office/drawing/2014/main" id="{1E523BC4-1262-2455-56D1-AA51F69F29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Oval 1497">
                <a:extLst>
                  <a:ext uri="{FF2B5EF4-FFF2-40B4-BE49-F238E27FC236}">
                    <a16:creationId xmlns:a16="http://schemas.microsoft.com/office/drawing/2014/main" id="{9E497C62-7B72-1384-A554-77568AD65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2" name="Group 1498">
              <a:extLst>
                <a:ext uri="{FF2B5EF4-FFF2-40B4-BE49-F238E27FC236}">
                  <a16:creationId xmlns:a16="http://schemas.microsoft.com/office/drawing/2014/main" id="{6F5D4519-9BF7-BA53-B646-CFE69B650A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48" name="Oval 1499">
                <a:extLst>
                  <a:ext uri="{FF2B5EF4-FFF2-40B4-BE49-F238E27FC236}">
                    <a16:creationId xmlns:a16="http://schemas.microsoft.com/office/drawing/2014/main" id="{AEE9B0D1-F51B-4490-EDFF-A9ADFE7A67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9" name="Oval 1500">
                <a:extLst>
                  <a:ext uri="{FF2B5EF4-FFF2-40B4-BE49-F238E27FC236}">
                    <a16:creationId xmlns:a16="http://schemas.microsoft.com/office/drawing/2014/main" id="{8CC9D08A-9EDA-F7D6-8A07-2D4AC2740E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0" name="Freeform 1501">
                <a:extLst>
                  <a:ext uri="{FF2B5EF4-FFF2-40B4-BE49-F238E27FC236}">
                    <a16:creationId xmlns:a16="http://schemas.microsoft.com/office/drawing/2014/main" id="{39980CB3-7637-02A7-B36E-5AB8DCC5B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502">
                <a:extLst>
                  <a:ext uri="{FF2B5EF4-FFF2-40B4-BE49-F238E27FC236}">
                    <a16:creationId xmlns:a16="http://schemas.microsoft.com/office/drawing/2014/main" id="{36F024AA-EFDF-1EBE-9A48-3A6C7361D2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 1503">
                <a:extLst>
                  <a:ext uri="{FF2B5EF4-FFF2-40B4-BE49-F238E27FC236}">
                    <a16:creationId xmlns:a16="http://schemas.microsoft.com/office/drawing/2014/main" id="{BC0B52BB-2EA7-7B51-2ED8-BDA6AA0AA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Oval 1504">
                <a:extLst>
                  <a:ext uri="{FF2B5EF4-FFF2-40B4-BE49-F238E27FC236}">
                    <a16:creationId xmlns:a16="http://schemas.microsoft.com/office/drawing/2014/main" id="{150026C4-B947-769E-3B61-E860FBD8E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3" name="Group 1505">
              <a:extLst>
                <a:ext uri="{FF2B5EF4-FFF2-40B4-BE49-F238E27FC236}">
                  <a16:creationId xmlns:a16="http://schemas.microsoft.com/office/drawing/2014/main" id="{0E916003-1CAF-CE06-0B68-519A7C84D2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42" name="Oval 1506">
                <a:extLst>
                  <a:ext uri="{FF2B5EF4-FFF2-40B4-BE49-F238E27FC236}">
                    <a16:creationId xmlns:a16="http://schemas.microsoft.com/office/drawing/2014/main" id="{4FA0DBD2-BEFF-4ACA-7D95-AB4C95FFF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3" name="Oval 1507">
                <a:extLst>
                  <a:ext uri="{FF2B5EF4-FFF2-40B4-BE49-F238E27FC236}">
                    <a16:creationId xmlns:a16="http://schemas.microsoft.com/office/drawing/2014/main" id="{F07874AE-486E-15B7-D72B-E22693906A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4" name="Freeform 1508">
                <a:extLst>
                  <a:ext uri="{FF2B5EF4-FFF2-40B4-BE49-F238E27FC236}">
                    <a16:creationId xmlns:a16="http://schemas.microsoft.com/office/drawing/2014/main" id="{C62CAD80-B14F-03D3-B0A7-647C16990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509">
                <a:extLst>
                  <a:ext uri="{FF2B5EF4-FFF2-40B4-BE49-F238E27FC236}">
                    <a16:creationId xmlns:a16="http://schemas.microsoft.com/office/drawing/2014/main" id="{DCE6843F-D066-AF08-6569-BF661042B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1510">
                <a:extLst>
                  <a:ext uri="{FF2B5EF4-FFF2-40B4-BE49-F238E27FC236}">
                    <a16:creationId xmlns:a16="http://schemas.microsoft.com/office/drawing/2014/main" id="{11292092-B3F9-A8B3-DB17-32893D04D9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Oval 1511">
                <a:extLst>
                  <a:ext uri="{FF2B5EF4-FFF2-40B4-BE49-F238E27FC236}">
                    <a16:creationId xmlns:a16="http://schemas.microsoft.com/office/drawing/2014/main" id="{0C00890C-752C-3FCC-F2DA-12112557D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4" name="Group 1512">
              <a:extLst>
                <a:ext uri="{FF2B5EF4-FFF2-40B4-BE49-F238E27FC236}">
                  <a16:creationId xmlns:a16="http://schemas.microsoft.com/office/drawing/2014/main" id="{FFC641A0-3706-CA92-B0C9-877F3A4E2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36" name="Oval 1513">
                <a:extLst>
                  <a:ext uri="{FF2B5EF4-FFF2-40B4-BE49-F238E27FC236}">
                    <a16:creationId xmlns:a16="http://schemas.microsoft.com/office/drawing/2014/main" id="{6BD579D7-78BA-1A58-C77E-155B2A6289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7" name="Oval 1514">
                <a:extLst>
                  <a:ext uri="{FF2B5EF4-FFF2-40B4-BE49-F238E27FC236}">
                    <a16:creationId xmlns:a16="http://schemas.microsoft.com/office/drawing/2014/main" id="{92087E84-1A7E-EE0A-9F19-A19D1CD35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8" name="Freeform 1515">
                <a:extLst>
                  <a:ext uri="{FF2B5EF4-FFF2-40B4-BE49-F238E27FC236}">
                    <a16:creationId xmlns:a16="http://schemas.microsoft.com/office/drawing/2014/main" id="{2A7FAABF-C601-9A5D-9385-CCE019139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516">
                <a:extLst>
                  <a:ext uri="{FF2B5EF4-FFF2-40B4-BE49-F238E27FC236}">
                    <a16:creationId xmlns:a16="http://schemas.microsoft.com/office/drawing/2014/main" id="{311B2311-A6E8-DB6F-8F1F-AD74447CD0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Freeform 1517">
                <a:extLst>
                  <a:ext uri="{FF2B5EF4-FFF2-40B4-BE49-F238E27FC236}">
                    <a16:creationId xmlns:a16="http://schemas.microsoft.com/office/drawing/2014/main" id="{8196BA7B-D257-A788-F95E-D25590210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Oval 1518">
                <a:extLst>
                  <a:ext uri="{FF2B5EF4-FFF2-40B4-BE49-F238E27FC236}">
                    <a16:creationId xmlns:a16="http://schemas.microsoft.com/office/drawing/2014/main" id="{18A719CF-FF0E-C6A1-7408-2D39876E40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5" name="Group 1519">
              <a:extLst>
                <a:ext uri="{FF2B5EF4-FFF2-40B4-BE49-F238E27FC236}">
                  <a16:creationId xmlns:a16="http://schemas.microsoft.com/office/drawing/2014/main" id="{6954409B-A7D4-4EEC-C1E1-D761AFE832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30" name="Oval 1520">
                <a:extLst>
                  <a:ext uri="{FF2B5EF4-FFF2-40B4-BE49-F238E27FC236}">
                    <a16:creationId xmlns:a16="http://schemas.microsoft.com/office/drawing/2014/main" id="{63BCE339-3957-94CE-472E-C8ED30567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1" name="Oval 1521">
                <a:extLst>
                  <a:ext uri="{FF2B5EF4-FFF2-40B4-BE49-F238E27FC236}">
                    <a16:creationId xmlns:a16="http://schemas.microsoft.com/office/drawing/2014/main" id="{E31A2954-A578-3CCB-3ABD-BB9F52ACB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2" name="Freeform 1522">
                <a:extLst>
                  <a:ext uri="{FF2B5EF4-FFF2-40B4-BE49-F238E27FC236}">
                    <a16:creationId xmlns:a16="http://schemas.microsoft.com/office/drawing/2014/main" id="{37B29B53-B631-9B33-0815-0733BE85FE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523">
                <a:extLst>
                  <a:ext uri="{FF2B5EF4-FFF2-40B4-BE49-F238E27FC236}">
                    <a16:creationId xmlns:a16="http://schemas.microsoft.com/office/drawing/2014/main" id="{77F31ECC-6D3A-602F-701D-DB1306905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Freeform 1524">
                <a:extLst>
                  <a:ext uri="{FF2B5EF4-FFF2-40B4-BE49-F238E27FC236}">
                    <a16:creationId xmlns:a16="http://schemas.microsoft.com/office/drawing/2014/main" id="{43767667-8557-3065-916A-0915C356FB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Oval 1525">
                <a:extLst>
                  <a:ext uri="{FF2B5EF4-FFF2-40B4-BE49-F238E27FC236}">
                    <a16:creationId xmlns:a16="http://schemas.microsoft.com/office/drawing/2014/main" id="{CC67EF62-C277-591B-43D8-646557702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6" name="Group 1526">
              <a:extLst>
                <a:ext uri="{FF2B5EF4-FFF2-40B4-BE49-F238E27FC236}">
                  <a16:creationId xmlns:a16="http://schemas.microsoft.com/office/drawing/2014/main" id="{C5A160B4-DEC4-FB95-B4B3-7943F601C4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4" name="Oval 1527">
                <a:extLst>
                  <a:ext uri="{FF2B5EF4-FFF2-40B4-BE49-F238E27FC236}">
                    <a16:creationId xmlns:a16="http://schemas.microsoft.com/office/drawing/2014/main" id="{67589EAC-159A-5272-B7CE-50B69FF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5" name="Oval 1528">
                <a:extLst>
                  <a:ext uri="{FF2B5EF4-FFF2-40B4-BE49-F238E27FC236}">
                    <a16:creationId xmlns:a16="http://schemas.microsoft.com/office/drawing/2014/main" id="{658385FC-F13A-761E-6A99-60891B34C8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6" name="Freeform 1529">
                <a:extLst>
                  <a:ext uri="{FF2B5EF4-FFF2-40B4-BE49-F238E27FC236}">
                    <a16:creationId xmlns:a16="http://schemas.microsoft.com/office/drawing/2014/main" id="{F65598E5-04B2-2B7F-E95E-76E92FF3F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530">
                <a:extLst>
                  <a:ext uri="{FF2B5EF4-FFF2-40B4-BE49-F238E27FC236}">
                    <a16:creationId xmlns:a16="http://schemas.microsoft.com/office/drawing/2014/main" id="{DD81F8B4-DFA5-0187-48DD-20C074A5F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Freeform 1531">
                <a:extLst>
                  <a:ext uri="{FF2B5EF4-FFF2-40B4-BE49-F238E27FC236}">
                    <a16:creationId xmlns:a16="http://schemas.microsoft.com/office/drawing/2014/main" id="{ABBDF460-25F3-F3D0-B568-E86DC668A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Oval 1532">
                <a:extLst>
                  <a:ext uri="{FF2B5EF4-FFF2-40B4-BE49-F238E27FC236}">
                    <a16:creationId xmlns:a16="http://schemas.microsoft.com/office/drawing/2014/main" id="{D21DEC8F-3F9E-CD61-EB39-F086ED3572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7" name="Group 1533">
              <a:extLst>
                <a:ext uri="{FF2B5EF4-FFF2-40B4-BE49-F238E27FC236}">
                  <a16:creationId xmlns:a16="http://schemas.microsoft.com/office/drawing/2014/main" id="{63A15849-A047-F496-901D-C6A414A4F3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18" name="Oval 1534">
                <a:extLst>
                  <a:ext uri="{FF2B5EF4-FFF2-40B4-BE49-F238E27FC236}">
                    <a16:creationId xmlns:a16="http://schemas.microsoft.com/office/drawing/2014/main" id="{608012C1-9854-7C75-9BBC-B1448610CA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9" name="Oval 1535">
                <a:extLst>
                  <a:ext uri="{FF2B5EF4-FFF2-40B4-BE49-F238E27FC236}">
                    <a16:creationId xmlns:a16="http://schemas.microsoft.com/office/drawing/2014/main" id="{87EDFF21-0BEA-8BB5-B7F2-AB784A228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0" name="Freeform 1536">
                <a:extLst>
                  <a:ext uri="{FF2B5EF4-FFF2-40B4-BE49-F238E27FC236}">
                    <a16:creationId xmlns:a16="http://schemas.microsoft.com/office/drawing/2014/main" id="{6B155425-5C2F-2D94-5E81-93446AD68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537">
                <a:extLst>
                  <a:ext uri="{FF2B5EF4-FFF2-40B4-BE49-F238E27FC236}">
                    <a16:creationId xmlns:a16="http://schemas.microsoft.com/office/drawing/2014/main" id="{E30C97A9-C021-AB6D-9E03-96B48B7572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Freeform 1538">
                <a:extLst>
                  <a:ext uri="{FF2B5EF4-FFF2-40B4-BE49-F238E27FC236}">
                    <a16:creationId xmlns:a16="http://schemas.microsoft.com/office/drawing/2014/main" id="{1E29B6EC-8674-DE13-9B3B-B772D74521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Oval 1539">
                <a:extLst>
                  <a:ext uri="{FF2B5EF4-FFF2-40B4-BE49-F238E27FC236}">
                    <a16:creationId xmlns:a16="http://schemas.microsoft.com/office/drawing/2014/main" id="{16DEC5AD-4402-727F-4553-634483F2C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8" name="Group 1540">
              <a:extLst>
                <a:ext uri="{FF2B5EF4-FFF2-40B4-BE49-F238E27FC236}">
                  <a16:creationId xmlns:a16="http://schemas.microsoft.com/office/drawing/2014/main" id="{AD6A1AB6-38EA-19D9-4E14-8311FB7818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12" name="Oval 1541">
                <a:extLst>
                  <a:ext uri="{FF2B5EF4-FFF2-40B4-BE49-F238E27FC236}">
                    <a16:creationId xmlns:a16="http://schemas.microsoft.com/office/drawing/2014/main" id="{EEE5AF07-72FD-A213-BDE0-68C6447CA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3" name="Oval 1542">
                <a:extLst>
                  <a:ext uri="{FF2B5EF4-FFF2-40B4-BE49-F238E27FC236}">
                    <a16:creationId xmlns:a16="http://schemas.microsoft.com/office/drawing/2014/main" id="{65CAA21D-7F4C-CB73-110C-6139FA117A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4" name="Freeform 1543">
                <a:extLst>
                  <a:ext uri="{FF2B5EF4-FFF2-40B4-BE49-F238E27FC236}">
                    <a16:creationId xmlns:a16="http://schemas.microsoft.com/office/drawing/2014/main" id="{C5CBDE87-05D3-C531-1173-66BB081CD1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544">
                <a:extLst>
                  <a:ext uri="{FF2B5EF4-FFF2-40B4-BE49-F238E27FC236}">
                    <a16:creationId xmlns:a16="http://schemas.microsoft.com/office/drawing/2014/main" id="{D67ED32D-76C1-C6DC-EE6A-5E9995B4A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Freeform 1545">
                <a:extLst>
                  <a:ext uri="{FF2B5EF4-FFF2-40B4-BE49-F238E27FC236}">
                    <a16:creationId xmlns:a16="http://schemas.microsoft.com/office/drawing/2014/main" id="{FBCEA4D8-EFB2-60CB-374D-F68815030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Oval 1546">
                <a:extLst>
                  <a:ext uri="{FF2B5EF4-FFF2-40B4-BE49-F238E27FC236}">
                    <a16:creationId xmlns:a16="http://schemas.microsoft.com/office/drawing/2014/main" id="{A299B448-465C-2DD0-CDAD-45902FE060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9" name="Group 1547">
              <a:extLst>
                <a:ext uri="{FF2B5EF4-FFF2-40B4-BE49-F238E27FC236}">
                  <a16:creationId xmlns:a16="http://schemas.microsoft.com/office/drawing/2014/main" id="{647C408F-4832-DE45-BD69-5AE0A9A533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06" name="Oval 1548">
                <a:extLst>
                  <a:ext uri="{FF2B5EF4-FFF2-40B4-BE49-F238E27FC236}">
                    <a16:creationId xmlns:a16="http://schemas.microsoft.com/office/drawing/2014/main" id="{BFDB4453-87F5-AA42-0D2E-20FCDB989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7" name="Oval 1549">
                <a:extLst>
                  <a:ext uri="{FF2B5EF4-FFF2-40B4-BE49-F238E27FC236}">
                    <a16:creationId xmlns:a16="http://schemas.microsoft.com/office/drawing/2014/main" id="{CA6D7299-9A7D-207F-84F5-6A47B13F4A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8" name="Freeform 1550">
                <a:extLst>
                  <a:ext uri="{FF2B5EF4-FFF2-40B4-BE49-F238E27FC236}">
                    <a16:creationId xmlns:a16="http://schemas.microsoft.com/office/drawing/2014/main" id="{3727D681-CEBD-DC89-0F80-AE57AE9B5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551">
                <a:extLst>
                  <a:ext uri="{FF2B5EF4-FFF2-40B4-BE49-F238E27FC236}">
                    <a16:creationId xmlns:a16="http://schemas.microsoft.com/office/drawing/2014/main" id="{C54D9F03-D85A-7007-7D57-A15A924B77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Freeform 1552">
                <a:extLst>
                  <a:ext uri="{FF2B5EF4-FFF2-40B4-BE49-F238E27FC236}">
                    <a16:creationId xmlns:a16="http://schemas.microsoft.com/office/drawing/2014/main" id="{1DCABA46-03E0-FD73-B324-D67BF5304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Oval 1553">
                <a:extLst>
                  <a:ext uri="{FF2B5EF4-FFF2-40B4-BE49-F238E27FC236}">
                    <a16:creationId xmlns:a16="http://schemas.microsoft.com/office/drawing/2014/main" id="{4450AAA7-A1BE-5FBA-B789-A543C9FEC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0" name="Group 1554">
              <a:extLst>
                <a:ext uri="{FF2B5EF4-FFF2-40B4-BE49-F238E27FC236}">
                  <a16:creationId xmlns:a16="http://schemas.microsoft.com/office/drawing/2014/main" id="{D6228D9B-6548-7DD5-33F0-9633E21F9C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00" name="Oval 1555">
                <a:extLst>
                  <a:ext uri="{FF2B5EF4-FFF2-40B4-BE49-F238E27FC236}">
                    <a16:creationId xmlns:a16="http://schemas.microsoft.com/office/drawing/2014/main" id="{B7E2C9AD-993F-AEC8-5492-4CBC52E52A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1" name="Oval 1556">
                <a:extLst>
                  <a:ext uri="{FF2B5EF4-FFF2-40B4-BE49-F238E27FC236}">
                    <a16:creationId xmlns:a16="http://schemas.microsoft.com/office/drawing/2014/main" id="{27836774-9B24-EC19-386D-ED96659046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2" name="Freeform 1557">
                <a:extLst>
                  <a:ext uri="{FF2B5EF4-FFF2-40B4-BE49-F238E27FC236}">
                    <a16:creationId xmlns:a16="http://schemas.microsoft.com/office/drawing/2014/main" id="{11633EFB-838A-16DC-4095-D147575E0A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558">
                <a:extLst>
                  <a:ext uri="{FF2B5EF4-FFF2-40B4-BE49-F238E27FC236}">
                    <a16:creationId xmlns:a16="http://schemas.microsoft.com/office/drawing/2014/main" id="{F26AD60D-74ED-1EDD-B9A3-49665BE57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Freeform 1559">
                <a:extLst>
                  <a:ext uri="{FF2B5EF4-FFF2-40B4-BE49-F238E27FC236}">
                    <a16:creationId xmlns:a16="http://schemas.microsoft.com/office/drawing/2014/main" id="{0DFF3FEE-AA28-F2A4-04E8-C4D838EA69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Oval 1560">
                <a:extLst>
                  <a:ext uri="{FF2B5EF4-FFF2-40B4-BE49-F238E27FC236}">
                    <a16:creationId xmlns:a16="http://schemas.microsoft.com/office/drawing/2014/main" id="{CDDC8526-0C65-3622-D0BD-4DE3BEAAFB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1" name="Group 1561">
              <a:extLst>
                <a:ext uri="{FF2B5EF4-FFF2-40B4-BE49-F238E27FC236}">
                  <a16:creationId xmlns:a16="http://schemas.microsoft.com/office/drawing/2014/main" id="{9081E384-F0CB-51CE-0E8E-7456470A53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94" name="Oval 1562">
                <a:extLst>
                  <a:ext uri="{FF2B5EF4-FFF2-40B4-BE49-F238E27FC236}">
                    <a16:creationId xmlns:a16="http://schemas.microsoft.com/office/drawing/2014/main" id="{5358F3C1-B1C8-4DC8-9D5D-2D65928F38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5" name="Oval 1563">
                <a:extLst>
                  <a:ext uri="{FF2B5EF4-FFF2-40B4-BE49-F238E27FC236}">
                    <a16:creationId xmlns:a16="http://schemas.microsoft.com/office/drawing/2014/main" id="{9CEBDC19-1C5E-F7AC-7607-FA8FC4719F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6" name="Freeform 1564">
                <a:extLst>
                  <a:ext uri="{FF2B5EF4-FFF2-40B4-BE49-F238E27FC236}">
                    <a16:creationId xmlns:a16="http://schemas.microsoft.com/office/drawing/2014/main" id="{4CD49EA7-DDA9-31E6-78C4-F72CE905A9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565">
                <a:extLst>
                  <a:ext uri="{FF2B5EF4-FFF2-40B4-BE49-F238E27FC236}">
                    <a16:creationId xmlns:a16="http://schemas.microsoft.com/office/drawing/2014/main" id="{ADB454E1-CB5F-9E9F-030B-1FC996556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Freeform 1566">
                <a:extLst>
                  <a:ext uri="{FF2B5EF4-FFF2-40B4-BE49-F238E27FC236}">
                    <a16:creationId xmlns:a16="http://schemas.microsoft.com/office/drawing/2014/main" id="{51480858-0258-FEDE-15CD-4A4B196276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Oval 1567">
                <a:extLst>
                  <a:ext uri="{FF2B5EF4-FFF2-40B4-BE49-F238E27FC236}">
                    <a16:creationId xmlns:a16="http://schemas.microsoft.com/office/drawing/2014/main" id="{1DE56D29-C0E3-528A-250E-3EA0DCBB3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2" name="Group 1568">
              <a:extLst>
                <a:ext uri="{FF2B5EF4-FFF2-40B4-BE49-F238E27FC236}">
                  <a16:creationId xmlns:a16="http://schemas.microsoft.com/office/drawing/2014/main" id="{45CF8FA3-BB2F-A5FD-4497-2AF05C21FD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88" name="Oval 1569">
                <a:extLst>
                  <a:ext uri="{FF2B5EF4-FFF2-40B4-BE49-F238E27FC236}">
                    <a16:creationId xmlns:a16="http://schemas.microsoft.com/office/drawing/2014/main" id="{FEAEBA61-1C17-49BA-09ED-D006A9EA0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9" name="Oval 1570">
                <a:extLst>
                  <a:ext uri="{FF2B5EF4-FFF2-40B4-BE49-F238E27FC236}">
                    <a16:creationId xmlns:a16="http://schemas.microsoft.com/office/drawing/2014/main" id="{E30E7B1B-9693-D72C-7CC7-AFAC577EF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0" name="Freeform 1571">
                <a:extLst>
                  <a:ext uri="{FF2B5EF4-FFF2-40B4-BE49-F238E27FC236}">
                    <a16:creationId xmlns:a16="http://schemas.microsoft.com/office/drawing/2014/main" id="{1DB04504-78F1-233C-0DDD-D0A477538D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572">
                <a:extLst>
                  <a:ext uri="{FF2B5EF4-FFF2-40B4-BE49-F238E27FC236}">
                    <a16:creationId xmlns:a16="http://schemas.microsoft.com/office/drawing/2014/main" id="{CB4414D5-DDBD-1B94-1D12-CCF083D1C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Freeform 1573">
                <a:extLst>
                  <a:ext uri="{FF2B5EF4-FFF2-40B4-BE49-F238E27FC236}">
                    <a16:creationId xmlns:a16="http://schemas.microsoft.com/office/drawing/2014/main" id="{B7B92665-2A77-7867-4C70-E105CEB3B6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Oval 1574">
                <a:extLst>
                  <a:ext uri="{FF2B5EF4-FFF2-40B4-BE49-F238E27FC236}">
                    <a16:creationId xmlns:a16="http://schemas.microsoft.com/office/drawing/2014/main" id="{36879DB9-44B6-261E-A990-0255F37305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3" name="Group 1575">
              <a:extLst>
                <a:ext uri="{FF2B5EF4-FFF2-40B4-BE49-F238E27FC236}">
                  <a16:creationId xmlns:a16="http://schemas.microsoft.com/office/drawing/2014/main" id="{65F2DF83-0244-1DBD-97A7-57CB8D2C9C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82" name="Oval 1576">
                <a:extLst>
                  <a:ext uri="{FF2B5EF4-FFF2-40B4-BE49-F238E27FC236}">
                    <a16:creationId xmlns:a16="http://schemas.microsoft.com/office/drawing/2014/main" id="{74E43AF0-FE18-7F9B-9491-D55CA6248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3" name="Oval 1577">
                <a:extLst>
                  <a:ext uri="{FF2B5EF4-FFF2-40B4-BE49-F238E27FC236}">
                    <a16:creationId xmlns:a16="http://schemas.microsoft.com/office/drawing/2014/main" id="{64D65C6F-E40E-BDC0-D7AD-9F30EC6DA9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4" name="Freeform 1578">
                <a:extLst>
                  <a:ext uri="{FF2B5EF4-FFF2-40B4-BE49-F238E27FC236}">
                    <a16:creationId xmlns:a16="http://schemas.microsoft.com/office/drawing/2014/main" id="{17E1B58B-E5BF-0129-70A6-3490B4AFA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579">
                <a:extLst>
                  <a:ext uri="{FF2B5EF4-FFF2-40B4-BE49-F238E27FC236}">
                    <a16:creationId xmlns:a16="http://schemas.microsoft.com/office/drawing/2014/main" id="{E2321F85-8AF1-F4ED-33A7-91F15586E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Freeform 1580">
                <a:extLst>
                  <a:ext uri="{FF2B5EF4-FFF2-40B4-BE49-F238E27FC236}">
                    <a16:creationId xmlns:a16="http://schemas.microsoft.com/office/drawing/2014/main" id="{35B8EFC3-619C-6ADF-3426-D2DA0F19F2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Oval 1581">
                <a:extLst>
                  <a:ext uri="{FF2B5EF4-FFF2-40B4-BE49-F238E27FC236}">
                    <a16:creationId xmlns:a16="http://schemas.microsoft.com/office/drawing/2014/main" id="{0B2ACB6E-EA27-A327-F8D5-EAD9F8A2A5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4" name="Group 1582">
              <a:extLst>
                <a:ext uri="{FF2B5EF4-FFF2-40B4-BE49-F238E27FC236}">
                  <a16:creationId xmlns:a16="http://schemas.microsoft.com/office/drawing/2014/main" id="{0F96616E-9363-112F-61C3-950B74F7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76" name="Oval 1583">
                <a:extLst>
                  <a:ext uri="{FF2B5EF4-FFF2-40B4-BE49-F238E27FC236}">
                    <a16:creationId xmlns:a16="http://schemas.microsoft.com/office/drawing/2014/main" id="{584CD960-6E48-79A4-41C0-0BC43A8CCC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7" name="Oval 1584">
                <a:extLst>
                  <a:ext uri="{FF2B5EF4-FFF2-40B4-BE49-F238E27FC236}">
                    <a16:creationId xmlns:a16="http://schemas.microsoft.com/office/drawing/2014/main" id="{12168FA0-80B6-2E06-6ECF-1812ACA51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8" name="Freeform 1585">
                <a:extLst>
                  <a:ext uri="{FF2B5EF4-FFF2-40B4-BE49-F238E27FC236}">
                    <a16:creationId xmlns:a16="http://schemas.microsoft.com/office/drawing/2014/main" id="{8D4C06E9-CA94-5F7E-1AA9-C5CD5D9778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586">
                <a:extLst>
                  <a:ext uri="{FF2B5EF4-FFF2-40B4-BE49-F238E27FC236}">
                    <a16:creationId xmlns:a16="http://schemas.microsoft.com/office/drawing/2014/main" id="{E30878D9-FFCD-0CD2-615E-DC2E82E4AD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Freeform 1587">
                <a:extLst>
                  <a:ext uri="{FF2B5EF4-FFF2-40B4-BE49-F238E27FC236}">
                    <a16:creationId xmlns:a16="http://schemas.microsoft.com/office/drawing/2014/main" id="{D3BE1F37-89F1-207D-2958-1D8F24DA9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Oval 1588">
                <a:extLst>
                  <a:ext uri="{FF2B5EF4-FFF2-40B4-BE49-F238E27FC236}">
                    <a16:creationId xmlns:a16="http://schemas.microsoft.com/office/drawing/2014/main" id="{014459A4-3F5A-69C1-C40C-06D00228D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5" name="Group 1589">
              <a:extLst>
                <a:ext uri="{FF2B5EF4-FFF2-40B4-BE49-F238E27FC236}">
                  <a16:creationId xmlns:a16="http://schemas.microsoft.com/office/drawing/2014/main" id="{C8572638-7EB4-0E4E-2F11-60ABC6BB44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70" name="Oval 1590">
                <a:extLst>
                  <a:ext uri="{FF2B5EF4-FFF2-40B4-BE49-F238E27FC236}">
                    <a16:creationId xmlns:a16="http://schemas.microsoft.com/office/drawing/2014/main" id="{7A1E2B74-7EAA-19FC-B9A7-5B0BDF8319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1" name="Oval 1591">
                <a:extLst>
                  <a:ext uri="{FF2B5EF4-FFF2-40B4-BE49-F238E27FC236}">
                    <a16:creationId xmlns:a16="http://schemas.microsoft.com/office/drawing/2014/main" id="{4E3B72AA-1A2E-FF3D-E965-ACAD95B40D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2" name="Freeform 1592">
                <a:extLst>
                  <a:ext uri="{FF2B5EF4-FFF2-40B4-BE49-F238E27FC236}">
                    <a16:creationId xmlns:a16="http://schemas.microsoft.com/office/drawing/2014/main" id="{63D3E9E0-4CD7-4A78-BDB8-20420147D8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93">
                <a:extLst>
                  <a:ext uri="{FF2B5EF4-FFF2-40B4-BE49-F238E27FC236}">
                    <a16:creationId xmlns:a16="http://schemas.microsoft.com/office/drawing/2014/main" id="{27701B62-C6B5-8773-C8E9-FA06DD1205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Freeform 1594">
                <a:extLst>
                  <a:ext uri="{FF2B5EF4-FFF2-40B4-BE49-F238E27FC236}">
                    <a16:creationId xmlns:a16="http://schemas.microsoft.com/office/drawing/2014/main" id="{42ED8108-7BCB-BDAC-A372-CAD705ECC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Oval 1595">
                <a:extLst>
                  <a:ext uri="{FF2B5EF4-FFF2-40B4-BE49-F238E27FC236}">
                    <a16:creationId xmlns:a16="http://schemas.microsoft.com/office/drawing/2014/main" id="{9A841EF4-55DF-093E-366C-1CBED4348D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6" name="Group 1596">
              <a:extLst>
                <a:ext uri="{FF2B5EF4-FFF2-40B4-BE49-F238E27FC236}">
                  <a16:creationId xmlns:a16="http://schemas.microsoft.com/office/drawing/2014/main" id="{87EC2856-A92A-9F36-A1F7-8D4BD21B47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64" name="Oval 1597">
                <a:extLst>
                  <a:ext uri="{FF2B5EF4-FFF2-40B4-BE49-F238E27FC236}">
                    <a16:creationId xmlns:a16="http://schemas.microsoft.com/office/drawing/2014/main" id="{F65AD522-761A-27D4-EB34-F867421A1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5" name="Oval 1598">
                <a:extLst>
                  <a:ext uri="{FF2B5EF4-FFF2-40B4-BE49-F238E27FC236}">
                    <a16:creationId xmlns:a16="http://schemas.microsoft.com/office/drawing/2014/main" id="{51743947-619A-6156-2E96-5AB261AC9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6" name="Freeform 1599">
                <a:extLst>
                  <a:ext uri="{FF2B5EF4-FFF2-40B4-BE49-F238E27FC236}">
                    <a16:creationId xmlns:a16="http://schemas.microsoft.com/office/drawing/2014/main" id="{BABCA115-BAC1-E42F-81E6-267C49E4DD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600">
                <a:extLst>
                  <a:ext uri="{FF2B5EF4-FFF2-40B4-BE49-F238E27FC236}">
                    <a16:creationId xmlns:a16="http://schemas.microsoft.com/office/drawing/2014/main" id="{02F4D097-40D4-5BCD-698C-985F7C7E0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Freeform 1601">
                <a:extLst>
                  <a:ext uri="{FF2B5EF4-FFF2-40B4-BE49-F238E27FC236}">
                    <a16:creationId xmlns:a16="http://schemas.microsoft.com/office/drawing/2014/main" id="{9AFF3DA1-65F2-6AF4-AFD6-4C12F1FDC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Oval 1602">
                <a:extLst>
                  <a:ext uri="{FF2B5EF4-FFF2-40B4-BE49-F238E27FC236}">
                    <a16:creationId xmlns:a16="http://schemas.microsoft.com/office/drawing/2014/main" id="{D09871D0-BCAB-6BDA-3C21-D15A82FE2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7" name="Group 1603">
              <a:extLst>
                <a:ext uri="{FF2B5EF4-FFF2-40B4-BE49-F238E27FC236}">
                  <a16:creationId xmlns:a16="http://schemas.microsoft.com/office/drawing/2014/main" id="{81E99A9D-CD9A-A1FC-0AF3-8D44DB261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58" name="Oval 1604">
                <a:extLst>
                  <a:ext uri="{FF2B5EF4-FFF2-40B4-BE49-F238E27FC236}">
                    <a16:creationId xmlns:a16="http://schemas.microsoft.com/office/drawing/2014/main" id="{A9732345-393B-5F90-B888-BA6F4C530B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9" name="Oval 1605">
                <a:extLst>
                  <a:ext uri="{FF2B5EF4-FFF2-40B4-BE49-F238E27FC236}">
                    <a16:creationId xmlns:a16="http://schemas.microsoft.com/office/drawing/2014/main" id="{47118FE7-05A9-9060-FAEF-EDD573E1AA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0" name="Freeform 1606">
                <a:extLst>
                  <a:ext uri="{FF2B5EF4-FFF2-40B4-BE49-F238E27FC236}">
                    <a16:creationId xmlns:a16="http://schemas.microsoft.com/office/drawing/2014/main" id="{E097EC0D-7669-BA44-77B6-DD4811284F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Freeform 1607">
                <a:extLst>
                  <a:ext uri="{FF2B5EF4-FFF2-40B4-BE49-F238E27FC236}">
                    <a16:creationId xmlns:a16="http://schemas.microsoft.com/office/drawing/2014/main" id="{C77CF1B9-8EEE-D5B2-1493-1C09A9D8A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Freeform 1608">
                <a:extLst>
                  <a:ext uri="{FF2B5EF4-FFF2-40B4-BE49-F238E27FC236}">
                    <a16:creationId xmlns:a16="http://schemas.microsoft.com/office/drawing/2014/main" id="{AFA83DEE-3ACA-5ECE-BE0B-B4A33A1CE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Oval 1609">
                <a:extLst>
                  <a:ext uri="{FF2B5EF4-FFF2-40B4-BE49-F238E27FC236}">
                    <a16:creationId xmlns:a16="http://schemas.microsoft.com/office/drawing/2014/main" id="{B0E88F57-B1AE-A9CC-D7BC-C30F5AB2C5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50" name="Group 1385">
            <a:extLst>
              <a:ext uri="{FF2B5EF4-FFF2-40B4-BE49-F238E27FC236}">
                <a16:creationId xmlns:a16="http://schemas.microsoft.com/office/drawing/2014/main" id="{534988C0-F63C-7F57-02B2-DCB8C0B7D0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51" name="Group 1386">
              <a:extLst>
                <a:ext uri="{FF2B5EF4-FFF2-40B4-BE49-F238E27FC236}">
                  <a16:creationId xmlns:a16="http://schemas.microsoft.com/office/drawing/2014/main" id="{719F881E-4447-8643-5E95-82E9B75D65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69" name="Oval 1387">
                <a:extLst>
                  <a:ext uri="{FF2B5EF4-FFF2-40B4-BE49-F238E27FC236}">
                    <a16:creationId xmlns:a16="http://schemas.microsoft.com/office/drawing/2014/main" id="{62AE5A59-BE80-3F39-6F4D-1481A238D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0" name="Oval 1388">
                <a:extLst>
                  <a:ext uri="{FF2B5EF4-FFF2-40B4-BE49-F238E27FC236}">
                    <a16:creationId xmlns:a16="http://schemas.microsoft.com/office/drawing/2014/main" id="{5EEC101C-0792-BD47-FB61-629AFEB51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1" name="Freeform 1389">
                <a:extLst>
                  <a:ext uri="{FF2B5EF4-FFF2-40B4-BE49-F238E27FC236}">
                    <a16:creationId xmlns:a16="http://schemas.microsoft.com/office/drawing/2014/main" id="{3F8774F8-B1AC-4C39-61C0-AA6053688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Freeform 1390">
                <a:extLst>
                  <a:ext uri="{FF2B5EF4-FFF2-40B4-BE49-F238E27FC236}">
                    <a16:creationId xmlns:a16="http://schemas.microsoft.com/office/drawing/2014/main" id="{C9C49F75-8E2D-0F3C-7E2F-EFCC08FF8A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Freeform 1391">
                <a:extLst>
                  <a:ext uri="{FF2B5EF4-FFF2-40B4-BE49-F238E27FC236}">
                    <a16:creationId xmlns:a16="http://schemas.microsoft.com/office/drawing/2014/main" id="{4051CE06-1356-E738-F345-01A74F9B4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Oval 1392">
                <a:extLst>
                  <a:ext uri="{FF2B5EF4-FFF2-40B4-BE49-F238E27FC236}">
                    <a16:creationId xmlns:a16="http://schemas.microsoft.com/office/drawing/2014/main" id="{1AE919FC-F1F1-27A6-A825-96F8A91229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393">
              <a:extLst>
                <a:ext uri="{FF2B5EF4-FFF2-40B4-BE49-F238E27FC236}">
                  <a16:creationId xmlns:a16="http://schemas.microsoft.com/office/drawing/2014/main" id="{C929B8B6-FD92-9D35-FB9C-10933913D2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63" name="Oval 1394">
                <a:extLst>
                  <a:ext uri="{FF2B5EF4-FFF2-40B4-BE49-F238E27FC236}">
                    <a16:creationId xmlns:a16="http://schemas.microsoft.com/office/drawing/2014/main" id="{966CD48A-4D29-AF6F-5A5E-547DCB472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4" name="Oval 1395">
                <a:extLst>
                  <a:ext uri="{FF2B5EF4-FFF2-40B4-BE49-F238E27FC236}">
                    <a16:creationId xmlns:a16="http://schemas.microsoft.com/office/drawing/2014/main" id="{7E45AB8C-5660-ECA6-9C13-AE816965EB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5" name="Freeform 1396">
                <a:extLst>
                  <a:ext uri="{FF2B5EF4-FFF2-40B4-BE49-F238E27FC236}">
                    <a16:creationId xmlns:a16="http://schemas.microsoft.com/office/drawing/2014/main" id="{D74A4162-B1C2-C0AA-1621-D4CA3C415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1397">
                <a:extLst>
                  <a:ext uri="{FF2B5EF4-FFF2-40B4-BE49-F238E27FC236}">
                    <a16:creationId xmlns:a16="http://schemas.microsoft.com/office/drawing/2014/main" id="{415412EA-9454-1354-67C9-30F8C4980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Freeform 1398">
                <a:extLst>
                  <a:ext uri="{FF2B5EF4-FFF2-40B4-BE49-F238E27FC236}">
                    <a16:creationId xmlns:a16="http://schemas.microsoft.com/office/drawing/2014/main" id="{D1F53A94-67FC-58B8-A4CB-EA88D4396C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Oval 1399">
                <a:extLst>
                  <a:ext uri="{FF2B5EF4-FFF2-40B4-BE49-F238E27FC236}">
                    <a16:creationId xmlns:a16="http://schemas.microsoft.com/office/drawing/2014/main" id="{D6C07F2E-E865-550B-A08F-15D817908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400">
              <a:extLst>
                <a:ext uri="{FF2B5EF4-FFF2-40B4-BE49-F238E27FC236}">
                  <a16:creationId xmlns:a16="http://schemas.microsoft.com/office/drawing/2014/main" id="{10CC9328-55F6-6122-4275-B32FD9E7C4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57" name="Oval 1401">
                <a:extLst>
                  <a:ext uri="{FF2B5EF4-FFF2-40B4-BE49-F238E27FC236}">
                    <a16:creationId xmlns:a16="http://schemas.microsoft.com/office/drawing/2014/main" id="{E171F9C8-99B9-75CD-C3B4-0B292C4155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8" name="Oval 1402">
                <a:extLst>
                  <a:ext uri="{FF2B5EF4-FFF2-40B4-BE49-F238E27FC236}">
                    <a16:creationId xmlns:a16="http://schemas.microsoft.com/office/drawing/2014/main" id="{F4C24826-945E-7203-A4D0-B51992306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9" name="Freeform 1403">
                <a:extLst>
                  <a:ext uri="{FF2B5EF4-FFF2-40B4-BE49-F238E27FC236}">
                    <a16:creationId xmlns:a16="http://schemas.microsoft.com/office/drawing/2014/main" id="{992FF493-52DE-6D5B-87ED-DC331C6224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1404">
                <a:extLst>
                  <a:ext uri="{FF2B5EF4-FFF2-40B4-BE49-F238E27FC236}">
                    <a16:creationId xmlns:a16="http://schemas.microsoft.com/office/drawing/2014/main" id="{72600F97-1161-4B00-2D32-0F09CCA3EA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1405">
                <a:extLst>
                  <a:ext uri="{FF2B5EF4-FFF2-40B4-BE49-F238E27FC236}">
                    <a16:creationId xmlns:a16="http://schemas.microsoft.com/office/drawing/2014/main" id="{64BEB786-56FB-1CE2-8DA9-7C2D9C3D2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Oval 1406">
                <a:extLst>
                  <a:ext uri="{FF2B5EF4-FFF2-40B4-BE49-F238E27FC236}">
                    <a16:creationId xmlns:a16="http://schemas.microsoft.com/office/drawing/2014/main" id="{EDE84213-E38A-0514-D895-B3B8FA0FC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407">
              <a:extLst>
                <a:ext uri="{FF2B5EF4-FFF2-40B4-BE49-F238E27FC236}">
                  <a16:creationId xmlns:a16="http://schemas.microsoft.com/office/drawing/2014/main" id="{BE34378E-25D2-9468-0EDD-D3DC171A3F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51" name="Oval 1408">
                <a:extLst>
                  <a:ext uri="{FF2B5EF4-FFF2-40B4-BE49-F238E27FC236}">
                    <a16:creationId xmlns:a16="http://schemas.microsoft.com/office/drawing/2014/main" id="{AAE1C6AE-469A-7559-4F56-3ADD22D5C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" name="Oval 1409">
                <a:extLst>
                  <a:ext uri="{FF2B5EF4-FFF2-40B4-BE49-F238E27FC236}">
                    <a16:creationId xmlns:a16="http://schemas.microsoft.com/office/drawing/2014/main" id="{D7B4B68B-CC48-781C-4F9B-19220810A5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" name="Freeform 1410">
                <a:extLst>
                  <a:ext uri="{FF2B5EF4-FFF2-40B4-BE49-F238E27FC236}">
                    <a16:creationId xmlns:a16="http://schemas.microsoft.com/office/drawing/2014/main" id="{338EB258-D337-4CDC-7D72-D151196DE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1411">
                <a:extLst>
                  <a:ext uri="{FF2B5EF4-FFF2-40B4-BE49-F238E27FC236}">
                    <a16:creationId xmlns:a16="http://schemas.microsoft.com/office/drawing/2014/main" id="{965B6866-11A4-C297-3374-87CB4ED79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1412">
                <a:extLst>
                  <a:ext uri="{FF2B5EF4-FFF2-40B4-BE49-F238E27FC236}">
                    <a16:creationId xmlns:a16="http://schemas.microsoft.com/office/drawing/2014/main" id="{B55AF93F-A1D8-E763-AA7E-F2C00F8AA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Oval 1413">
                <a:extLst>
                  <a:ext uri="{FF2B5EF4-FFF2-40B4-BE49-F238E27FC236}">
                    <a16:creationId xmlns:a16="http://schemas.microsoft.com/office/drawing/2014/main" id="{0D3F8AD8-1199-7877-5A0B-4D41853331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414">
              <a:extLst>
                <a:ext uri="{FF2B5EF4-FFF2-40B4-BE49-F238E27FC236}">
                  <a16:creationId xmlns:a16="http://schemas.microsoft.com/office/drawing/2014/main" id="{27CF76E0-00C0-FDB6-A2DB-6A75A80D01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45" name="Oval 1415">
                <a:extLst>
                  <a:ext uri="{FF2B5EF4-FFF2-40B4-BE49-F238E27FC236}">
                    <a16:creationId xmlns:a16="http://schemas.microsoft.com/office/drawing/2014/main" id="{611DFD01-C3DD-E263-8250-9ED42B56DF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" name="Oval 1416">
                <a:extLst>
                  <a:ext uri="{FF2B5EF4-FFF2-40B4-BE49-F238E27FC236}">
                    <a16:creationId xmlns:a16="http://schemas.microsoft.com/office/drawing/2014/main" id="{6A75FB7C-31A3-7CCD-BFB8-34C164AD76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" name="Freeform 1417">
                <a:extLst>
                  <a:ext uri="{FF2B5EF4-FFF2-40B4-BE49-F238E27FC236}">
                    <a16:creationId xmlns:a16="http://schemas.microsoft.com/office/drawing/2014/main" id="{499D2B98-4D35-D96F-CCFD-DCA7247DA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Freeform 1418">
                <a:extLst>
                  <a:ext uri="{FF2B5EF4-FFF2-40B4-BE49-F238E27FC236}">
                    <a16:creationId xmlns:a16="http://schemas.microsoft.com/office/drawing/2014/main" id="{92F0A6A3-C999-BE1D-4BA6-9F7E21FC7A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1419">
                <a:extLst>
                  <a:ext uri="{FF2B5EF4-FFF2-40B4-BE49-F238E27FC236}">
                    <a16:creationId xmlns:a16="http://schemas.microsoft.com/office/drawing/2014/main" id="{62EC2ACE-882B-21E5-638D-753A27CD9F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Oval 1420">
                <a:extLst>
                  <a:ext uri="{FF2B5EF4-FFF2-40B4-BE49-F238E27FC236}">
                    <a16:creationId xmlns:a16="http://schemas.microsoft.com/office/drawing/2014/main" id="{4AA09BB8-5DF3-4E05-B099-29EF3CC06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421">
              <a:extLst>
                <a:ext uri="{FF2B5EF4-FFF2-40B4-BE49-F238E27FC236}">
                  <a16:creationId xmlns:a16="http://schemas.microsoft.com/office/drawing/2014/main" id="{D6862388-6BC6-E738-A1D1-CA982B2A6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39" name="Oval 1422">
                <a:extLst>
                  <a:ext uri="{FF2B5EF4-FFF2-40B4-BE49-F238E27FC236}">
                    <a16:creationId xmlns:a16="http://schemas.microsoft.com/office/drawing/2014/main" id="{A6C34C80-9DA5-1B75-9D1A-BF2565758A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" name="Oval 1423">
                <a:extLst>
                  <a:ext uri="{FF2B5EF4-FFF2-40B4-BE49-F238E27FC236}">
                    <a16:creationId xmlns:a16="http://schemas.microsoft.com/office/drawing/2014/main" id="{9DFAD8D5-744E-9981-7239-56CF697AD6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" name="Freeform 1424">
                <a:extLst>
                  <a:ext uri="{FF2B5EF4-FFF2-40B4-BE49-F238E27FC236}">
                    <a16:creationId xmlns:a16="http://schemas.microsoft.com/office/drawing/2014/main" id="{EBF5523A-0F94-53A2-75EC-5714A3ED8F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Freeform 1425">
                <a:extLst>
                  <a:ext uri="{FF2B5EF4-FFF2-40B4-BE49-F238E27FC236}">
                    <a16:creationId xmlns:a16="http://schemas.microsoft.com/office/drawing/2014/main" id="{F878190F-D185-3CD7-CA93-3239FCFC72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Freeform 1426">
                <a:extLst>
                  <a:ext uri="{FF2B5EF4-FFF2-40B4-BE49-F238E27FC236}">
                    <a16:creationId xmlns:a16="http://schemas.microsoft.com/office/drawing/2014/main" id="{5A7F7D59-BD46-30F0-3CBA-D6E0F731D6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Oval 1427">
                <a:extLst>
                  <a:ext uri="{FF2B5EF4-FFF2-40B4-BE49-F238E27FC236}">
                    <a16:creationId xmlns:a16="http://schemas.microsoft.com/office/drawing/2014/main" id="{8C73BCC0-FB28-63FA-BC3E-5D60797123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428">
              <a:extLst>
                <a:ext uri="{FF2B5EF4-FFF2-40B4-BE49-F238E27FC236}">
                  <a16:creationId xmlns:a16="http://schemas.microsoft.com/office/drawing/2014/main" id="{B87CA13F-8170-53A9-9F3B-ED880D4077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33" name="Oval 1429">
                <a:extLst>
                  <a:ext uri="{FF2B5EF4-FFF2-40B4-BE49-F238E27FC236}">
                    <a16:creationId xmlns:a16="http://schemas.microsoft.com/office/drawing/2014/main" id="{CF03CA4D-DA38-7B52-D876-FD5F5DE7AE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" name="Oval 1430">
                <a:extLst>
                  <a:ext uri="{FF2B5EF4-FFF2-40B4-BE49-F238E27FC236}">
                    <a16:creationId xmlns:a16="http://schemas.microsoft.com/office/drawing/2014/main" id="{C7B7D7C5-8011-E106-EA4A-5544D662D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" name="Freeform 1431">
                <a:extLst>
                  <a:ext uri="{FF2B5EF4-FFF2-40B4-BE49-F238E27FC236}">
                    <a16:creationId xmlns:a16="http://schemas.microsoft.com/office/drawing/2014/main" id="{C15271D3-545B-8242-ED1C-A7ECC6877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1432">
                <a:extLst>
                  <a:ext uri="{FF2B5EF4-FFF2-40B4-BE49-F238E27FC236}">
                    <a16:creationId xmlns:a16="http://schemas.microsoft.com/office/drawing/2014/main" id="{3FBB1F50-76E0-4910-6BA4-3B3F84633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1433">
                <a:extLst>
                  <a:ext uri="{FF2B5EF4-FFF2-40B4-BE49-F238E27FC236}">
                    <a16:creationId xmlns:a16="http://schemas.microsoft.com/office/drawing/2014/main" id="{F29691DA-B29A-3A14-2F3C-D31C73CA36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Oval 1434">
                <a:extLst>
                  <a:ext uri="{FF2B5EF4-FFF2-40B4-BE49-F238E27FC236}">
                    <a16:creationId xmlns:a16="http://schemas.microsoft.com/office/drawing/2014/main" id="{65942504-1FA2-C7AC-F956-E96778C66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435">
              <a:extLst>
                <a:ext uri="{FF2B5EF4-FFF2-40B4-BE49-F238E27FC236}">
                  <a16:creationId xmlns:a16="http://schemas.microsoft.com/office/drawing/2014/main" id="{E8E3E585-B533-B839-B301-4AFA4D39E4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27" name="Oval 1436">
                <a:extLst>
                  <a:ext uri="{FF2B5EF4-FFF2-40B4-BE49-F238E27FC236}">
                    <a16:creationId xmlns:a16="http://schemas.microsoft.com/office/drawing/2014/main" id="{D265B65D-396A-5ACA-3EBF-41400613B0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8" name="Oval 1437">
                <a:extLst>
                  <a:ext uri="{FF2B5EF4-FFF2-40B4-BE49-F238E27FC236}">
                    <a16:creationId xmlns:a16="http://schemas.microsoft.com/office/drawing/2014/main" id="{85BB3F79-A5E8-7806-2EA8-866EBED623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9" name="Freeform 1438">
                <a:extLst>
                  <a:ext uri="{FF2B5EF4-FFF2-40B4-BE49-F238E27FC236}">
                    <a16:creationId xmlns:a16="http://schemas.microsoft.com/office/drawing/2014/main" id="{7C385692-8531-31E7-DD35-3EDE66035C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1439">
                <a:extLst>
                  <a:ext uri="{FF2B5EF4-FFF2-40B4-BE49-F238E27FC236}">
                    <a16:creationId xmlns:a16="http://schemas.microsoft.com/office/drawing/2014/main" id="{DB513082-7589-81E4-6C23-6FEEAD05C2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1440">
                <a:extLst>
                  <a:ext uri="{FF2B5EF4-FFF2-40B4-BE49-F238E27FC236}">
                    <a16:creationId xmlns:a16="http://schemas.microsoft.com/office/drawing/2014/main" id="{37F2282C-3383-D907-3E48-F023FF497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Oval 1441">
                <a:extLst>
                  <a:ext uri="{FF2B5EF4-FFF2-40B4-BE49-F238E27FC236}">
                    <a16:creationId xmlns:a16="http://schemas.microsoft.com/office/drawing/2014/main" id="{1EF6583A-5BC3-3D00-0544-6107E50B65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442">
              <a:extLst>
                <a:ext uri="{FF2B5EF4-FFF2-40B4-BE49-F238E27FC236}">
                  <a16:creationId xmlns:a16="http://schemas.microsoft.com/office/drawing/2014/main" id="{137D12BF-BD78-3135-66F5-25BE916556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321" name="Oval 1443">
                <a:extLst>
                  <a:ext uri="{FF2B5EF4-FFF2-40B4-BE49-F238E27FC236}">
                    <a16:creationId xmlns:a16="http://schemas.microsoft.com/office/drawing/2014/main" id="{0D999F78-A2B5-AB14-B6EE-7D0BCC1E7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2" name="Oval 1444">
                <a:extLst>
                  <a:ext uri="{FF2B5EF4-FFF2-40B4-BE49-F238E27FC236}">
                    <a16:creationId xmlns:a16="http://schemas.microsoft.com/office/drawing/2014/main" id="{A9F5D8DF-D155-DB7B-0B51-3BD692480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3" name="Freeform 1445">
                <a:extLst>
                  <a:ext uri="{FF2B5EF4-FFF2-40B4-BE49-F238E27FC236}">
                    <a16:creationId xmlns:a16="http://schemas.microsoft.com/office/drawing/2014/main" id="{D843B647-073C-FF07-4100-5F28507694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1446">
                <a:extLst>
                  <a:ext uri="{FF2B5EF4-FFF2-40B4-BE49-F238E27FC236}">
                    <a16:creationId xmlns:a16="http://schemas.microsoft.com/office/drawing/2014/main" id="{CEFE8029-86FE-0F6C-1D0A-B8AEF7B06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1447">
                <a:extLst>
                  <a:ext uri="{FF2B5EF4-FFF2-40B4-BE49-F238E27FC236}">
                    <a16:creationId xmlns:a16="http://schemas.microsoft.com/office/drawing/2014/main" id="{998FF61E-A03F-9DA1-4CB8-6AD0AD21FC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Oval 1448">
                <a:extLst>
                  <a:ext uri="{FF2B5EF4-FFF2-40B4-BE49-F238E27FC236}">
                    <a16:creationId xmlns:a16="http://schemas.microsoft.com/office/drawing/2014/main" id="{B3C255D5-6373-AC8D-30A8-4DE491AE3E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449">
              <a:extLst>
                <a:ext uri="{FF2B5EF4-FFF2-40B4-BE49-F238E27FC236}">
                  <a16:creationId xmlns:a16="http://schemas.microsoft.com/office/drawing/2014/main" id="{D0657280-B63F-30C8-51F4-2A283DD8D4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315" name="Oval 1450">
                <a:extLst>
                  <a:ext uri="{FF2B5EF4-FFF2-40B4-BE49-F238E27FC236}">
                    <a16:creationId xmlns:a16="http://schemas.microsoft.com/office/drawing/2014/main" id="{CA1A5600-AE2E-87C5-D22B-200FD15C13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6" name="Oval 1451">
                <a:extLst>
                  <a:ext uri="{FF2B5EF4-FFF2-40B4-BE49-F238E27FC236}">
                    <a16:creationId xmlns:a16="http://schemas.microsoft.com/office/drawing/2014/main" id="{1337B485-DC84-ED33-3034-DEE30AF9C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7" name="Freeform 1452">
                <a:extLst>
                  <a:ext uri="{FF2B5EF4-FFF2-40B4-BE49-F238E27FC236}">
                    <a16:creationId xmlns:a16="http://schemas.microsoft.com/office/drawing/2014/main" id="{FC1A5775-3B71-31D4-E6BB-06AFE71D1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453">
                <a:extLst>
                  <a:ext uri="{FF2B5EF4-FFF2-40B4-BE49-F238E27FC236}">
                    <a16:creationId xmlns:a16="http://schemas.microsoft.com/office/drawing/2014/main" id="{B2E35A39-E9F1-7A0E-658E-311DB98F87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1454">
                <a:extLst>
                  <a:ext uri="{FF2B5EF4-FFF2-40B4-BE49-F238E27FC236}">
                    <a16:creationId xmlns:a16="http://schemas.microsoft.com/office/drawing/2014/main" id="{91D99428-CFB7-F084-A691-1893B501F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Oval 1455">
                <a:extLst>
                  <a:ext uri="{FF2B5EF4-FFF2-40B4-BE49-F238E27FC236}">
                    <a16:creationId xmlns:a16="http://schemas.microsoft.com/office/drawing/2014/main" id="{6A05130B-4BD5-1960-787E-731BA02756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1" name="Group 1456">
              <a:extLst>
                <a:ext uri="{FF2B5EF4-FFF2-40B4-BE49-F238E27FC236}">
                  <a16:creationId xmlns:a16="http://schemas.microsoft.com/office/drawing/2014/main" id="{1107C488-454F-C3F5-08FC-0AADED22E0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309" name="Oval 1457">
                <a:extLst>
                  <a:ext uri="{FF2B5EF4-FFF2-40B4-BE49-F238E27FC236}">
                    <a16:creationId xmlns:a16="http://schemas.microsoft.com/office/drawing/2014/main" id="{6E187E95-2514-5DD3-B98A-36FDC8E806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0" name="Oval 1458">
                <a:extLst>
                  <a:ext uri="{FF2B5EF4-FFF2-40B4-BE49-F238E27FC236}">
                    <a16:creationId xmlns:a16="http://schemas.microsoft.com/office/drawing/2014/main" id="{78B5C749-3D99-6126-D371-C4124D8481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1" name="Freeform 1459">
                <a:extLst>
                  <a:ext uri="{FF2B5EF4-FFF2-40B4-BE49-F238E27FC236}">
                    <a16:creationId xmlns:a16="http://schemas.microsoft.com/office/drawing/2014/main" id="{62A8F57E-AB9E-4C84-7867-13AB392A3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460">
                <a:extLst>
                  <a:ext uri="{FF2B5EF4-FFF2-40B4-BE49-F238E27FC236}">
                    <a16:creationId xmlns:a16="http://schemas.microsoft.com/office/drawing/2014/main" id="{42886279-1A4C-4AF0-49F8-3B2E762FA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1461">
                <a:extLst>
                  <a:ext uri="{FF2B5EF4-FFF2-40B4-BE49-F238E27FC236}">
                    <a16:creationId xmlns:a16="http://schemas.microsoft.com/office/drawing/2014/main" id="{198FF80F-8513-B9F6-A46E-EF1B649E4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Oval 1462">
                <a:extLst>
                  <a:ext uri="{FF2B5EF4-FFF2-40B4-BE49-F238E27FC236}">
                    <a16:creationId xmlns:a16="http://schemas.microsoft.com/office/drawing/2014/main" id="{6C3E2AFC-D8D4-E5D9-DE08-F73D6CD651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2" name="Group 1463">
              <a:extLst>
                <a:ext uri="{FF2B5EF4-FFF2-40B4-BE49-F238E27FC236}">
                  <a16:creationId xmlns:a16="http://schemas.microsoft.com/office/drawing/2014/main" id="{26444BF9-0CB5-A61D-40F5-FA3EA3F3D5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303" name="Oval 1464">
                <a:extLst>
                  <a:ext uri="{FF2B5EF4-FFF2-40B4-BE49-F238E27FC236}">
                    <a16:creationId xmlns:a16="http://schemas.microsoft.com/office/drawing/2014/main" id="{3B239979-E8CE-869D-E9B9-5B338899A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4" name="Oval 1465">
                <a:extLst>
                  <a:ext uri="{FF2B5EF4-FFF2-40B4-BE49-F238E27FC236}">
                    <a16:creationId xmlns:a16="http://schemas.microsoft.com/office/drawing/2014/main" id="{E8C0A845-F6FC-ADDA-9587-0CFE214298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5" name="Freeform 1466">
                <a:extLst>
                  <a:ext uri="{FF2B5EF4-FFF2-40B4-BE49-F238E27FC236}">
                    <a16:creationId xmlns:a16="http://schemas.microsoft.com/office/drawing/2014/main" id="{A2179AE0-06C5-91DB-EEF8-5BA0DADE4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467">
                <a:extLst>
                  <a:ext uri="{FF2B5EF4-FFF2-40B4-BE49-F238E27FC236}">
                    <a16:creationId xmlns:a16="http://schemas.microsoft.com/office/drawing/2014/main" id="{0FC1B0A4-0D8B-D8B6-A17B-F0949D1E3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1468">
                <a:extLst>
                  <a:ext uri="{FF2B5EF4-FFF2-40B4-BE49-F238E27FC236}">
                    <a16:creationId xmlns:a16="http://schemas.microsoft.com/office/drawing/2014/main" id="{1A7BD0B6-3684-5354-A142-FAE59258F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Oval 1469">
                <a:extLst>
                  <a:ext uri="{FF2B5EF4-FFF2-40B4-BE49-F238E27FC236}">
                    <a16:creationId xmlns:a16="http://schemas.microsoft.com/office/drawing/2014/main" id="{3C494893-8553-4FC2-A176-CBED2E419B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3" name="Group 1470">
              <a:extLst>
                <a:ext uri="{FF2B5EF4-FFF2-40B4-BE49-F238E27FC236}">
                  <a16:creationId xmlns:a16="http://schemas.microsoft.com/office/drawing/2014/main" id="{A79BD2E5-F829-604A-98D2-B269AD3EC5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97" name="Oval 1471">
                <a:extLst>
                  <a:ext uri="{FF2B5EF4-FFF2-40B4-BE49-F238E27FC236}">
                    <a16:creationId xmlns:a16="http://schemas.microsoft.com/office/drawing/2014/main" id="{8B74073D-A215-559C-D0DC-68839D3F40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8" name="Oval 1472">
                <a:extLst>
                  <a:ext uri="{FF2B5EF4-FFF2-40B4-BE49-F238E27FC236}">
                    <a16:creationId xmlns:a16="http://schemas.microsoft.com/office/drawing/2014/main" id="{413BA8FF-8B74-2FA7-C9A2-A9BF3D908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9" name="Freeform 1473">
                <a:extLst>
                  <a:ext uri="{FF2B5EF4-FFF2-40B4-BE49-F238E27FC236}">
                    <a16:creationId xmlns:a16="http://schemas.microsoft.com/office/drawing/2014/main" id="{2E988FAF-861F-F0DF-CCBC-E70FF4392A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474">
                <a:extLst>
                  <a:ext uri="{FF2B5EF4-FFF2-40B4-BE49-F238E27FC236}">
                    <a16:creationId xmlns:a16="http://schemas.microsoft.com/office/drawing/2014/main" id="{88409E4E-9F75-3219-E71B-733C9E1E4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1475">
                <a:extLst>
                  <a:ext uri="{FF2B5EF4-FFF2-40B4-BE49-F238E27FC236}">
                    <a16:creationId xmlns:a16="http://schemas.microsoft.com/office/drawing/2014/main" id="{39B13B07-109C-24AD-97D9-0BF780F41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Oval 1476">
                <a:extLst>
                  <a:ext uri="{FF2B5EF4-FFF2-40B4-BE49-F238E27FC236}">
                    <a16:creationId xmlns:a16="http://schemas.microsoft.com/office/drawing/2014/main" id="{94FE0AEB-450D-0F15-31B1-41B21FA47D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4" name="Group 1477">
              <a:extLst>
                <a:ext uri="{FF2B5EF4-FFF2-40B4-BE49-F238E27FC236}">
                  <a16:creationId xmlns:a16="http://schemas.microsoft.com/office/drawing/2014/main" id="{7C62793A-9DC5-BD78-0F46-C1EF7008C1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91" name="Oval 1478">
                <a:extLst>
                  <a:ext uri="{FF2B5EF4-FFF2-40B4-BE49-F238E27FC236}">
                    <a16:creationId xmlns:a16="http://schemas.microsoft.com/office/drawing/2014/main" id="{247FB7D9-B0FC-10B0-2D28-336028096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2" name="Oval 1479">
                <a:extLst>
                  <a:ext uri="{FF2B5EF4-FFF2-40B4-BE49-F238E27FC236}">
                    <a16:creationId xmlns:a16="http://schemas.microsoft.com/office/drawing/2014/main" id="{E3DFBDFC-23E3-B11C-3F1F-A6B28C5A2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3" name="Freeform 1480">
                <a:extLst>
                  <a:ext uri="{FF2B5EF4-FFF2-40B4-BE49-F238E27FC236}">
                    <a16:creationId xmlns:a16="http://schemas.microsoft.com/office/drawing/2014/main" id="{999D5093-4301-CCDC-30EB-428A08A83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481">
                <a:extLst>
                  <a:ext uri="{FF2B5EF4-FFF2-40B4-BE49-F238E27FC236}">
                    <a16:creationId xmlns:a16="http://schemas.microsoft.com/office/drawing/2014/main" id="{371E2133-E3B9-2FDC-3267-5A07F687A5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1482">
                <a:extLst>
                  <a:ext uri="{FF2B5EF4-FFF2-40B4-BE49-F238E27FC236}">
                    <a16:creationId xmlns:a16="http://schemas.microsoft.com/office/drawing/2014/main" id="{F468140C-6F32-4FD9-64D2-E8A02286C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Oval 1483">
                <a:extLst>
                  <a:ext uri="{FF2B5EF4-FFF2-40B4-BE49-F238E27FC236}">
                    <a16:creationId xmlns:a16="http://schemas.microsoft.com/office/drawing/2014/main" id="{A35BC829-DBBE-57FA-457C-7C2213551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5" name="Group 1484">
              <a:extLst>
                <a:ext uri="{FF2B5EF4-FFF2-40B4-BE49-F238E27FC236}">
                  <a16:creationId xmlns:a16="http://schemas.microsoft.com/office/drawing/2014/main" id="{DC39AAC2-A2FD-2891-EB65-07A0CAFA07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85" name="Oval 1485">
                <a:extLst>
                  <a:ext uri="{FF2B5EF4-FFF2-40B4-BE49-F238E27FC236}">
                    <a16:creationId xmlns:a16="http://schemas.microsoft.com/office/drawing/2014/main" id="{750AF00E-3FC2-D078-5FBF-C817552DF8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6" name="Oval 1486">
                <a:extLst>
                  <a:ext uri="{FF2B5EF4-FFF2-40B4-BE49-F238E27FC236}">
                    <a16:creationId xmlns:a16="http://schemas.microsoft.com/office/drawing/2014/main" id="{C18152F9-F739-D5D2-2979-B4C9269DD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7" name="Freeform 1487">
                <a:extLst>
                  <a:ext uri="{FF2B5EF4-FFF2-40B4-BE49-F238E27FC236}">
                    <a16:creationId xmlns:a16="http://schemas.microsoft.com/office/drawing/2014/main" id="{D343A619-DDF8-DC37-2434-52D7FE697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488">
                <a:extLst>
                  <a:ext uri="{FF2B5EF4-FFF2-40B4-BE49-F238E27FC236}">
                    <a16:creationId xmlns:a16="http://schemas.microsoft.com/office/drawing/2014/main" id="{58A6C34B-00E6-3AF4-8F7B-F964FA4A9C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489">
                <a:extLst>
                  <a:ext uri="{FF2B5EF4-FFF2-40B4-BE49-F238E27FC236}">
                    <a16:creationId xmlns:a16="http://schemas.microsoft.com/office/drawing/2014/main" id="{B9453381-3025-5D22-C878-32A503987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Oval 1490">
                <a:extLst>
                  <a:ext uri="{FF2B5EF4-FFF2-40B4-BE49-F238E27FC236}">
                    <a16:creationId xmlns:a16="http://schemas.microsoft.com/office/drawing/2014/main" id="{BCA4BE35-321C-1D77-11A5-5BA018BCC8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6" name="Group 1491">
              <a:extLst>
                <a:ext uri="{FF2B5EF4-FFF2-40B4-BE49-F238E27FC236}">
                  <a16:creationId xmlns:a16="http://schemas.microsoft.com/office/drawing/2014/main" id="{87D14A8D-18D6-D7E1-238C-7227EB8BC8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79" name="Oval 1492">
                <a:extLst>
                  <a:ext uri="{FF2B5EF4-FFF2-40B4-BE49-F238E27FC236}">
                    <a16:creationId xmlns:a16="http://schemas.microsoft.com/office/drawing/2014/main" id="{C84FFD2B-71F0-85B2-280D-94FE44B5E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0" name="Oval 1493">
                <a:extLst>
                  <a:ext uri="{FF2B5EF4-FFF2-40B4-BE49-F238E27FC236}">
                    <a16:creationId xmlns:a16="http://schemas.microsoft.com/office/drawing/2014/main" id="{EF9F95E0-5642-F60C-620C-7F76102FE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1" name="Freeform 1494">
                <a:extLst>
                  <a:ext uri="{FF2B5EF4-FFF2-40B4-BE49-F238E27FC236}">
                    <a16:creationId xmlns:a16="http://schemas.microsoft.com/office/drawing/2014/main" id="{4ED12A1C-8B7E-9B92-4A9E-69A31225AD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495">
                <a:extLst>
                  <a:ext uri="{FF2B5EF4-FFF2-40B4-BE49-F238E27FC236}">
                    <a16:creationId xmlns:a16="http://schemas.microsoft.com/office/drawing/2014/main" id="{92E273DB-89C9-F81E-9A2C-867C439576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496">
                <a:extLst>
                  <a:ext uri="{FF2B5EF4-FFF2-40B4-BE49-F238E27FC236}">
                    <a16:creationId xmlns:a16="http://schemas.microsoft.com/office/drawing/2014/main" id="{4D2BDDEB-218B-4C9C-1FAE-53E1633E12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Oval 1497">
                <a:extLst>
                  <a:ext uri="{FF2B5EF4-FFF2-40B4-BE49-F238E27FC236}">
                    <a16:creationId xmlns:a16="http://schemas.microsoft.com/office/drawing/2014/main" id="{BB49E998-B480-7177-2126-0C946E286D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7" name="Group 1498">
              <a:extLst>
                <a:ext uri="{FF2B5EF4-FFF2-40B4-BE49-F238E27FC236}">
                  <a16:creationId xmlns:a16="http://schemas.microsoft.com/office/drawing/2014/main" id="{DBEBD037-19B1-3924-2134-911B5D2603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73" name="Oval 1499">
                <a:extLst>
                  <a:ext uri="{FF2B5EF4-FFF2-40B4-BE49-F238E27FC236}">
                    <a16:creationId xmlns:a16="http://schemas.microsoft.com/office/drawing/2014/main" id="{E60C1A8D-FA0D-FD6D-967C-C2BC0F1A69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4" name="Oval 1500">
                <a:extLst>
                  <a:ext uri="{FF2B5EF4-FFF2-40B4-BE49-F238E27FC236}">
                    <a16:creationId xmlns:a16="http://schemas.microsoft.com/office/drawing/2014/main" id="{9A800B40-5B57-00B1-E2FE-61DA2AE63C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5" name="Freeform 1501">
                <a:extLst>
                  <a:ext uri="{FF2B5EF4-FFF2-40B4-BE49-F238E27FC236}">
                    <a16:creationId xmlns:a16="http://schemas.microsoft.com/office/drawing/2014/main" id="{E30DEEA7-2E99-D483-5E37-A9F86CF15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502">
                <a:extLst>
                  <a:ext uri="{FF2B5EF4-FFF2-40B4-BE49-F238E27FC236}">
                    <a16:creationId xmlns:a16="http://schemas.microsoft.com/office/drawing/2014/main" id="{DCBA69B9-C599-863C-CC88-5FF7ADE0A9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1503">
                <a:extLst>
                  <a:ext uri="{FF2B5EF4-FFF2-40B4-BE49-F238E27FC236}">
                    <a16:creationId xmlns:a16="http://schemas.microsoft.com/office/drawing/2014/main" id="{15740D49-53E7-19BB-6B7E-BCF2E3EEE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Oval 1504">
                <a:extLst>
                  <a:ext uri="{FF2B5EF4-FFF2-40B4-BE49-F238E27FC236}">
                    <a16:creationId xmlns:a16="http://schemas.microsoft.com/office/drawing/2014/main" id="{D5E96F4C-6FFA-C112-87F4-A808976ACA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8" name="Group 1505">
              <a:extLst>
                <a:ext uri="{FF2B5EF4-FFF2-40B4-BE49-F238E27FC236}">
                  <a16:creationId xmlns:a16="http://schemas.microsoft.com/office/drawing/2014/main" id="{AFB531F5-3B77-589B-7882-14A29BE07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67" name="Oval 1506">
                <a:extLst>
                  <a:ext uri="{FF2B5EF4-FFF2-40B4-BE49-F238E27FC236}">
                    <a16:creationId xmlns:a16="http://schemas.microsoft.com/office/drawing/2014/main" id="{D1E2B8F8-EE21-56BA-F7FF-284AECB9BE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8" name="Oval 1507">
                <a:extLst>
                  <a:ext uri="{FF2B5EF4-FFF2-40B4-BE49-F238E27FC236}">
                    <a16:creationId xmlns:a16="http://schemas.microsoft.com/office/drawing/2014/main" id="{3A6D0C30-1DA9-26CE-0B36-B8C1D009B4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9" name="Freeform 1508">
                <a:extLst>
                  <a:ext uri="{FF2B5EF4-FFF2-40B4-BE49-F238E27FC236}">
                    <a16:creationId xmlns:a16="http://schemas.microsoft.com/office/drawing/2014/main" id="{C9604A47-7F25-5650-5D7E-159FBE185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509">
                <a:extLst>
                  <a:ext uri="{FF2B5EF4-FFF2-40B4-BE49-F238E27FC236}">
                    <a16:creationId xmlns:a16="http://schemas.microsoft.com/office/drawing/2014/main" id="{B085AC6E-AD9A-82B0-BC2E-FFC3FA74E3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1510">
                <a:extLst>
                  <a:ext uri="{FF2B5EF4-FFF2-40B4-BE49-F238E27FC236}">
                    <a16:creationId xmlns:a16="http://schemas.microsoft.com/office/drawing/2014/main" id="{67A543B2-EEC2-FE7A-EF8F-387261E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Oval 1511">
                <a:extLst>
                  <a:ext uri="{FF2B5EF4-FFF2-40B4-BE49-F238E27FC236}">
                    <a16:creationId xmlns:a16="http://schemas.microsoft.com/office/drawing/2014/main" id="{3864B3B4-C8C3-0E51-FD73-252B176D2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9" name="Group 1512">
              <a:extLst>
                <a:ext uri="{FF2B5EF4-FFF2-40B4-BE49-F238E27FC236}">
                  <a16:creationId xmlns:a16="http://schemas.microsoft.com/office/drawing/2014/main" id="{E1E6A3BC-C4D5-D84F-5BD8-C112B26DB1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61" name="Oval 1513">
                <a:extLst>
                  <a:ext uri="{FF2B5EF4-FFF2-40B4-BE49-F238E27FC236}">
                    <a16:creationId xmlns:a16="http://schemas.microsoft.com/office/drawing/2014/main" id="{E500341F-56C7-B30F-9857-501D5F94BF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2" name="Oval 1514">
                <a:extLst>
                  <a:ext uri="{FF2B5EF4-FFF2-40B4-BE49-F238E27FC236}">
                    <a16:creationId xmlns:a16="http://schemas.microsoft.com/office/drawing/2014/main" id="{D0755F79-196D-8E21-E165-D606BFB6FD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3" name="Freeform 1515">
                <a:extLst>
                  <a:ext uri="{FF2B5EF4-FFF2-40B4-BE49-F238E27FC236}">
                    <a16:creationId xmlns:a16="http://schemas.microsoft.com/office/drawing/2014/main" id="{16094024-C0AD-D084-3725-092345755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516">
                <a:extLst>
                  <a:ext uri="{FF2B5EF4-FFF2-40B4-BE49-F238E27FC236}">
                    <a16:creationId xmlns:a16="http://schemas.microsoft.com/office/drawing/2014/main" id="{CAAD6FBD-C6E5-5F2A-5149-65C2EC9A57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1517">
                <a:extLst>
                  <a:ext uri="{FF2B5EF4-FFF2-40B4-BE49-F238E27FC236}">
                    <a16:creationId xmlns:a16="http://schemas.microsoft.com/office/drawing/2014/main" id="{24DFBE9E-0EF0-2517-FD95-121D848A1B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Oval 1518">
                <a:extLst>
                  <a:ext uri="{FF2B5EF4-FFF2-40B4-BE49-F238E27FC236}">
                    <a16:creationId xmlns:a16="http://schemas.microsoft.com/office/drawing/2014/main" id="{DE89D032-0967-E5EB-33FC-CB120BF624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0" name="Group 1519">
              <a:extLst>
                <a:ext uri="{FF2B5EF4-FFF2-40B4-BE49-F238E27FC236}">
                  <a16:creationId xmlns:a16="http://schemas.microsoft.com/office/drawing/2014/main" id="{AE75EBC8-3205-6036-29FA-3A5F69E2C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55" name="Oval 1520">
                <a:extLst>
                  <a:ext uri="{FF2B5EF4-FFF2-40B4-BE49-F238E27FC236}">
                    <a16:creationId xmlns:a16="http://schemas.microsoft.com/office/drawing/2014/main" id="{BB5086C0-2FFB-4672-A8A3-61854E16C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6" name="Oval 1521">
                <a:extLst>
                  <a:ext uri="{FF2B5EF4-FFF2-40B4-BE49-F238E27FC236}">
                    <a16:creationId xmlns:a16="http://schemas.microsoft.com/office/drawing/2014/main" id="{29207014-8040-1711-06AA-005B8A6B5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7" name="Freeform 1522">
                <a:extLst>
                  <a:ext uri="{FF2B5EF4-FFF2-40B4-BE49-F238E27FC236}">
                    <a16:creationId xmlns:a16="http://schemas.microsoft.com/office/drawing/2014/main" id="{66504D8A-CF1C-EC66-0C1C-6A2772A126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523">
                <a:extLst>
                  <a:ext uri="{FF2B5EF4-FFF2-40B4-BE49-F238E27FC236}">
                    <a16:creationId xmlns:a16="http://schemas.microsoft.com/office/drawing/2014/main" id="{F4E16B9F-3944-0C6E-5F3C-92DD13F4B1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1524">
                <a:extLst>
                  <a:ext uri="{FF2B5EF4-FFF2-40B4-BE49-F238E27FC236}">
                    <a16:creationId xmlns:a16="http://schemas.microsoft.com/office/drawing/2014/main" id="{53370C30-A09F-17B1-08B6-4C3984B232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Oval 1525">
                <a:extLst>
                  <a:ext uri="{FF2B5EF4-FFF2-40B4-BE49-F238E27FC236}">
                    <a16:creationId xmlns:a16="http://schemas.microsoft.com/office/drawing/2014/main" id="{18E02DE5-95BA-44A4-BE2B-E72828ACA5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1" name="Group 1526">
              <a:extLst>
                <a:ext uri="{FF2B5EF4-FFF2-40B4-BE49-F238E27FC236}">
                  <a16:creationId xmlns:a16="http://schemas.microsoft.com/office/drawing/2014/main" id="{996B94DD-C69E-32EF-E0D6-A94A441678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49" name="Oval 1527">
                <a:extLst>
                  <a:ext uri="{FF2B5EF4-FFF2-40B4-BE49-F238E27FC236}">
                    <a16:creationId xmlns:a16="http://schemas.microsoft.com/office/drawing/2014/main" id="{C5B84C28-640A-196B-2807-CF2E8892D6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0" name="Oval 1528">
                <a:extLst>
                  <a:ext uri="{FF2B5EF4-FFF2-40B4-BE49-F238E27FC236}">
                    <a16:creationId xmlns:a16="http://schemas.microsoft.com/office/drawing/2014/main" id="{931BADB1-E527-955D-DAE8-64C1B0706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1" name="Freeform 1529">
                <a:extLst>
                  <a:ext uri="{FF2B5EF4-FFF2-40B4-BE49-F238E27FC236}">
                    <a16:creationId xmlns:a16="http://schemas.microsoft.com/office/drawing/2014/main" id="{DBCD8C2F-1DE5-58B3-E831-6D11D7620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530">
                <a:extLst>
                  <a:ext uri="{FF2B5EF4-FFF2-40B4-BE49-F238E27FC236}">
                    <a16:creationId xmlns:a16="http://schemas.microsoft.com/office/drawing/2014/main" id="{A17E549D-3D75-D908-5B2F-1A488E632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1531">
                <a:extLst>
                  <a:ext uri="{FF2B5EF4-FFF2-40B4-BE49-F238E27FC236}">
                    <a16:creationId xmlns:a16="http://schemas.microsoft.com/office/drawing/2014/main" id="{E84F781D-9003-365F-8977-B146B69CBC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Oval 1532">
                <a:extLst>
                  <a:ext uri="{FF2B5EF4-FFF2-40B4-BE49-F238E27FC236}">
                    <a16:creationId xmlns:a16="http://schemas.microsoft.com/office/drawing/2014/main" id="{6BDAAD91-2DDA-F370-06A0-802AC2B23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2" name="Group 1533">
              <a:extLst>
                <a:ext uri="{FF2B5EF4-FFF2-40B4-BE49-F238E27FC236}">
                  <a16:creationId xmlns:a16="http://schemas.microsoft.com/office/drawing/2014/main" id="{E31180B7-7EB8-92FB-E2D8-1489166F95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43" name="Oval 1534">
                <a:extLst>
                  <a:ext uri="{FF2B5EF4-FFF2-40B4-BE49-F238E27FC236}">
                    <a16:creationId xmlns:a16="http://schemas.microsoft.com/office/drawing/2014/main" id="{C82D255E-63A2-229B-0881-A7561C91DA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4" name="Oval 1535">
                <a:extLst>
                  <a:ext uri="{FF2B5EF4-FFF2-40B4-BE49-F238E27FC236}">
                    <a16:creationId xmlns:a16="http://schemas.microsoft.com/office/drawing/2014/main" id="{A4785C67-099E-C558-FC78-2A9284835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5" name="Freeform 1536">
                <a:extLst>
                  <a:ext uri="{FF2B5EF4-FFF2-40B4-BE49-F238E27FC236}">
                    <a16:creationId xmlns:a16="http://schemas.microsoft.com/office/drawing/2014/main" id="{D04DBB00-3EAD-D4B6-1FAA-150494950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537">
                <a:extLst>
                  <a:ext uri="{FF2B5EF4-FFF2-40B4-BE49-F238E27FC236}">
                    <a16:creationId xmlns:a16="http://schemas.microsoft.com/office/drawing/2014/main" id="{EE77B005-1B66-31BF-332D-60CF7A8A9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1538">
                <a:extLst>
                  <a:ext uri="{FF2B5EF4-FFF2-40B4-BE49-F238E27FC236}">
                    <a16:creationId xmlns:a16="http://schemas.microsoft.com/office/drawing/2014/main" id="{25F23EEB-0FB4-3123-09F1-B0A9A4F9B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Oval 1539">
                <a:extLst>
                  <a:ext uri="{FF2B5EF4-FFF2-40B4-BE49-F238E27FC236}">
                    <a16:creationId xmlns:a16="http://schemas.microsoft.com/office/drawing/2014/main" id="{C7E50AAE-3FC1-635E-EEF8-CD3D375E52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3" name="Group 1540">
              <a:extLst>
                <a:ext uri="{FF2B5EF4-FFF2-40B4-BE49-F238E27FC236}">
                  <a16:creationId xmlns:a16="http://schemas.microsoft.com/office/drawing/2014/main" id="{325B98FD-4F0A-FD7B-F5B6-9390C920E9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37" name="Oval 1541">
                <a:extLst>
                  <a:ext uri="{FF2B5EF4-FFF2-40B4-BE49-F238E27FC236}">
                    <a16:creationId xmlns:a16="http://schemas.microsoft.com/office/drawing/2014/main" id="{5FDBDE67-BF0C-0061-1530-D95690A8E0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8" name="Oval 1542">
                <a:extLst>
                  <a:ext uri="{FF2B5EF4-FFF2-40B4-BE49-F238E27FC236}">
                    <a16:creationId xmlns:a16="http://schemas.microsoft.com/office/drawing/2014/main" id="{87D734A9-E8FA-87EA-74B0-FC127E83E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9" name="Freeform 1543">
                <a:extLst>
                  <a:ext uri="{FF2B5EF4-FFF2-40B4-BE49-F238E27FC236}">
                    <a16:creationId xmlns:a16="http://schemas.microsoft.com/office/drawing/2014/main" id="{E7711357-8159-8316-4C94-E34118A610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544">
                <a:extLst>
                  <a:ext uri="{FF2B5EF4-FFF2-40B4-BE49-F238E27FC236}">
                    <a16:creationId xmlns:a16="http://schemas.microsoft.com/office/drawing/2014/main" id="{5E991AA5-CE9A-10BE-7555-E760AB4114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1545">
                <a:extLst>
                  <a:ext uri="{FF2B5EF4-FFF2-40B4-BE49-F238E27FC236}">
                    <a16:creationId xmlns:a16="http://schemas.microsoft.com/office/drawing/2014/main" id="{967FEB06-D294-310D-66DE-EB8DB9B5D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Oval 1546">
                <a:extLst>
                  <a:ext uri="{FF2B5EF4-FFF2-40B4-BE49-F238E27FC236}">
                    <a16:creationId xmlns:a16="http://schemas.microsoft.com/office/drawing/2014/main" id="{58317926-CC1B-6741-616D-2F5E145B8F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4" name="Group 1547">
              <a:extLst>
                <a:ext uri="{FF2B5EF4-FFF2-40B4-BE49-F238E27FC236}">
                  <a16:creationId xmlns:a16="http://schemas.microsoft.com/office/drawing/2014/main" id="{787BA5C1-FFC0-5CD8-CDD7-EACF4FFD06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31" name="Oval 1548">
                <a:extLst>
                  <a:ext uri="{FF2B5EF4-FFF2-40B4-BE49-F238E27FC236}">
                    <a16:creationId xmlns:a16="http://schemas.microsoft.com/office/drawing/2014/main" id="{F5071820-9D4F-9DE3-B50D-4A8362C6CF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2" name="Oval 1549">
                <a:extLst>
                  <a:ext uri="{FF2B5EF4-FFF2-40B4-BE49-F238E27FC236}">
                    <a16:creationId xmlns:a16="http://schemas.microsoft.com/office/drawing/2014/main" id="{E8AC56B0-584C-8113-D10E-515332DA2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3" name="Freeform 1550">
                <a:extLst>
                  <a:ext uri="{FF2B5EF4-FFF2-40B4-BE49-F238E27FC236}">
                    <a16:creationId xmlns:a16="http://schemas.microsoft.com/office/drawing/2014/main" id="{6F14EADE-DD44-86C0-E119-1D6290546C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551">
                <a:extLst>
                  <a:ext uri="{FF2B5EF4-FFF2-40B4-BE49-F238E27FC236}">
                    <a16:creationId xmlns:a16="http://schemas.microsoft.com/office/drawing/2014/main" id="{27160C26-901E-6D0C-A53A-CF5498CC4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1552">
                <a:extLst>
                  <a:ext uri="{FF2B5EF4-FFF2-40B4-BE49-F238E27FC236}">
                    <a16:creationId xmlns:a16="http://schemas.microsoft.com/office/drawing/2014/main" id="{C1376E9C-90C6-4C44-EB74-0B88B8BDED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Oval 1553">
                <a:extLst>
                  <a:ext uri="{FF2B5EF4-FFF2-40B4-BE49-F238E27FC236}">
                    <a16:creationId xmlns:a16="http://schemas.microsoft.com/office/drawing/2014/main" id="{EF5CFBC9-E42B-9B29-0EFD-21B1979B55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5" name="Group 1554">
              <a:extLst>
                <a:ext uri="{FF2B5EF4-FFF2-40B4-BE49-F238E27FC236}">
                  <a16:creationId xmlns:a16="http://schemas.microsoft.com/office/drawing/2014/main" id="{47D3403F-4687-1B79-19CD-B9EB3B784D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25" name="Oval 1555">
                <a:extLst>
                  <a:ext uri="{FF2B5EF4-FFF2-40B4-BE49-F238E27FC236}">
                    <a16:creationId xmlns:a16="http://schemas.microsoft.com/office/drawing/2014/main" id="{FB7A9E4C-64C9-6C8D-E114-B2B673F83E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6" name="Oval 1556">
                <a:extLst>
                  <a:ext uri="{FF2B5EF4-FFF2-40B4-BE49-F238E27FC236}">
                    <a16:creationId xmlns:a16="http://schemas.microsoft.com/office/drawing/2014/main" id="{0E723C2B-F3D9-7796-C4F3-B3E4B56782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7" name="Freeform 1557">
                <a:extLst>
                  <a:ext uri="{FF2B5EF4-FFF2-40B4-BE49-F238E27FC236}">
                    <a16:creationId xmlns:a16="http://schemas.microsoft.com/office/drawing/2014/main" id="{36BE1B04-312E-F70C-662D-B44702C00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558">
                <a:extLst>
                  <a:ext uri="{FF2B5EF4-FFF2-40B4-BE49-F238E27FC236}">
                    <a16:creationId xmlns:a16="http://schemas.microsoft.com/office/drawing/2014/main" id="{55EF1C3E-2BA7-D416-2DAE-76B23256C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1559">
                <a:extLst>
                  <a:ext uri="{FF2B5EF4-FFF2-40B4-BE49-F238E27FC236}">
                    <a16:creationId xmlns:a16="http://schemas.microsoft.com/office/drawing/2014/main" id="{166A1BFE-F0C4-7AB2-AF8A-AAA0D5C473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Oval 1560">
                <a:extLst>
                  <a:ext uri="{FF2B5EF4-FFF2-40B4-BE49-F238E27FC236}">
                    <a16:creationId xmlns:a16="http://schemas.microsoft.com/office/drawing/2014/main" id="{21F6BC69-5180-AF12-4D94-2CCF0F4488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6" name="Group 1561">
              <a:extLst>
                <a:ext uri="{FF2B5EF4-FFF2-40B4-BE49-F238E27FC236}">
                  <a16:creationId xmlns:a16="http://schemas.microsoft.com/office/drawing/2014/main" id="{244B4D83-582B-1083-466D-A5682683A7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19" name="Oval 1562">
                <a:extLst>
                  <a:ext uri="{FF2B5EF4-FFF2-40B4-BE49-F238E27FC236}">
                    <a16:creationId xmlns:a16="http://schemas.microsoft.com/office/drawing/2014/main" id="{904C952C-F55E-267C-D62B-3224BF8F63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0" name="Oval 1563">
                <a:extLst>
                  <a:ext uri="{FF2B5EF4-FFF2-40B4-BE49-F238E27FC236}">
                    <a16:creationId xmlns:a16="http://schemas.microsoft.com/office/drawing/2014/main" id="{E68B6868-087C-2045-3634-E67FB229A5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1" name="Freeform 1564">
                <a:extLst>
                  <a:ext uri="{FF2B5EF4-FFF2-40B4-BE49-F238E27FC236}">
                    <a16:creationId xmlns:a16="http://schemas.microsoft.com/office/drawing/2014/main" id="{DAAA12A4-C80D-7BDA-C05E-D5B4B9D48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565">
                <a:extLst>
                  <a:ext uri="{FF2B5EF4-FFF2-40B4-BE49-F238E27FC236}">
                    <a16:creationId xmlns:a16="http://schemas.microsoft.com/office/drawing/2014/main" id="{A2728C13-035F-1C89-D088-D878201981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1566">
                <a:extLst>
                  <a:ext uri="{FF2B5EF4-FFF2-40B4-BE49-F238E27FC236}">
                    <a16:creationId xmlns:a16="http://schemas.microsoft.com/office/drawing/2014/main" id="{795C0CCA-4376-FCCA-E41B-45E55FD04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Oval 1567">
                <a:extLst>
                  <a:ext uri="{FF2B5EF4-FFF2-40B4-BE49-F238E27FC236}">
                    <a16:creationId xmlns:a16="http://schemas.microsoft.com/office/drawing/2014/main" id="{A5A10CE1-5DB2-4403-6791-225426346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7" name="Group 1568">
              <a:extLst>
                <a:ext uri="{FF2B5EF4-FFF2-40B4-BE49-F238E27FC236}">
                  <a16:creationId xmlns:a16="http://schemas.microsoft.com/office/drawing/2014/main" id="{23C97EEB-C557-826A-E6AC-D96394B97E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3" name="Oval 1569">
                <a:extLst>
                  <a:ext uri="{FF2B5EF4-FFF2-40B4-BE49-F238E27FC236}">
                    <a16:creationId xmlns:a16="http://schemas.microsoft.com/office/drawing/2014/main" id="{03709CA6-ADC8-C152-4ED1-C934460A13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4" name="Oval 1570">
                <a:extLst>
                  <a:ext uri="{FF2B5EF4-FFF2-40B4-BE49-F238E27FC236}">
                    <a16:creationId xmlns:a16="http://schemas.microsoft.com/office/drawing/2014/main" id="{C0D96E67-AFAF-2F62-1B79-91028D513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5" name="Freeform 1571">
                <a:extLst>
                  <a:ext uri="{FF2B5EF4-FFF2-40B4-BE49-F238E27FC236}">
                    <a16:creationId xmlns:a16="http://schemas.microsoft.com/office/drawing/2014/main" id="{11822CCE-F3EE-8FBE-3FE8-F54D24A1EE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572">
                <a:extLst>
                  <a:ext uri="{FF2B5EF4-FFF2-40B4-BE49-F238E27FC236}">
                    <a16:creationId xmlns:a16="http://schemas.microsoft.com/office/drawing/2014/main" id="{ADD1CC13-AED5-72DB-2F72-8B8B293DE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1573">
                <a:extLst>
                  <a:ext uri="{FF2B5EF4-FFF2-40B4-BE49-F238E27FC236}">
                    <a16:creationId xmlns:a16="http://schemas.microsoft.com/office/drawing/2014/main" id="{ECB4AF22-B459-4827-412D-D4FA9DB75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Oval 1574">
                <a:extLst>
                  <a:ext uri="{FF2B5EF4-FFF2-40B4-BE49-F238E27FC236}">
                    <a16:creationId xmlns:a16="http://schemas.microsoft.com/office/drawing/2014/main" id="{4E15109B-381C-CAB3-462A-6DE6C6315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8" name="Group 1575">
              <a:extLst>
                <a:ext uri="{FF2B5EF4-FFF2-40B4-BE49-F238E27FC236}">
                  <a16:creationId xmlns:a16="http://schemas.microsoft.com/office/drawing/2014/main" id="{5C692F62-2F63-10B5-A638-CF1BAC8E01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207" name="Oval 1576">
                <a:extLst>
                  <a:ext uri="{FF2B5EF4-FFF2-40B4-BE49-F238E27FC236}">
                    <a16:creationId xmlns:a16="http://schemas.microsoft.com/office/drawing/2014/main" id="{E7F6188C-8436-8951-660F-72C53AF2C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8" name="Oval 1577">
                <a:extLst>
                  <a:ext uri="{FF2B5EF4-FFF2-40B4-BE49-F238E27FC236}">
                    <a16:creationId xmlns:a16="http://schemas.microsoft.com/office/drawing/2014/main" id="{732F4DBA-91EE-C570-D6F3-C5CD88678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9" name="Freeform 1578">
                <a:extLst>
                  <a:ext uri="{FF2B5EF4-FFF2-40B4-BE49-F238E27FC236}">
                    <a16:creationId xmlns:a16="http://schemas.microsoft.com/office/drawing/2014/main" id="{AC28BB76-7C18-0A5A-00B5-601571EBA3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579">
                <a:extLst>
                  <a:ext uri="{FF2B5EF4-FFF2-40B4-BE49-F238E27FC236}">
                    <a16:creationId xmlns:a16="http://schemas.microsoft.com/office/drawing/2014/main" id="{D630FF39-9FCF-7EE0-B9F1-71E465EE5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1580">
                <a:extLst>
                  <a:ext uri="{FF2B5EF4-FFF2-40B4-BE49-F238E27FC236}">
                    <a16:creationId xmlns:a16="http://schemas.microsoft.com/office/drawing/2014/main" id="{01577825-2F73-1339-73FF-216A3B1906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Oval 1581">
                <a:extLst>
                  <a:ext uri="{FF2B5EF4-FFF2-40B4-BE49-F238E27FC236}">
                    <a16:creationId xmlns:a16="http://schemas.microsoft.com/office/drawing/2014/main" id="{08BEC140-338B-4E34-FD40-44552147B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9" name="Group 1582">
              <a:extLst>
                <a:ext uri="{FF2B5EF4-FFF2-40B4-BE49-F238E27FC236}">
                  <a16:creationId xmlns:a16="http://schemas.microsoft.com/office/drawing/2014/main" id="{2B376ED9-3194-67FB-643F-43AFE38272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201" name="Oval 1583">
                <a:extLst>
                  <a:ext uri="{FF2B5EF4-FFF2-40B4-BE49-F238E27FC236}">
                    <a16:creationId xmlns:a16="http://schemas.microsoft.com/office/drawing/2014/main" id="{32617F26-5A87-FE99-BD88-922F70F25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2" name="Oval 1584">
                <a:extLst>
                  <a:ext uri="{FF2B5EF4-FFF2-40B4-BE49-F238E27FC236}">
                    <a16:creationId xmlns:a16="http://schemas.microsoft.com/office/drawing/2014/main" id="{BCAC66D6-B076-BE10-4C61-5EDBF5703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3" name="Freeform 1585">
                <a:extLst>
                  <a:ext uri="{FF2B5EF4-FFF2-40B4-BE49-F238E27FC236}">
                    <a16:creationId xmlns:a16="http://schemas.microsoft.com/office/drawing/2014/main" id="{8F0C6972-A74F-0F11-CA6D-312F040FB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586">
                <a:extLst>
                  <a:ext uri="{FF2B5EF4-FFF2-40B4-BE49-F238E27FC236}">
                    <a16:creationId xmlns:a16="http://schemas.microsoft.com/office/drawing/2014/main" id="{04AFBECB-01A7-C10D-2754-9DE019927E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1587">
                <a:extLst>
                  <a:ext uri="{FF2B5EF4-FFF2-40B4-BE49-F238E27FC236}">
                    <a16:creationId xmlns:a16="http://schemas.microsoft.com/office/drawing/2014/main" id="{016B3814-CB2E-A435-960A-3A244BCB34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Oval 1588">
                <a:extLst>
                  <a:ext uri="{FF2B5EF4-FFF2-40B4-BE49-F238E27FC236}">
                    <a16:creationId xmlns:a16="http://schemas.microsoft.com/office/drawing/2014/main" id="{D334EC59-00A9-75B1-319C-7E61A23AB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0" name="Group 1589">
              <a:extLst>
                <a:ext uri="{FF2B5EF4-FFF2-40B4-BE49-F238E27FC236}">
                  <a16:creationId xmlns:a16="http://schemas.microsoft.com/office/drawing/2014/main" id="{DC57E711-2455-296B-1B42-43B936966E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95" name="Oval 1590">
                <a:extLst>
                  <a:ext uri="{FF2B5EF4-FFF2-40B4-BE49-F238E27FC236}">
                    <a16:creationId xmlns:a16="http://schemas.microsoft.com/office/drawing/2014/main" id="{74454538-C8E6-D697-9C8D-0ADAB9292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6" name="Oval 1591">
                <a:extLst>
                  <a:ext uri="{FF2B5EF4-FFF2-40B4-BE49-F238E27FC236}">
                    <a16:creationId xmlns:a16="http://schemas.microsoft.com/office/drawing/2014/main" id="{B6BD9566-D277-3C96-2FE5-03C3F7824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7" name="Freeform 1592">
                <a:extLst>
                  <a:ext uri="{FF2B5EF4-FFF2-40B4-BE49-F238E27FC236}">
                    <a16:creationId xmlns:a16="http://schemas.microsoft.com/office/drawing/2014/main" id="{F8B43BE5-C419-2ACF-98C8-A82DCA29D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593">
                <a:extLst>
                  <a:ext uri="{FF2B5EF4-FFF2-40B4-BE49-F238E27FC236}">
                    <a16:creationId xmlns:a16="http://schemas.microsoft.com/office/drawing/2014/main" id="{15CA0E4D-8F7B-9799-2619-5C51723D5D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1594">
                <a:extLst>
                  <a:ext uri="{FF2B5EF4-FFF2-40B4-BE49-F238E27FC236}">
                    <a16:creationId xmlns:a16="http://schemas.microsoft.com/office/drawing/2014/main" id="{09906978-7168-EA60-ED59-29046EA44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Oval 1595">
                <a:extLst>
                  <a:ext uri="{FF2B5EF4-FFF2-40B4-BE49-F238E27FC236}">
                    <a16:creationId xmlns:a16="http://schemas.microsoft.com/office/drawing/2014/main" id="{85213A37-3CF9-0365-E80C-BD46686D98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1" name="Group 1596">
              <a:extLst>
                <a:ext uri="{FF2B5EF4-FFF2-40B4-BE49-F238E27FC236}">
                  <a16:creationId xmlns:a16="http://schemas.microsoft.com/office/drawing/2014/main" id="{B3A4786E-2C8A-D209-C7AC-2401765DD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89" name="Oval 1597">
                <a:extLst>
                  <a:ext uri="{FF2B5EF4-FFF2-40B4-BE49-F238E27FC236}">
                    <a16:creationId xmlns:a16="http://schemas.microsoft.com/office/drawing/2014/main" id="{AFB578D2-466A-8329-828B-5E2471FA6F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0" name="Oval 1598">
                <a:extLst>
                  <a:ext uri="{FF2B5EF4-FFF2-40B4-BE49-F238E27FC236}">
                    <a16:creationId xmlns:a16="http://schemas.microsoft.com/office/drawing/2014/main" id="{62F04C66-D9D3-3F09-2FE6-BA4716F37E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1" name="Freeform 1599">
                <a:extLst>
                  <a:ext uri="{FF2B5EF4-FFF2-40B4-BE49-F238E27FC236}">
                    <a16:creationId xmlns:a16="http://schemas.microsoft.com/office/drawing/2014/main" id="{522575ED-AB8E-C0F6-2388-4A4909643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600">
                <a:extLst>
                  <a:ext uri="{FF2B5EF4-FFF2-40B4-BE49-F238E27FC236}">
                    <a16:creationId xmlns:a16="http://schemas.microsoft.com/office/drawing/2014/main" id="{3CD907ED-DA00-8C51-DC99-2AA5F34E3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1601">
                <a:extLst>
                  <a:ext uri="{FF2B5EF4-FFF2-40B4-BE49-F238E27FC236}">
                    <a16:creationId xmlns:a16="http://schemas.microsoft.com/office/drawing/2014/main" id="{E1820D74-57D2-0863-E135-8785097FF2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Oval 1602">
                <a:extLst>
                  <a:ext uri="{FF2B5EF4-FFF2-40B4-BE49-F238E27FC236}">
                    <a16:creationId xmlns:a16="http://schemas.microsoft.com/office/drawing/2014/main" id="{ABEA56C6-6185-E7E1-4543-A69E8471B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2" name="Group 1603">
              <a:extLst>
                <a:ext uri="{FF2B5EF4-FFF2-40B4-BE49-F238E27FC236}">
                  <a16:creationId xmlns:a16="http://schemas.microsoft.com/office/drawing/2014/main" id="{8088C13F-DC91-E2A3-7F43-CCE0B8089B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83" name="Oval 1604">
                <a:extLst>
                  <a:ext uri="{FF2B5EF4-FFF2-40B4-BE49-F238E27FC236}">
                    <a16:creationId xmlns:a16="http://schemas.microsoft.com/office/drawing/2014/main" id="{2435FB67-4A20-E14C-0D51-1F06BA8E8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4" name="Oval 1605">
                <a:extLst>
                  <a:ext uri="{FF2B5EF4-FFF2-40B4-BE49-F238E27FC236}">
                    <a16:creationId xmlns:a16="http://schemas.microsoft.com/office/drawing/2014/main" id="{2FEB397B-9848-7A17-076D-6148ADD93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Freeform 1606">
                <a:extLst>
                  <a:ext uri="{FF2B5EF4-FFF2-40B4-BE49-F238E27FC236}">
                    <a16:creationId xmlns:a16="http://schemas.microsoft.com/office/drawing/2014/main" id="{C01892C1-E88E-5058-D06C-5980E60BD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607">
                <a:extLst>
                  <a:ext uri="{FF2B5EF4-FFF2-40B4-BE49-F238E27FC236}">
                    <a16:creationId xmlns:a16="http://schemas.microsoft.com/office/drawing/2014/main" id="{B0249CF9-2905-81B9-6F67-B7EB6DA7A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608">
                <a:extLst>
                  <a:ext uri="{FF2B5EF4-FFF2-40B4-BE49-F238E27FC236}">
                    <a16:creationId xmlns:a16="http://schemas.microsoft.com/office/drawing/2014/main" id="{DB80B422-02A3-40B6-5F29-C1E6E79060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Oval 1609">
                <a:extLst>
                  <a:ext uri="{FF2B5EF4-FFF2-40B4-BE49-F238E27FC236}">
                    <a16:creationId xmlns:a16="http://schemas.microsoft.com/office/drawing/2014/main" id="{4EA0ECE9-2C67-DCBF-646F-100FA6C22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75" name="Group 1385">
            <a:extLst>
              <a:ext uri="{FF2B5EF4-FFF2-40B4-BE49-F238E27FC236}">
                <a16:creationId xmlns:a16="http://schemas.microsoft.com/office/drawing/2014/main" id="{1A74B15C-E3E2-EBC3-154D-3DA5A0E7A1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76" name="Group 1386">
              <a:extLst>
                <a:ext uri="{FF2B5EF4-FFF2-40B4-BE49-F238E27FC236}">
                  <a16:creationId xmlns:a16="http://schemas.microsoft.com/office/drawing/2014/main" id="{210CCC1C-5AD3-6533-8189-E29D534954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94" name="Oval 1387">
                <a:extLst>
                  <a:ext uri="{FF2B5EF4-FFF2-40B4-BE49-F238E27FC236}">
                    <a16:creationId xmlns:a16="http://schemas.microsoft.com/office/drawing/2014/main" id="{27D7A86B-2E69-A027-11F6-4983836872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5" name="Oval 1388">
                <a:extLst>
                  <a:ext uri="{FF2B5EF4-FFF2-40B4-BE49-F238E27FC236}">
                    <a16:creationId xmlns:a16="http://schemas.microsoft.com/office/drawing/2014/main" id="{E4AA328E-9068-BFAF-7D10-B98474170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6" name="Freeform 1389">
                <a:extLst>
                  <a:ext uri="{FF2B5EF4-FFF2-40B4-BE49-F238E27FC236}">
                    <a16:creationId xmlns:a16="http://schemas.microsoft.com/office/drawing/2014/main" id="{C05B1A78-DBF3-069F-5A3C-A924E4B97C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Freeform 1390">
                <a:extLst>
                  <a:ext uri="{FF2B5EF4-FFF2-40B4-BE49-F238E27FC236}">
                    <a16:creationId xmlns:a16="http://schemas.microsoft.com/office/drawing/2014/main" id="{9099F8F9-B850-9F09-4300-D88B141C10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" name="Freeform 1391">
                <a:extLst>
                  <a:ext uri="{FF2B5EF4-FFF2-40B4-BE49-F238E27FC236}">
                    <a16:creationId xmlns:a16="http://schemas.microsoft.com/office/drawing/2014/main" id="{D5076324-5BD2-655D-9548-6CCF6E056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Oval 1392">
                <a:extLst>
                  <a:ext uri="{FF2B5EF4-FFF2-40B4-BE49-F238E27FC236}">
                    <a16:creationId xmlns:a16="http://schemas.microsoft.com/office/drawing/2014/main" id="{E9937515-815E-5521-5555-4AB815E986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393">
              <a:extLst>
                <a:ext uri="{FF2B5EF4-FFF2-40B4-BE49-F238E27FC236}">
                  <a16:creationId xmlns:a16="http://schemas.microsoft.com/office/drawing/2014/main" id="{EEA3D3F9-C094-0B33-DF1F-A60B1BFDF5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88" name="Oval 1394">
                <a:extLst>
                  <a:ext uri="{FF2B5EF4-FFF2-40B4-BE49-F238E27FC236}">
                    <a16:creationId xmlns:a16="http://schemas.microsoft.com/office/drawing/2014/main" id="{B43579A4-68A6-6DB3-32D1-BEB65374E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9" name="Oval 1395">
                <a:extLst>
                  <a:ext uri="{FF2B5EF4-FFF2-40B4-BE49-F238E27FC236}">
                    <a16:creationId xmlns:a16="http://schemas.microsoft.com/office/drawing/2014/main" id="{67A80213-072F-B7A4-9375-70308FEB1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0" name="Freeform 1396">
                <a:extLst>
                  <a:ext uri="{FF2B5EF4-FFF2-40B4-BE49-F238E27FC236}">
                    <a16:creationId xmlns:a16="http://schemas.microsoft.com/office/drawing/2014/main" id="{6A3A1031-9534-E839-7C4D-6FA8845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Freeform 1397">
                <a:extLst>
                  <a:ext uri="{FF2B5EF4-FFF2-40B4-BE49-F238E27FC236}">
                    <a16:creationId xmlns:a16="http://schemas.microsoft.com/office/drawing/2014/main" id="{71E67E62-B59B-1C63-78F2-15E6A41377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" name="Freeform 1398">
                <a:extLst>
                  <a:ext uri="{FF2B5EF4-FFF2-40B4-BE49-F238E27FC236}">
                    <a16:creationId xmlns:a16="http://schemas.microsoft.com/office/drawing/2014/main" id="{CC7B3E69-1E7E-9357-CA63-66157C213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Oval 1399">
                <a:extLst>
                  <a:ext uri="{FF2B5EF4-FFF2-40B4-BE49-F238E27FC236}">
                    <a16:creationId xmlns:a16="http://schemas.microsoft.com/office/drawing/2014/main" id="{F694B3CC-BE3E-61CD-1EDB-DB80CAA5F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400">
              <a:extLst>
                <a:ext uri="{FF2B5EF4-FFF2-40B4-BE49-F238E27FC236}">
                  <a16:creationId xmlns:a16="http://schemas.microsoft.com/office/drawing/2014/main" id="{F7F44782-14C1-11CD-6579-025D46BDFB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82" name="Oval 1401">
                <a:extLst>
                  <a:ext uri="{FF2B5EF4-FFF2-40B4-BE49-F238E27FC236}">
                    <a16:creationId xmlns:a16="http://schemas.microsoft.com/office/drawing/2014/main" id="{C8E5E9E8-D53D-C640-6F81-944198F73F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3" name="Oval 1402">
                <a:extLst>
                  <a:ext uri="{FF2B5EF4-FFF2-40B4-BE49-F238E27FC236}">
                    <a16:creationId xmlns:a16="http://schemas.microsoft.com/office/drawing/2014/main" id="{1C082144-3824-6936-F30E-73C7D4865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4" name="Freeform 1403">
                <a:extLst>
                  <a:ext uri="{FF2B5EF4-FFF2-40B4-BE49-F238E27FC236}">
                    <a16:creationId xmlns:a16="http://schemas.microsoft.com/office/drawing/2014/main" id="{3399D89A-78FA-103E-BCC3-7DCC425DC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Freeform 1404">
                <a:extLst>
                  <a:ext uri="{FF2B5EF4-FFF2-40B4-BE49-F238E27FC236}">
                    <a16:creationId xmlns:a16="http://schemas.microsoft.com/office/drawing/2014/main" id="{6390A5FC-2243-2D44-C7DA-B5AAA9202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" name="Freeform 1405">
                <a:extLst>
                  <a:ext uri="{FF2B5EF4-FFF2-40B4-BE49-F238E27FC236}">
                    <a16:creationId xmlns:a16="http://schemas.microsoft.com/office/drawing/2014/main" id="{E6B4BD62-9C8E-E54C-DE68-B006488C6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Oval 1406">
                <a:extLst>
                  <a:ext uri="{FF2B5EF4-FFF2-40B4-BE49-F238E27FC236}">
                    <a16:creationId xmlns:a16="http://schemas.microsoft.com/office/drawing/2014/main" id="{5C8DD879-E8E6-1D7F-C923-1704DB9DD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407">
              <a:extLst>
                <a:ext uri="{FF2B5EF4-FFF2-40B4-BE49-F238E27FC236}">
                  <a16:creationId xmlns:a16="http://schemas.microsoft.com/office/drawing/2014/main" id="{2B963E41-FFBF-6A2B-AFD8-291F0459AF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76" name="Oval 1408">
                <a:extLst>
                  <a:ext uri="{FF2B5EF4-FFF2-40B4-BE49-F238E27FC236}">
                    <a16:creationId xmlns:a16="http://schemas.microsoft.com/office/drawing/2014/main" id="{24B95C22-EAE4-B075-492E-D12D381DE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7" name="Oval 1409">
                <a:extLst>
                  <a:ext uri="{FF2B5EF4-FFF2-40B4-BE49-F238E27FC236}">
                    <a16:creationId xmlns:a16="http://schemas.microsoft.com/office/drawing/2014/main" id="{D839CE7F-978A-30BC-1975-5D6129157F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8" name="Freeform 1410">
                <a:extLst>
                  <a:ext uri="{FF2B5EF4-FFF2-40B4-BE49-F238E27FC236}">
                    <a16:creationId xmlns:a16="http://schemas.microsoft.com/office/drawing/2014/main" id="{3BE9914C-FF74-F9C1-10BD-5D96E2298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Freeform 1411">
                <a:extLst>
                  <a:ext uri="{FF2B5EF4-FFF2-40B4-BE49-F238E27FC236}">
                    <a16:creationId xmlns:a16="http://schemas.microsoft.com/office/drawing/2014/main" id="{E3CB81F8-2503-307C-8B75-3EC824847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" name="Freeform 1412">
                <a:extLst>
                  <a:ext uri="{FF2B5EF4-FFF2-40B4-BE49-F238E27FC236}">
                    <a16:creationId xmlns:a16="http://schemas.microsoft.com/office/drawing/2014/main" id="{2B7434CE-B4A8-8750-EF6D-D87B5CDCE0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Oval 1413">
                <a:extLst>
                  <a:ext uri="{FF2B5EF4-FFF2-40B4-BE49-F238E27FC236}">
                    <a16:creationId xmlns:a16="http://schemas.microsoft.com/office/drawing/2014/main" id="{4D25A98F-0C36-9A15-1ED4-06D442D37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414">
              <a:extLst>
                <a:ext uri="{FF2B5EF4-FFF2-40B4-BE49-F238E27FC236}">
                  <a16:creationId xmlns:a16="http://schemas.microsoft.com/office/drawing/2014/main" id="{8F603B1E-4ACC-1FDA-8B7D-70A3A72561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70" name="Oval 1415">
                <a:extLst>
                  <a:ext uri="{FF2B5EF4-FFF2-40B4-BE49-F238E27FC236}">
                    <a16:creationId xmlns:a16="http://schemas.microsoft.com/office/drawing/2014/main" id="{9B3B4838-BF9F-91DF-09F8-38EE3EDB8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1" name="Oval 1416">
                <a:extLst>
                  <a:ext uri="{FF2B5EF4-FFF2-40B4-BE49-F238E27FC236}">
                    <a16:creationId xmlns:a16="http://schemas.microsoft.com/office/drawing/2014/main" id="{9456358B-46C3-663D-A2EB-6C18E7E382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2" name="Freeform 1417">
                <a:extLst>
                  <a:ext uri="{FF2B5EF4-FFF2-40B4-BE49-F238E27FC236}">
                    <a16:creationId xmlns:a16="http://schemas.microsoft.com/office/drawing/2014/main" id="{0DEA389A-0C1F-E10B-2C47-680D96B6E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Freeform 1418">
                <a:extLst>
                  <a:ext uri="{FF2B5EF4-FFF2-40B4-BE49-F238E27FC236}">
                    <a16:creationId xmlns:a16="http://schemas.microsoft.com/office/drawing/2014/main" id="{A881EC10-76FE-AB23-7E3C-7D7D974B5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" name="Freeform 1419">
                <a:extLst>
                  <a:ext uri="{FF2B5EF4-FFF2-40B4-BE49-F238E27FC236}">
                    <a16:creationId xmlns:a16="http://schemas.microsoft.com/office/drawing/2014/main" id="{E8DB52C3-CA3D-9A28-6359-8F2107FD61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Oval 1420">
                <a:extLst>
                  <a:ext uri="{FF2B5EF4-FFF2-40B4-BE49-F238E27FC236}">
                    <a16:creationId xmlns:a16="http://schemas.microsoft.com/office/drawing/2014/main" id="{16DDC6C7-2278-907D-3B40-6E78872B11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421">
              <a:extLst>
                <a:ext uri="{FF2B5EF4-FFF2-40B4-BE49-F238E27FC236}">
                  <a16:creationId xmlns:a16="http://schemas.microsoft.com/office/drawing/2014/main" id="{2992B4F4-4485-8CFE-D179-BB80F14F12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64" name="Oval 1422">
                <a:extLst>
                  <a:ext uri="{FF2B5EF4-FFF2-40B4-BE49-F238E27FC236}">
                    <a16:creationId xmlns:a16="http://schemas.microsoft.com/office/drawing/2014/main" id="{39B3A908-0FD1-6779-3195-BE817C5A0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" name="Oval 1423">
                <a:extLst>
                  <a:ext uri="{FF2B5EF4-FFF2-40B4-BE49-F238E27FC236}">
                    <a16:creationId xmlns:a16="http://schemas.microsoft.com/office/drawing/2014/main" id="{4F0343A8-D5F6-1252-1A04-5251C0FA8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" name="Freeform 1424">
                <a:extLst>
                  <a:ext uri="{FF2B5EF4-FFF2-40B4-BE49-F238E27FC236}">
                    <a16:creationId xmlns:a16="http://schemas.microsoft.com/office/drawing/2014/main" id="{21AB0C4F-F88E-4657-4D17-8182209B1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Freeform 1425">
                <a:extLst>
                  <a:ext uri="{FF2B5EF4-FFF2-40B4-BE49-F238E27FC236}">
                    <a16:creationId xmlns:a16="http://schemas.microsoft.com/office/drawing/2014/main" id="{31B287C6-342B-B756-D981-7B2792E4C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" name="Freeform 1426">
                <a:extLst>
                  <a:ext uri="{FF2B5EF4-FFF2-40B4-BE49-F238E27FC236}">
                    <a16:creationId xmlns:a16="http://schemas.microsoft.com/office/drawing/2014/main" id="{BC458314-9D67-8AB2-9B15-1624C2556B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Oval 1427">
                <a:extLst>
                  <a:ext uri="{FF2B5EF4-FFF2-40B4-BE49-F238E27FC236}">
                    <a16:creationId xmlns:a16="http://schemas.microsoft.com/office/drawing/2014/main" id="{25E56D7D-59C9-3032-D89C-747370A2A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428">
              <a:extLst>
                <a:ext uri="{FF2B5EF4-FFF2-40B4-BE49-F238E27FC236}">
                  <a16:creationId xmlns:a16="http://schemas.microsoft.com/office/drawing/2014/main" id="{B74F78C8-74D7-FA6D-F51C-67FD6BEF8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58" name="Oval 1429">
                <a:extLst>
                  <a:ext uri="{FF2B5EF4-FFF2-40B4-BE49-F238E27FC236}">
                    <a16:creationId xmlns:a16="http://schemas.microsoft.com/office/drawing/2014/main" id="{52837773-0B33-FEB7-05B8-F13705FA44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" name="Oval 1430">
                <a:extLst>
                  <a:ext uri="{FF2B5EF4-FFF2-40B4-BE49-F238E27FC236}">
                    <a16:creationId xmlns:a16="http://schemas.microsoft.com/office/drawing/2014/main" id="{254CDD7B-2404-4B68-5F14-1E7284FB9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" name="Freeform 1431">
                <a:extLst>
                  <a:ext uri="{FF2B5EF4-FFF2-40B4-BE49-F238E27FC236}">
                    <a16:creationId xmlns:a16="http://schemas.microsoft.com/office/drawing/2014/main" id="{DFE3B3AB-EB09-B12C-0A22-7726532FE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Freeform 1432">
                <a:extLst>
                  <a:ext uri="{FF2B5EF4-FFF2-40B4-BE49-F238E27FC236}">
                    <a16:creationId xmlns:a16="http://schemas.microsoft.com/office/drawing/2014/main" id="{CD867BB6-6E94-CEDE-9BE5-057D73218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" name="Freeform 1433">
                <a:extLst>
                  <a:ext uri="{FF2B5EF4-FFF2-40B4-BE49-F238E27FC236}">
                    <a16:creationId xmlns:a16="http://schemas.microsoft.com/office/drawing/2014/main" id="{582E689B-216E-AE89-6695-3B3AFDCBC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Oval 1434">
                <a:extLst>
                  <a:ext uri="{FF2B5EF4-FFF2-40B4-BE49-F238E27FC236}">
                    <a16:creationId xmlns:a16="http://schemas.microsoft.com/office/drawing/2014/main" id="{B5EFEB8E-B238-E39D-E74F-8451FB05A8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435">
              <a:extLst>
                <a:ext uri="{FF2B5EF4-FFF2-40B4-BE49-F238E27FC236}">
                  <a16:creationId xmlns:a16="http://schemas.microsoft.com/office/drawing/2014/main" id="{B01AC403-B71A-8ADF-F026-B465BFDF05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52" name="Oval 1436">
                <a:extLst>
                  <a:ext uri="{FF2B5EF4-FFF2-40B4-BE49-F238E27FC236}">
                    <a16:creationId xmlns:a16="http://schemas.microsoft.com/office/drawing/2014/main" id="{F55731CE-0205-5E2F-917A-7376CC62A4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3" name="Oval 1437">
                <a:extLst>
                  <a:ext uri="{FF2B5EF4-FFF2-40B4-BE49-F238E27FC236}">
                    <a16:creationId xmlns:a16="http://schemas.microsoft.com/office/drawing/2014/main" id="{37AA0598-46C7-7D59-1D15-7944EB8A6D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" name="Freeform 1438">
                <a:extLst>
                  <a:ext uri="{FF2B5EF4-FFF2-40B4-BE49-F238E27FC236}">
                    <a16:creationId xmlns:a16="http://schemas.microsoft.com/office/drawing/2014/main" id="{0083B5D2-9889-9DBA-7F79-8C5F95DE54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Freeform 1439">
                <a:extLst>
                  <a:ext uri="{FF2B5EF4-FFF2-40B4-BE49-F238E27FC236}">
                    <a16:creationId xmlns:a16="http://schemas.microsoft.com/office/drawing/2014/main" id="{3CCFC89C-EF61-BF97-BD4F-1A6B2BD06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" name="Freeform 1440">
                <a:extLst>
                  <a:ext uri="{FF2B5EF4-FFF2-40B4-BE49-F238E27FC236}">
                    <a16:creationId xmlns:a16="http://schemas.microsoft.com/office/drawing/2014/main" id="{28179BD0-D3C2-7BFE-8ECD-F38142A177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Oval 1441">
                <a:extLst>
                  <a:ext uri="{FF2B5EF4-FFF2-40B4-BE49-F238E27FC236}">
                    <a16:creationId xmlns:a16="http://schemas.microsoft.com/office/drawing/2014/main" id="{ED56331E-78DF-B228-66C9-644B464171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442">
              <a:extLst>
                <a:ext uri="{FF2B5EF4-FFF2-40B4-BE49-F238E27FC236}">
                  <a16:creationId xmlns:a16="http://schemas.microsoft.com/office/drawing/2014/main" id="{94ED0755-0409-467B-982D-47E4563E88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46" name="Oval 1443">
                <a:extLst>
                  <a:ext uri="{FF2B5EF4-FFF2-40B4-BE49-F238E27FC236}">
                    <a16:creationId xmlns:a16="http://schemas.microsoft.com/office/drawing/2014/main" id="{905CD245-4D9C-596F-B5DE-B9B53BE463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" name="Oval 1444">
                <a:extLst>
                  <a:ext uri="{FF2B5EF4-FFF2-40B4-BE49-F238E27FC236}">
                    <a16:creationId xmlns:a16="http://schemas.microsoft.com/office/drawing/2014/main" id="{2637289A-18FB-32FF-66BD-F51A8D65C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8" name="Freeform 1445">
                <a:extLst>
                  <a:ext uri="{FF2B5EF4-FFF2-40B4-BE49-F238E27FC236}">
                    <a16:creationId xmlns:a16="http://schemas.microsoft.com/office/drawing/2014/main" id="{1C31CA16-E33B-63F2-4AD0-CF2DEEB72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Freeform 1446">
                <a:extLst>
                  <a:ext uri="{FF2B5EF4-FFF2-40B4-BE49-F238E27FC236}">
                    <a16:creationId xmlns:a16="http://schemas.microsoft.com/office/drawing/2014/main" id="{91841FA1-FB74-8F09-01FD-8CF472A973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" name="Freeform 1447">
                <a:extLst>
                  <a:ext uri="{FF2B5EF4-FFF2-40B4-BE49-F238E27FC236}">
                    <a16:creationId xmlns:a16="http://schemas.microsoft.com/office/drawing/2014/main" id="{476B17AC-0717-33CC-7439-329A1E3A6F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Oval 1448">
                <a:extLst>
                  <a:ext uri="{FF2B5EF4-FFF2-40B4-BE49-F238E27FC236}">
                    <a16:creationId xmlns:a16="http://schemas.microsoft.com/office/drawing/2014/main" id="{DB07070F-20B6-A051-2C96-BE1D6429E0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449">
              <a:extLst>
                <a:ext uri="{FF2B5EF4-FFF2-40B4-BE49-F238E27FC236}">
                  <a16:creationId xmlns:a16="http://schemas.microsoft.com/office/drawing/2014/main" id="{23D57C79-1EEB-5E4C-BC08-4F38F4E0B4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40" name="Oval 1450">
                <a:extLst>
                  <a:ext uri="{FF2B5EF4-FFF2-40B4-BE49-F238E27FC236}">
                    <a16:creationId xmlns:a16="http://schemas.microsoft.com/office/drawing/2014/main" id="{C37726BD-02CD-A99D-978A-3D01CBBDB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1" name="Oval 1451">
                <a:extLst>
                  <a:ext uri="{FF2B5EF4-FFF2-40B4-BE49-F238E27FC236}">
                    <a16:creationId xmlns:a16="http://schemas.microsoft.com/office/drawing/2014/main" id="{8C70E550-1311-69D8-3D54-9928D9F6C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2" name="Freeform 1452">
                <a:extLst>
                  <a:ext uri="{FF2B5EF4-FFF2-40B4-BE49-F238E27FC236}">
                    <a16:creationId xmlns:a16="http://schemas.microsoft.com/office/drawing/2014/main" id="{8E5A018C-C4A7-6017-1C59-6A5C31B09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1453">
                <a:extLst>
                  <a:ext uri="{FF2B5EF4-FFF2-40B4-BE49-F238E27FC236}">
                    <a16:creationId xmlns:a16="http://schemas.microsoft.com/office/drawing/2014/main" id="{D4342CFA-BC03-F5CE-C9B7-36D8C9DBB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Freeform 1454">
                <a:extLst>
                  <a:ext uri="{FF2B5EF4-FFF2-40B4-BE49-F238E27FC236}">
                    <a16:creationId xmlns:a16="http://schemas.microsoft.com/office/drawing/2014/main" id="{E456B79F-7A94-2C6F-6D2C-4FB005320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Oval 1455">
                <a:extLst>
                  <a:ext uri="{FF2B5EF4-FFF2-40B4-BE49-F238E27FC236}">
                    <a16:creationId xmlns:a16="http://schemas.microsoft.com/office/drawing/2014/main" id="{4B399BD9-0C12-4753-4BEF-525BAED1E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6" name="Group 1456">
              <a:extLst>
                <a:ext uri="{FF2B5EF4-FFF2-40B4-BE49-F238E27FC236}">
                  <a16:creationId xmlns:a16="http://schemas.microsoft.com/office/drawing/2014/main" id="{44F0789E-D138-F8F2-4CFB-9B1169D24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34" name="Oval 1457">
                <a:extLst>
                  <a:ext uri="{FF2B5EF4-FFF2-40B4-BE49-F238E27FC236}">
                    <a16:creationId xmlns:a16="http://schemas.microsoft.com/office/drawing/2014/main" id="{888CA30D-914D-474A-9D2B-2AEEC42347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5" name="Oval 1458">
                <a:extLst>
                  <a:ext uri="{FF2B5EF4-FFF2-40B4-BE49-F238E27FC236}">
                    <a16:creationId xmlns:a16="http://schemas.microsoft.com/office/drawing/2014/main" id="{8CE195EB-814A-5EF0-6E17-68BE8EDED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6" name="Freeform 1459">
                <a:extLst>
                  <a:ext uri="{FF2B5EF4-FFF2-40B4-BE49-F238E27FC236}">
                    <a16:creationId xmlns:a16="http://schemas.microsoft.com/office/drawing/2014/main" id="{74577830-6351-7F45-B5C6-BAAD1810A3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1460">
                <a:extLst>
                  <a:ext uri="{FF2B5EF4-FFF2-40B4-BE49-F238E27FC236}">
                    <a16:creationId xmlns:a16="http://schemas.microsoft.com/office/drawing/2014/main" id="{96C11DCF-865A-F4FF-582F-860946B107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Freeform 1461">
                <a:extLst>
                  <a:ext uri="{FF2B5EF4-FFF2-40B4-BE49-F238E27FC236}">
                    <a16:creationId xmlns:a16="http://schemas.microsoft.com/office/drawing/2014/main" id="{E85D17ED-065A-C703-6330-927767520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Oval 1462">
                <a:extLst>
                  <a:ext uri="{FF2B5EF4-FFF2-40B4-BE49-F238E27FC236}">
                    <a16:creationId xmlns:a16="http://schemas.microsoft.com/office/drawing/2014/main" id="{4D75F97F-C6C5-30A1-79CD-120E0FBAB8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7" name="Group 1463">
              <a:extLst>
                <a:ext uri="{FF2B5EF4-FFF2-40B4-BE49-F238E27FC236}">
                  <a16:creationId xmlns:a16="http://schemas.microsoft.com/office/drawing/2014/main" id="{6A23BFEF-7267-2D89-857F-7F894AF6D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28" name="Oval 1464">
                <a:extLst>
                  <a:ext uri="{FF2B5EF4-FFF2-40B4-BE49-F238E27FC236}">
                    <a16:creationId xmlns:a16="http://schemas.microsoft.com/office/drawing/2014/main" id="{7E5635F6-7074-6D12-34E9-F26A185F9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9" name="Oval 1465">
                <a:extLst>
                  <a:ext uri="{FF2B5EF4-FFF2-40B4-BE49-F238E27FC236}">
                    <a16:creationId xmlns:a16="http://schemas.microsoft.com/office/drawing/2014/main" id="{A3C19C60-A27C-2CD2-374E-8D8CCB12C1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0" name="Freeform 1466">
                <a:extLst>
                  <a:ext uri="{FF2B5EF4-FFF2-40B4-BE49-F238E27FC236}">
                    <a16:creationId xmlns:a16="http://schemas.microsoft.com/office/drawing/2014/main" id="{A5B5C45D-3B95-A021-9E1A-948067DA9E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1467">
                <a:extLst>
                  <a:ext uri="{FF2B5EF4-FFF2-40B4-BE49-F238E27FC236}">
                    <a16:creationId xmlns:a16="http://schemas.microsoft.com/office/drawing/2014/main" id="{F8C4A3FE-3752-FCFA-54B2-7BCE571F0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Freeform 1468">
                <a:extLst>
                  <a:ext uri="{FF2B5EF4-FFF2-40B4-BE49-F238E27FC236}">
                    <a16:creationId xmlns:a16="http://schemas.microsoft.com/office/drawing/2014/main" id="{072761A1-974D-904A-FCB4-CE4E5ABEC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Oval 1469">
                <a:extLst>
                  <a:ext uri="{FF2B5EF4-FFF2-40B4-BE49-F238E27FC236}">
                    <a16:creationId xmlns:a16="http://schemas.microsoft.com/office/drawing/2014/main" id="{860FD5DD-DC12-8B51-7901-364285F6EF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8" name="Group 1470">
              <a:extLst>
                <a:ext uri="{FF2B5EF4-FFF2-40B4-BE49-F238E27FC236}">
                  <a16:creationId xmlns:a16="http://schemas.microsoft.com/office/drawing/2014/main" id="{C007C843-A4B9-A2EF-E245-A45449593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22" name="Oval 1471">
                <a:extLst>
                  <a:ext uri="{FF2B5EF4-FFF2-40B4-BE49-F238E27FC236}">
                    <a16:creationId xmlns:a16="http://schemas.microsoft.com/office/drawing/2014/main" id="{59B6717D-8380-9103-7AB4-8713EB954A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3" name="Oval 1472">
                <a:extLst>
                  <a:ext uri="{FF2B5EF4-FFF2-40B4-BE49-F238E27FC236}">
                    <a16:creationId xmlns:a16="http://schemas.microsoft.com/office/drawing/2014/main" id="{0E50EF40-7CFD-9C4F-7E13-E09AAD0E4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4" name="Freeform 1473">
                <a:extLst>
                  <a:ext uri="{FF2B5EF4-FFF2-40B4-BE49-F238E27FC236}">
                    <a16:creationId xmlns:a16="http://schemas.microsoft.com/office/drawing/2014/main" id="{719A81F1-FF51-3376-F89B-27AFD706F8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1474">
                <a:extLst>
                  <a:ext uri="{FF2B5EF4-FFF2-40B4-BE49-F238E27FC236}">
                    <a16:creationId xmlns:a16="http://schemas.microsoft.com/office/drawing/2014/main" id="{3BB4F487-68F0-84A6-4F1E-931D7C33D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Freeform 1475">
                <a:extLst>
                  <a:ext uri="{FF2B5EF4-FFF2-40B4-BE49-F238E27FC236}">
                    <a16:creationId xmlns:a16="http://schemas.microsoft.com/office/drawing/2014/main" id="{A3FB6313-52A6-D824-1017-7F9C1D683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Oval 1476">
                <a:extLst>
                  <a:ext uri="{FF2B5EF4-FFF2-40B4-BE49-F238E27FC236}">
                    <a16:creationId xmlns:a16="http://schemas.microsoft.com/office/drawing/2014/main" id="{AD2ED849-C820-2BFD-25F5-2D7CB6A28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9" name="Group 1477">
              <a:extLst>
                <a:ext uri="{FF2B5EF4-FFF2-40B4-BE49-F238E27FC236}">
                  <a16:creationId xmlns:a16="http://schemas.microsoft.com/office/drawing/2014/main" id="{8A9D380C-B29E-06BB-7501-4B13082819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16" name="Oval 1478">
                <a:extLst>
                  <a:ext uri="{FF2B5EF4-FFF2-40B4-BE49-F238E27FC236}">
                    <a16:creationId xmlns:a16="http://schemas.microsoft.com/office/drawing/2014/main" id="{B6ABD5D2-A284-BFA4-4C5A-17E8D911B8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7" name="Oval 1479">
                <a:extLst>
                  <a:ext uri="{FF2B5EF4-FFF2-40B4-BE49-F238E27FC236}">
                    <a16:creationId xmlns:a16="http://schemas.microsoft.com/office/drawing/2014/main" id="{C714BCD0-9CBD-863A-7CBF-501B31B994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8" name="Freeform 1480">
                <a:extLst>
                  <a:ext uri="{FF2B5EF4-FFF2-40B4-BE49-F238E27FC236}">
                    <a16:creationId xmlns:a16="http://schemas.microsoft.com/office/drawing/2014/main" id="{03DB8435-C377-21EA-4921-3D6F5E2F4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1481">
                <a:extLst>
                  <a:ext uri="{FF2B5EF4-FFF2-40B4-BE49-F238E27FC236}">
                    <a16:creationId xmlns:a16="http://schemas.microsoft.com/office/drawing/2014/main" id="{9EC2B5BD-D1FF-79FC-014E-3BA52F89C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Freeform 1482">
                <a:extLst>
                  <a:ext uri="{FF2B5EF4-FFF2-40B4-BE49-F238E27FC236}">
                    <a16:creationId xmlns:a16="http://schemas.microsoft.com/office/drawing/2014/main" id="{97356473-F769-9CCA-D92E-C3CF8AA3D7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Oval 1483">
                <a:extLst>
                  <a:ext uri="{FF2B5EF4-FFF2-40B4-BE49-F238E27FC236}">
                    <a16:creationId xmlns:a16="http://schemas.microsoft.com/office/drawing/2014/main" id="{DFCA96D2-1C7F-F5AF-AEBE-D16FB6B927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0" name="Group 1484">
              <a:extLst>
                <a:ext uri="{FF2B5EF4-FFF2-40B4-BE49-F238E27FC236}">
                  <a16:creationId xmlns:a16="http://schemas.microsoft.com/office/drawing/2014/main" id="{B8245D65-DAB4-2DEB-B10E-B515FAA7A5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10" name="Oval 1485">
                <a:extLst>
                  <a:ext uri="{FF2B5EF4-FFF2-40B4-BE49-F238E27FC236}">
                    <a16:creationId xmlns:a16="http://schemas.microsoft.com/office/drawing/2014/main" id="{4AAD7447-6949-7046-37A6-FBB4B44F9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1" name="Oval 1486">
                <a:extLst>
                  <a:ext uri="{FF2B5EF4-FFF2-40B4-BE49-F238E27FC236}">
                    <a16:creationId xmlns:a16="http://schemas.microsoft.com/office/drawing/2014/main" id="{C8D76A64-9AE7-49FE-9F7E-146836AC6F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2" name="Freeform 1487">
                <a:extLst>
                  <a:ext uri="{FF2B5EF4-FFF2-40B4-BE49-F238E27FC236}">
                    <a16:creationId xmlns:a16="http://schemas.microsoft.com/office/drawing/2014/main" id="{9BA1A006-FCDF-7B9E-C4F1-15317FB37B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1488">
                <a:extLst>
                  <a:ext uri="{FF2B5EF4-FFF2-40B4-BE49-F238E27FC236}">
                    <a16:creationId xmlns:a16="http://schemas.microsoft.com/office/drawing/2014/main" id="{E2376E2C-CAC7-18A4-4F05-9F3155F348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Freeform 1489">
                <a:extLst>
                  <a:ext uri="{FF2B5EF4-FFF2-40B4-BE49-F238E27FC236}">
                    <a16:creationId xmlns:a16="http://schemas.microsoft.com/office/drawing/2014/main" id="{2BE02646-5BE6-C919-238D-1BFCFE91C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Oval 1490">
                <a:extLst>
                  <a:ext uri="{FF2B5EF4-FFF2-40B4-BE49-F238E27FC236}">
                    <a16:creationId xmlns:a16="http://schemas.microsoft.com/office/drawing/2014/main" id="{297666A1-B0B9-AC8F-EAF0-C69216FEB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1" name="Group 1491">
              <a:extLst>
                <a:ext uri="{FF2B5EF4-FFF2-40B4-BE49-F238E27FC236}">
                  <a16:creationId xmlns:a16="http://schemas.microsoft.com/office/drawing/2014/main" id="{E2C59FEE-6CBA-2FF5-2F09-9C1878A5C6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04" name="Oval 1492">
                <a:extLst>
                  <a:ext uri="{FF2B5EF4-FFF2-40B4-BE49-F238E27FC236}">
                    <a16:creationId xmlns:a16="http://schemas.microsoft.com/office/drawing/2014/main" id="{ACDE53AF-352B-AEA8-DA97-AE12B935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5" name="Oval 1493">
                <a:extLst>
                  <a:ext uri="{FF2B5EF4-FFF2-40B4-BE49-F238E27FC236}">
                    <a16:creationId xmlns:a16="http://schemas.microsoft.com/office/drawing/2014/main" id="{C8AC5FAE-2E87-F98B-E7C3-E6E80295A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6" name="Freeform 1494">
                <a:extLst>
                  <a:ext uri="{FF2B5EF4-FFF2-40B4-BE49-F238E27FC236}">
                    <a16:creationId xmlns:a16="http://schemas.microsoft.com/office/drawing/2014/main" id="{71686F5D-86F6-3979-433F-4F4222E5B3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1495">
                <a:extLst>
                  <a:ext uri="{FF2B5EF4-FFF2-40B4-BE49-F238E27FC236}">
                    <a16:creationId xmlns:a16="http://schemas.microsoft.com/office/drawing/2014/main" id="{57792F6D-099E-0440-29FD-AE93A6D08A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Freeform 1496">
                <a:extLst>
                  <a:ext uri="{FF2B5EF4-FFF2-40B4-BE49-F238E27FC236}">
                    <a16:creationId xmlns:a16="http://schemas.microsoft.com/office/drawing/2014/main" id="{DA45E98C-E053-0216-97B1-1D4EDEA607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Oval 1497">
                <a:extLst>
                  <a:ext uri="{FF2B5EF4-FFF2-40B4-BE49-F238E27FC236}">
                    <a16:creationId xmlns:a16="http://schemas.microsoft.com/office/drawing/2014/main" id="{9DC68845-9C3A-B1EB-546C-007A936D2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2" name="Group 1498">
              <a:extLst>
                <a:ext uri="{FF2B5EF4-FFF2-40B4-BE49-F238E27FC236}">
                  <a16:creationId xmlns:a16="http://schemas.microsoft.com/office/drawing/2014/main" id="{63AB0044-151D-69EF-9FDB-E5B1B53F74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98" name="Oval 1499">
                <a:extLst>
                  <a:ext uri="{FF2B5EF4-FFF2-40B4-BE49-F238E27FC236}">
                    <a16:creationId xmlns:a16="http://schemas.microsoft.com/office/drawing/2014/main" id="{65B5F80D-527E-1056-2097-FAD88D691E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9" name="Oval 1500">
                <a:extLst>
                  <a:ext uri="{FF2B5EF4-FFF2-40B4-BE49-F238E27FC236}">
                    <a16:creationId xmlns:a16="http://schemas.microsoft.com/office/drawing/2014/main" id="{EE93C8F2-8E47-85AC-B4B0-B0C3E3C2CA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0" name="Freeform 1501">
                <a:extLst>
                  <a:ext uri="{FF2B5EF4-FFF2-40B4-BE49-F238E27FC236}">
                    <a16:creationId xmlns:a16="http://schemas.microsoft.com/office/drawing/2014/main" id="{858EE109-8BA3-BE48-1A21-E487A4FD9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1502">
                <a:extLst>
                  <a:ext uri="{FF2B5EF4-FFF2-40B4-BE49-F238E27FC236}">
                    <a16:creationId xmlns:a16="http://schemas.microsoft.com/office/drawing/2014/main" id="{4D2C6A28-1592-76F8-ED75-9E5D1EF78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Freeform 1503">
                <a:extLst>
                  <a:ext uri="{FF2B5EF4-FFF2-40B4-BE49-F238E27FC236}">
                    <a16:creationId xmlns:a16="http://schemas.microsoft.com/office/drawing/2014/main" id="{BAA90B64-B665-F2AA-CE8C-AC280BA2F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Oval 1504">
                <a:extLst>
                  <a:ext uri="{FF2B5EF4-FFF2-40B4-BE49-F238E27FC236}">
                    <a16:creationId xmlns:a16="http://schemas.microsoft.com/office/drawing/2014/main" id="{39230B59-8568-1396-21C0-6E32F7251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3" name="Group 1505">
              <a:extLst>
                <a:ext uri="{FF2B5EF4-FFF2-40B4-BE49-F238E27FC236}">
                  <a16:creationId xmlns:a16="http://schemas.microsoft.com/office/drawing/2014/main" id="{0BFF6C02-0AAF-C9C9-1793-BD2CD41C32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92" name="Oval 1506">
                <a:extLst>
                  <a:ext uri="{FF2B5EF4-FFF2-40B4-BE49-F238E27FC236}">
                    <a16:creationId xmlns:a16="http://schemas.microsoft.com/office/drawing/2014/main" id="{C4E57D8B-96F2-7245-D963-8CB9299AC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3" name="Oval 1507">
                <a:extLst>
                  <a:ext uri="{FF2B5EF4-FFF2-40B4-BE49-F238E27FC236}">
                    <a16:creationId xmlns:a16="http://schemas.microsoft.com/office/drawing/2014/main" id="{226F3C9D-FA73-A3F2-74B6-20EB05A2EF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4" name="Freeform 1508">
                <a:extLst>
                  <a:ext uri="{FF2B5EF4-FFF2-40B4-BE49-F238E27FC236}">
                    <a16:creationId xmlns:a16="http://schemas.microsoft.com/office/drawing/2014/main" id="{A03F2BBD-C0C8-26D0-271A-CF2BCA7BB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1509">
                <a:extLst>
                  <a:ext uri="{FF2B5EF4-FFF2-40B4-BE49-F238E27FC236}">
                    <a16:creationId xmlns:a16="http://schemas.microsoft.com/office/drawing/2014/main" id="{FE5CDEB6-A75E-6FC2-270F-6EC472674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Freeform 1510">
                <a:extLst>
                  <a:ext uri="{FF2B5EF4-FFF2-40B4-BE49-F238E27FC236}">
                    <a16:creationId xmlns:a16="http://schemas.microsoft.com/office/drawing/2014/main" id="{3DB218AD-51BF-7746-6AEB-024237D12E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Oval 1511">
                <a:extLst>
                  <a:ext uri="{FF2B5EF4-FFF2-40B4-BE49-F238E27FC236}">
                    <a16:creationId xmlns:a16="http://schemas.microsoft.com/office/drawing/2014/main" id="{9CB1A37C-D40F-104F-47A6-D3A678196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4" name="Group 1512">
              <a:extLst>
                <a:ext uri="{FF2B5EF4-FFF2-40B4-BE49-F238E27FC236}">
                  <a16:creationId xmlns:a16="http://schemas.microsoft.com/office/drawing/2014/main" id="{86406283-90B5-F402-22E4-4634CCD048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86" name="Oval 1513">
                <a:extLst>
                  <a:ext uri="{FF2B5EF4-FFF2-40B4-BE49-F238E27FC236}">
                    <a16:creationId xmlns:a16="http://schemas.microsoft.com/office/drawing/2014/main" id="{4CCE691F-0EF4-56ED-5508-E479C96F36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7" name="Oval 1514">
                <a:extLst>
                  <a:ext uri="{FF2B5EF4-FFF2-40B4-BE49-F238E27FC236}">
                    <a16:creationId xmlns:a16="http://schemas.microsoft.com/office/drawing/2014/main" id="{D4D5DFDB-37E6-606D-9314-D03F329F04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8" name="Freeform 1515">
                <a:extLst>
                  <a:ext uri="{FF2B5EF4-FFF2-40B4-BE49-F238E27FC236}">
                    <a16:creationId xmlns:a16="http://schemas.microsoft.com/office/drawing/2014/main" id="{830EC95E-B411-4466-8F98-AFCE31E52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1516">
                <a:extLst>
                  <a:ext uri="{FF2B5EF4-FFF2-40B4-BE49-F238E27FC236}">
                    <a16:creationId xmlns:a16="http://schemas.microsoft.com/office/drawing/2014/main" id="{CF3E65FA-07DB-8CA6-2B04-3196AD850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Freeform 1517">
                <a:extLst>
                  <a:ext uri="{FF2B5EF4-FFF2-40B4-BE49-F238E27FC236}">
                    <a16:creationId xmlns:a16="http://schemas.microsoft.com/office/drawing/2014/main" id="{413D323E-703E-B88B-3DD0-8190AD86A0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Oval 1518">
                <a:extLst>
                  <a:ext uri="{FF2B5EF4-FFF2-40B4-BE49-F238E27FC236}">
                    <a16:creationId xmlns:a16="http://schemas.microsoft.com/office/drawing/2014/main" id="{DC782586-91D4-6784-3794-647D7C337A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5" name="Group 1519">
              <a:extLst>
                <a:ext uri="{FF2B5EF4-FFF2-40B4-BE49-F238E27FC236}">
                  <a16:creationId xmlns:a16="http://schemas.microsoft.com/office/drawing/2014/main" id="{30F01005-AB7D-ACFC-7CA0-110C7479A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80" name="Oval 1520">
                <a:extLst>
                  <a:ext uri="{FF2B5EF4-FFF2-40B4-BE49-F238E27FC236}">
                    <a16:creationId xmlns:a16="http://schemas.microsoft.com/office/drawing/2014/main" id="{CF931993-DE82-2ED1-994C-FE81A0695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1" name="Oval 1521">
                <a:extLst>
                  <a:ext uri="{FF2B5EF4-FFF2-40B4-BE49-F238E27FC236}">
                    <a16:creationId xmlns:a16="http://schemas.microsoft.com/office/drawing/2014/main" id="{E96E22FB-9512-DC5D-E285-259E1D27D6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2" name="Freeform 1522">
                <a:extLst>
                  <a:ext uri="{FF2B5EF4-FFF2-40B4-BE49-F238E27FC236}">
                    <a16:creationId xmlns:a16="http://schemas.microsoft.com/office/drawing/2014/main" id="{587455A0-91CA-D266-5CDD-638772F7A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1523">
                <a:extLst>
                  <a:ext uri="{FF2B5EF4-FFF2-40B4-BE49-F238E27FC236}">
                    <a16:creationId xmlns:a16="http://schemas.microsoft.com/office/drawing/2014/main" id="{61B07242-3B2C-EE87-5913-8743D8E80C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Freeform 1524">
                <a:extLst>
                  <a:ext uri="{FF2B5EF4-FFF2-40B4-BE49-F238E27FC236}">
                    <a16:creationId xmlns:a16="http://schemas.microsoft.com/office/drawing/2014/main" id="{E16A5238-16B2-E4D7-7BAC-9DF94B9F1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Oval 1525">
                <a:extLst>
                  <a:ext uri="{FF2B5EF4-FFF2-40B4-BE49-F238E27FC236}">
                    <a16:creationId xmlns:a16="http://schemas.microsoft.com/office/drawing/2014/main" id="{2171E4A1-D260-60EF-DD56-A7ED83A07F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6" name="Group 1526">
              <a:extLst>
                <a:ext uri="{FF2B5EF4-FFF2-40B4-BE49-F238E27FC236}">
                  <a16:creationId xmlns:a16="http://schemas.microsoft.com/office/drawing/2014/main" id="{0051FBF5-EC60-B108-0D56-CD24D1A2D1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74" name="Oval 1527">
                <a:extLst>
                  <a:ext uri="{FF2B5EF4-FFF2-40B4-BE49-F238E27FC236}">
                    <a16:creationId xmlns:a16="http://schemas.microsoft.com/office/drawing/2014/main" id="{E21FC3BB-7CBF-40DA-3CA9-8A13FB9A1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5" name="Oval 1528">
                <a:extLst>
                  <a:ext uri="{FF2B5EF4-FFF2-40B4-BE49-F238E27FC236}">
                    <a16:creationId xmlns:a16="http://schemas.microsoft.com/office/drawing/2014/main" id="{2CBB4158-558E-0E37-1C5A-2CC22CB2F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6" name="Freeform 1529">
                <a:extLst>
                  <a:ext uri="{FF2B5EF4-FFF2-40B4-BE49-F238E27FC236}">
                    <a16:creationId xmlns:a16="http://schemas.microsoft.com/office/drawing/2014/main" id="{53EE4DBF-D1D2-F1DA-6749-6D829814AF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1530">
                <a:extLst>
                  <a:ext uri="{FF2B5EF4-FFF2-40B4-BE49-F238E27FC236}">
                    <a16:creationId xmlns:a16="http://schemas.microsoft.com/office/drawing/2014/main" id="{B4FF3D15-4B45-CA0B-C422-0DD192B926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Freeform 1531">
                <a:extLst>
                  <a:ext uri="{FF2B5EF4-FFF2-40B4-BE49-F238E27FC236}">
                    <a16:creationId xmlns:a16="http://schemas.microsoft.com/office/drawing/2014/main" id="{11CD0ED3-5BD2-4A6E-AAE3-40C55A852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Oval 1532">
                <a:extLst>
                  <a:ext uri="{FF2B5EF4-FFF2-40B4-BE49-F238E27FC236}">
                    <a16:creationId xmlns:a16="http://schemas.microsoft.com/office/drawing/2014/main" id="{5D1F5552-2047-0D81-B24E-B90B09534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7" name="Group 1533">
              <a:extLst>
                <a:ext uri="{FF2B5EF4-FFF2-40B4-BE49-F238E27FC236}">
                  <a16:creationId xmlns:a16="http://schemas.microsoft.com/office/drawing/2014/main" id="{DA6B7633-6520-F40D-C0BB-185B50DF6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68" name="Oval 1534">
                <a:extLst>
                  <a:ext uri="{FF2B5EF4-FFF2-40B4-BE49-F238E27FC236}">
                    <a16:creationId xmlns:a16="http://schemas.microsoft.com/office/drawing/2014/main" id="{44184E00-9124-EF6B-F927-1CE8BF4647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9" name="Oval 1535">
                <a:extLst>
                  <a:ext uri="{FF2B5EF4-FFF2-40B4-BE49-F238E27FC236}">
                    <a16:creationId xmlns:a16="http://schemas.microsoft.com/office/drawing/2014/main" id="{2426ADBB-6445-1DFF-6805-C10A57D23C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0" name="Freeform 1536">
                <a:extLst>
                  <a:ext uri="{FF2B5EF4-FFF2-40B4-BE49-F238E27FC236}">
                    <a16:creationId xmlns:a16="http://schemas.microsoft.com/office/drawing/2014/main" id="{682A5413-41B9-8BC1-D460-C9FE2D20C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1537">
                <a:extLst>
                  <a:ext uri="{FF2B5EF4-FFF2-40B4-BE49-F238E27FC236}">
                    <a16:creationId xmlns:a16="http://schemas.microsoft.com/office/drawing/2014/main" id="{BC0BC1EF-E2D5-3086-D4D0-B2875AC0CE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Freeform 1538">
                <a:extLst>
                  <a:ext uri="{FF2B5EF4-FFF2-40B4-BE49-F238E27FC236}">
                    <a16:creationId xmlns:a16="http://schemas.microsoft.com/office/drawing/2014/main" id="{00E2345C-2D50-482C-F40C-FC20D4A4A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Oval 1539">
                <a:extLst>
                  <a:ext uri="{FF2B5EF4-FFF2-40B4-BE49-F238E27FC236}">
                    <a16:creationId xmlns:a16="http://schemas.microsoft.com/office/drawing/2014/main" id="{2B648983-BCCD-F62C-7863-2F71D477B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8" name="Group 1540">
              <a:extLst>
                <a:ext uri="{FF2B5EF4-FFF2-40B4-BE49-F238E27FC236}">
                  <a16:creationId xmlns:a16="http://schemas.microsoft.com/office/drawing/2014/main" id="{29029DF6-E6AF-1E62-47A6-7A1A10A12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62" name="Oval 1541">
                <a:extLst>
                  <a:ext uri="{FF2B5EF4-FFF2-40B4-BE49-F238E27FC236}">
                    <a16:creationId xmlns:a16="http://schemas.microsoft.com/office/drawing/2014/main" id="{218A24C9-26F9-1719-F9CE-1C2BC7502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3" name="Oval 1542">
                <a:extLst>
                  <a:ext uri="{FF2B5EF4-FFF2-40B4-BE49-F238E27FC236}">
                    <a16:creationId xmlns:a16="http://schemas.microsoft.com/office/drawing/2014/main" id="{0930F7DB-ECDA-6028-E769-5BC7AF9B8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4" name="Freeform 1543">
                <a:extLst>
                  <a:ext uri="{FF2B5EF4-FFF2-40B4-BE49-F238E27FC236}">
                    <a16:creationId xmlns:a16="http://schemas.microsoft.com/office/drawing/2014/main" id="{A937FE8C-3B7A-5AEC-F6F3-6FB8CB79CF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1544">
                <a:extLst>
                  <a:ext uri="{FF2B5EF4-FFF2-40B4-BE49-F238E27FC236}">
                    <a16:creationId xmlns:a16="http://schemas.microsoft.com/office/drawing/2014/main" id="{30C1C46E-8B31-1997-0BC8-2E8A88DE3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Freeform 1545">
                <a:extLst>
                  <a:ext uri="{FF2B5EF4-FFF2-40B4-BE49-F238E27FC236}">
                    <a16:creationId xmlns:a16="http://schemas.microsoft.com/office/drawing/2014/main" id="{02FA372C-3E0B-8AD3-D937-249B25F50B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Oval 1546">
                <a:extLst>
                  <a:ext uri="{FF2B5EF4-FFF2-40B4-BE49-F238E27FC236}">
                    <a16:creationId xmlns:a16="http://schemas.microsoft.com/office/drawing/2014/main" id="{ECEE5C11-F010-717B-CF89-C3AC1A0BA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9" name="Group 1547">
              <a:extLst>
                <a:ext uri="{FF2B5EF4-FFF2-40B4-BE49-F238E27FC236}">
                  <a16:creationId xmlns:a16="http://schemas.microsoft.com/office/drawing/2014/main" id="{C1577E78-7B50-1F0F-D488-5B091D301D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56" name="Oval 1548">
                <a:extLst>
                  <a:ext uri="{FF2B5EF4-FFF2-40B4-BE49-F238E27FC236}">
                    <a16:creationId xmlns:a16="http://schemas.microsoft.com/office/drawing/2014/main" id="{F8C7A9E5-6D17-AFFA-B7A4-9F6056A6B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7" name="Oval 1549">
                <a:extLst>
                  <a:ext uri="{FF2B5EF4-FFF2-40B4-BE49-F238E27FC236}">
                    <a16:creationId xmlns:a16="http://schemas.microsoft.com/office/drawing/2014/main" id="{29C650CB-22C2-C977-B389-A2D00EED4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8" name="Freeform 1550">
                <a:extLst>
                  <a:ext uri="{FF2B5EF4-FFF2-40B4-BE49-F238E27FC236}">
                    <a16:creationId xmlns:a16="http://schemas.microsoft.com/office/drawing/2014/main" id="{E1513977-5D78-FC5F-38B2-B879840E2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1551">
                <a:extLst>
                  <a:ext uri="{FF2B5EF4-FFF2-40B4-BE49-F238E27FC236}">
                    <a16:creationId xmlns:a16="http://schemas.microsoft.com/office/drawing/2014/main" id="{74FFD843-489C-E96B-EA21-683921215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Freeform 1552">
                <a:extLst>
                  <a:ext uri="{FF2B5EF4-FFF2-40B4-BE49-F238E27FC236}">
                    <a16:creationId xmlns:a16="http://schemas.microsoft.com/office/drawing/2014/main" id="{5EAAA155-0397-F2CE-081C-0852F9940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Oval 1553">
                <a:extLst>
                  <a:ext uri="{FF2B5EF4-FFF2-40B4-BE49-F238E27FC236}">
                    <a16:creationId xmlns:a16="http://schemas.microsoft.com/office/drawing/2014/main" id="{DAB19C14-B457-733F-AC66-16212F5EE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0" name="Group 1554">
              <a:extLst>
                <a:ext uri="{FF2B5EF4-FFF2-40B4-BE49-F238E27FC236}">
                  <a16:creationId xmlns:a16="http://schemas.microsoft.com/office/drawing/2014/main" id="{93A6C8AA-53D3-7408-3E33-4AF0A9668A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50" name="Oval 1555">
                <a:extLst>
                  <a:ext uri="{FF2B5EF4-FFF2-40B4-BE49-F238E27FC236}">
                    <a16:creationId xmlns:a16="http://schemas.microsoft.com/office/drawing/2014/main" id="{B7FD3666-045A-FF94-41A8-4E548E2AF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1" name="Oval 1556">
                <a:extLst>
                  <a:ext uri="{FF2B5EF4-FFF2-40B4-BE49-F238E27FC236}">
                    <a16:creationId xmlns:a16="http://schemas.microsoft.com/office/drawing/2014/main" id="{1ECF44AE-2B27-2CE1-A188-CF11C040A5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2" name="Freeform 1557">
                <a:extLst>
                  <a:ext uri="{FF2B5EF4-FFF2-40B4-BE49-F238E27FC236}">
                    <a16:creationId xmlns:a16="http://schemas.microsoft.com/office/drawing/2014/main" id="{342F49D7-18E0-6ECD-C01F-D124F0B47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1558">
                <a:extLst>
                  <a:ext uri="{FF2B5EF4-FFF2-40B4-BE49-F238E27FC236}">
                    <a16:creationId xmlns:a16="http://schemas.microsoft.com/office/drawing/2014/main" id="{2D050E08-4509-B012-05ED-6DE56D32E3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Freeform 1559">
                <a:extLst>
                  <a:ext uri="{FF2B5EF4-FFF2-40B4-BE49-F238E27FC236}">
                    <a16:creationId xmlns:a16="http://schemas.microsoft.com/office/drawing/2014/main" id="{AB373084-B108-3F13-D9D7-4F712B165D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Oval 1560">
                <a:extLst>
                  <a:ext uri="{FF2B5EF4-FFF2-40B4-BE49-F238E27FC236}">
                    <a16:creationId xmlns:a16="http://schemas.microsoft.com/office/drawing/2014/main" id="{CBC6267A-D1E6-FB1C-BD5F-DF7E28B4A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1" name="Group 1561">
              <a:extLst>
                <a:ext uri="{FF2B5EF4-FFF2-40B4-BE49-F238E27FC236}">
                  <a16:creationId xmlns:a16="http://schemas.microsoft.com/office/drawing/2014/main" id="{F62E5D8A-D3DD-B92F-FC56-6A643D6CAD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44" name="Oval 1562">
                <a:extLst>
                  <a:ext uri="{FF2B5EF4-FFF2-40B4-BE49-F238E27FC236}">
                    <a16:creationId xmlns:a16="http://schemas.microsoft.com/office/drawing/2014/main" id="{65832833-70F4-3B63-5620-099BB4555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5" name="Oval 1563">
                <a:extLst>
                  <a:ext uri="{FF2B5EF4-FFF2-40B4-BE49-F238E27FC236}">
                    <a16:creationId xmlns:a16="http://schemas.microsoft.com/office/drawing/2014/main" id="{688C34C0-8128-FB65-7092-5C6A3674E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6" name="Freeform 1564">
                <a:extLst>
                  <a:ext uri="{FF2B5EF4-FFF2-40B4-BE49-F238E27FC236}">
                    <a16:creationId xmlns:a16="http://schemas.microsoft.com/office/drawing/2014/main" id="{FF1958A4-784D-E1A2-EF25-A08C398CB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1565">
                <a:extLst>
                  <a:ext uri="{FF2B5EF4-FFF2-40B4-BE49-F238E27FC236}">
                    <a16:creationId xmlns:a16="http://schemas.microsoft.com/office/drawing/2014/main" id="{6ED90BA6-8143-C4A3-222C-AB4CFC3626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Freeform 1566">
                <a:extLst>
                  <a:ext uri="{FF2B5EF4-FFF2-40B4-BE49-F238E27FC236}">
                    <a16:creationId xmlns:a16="http://schemas.microsoft.com/office/drawing/2014/main" id="{45B04D82-B982-9190-84BE-B0B6AF8B5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Oval 1567">
                <a:extLst>
                  <a:ext uri="{FF2B5EF4-FFF2-40B4-BE49-F238E27FC236}">
                    <a16:creationId xmlns:a16="http://schemas.microsoft.com/office/drawing/2014/main" id="{F69DDE08-B375-5C08-3A2F-440BEDA4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2" name="Group 1568">
              <a:extLst>
                <a:ext uri="{FF2B5EF4-FFF2-40B4-BE49-F238E27FC236}">
                  <a16:creationId xmlns:a16="http://schemas.microsoft.com/office/drawing/2014/main" id="{B34B4332-AE84-130C-45DA-DFDAD74290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38" name="Oval 1569">
                <a:extLst>
                  <a:ext uri="{FF2B5EF4-FFF2-40B4-BE49-F238E27FC236}">
                    <a16:creationId xmlns:a16="http://schemas.microsoft.com/office/drawing/2014/main" id="{C7BFB001-F4EA-8A16-2ED1-5E5987751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9" name="Oval 1570">
                <a:extLst>
                  <a:ext uri="{FF2B5EF4-FFF2-40B4-BE49-F238E27FC236}">
                    <a16:creationId xmlns:a16="http://schemas.microsoft.com/office/drawing/2014/main" id="{CB2B1E7B-99DC-857E-F7CA-67202F5E0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0" name="Freeform 1571">
                <a:extLst>
                  <a:ext uri="{FF2B5EF4-FFF2-40B4-BE49-F238E27FC236}">
                    <a16:creationId xmlns:a16="http://schemas.microsoft.com/office/drawing/2014/main" id="{EED07420-8A8E-2C5C-7A0D-753C2F8DCE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1572">
                <a:extLst>
                  <a:ext uri="{FF2B5EF4-FFF2-40B4-BE49-F238E27FC236}">
                    <a16:creationId xmlns:a16="http://schemas.microsoft.com/office/drawing/2014/main" id="{650ADC3F-9384-826F-5B22-E45A8A1E76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Freeform 1573">
                <a:extLst>
                  <a:ext uri="{FF2B5EF4-FFF2-40B4-BE49-F238E27FC236}">
                    <a16:creationId xmlns:a16="http://schemas.microsoft.com/office/drawing/2014/main" id="{C643247C-D2B3-0850-316E-87515BDCC3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Oval 1574">
                <a:extLst>
                  <a:ext uri="{FF2B5EF4-FFF2-40B4-BE49-F238E27FC236}">
                    <a16:creationId xmlns:a16="http://schemas.microsoft.com/office/drawing/2014/main" id="{2A32B963-A5C2-B261-190F-48FD81CB5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3" name="Group 1575">
              <a:extLst>
                <a:ext uri="{FF2B5EF4-FFF2-40B4-BE49-F238E27FC236}">
                  <a16:creationId xmlns:a16="http://schemas.microsoft.com/office/drawing/2014/main" id="{B2D2A8E7-D2A8-EDBE-0830-2B3CE38592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32" name="Oval 1576">
                <a:extLst>
                  <a:ext uri="{FF2B5EF4-FFF2-40B4-BE49-F238E27FC236}">
                    <a16:creationId xmlns:a16="http://schemas.microsoft.com/office/drawing/2014/main" id="{EF485BF5-1D5C-C584-AED5-A50A04AB4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3" name="Oval 1577">
                <a:extLst>
                  <a:ext uri="{FF2B5EF4-FFF2-40B4-BE49-F238E27FC236}">
                    <a16:creationId xmlns:a16="http://schemas.microsoft.com/office/drawing/2014/main" id="{FB1FE32A-97C8-796E-373C-252E979E0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4" name="Freeform 1578">
                <a:extLst>
                  <a:ext uri="{FF2B5EF4-FFF2-40B4-BE49-F238E27FC236}">
                    <a16:creationId xmlns:a16="http://schemas.microsoft.com/office/drawing/2014/main" id="{F036E4F2-AFF8-7560-164B-54775020A3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1579">
                <a:extLst>
                  <a:ext uri="{FF2B5EF4-FFF2-40B4-BE49-F238E27FC236}">
                    <a16:creationId xmlns:a16="http://schemas.microsoft.com/office/drawing/2014/main" id="{644F67E0-BBB7-EC99-5B13-F8F8CE074B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Freeform 1580">
                <a:extLst>
                  <a:ext uri="{FF2B5EF4-FFF2-40B4-BE49-F238E27FC236}">
                    <a16:creationId xmlns:a16="http://schemas.microsoft.com/office/drawing/2014/main" id="{2DA98183-1286-B281-F377-75355F70B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Oval 1581">
                <a:extLst>
                  <a:ext uri="{FF2B5EF4-FFF2-40B4-BE49-F238E27FC236}">
                    <a16:creationId xmlns:a16="http://schemas.microsoft.com/office/drawing/2014/main" id="{093172D4-ABCB-6E4C-A437-D4D74B0F5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4" name="Group 1582">
              <a:extLst>
                <a:ext uri="{FF2B5EF4-FFF2-40B4-BE49-F238E27FC236}">
                  <a16:creationId xmlns:a16="http://schemas.microsoft.com/office/drawing/2014/main" id="{E7DAD352-903E-308B-341F-30E47D8844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26" name="Oval 1583">
                <a:extLst>
                  <a:ext uri="{FF2B5EF4-FFF2-40B4-BE49-F238E27FC236}">
                    <a16:creationId xmlns:a16="http://schemas.microsoft.com/office/drawing/2014/main" id="{4195FC6C-CDDE-B681-705A-DADB2BFF8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7" name="Oval 1584">
                <a:extLst>
                  <a:ext uri="{FF2B5EF4-FFF2-40B4-BE49-F238E27FC236}">
                    <a16:creationId xmlns:a16="http://schemas.microsoft.com/office/drawing/2014/main" id="{A6B3E614-56E8-D1DE-1867-547C93130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8" name="Freeform 1585">
                <a:extLst>
                  <a:ext uri="{FF2B5EF4-FFF2-40B4-BE49-F238E27FC236}">
                    <a16:creationId xmlns:a16="http://schemas.microsoft.com/office/drawing/2014/main" id="{F61AB039-3199-5BC7-1AE5-9124E1B33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1586">
                <a:extLst>
                  <a:ext uri="{FF2B5EF4-FFF2-40B4-BE49-F238E27FC236}">
                    <a16:creationId xmlns:a16="http://schemas.microsoft.com/office/drawing/2014/main" id="{59200CDC-B9E8-14A3-1A86-4D38BABA92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Freeform 1587">
                <a:extLst>
                  <a:ext uri="{FF2B5EF4-FFF2-40B4-BE49-F238E27FC236}">
                    <a16:creationId xmlns:a16="http://schemas.microsoft.com/office/drawing/2014/main" id="{0F6E3057-4842-565B-F501-8D87C27FC9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Oval 1588">
                <a:extLst>
                  <a:ext uri="{FF2B5EF4-FFF2-40B4-BE49-F238E27FC236}">
                    <a16:creationId xmlns:a16="http://schemas.microsoft.com/office/drawing/2014/main" id="{6833DF48-D3C5-038C-6DF0-B7739ABEA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5" name="Group 1589">
              <a:extLst>
                <a:ext uri="{FF2B5EF4-FFF2-40B4-BE49-F238E27FC236}">
                  <a16:creationId xmlns:a16="http://schemas.microsoft.com/office/drawing/2014/main" id="{93AA1B3D-1855-FE38-593A-D88BED2747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20" name="Oval 1590">
                <a:extLst>
                  <a:ext uri="{FF2B5EF4-FFF2-40B4-BE49-F238E27FC236}">
                    <a16:creationId xmlns:a16="http://schemas.microsoft.com/office/drawing/2014/main" id="{9E754CCA-D59E-4CB8-AE76-4BCE124AB2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1" name="Oval 1591">
                <a:extLst>
                  <a:ext uri="{FF2B5EF4-FFF2-40B4-BE49-F238E27FC236}">
                    <a16:creationId xmlns:a16="http://schemas.microsoft.com/office/drawing/2014/main" id="{27A68466-67FD-25B6-03BD-B861CDEE1B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2" name="Freeform 1592">
                <a:extLst>
                  <a:ext uri="{FF2B5EF4-FFF2-40B4-BE49-F238E27FC236}">
                    <a16:creationId xmlns:a16="http://schemas.microsoft.com/office/drawing/2014/main" id="{EE2D949B-F1E2-3239-AE9E-A91A21D99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1593">
                <a:extLst>
                  <a:ext uri="{FF2B5EF4-FFF2-40B4-BE49-F238E27FC236}">
                    <a16:creationId xmlns:a16="http://schemas.microsoft.com/office/drawing/2014/main" id="{7C11E57C-4F46-FCBF-BA1F-1FB32975AC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Freeform 1594">
                <a:extLst>
                  <a:ext uri="{FF2B5EF4-FFF2-40B4-BE49-F238E27FC236}">
                    <a16:creationId xmlns:a16="http://schemas.microsoft.com/office/drawing/2014/main" id="{BA9F1BFB-E54A-8D7A-3FBF-5856D5C65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Oval 1595">
                <a:extLst>
                  <a:ext uri="{FF2B5EF4-FFF2-40B4-BE49-F238E27FC236}">
                    <a16:creationId xmlns:a16="http://schemas.microsoft.com/office/drawing/2014/main" id="{347F654C-5818-440F-E18C-6784DE97F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6" name="Group 1596">
              <a:extLst>
                <a:ext uri="{FF2B5EF4-FFF2-40B4-BE49-F238E27FC236}">
                  <a16:creationId xmlns:a16="http://schemas.microsoft.com/office/drawing/2014/main" id="{BA0D28DF-18D9-1B27-A7E5-5F6973892C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14" name="Oval 1597">
                <a:extLst>
                  <a:ext uri="{FF2B5EF4-FFF2-40B4-BE49-F238E27FC236}">
                    <a16:creationId xmlns:a16="http://schemas.microsoft.com/office/drawing/2014/main" id="{F949D249-D1D2-88B0-A248-2BFF2D356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5" name="Oval 1598">
                <a:extLst>
                  <a:ext uri="{FF2B5EF4-FFF2-40B4-BE49-F238E27FC236}">
                    <a16:creationId xmlns:a16="http://schemas.microsoft.com/office/drawing/2014/main" id="{967CAB89-66D2-3E40-AB9B-661400884D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6" name="Freeform 1599">
                <a:extLst>
                  <a:ext uri="{FF2B5EF4-FFF2-40B4-BE49-F238E27FC236}">
                    <a16:creationId xmlns:a16="http://schemas.microsoft.com/office/drawing/2014/main" id="{9CA1A027-93A4-2B39-5D20-D443B5454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1600">
                <a:extLst>
                  <a:ext uri="{FF2B5EF4-FFF2-40B4-BE49-F238E27FC236}">
                    <a16:creationId xmlns:a16="http://schemas.microsoft.com/office/drawing/2014/main" id="{312E4787-246A-452C-B80D-35A59AC391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Freeform 1601">
                <a:extLst>
                  <a:ext uri="{FF2B5EF4-FFF2-40B4-BE49-F238E27FC236}">
                    <a16:creationId xmlns:a16="http://schemas.microsoft.com/office/drawing/2014/main" id="{60AF0E8A-4517-6EFD-1DFE-CF1D8EE545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Oval 1602">
                <a:extLst>
                  <a:ext uri="{FF2B5EF4-FFF2-40B4-BE49-F238E27FC236}">
                    <a16:creationId xmlns:a16="http://schemas.microsoft.com/office/drawing/2014/main" id="{06DFA0ED-A60C-9AFF-6A13-9E816AB7B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7" name="Group 1603">
              <a:extLst>
                <a:ext uri="{FF2B5EF4-FFF2-40B4-BE49-F238E27FC236}">
                  <a16:creationId xmlns:a16="http://schemas.microsoft.com/office/drawing/2014/main" id="{66EA0741-4FBA-600B-AE22-7245A68757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08" name="Oval 1604">
                <a:extLst>
                  <a:ext uri="{FF2B5EF4-FFF2-40B4-BE49-F238E27FC236}">
                    <a16:creationId xmlns:a16="http://schemas.microsoft.com/office/drawing/2014/main" id="{A76D7B30-8167-EE84-5829-B4014A5F6D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9" name="Oval 1605">
                <a:extLst>
                  <a:ext uri="{FF2B5EF4-FFF2-40B4-BE49-F238E27FC236}">
                    <a16:creationId xmlns:a16="http://schemas.microsoft.com/office/drawing/2014/main" id="{AE1E564D-20DD-8E5C-E5F8-DDEAF39D4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0" name="Freeform 1606">
                <a:extLst>
                  <a:ext uri="{FF2B5EF4-FFF2-40B4-BE49-F238E27FC236}">
                    <a16:creationId xmlns:a16="http://schemas.microsoft.com/office/drawing/2014/main" id="{6E9AA861-ECB4-A3D4-EFB4-D23AA0B6CC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1607">
                <a:extLst>
                  <a:ext uri="{FF2B5EF4-FFF2-40B4-BE49-F238E27FC236}">
                    <a16:creationId xmlns:a16="http://schemas.microsoft.com/office/drawing/2014/main" id="{5081E9A1-BD5A-33DB-886F-7B80BD170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Freeform 1608">
                <a:extLst>
                  <a:ext uri="{FF2B5EF4-FFF2-40B4-BE49-F238E27FC236}">
                    <a16:creationId xmlns:a16="http://schemas.microsoft.com/office/drawing/2014/main" id="{0EE54273-1020-24AC-FAD6-D32DC9BF99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Oval 1609">
                <a:extLst>
                  <a:ext uri="{FF2B5EF4-FFF2-40B4-BE49-F238E27FC236}">
                    <a16:creationId xmlns:a16="http://schemas.microsoft.com/office/drawing/2014/main" id="{51EEB540-E2B2-1ED1-AAE1-EBF99F1CD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600" name="Group 2318">
            <a:extLst>
              <a:ext uri="{FF2B5EF4-FFF2-40B4-BE49-F238E27FC236}">
                <a16:creationId xmlns:a16="http://schemas.microsoft.com/office/drawing/2014/main" id="{37BD6BEE-4EDD-ECE3-7742-120C331AB409}"/>
              </a:ext>
            </a:extLst>
          </p:cNvPr>
          <p:cNvGrpSpPr>
            <a:grpSpLocks/>
          </p:cNvGrpSpPr>
          <p:nvPr/>
        </p:nvGrpSpPr>
        <p:grpSpPr bwMode="auto">
          <a:xfrm>
            <a:off x="5227643" y="367918"/>
            <a:ext cx="304800" cy="485894"/>
            <a:chOff x="3256" y="2988"/>
            <a:chExt cx="478" cy="762"/>
          </a:xfrm>
        </p:grpSpPr>
        <p:sp>
          <p:nvSpPr>
            <p:cNvPr id="1601" name="Freeform 2319">
              <a:extLst>
                <a:ext uri="{FF2B5EF4-FFF2-40B4-BE49-F238E27FC236}">
                  <a16:creationId xmlns:a16="http://schemas.microsoft.com/office/drawing/2014/main" id="{8DF4CBF9-88D8-6C09-1CB7-A2F2A051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320">
              <a:extLst>
                <a:ext uri="{FF2B5EF4-FFF2-40B4-BE49-F238E27FC236}">
                  <a16:creationId xmlns:a16="http://schemas.microsoft.com/office/drawing/2014/main" id="{D56FA577-9BD5-1EA5-8A6D-9777F662E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321">
              <a:extLst>
                <a:ext uri="{FF2B5EF4-FFF2-40B4-BE49-F238E27FC236}">
                  <a16:creationId xmlns:a16="http://schemas.microsoft.com/office/drawing/2014/main" id="{469BEEA4-F523-432E-2CB1-AA1F1F532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322">
              <a:extLst>
                <a:ext uri="{FF2B5EF4-FFF2-40B4-BE49-F238E27FC236}">
                  <a16:creationId xmlns:a16="http://schemas.microsoft.com/office/drawing/2014/main" id="{D150919F-D1CB-583D-1CE7-9F639F82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323">
              <a:extLst>
                <a:ext uri="{FF2B5EF4-FFF2-40B4-BE49-F238E27FC236}">
                  <a16:creationId xmlns:a16="http://schemas.microsoft.com/office/drawing/2014/main" id="{322E422D-9BA3-0429-655B-AA32BC7FE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324">
              <a:extLst>
                <a:ext uri="{FF2B5EF4-FFF2-40B4-BE49-F238E27FC236}">
                  <a16:creationId xmlns:a16="http://schemas.microsoft.com/office/drawing/2014/main" id="{AD1BC06B-0DA2-7F6E-5353-B39A2B296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325">
              <a:extLst>
                <a:ext uri="{FF2B5EF4-FFF2-40B4-BE49-F238E27FC236}">
                  <a16:creationId xmlns:a16="http://schemas.microsoft.com/office/drawing/2014/main" id="{4DECC7F5-66F6-2DEA-FCBE-6036B9F8F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Line 2326">
              <a:extLst>
                <a:ext uri="{FF2B5EF4-FFF2-40B4-BE49-F238E27FC236}">
                  <a16:creationId xmlns:a16="http://schemas.microsoft.com/office/drawing/2014/main" id="{5F74AE77-A84A-9A14-CB98-455BC5A3B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327">
              <a:extLst>
                <a:ext uri="{FF2B5EF4-FFF2-40B4-BE49-F238E27FC236}">
                  <a16:creationId xmlns:a16="http://schemas.microsoft.com/office/drawing/2014/main" id="{4DA70AA2-FEC4-0C78-0205-E81072C15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328">
              <a:extLst>
                <a:ext uri="{FF2B5EF4-FFF2-40B4-BE49-F238E27FC236}">
                  <a16:creationId xmlns:a16="http://schemas.microsoft.com/office/drawing/2014/main" id="{FB4AAF06-99A6-7864-E360-AA664A587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329">
              <a:extLst>
                <a:ext uri="{FF2B5EF4-FFF2-40B4-BE49-F238E27FC236}">
                  <a16:creationId xmlns:a16="http://schemas.microsoft.com/office/drawing/2014/main" id="{C3B726F5-9533-C03C-5B8E-33A2B963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330">
              <a:extLst>
                <a:ext uri="{FF2B5EF4-FFF2-40B4-BE49-F238E27FC236}">
                  <a16:creationId xmlns:a16="http://schemas.microsoft.com/office/drawing/2014/main" id="{DCE9FDE0-91DC-6046-136D-792D8EBDE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331">
              <a:extLst>
                <a:ext uri="{FF2B5EF4-FFF2-40B4-BE49-F238E27FC236}">
                  <a16:creationId xmlns:a16="http://schemas.microsoft.com/office/drawing/2014/main" id="{0BB30EA2-B92F-9C1C-D645-1E8036AD1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332">
              <a:extLst>
                <a:ext uri="{FF2B5EF4-FFF2-40B4-BE49-F238E27FC236}">
                  <a16:creationId xmlns:a16="http://schemas.microsoft.com/office/drawing/2014/main" id="{DFE9E11B-5B4F-2252-1CF4-4D239EC1C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333">
              <a:extLst>
                <a:ext uri="{FF2B5EF4-FFF2-40B4-BE49-F238E27FC236}">
                  <a16:creationId xmlns:a16="http://schemas.microsoft.com/office/drawing/2014/main" id="{3AF1E4D0-1258-8380-8D34-8518FF7B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334">
              <a:extLst>
                <a:ext uri="{FF2B5EF4-FFF2-40B4-BE49-F238E27FC236}">
                  <a16:creationId xmlns:a16="http://schemas.microsoft.com/office/drawing/2014/main" id="{7671EED7-62F5-5FBB-58CB-76C7BF112D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7" name="Freeform 2335">
              <a:extLst>
                <a:ext uri="{FF2B5EF4-FFF2-40B4-BE49-F238E27FC236}">
                  <a16:creationId xmlns:a16="http://schemas.microsoft.com/office/drawing/2014/main" id="{E64F100F-FD5D-6177-C11E-C2A56D318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" name="Freeform 2336">
              <a:extLst>
                <a:ext uri="{FF2B5EF4-FFF2-40B4-BE49-F238E27FC236}">
                  <a16:creationId xmlns:a16="http://schemas.microsoft.com/office/drawing/2014/main" id="{EC9B45D8-0A24-EF9B-60D4-C3664C3F9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9" name="Freeform 2337">
              <a:extLst>
                <a:ext uri="{FF2B5EF4-FFF2-40B4-BE49-F238E27FC236}">
                  <a16:creationId xmlns:a16="http://schemas.microsoft.com/office/drawing/2014/main" id="{8C9F7908-B292-FCEA-C0B3-8C0BFDA8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Line 2338">
              <a:extLst>
                <a:ext uri="{FF2B5EF4-FFF2-40B4-BE49-F238E27FC236}">
                  <a16:creationId xmlns:a16="http://schemas.microsoft.com/office/drawing/2014/main" id="{60345D68-B816-0E2A-F1E7-EDA76C818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21" name="Group 2216">
            <a:extLst>
              <a:ext uri="{FF2B5EF4-FFF2-40B4-BE49-F238E27FC236}">
                <a16:creationId xmlns:a16="http://schemas.microsoft.com/office/drawing/2014/main" id="{882F682F-E898-B671-AD37-BB5C33CB2445}"/>
              </a:ext>
            </a:extLst>
          </p:cNvPr>
          <p:cNvGrpSpPr>
            <a:grpSpLocks/>
          </p:cNvGrpSpPr>
          <p:nvPr/>
        </p:nvGrpSpPr>
        <p:grpSpPr bwMode="auto">
          <a:xfrm>
            <a:off x="4846326" y="373626"/>
            <a:ext cx="251460" cy="474478"/>
            <a:chOff x="2675" y="2993"/>
            <a:chExt cx="389" cy="734"/>
          </a:xfrm>
        </p:grpSpPr>
        <p:sp>
          <p:nvSpPr>
            <p:cNvPr id="1622" name="Freeform 2217">
              <a:extLst>
                <a:ext uri="{FF2B5EF4-FFF2-40B4-BE49-F238E27FC236}">
                  <a16:creationId xmlns:a16="http://schemas.microsoft.com/office/drawing/2014/main" id="{6964CCE6-5F5B-C520-8B99-0C0F4D10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" name="Freeform 2218">
              <a:extLst>
                <a:ext uri="{FF2B5EF4-FFF2-40B4-BE49-F238E27FC236}">
                  <a16:creationId xmlns:a16="http://schemas.microsoft.com/office/drawing/2014/main" id="{1AC38796-623F-E29D-84C9-3020D460E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" name="Freeform 2219">
              <a:extLst>
                <a:ext uri="{FF2B5EF4-FFF2-40B4-BE49-F238E27FC236}">
                  <a16:creationId xmlns:a16="http://schemas.microsoft.com/office/drawing/2014/main" id="{52F13E64-BD95-ACBD-1EE7-1E1BE8FE7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" name="Freeform 2220">
              <a:extLst>
                <a:ext uri="{FF2B5EF4-FFF2-40B4-BE49-F238E27FC236}">
                  <a16:creationId xmlns:a16="http://schemas.microsoft.com/office/drawing/2014/main" id="{984ED289-6CA2-0E55-BFAC-9939D6F80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6" name="Freeform 2221">
              <a:extLst>
                <a:ext uri="{FF2B5EF4-FFF2-40B4-BE49-F238E27FC236}">
                  <a16:creationId xmlns:a16="http://schemas.microsoft.com/office/drawing/2014/main" id="{B7C626A9-D767-3EDE-9C42-7CA104748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" name="Freeform 2222">
              <a:extLst>
                <a:ext uri="{FF2B5EF4-FFF2-40B4-BE49-F238E27FC236}">
                  <a16:creationId xmlns:a16="http://schemas.microsoft.com/office/drawing/2014/main" id="{53026424-118A-47F5-B97B-A89D360D2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" name="Freeform 2223">
              <a:extLst>
                <a:ext uri="{FF2B5EF4-FFF2-40B4-BE49-F238E27FC236}">
                  <a16:creationId xmlns:a16="http://schemas.microsoft.com/office/drawing/2014/main" id="{63B49E76-A796-ACA1-510E-A368ABC40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224">
              <a:extLst>
                <a:ext uri="{FF2B5EF4-FFF2-40B4-BE49-F238E27FC236}">
                  <a16:creationId xmlns:a16="http://schemas.microsoft.com/office/drawing/2014/main" id="{8BD009DE-1988-F982-2ECD-19A53CB2B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225">
              <a:extLst>
                <a:ext uri="{FF2B5EF4-FFF2-40B4-BE49-F238E27FC236}">
                  <a16:creationId xmlns:a16="http://schemas.microsoft.com/office/drawing/2014/main" id="{05CA78F5-E166-BED0-B98B-FDFA4A4A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Freeform 2226">
              <a:extLst>
                <a:ext uri="{FF2B5EF4-FFF2-40B4-BE49-F238E27FC236}">
                  <a16:creationId xmlns:a16="http://schemas.microsoft.com/office/drawing/2014/main" id="{CF286394-34EC-3550-149B-09AFEB369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2" name="Freeform 2227">
              <a:extLst>
                <a:ext uri="{FF2B5EF4-FFF2-40B4-BE49-F238E27FC236}">
                  <a16:creationId xmlns:a16="http://schemas.microsoft.com/office/drawing/2014/main" id="{647EBAF5-D3E2-9DC4-AB8F-8FC01F6E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" name="Freeform 2228">
              <a:extLst>
                <a:ext uri="{FF2B5EF4-FFF2-40B4-BE49-F238E27FC236}">
                  <a16:creationId xmlns:a16="http://schemas.microsoft.com/office/drawing/2014/main" id="{7CFF6FD9-F61B-11F8-2946-54041B57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4" name="Freeform 2229">
              <a:extLst>
                <a:ext uri="{FF2B5EF4-FFF2-40B4-BE49-F238E27FC236}">
                  <a16:creationId xmlns:a16="http://schemas.microsoft.com/office/drawing/2014/main" id="{DB55BC12-B718-DF06-FD31-5B25DE677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5" name="Freeform 2230">
              <a:extLst>
                <a:ext uri="{FF2B5EF4-FFF2-40B4-BE49-F238E27FC236}">
                  <a16:creationId xmlns:a16="http://schemas.microsoft.com/office/drawing/2014/main" id="{4AB91F05-EA2A-18FB-4FB4-FD648B867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6" name="Freeform 2231">
              <a:extLst>
                <a:ext uri="{FF2B5EF4-FFF2-40B4-BE49-F238E27FC236}">
                  <a16:creationId xmlns:a16="http://schemas.microsoft.com/office/drawing/2014/main" id="{59490AC3-73C7-21F9-B70A-68B9E470E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" name="Freeform 2232">
              <a:extLst>
                <a:ext uri="{FF2B5EF4-FFF2-40B4-BE49-F238E27FC236}">
                  <a16:creationId xmlns:a16="http://schemas.microsoft.com/office/drawing/2014/main" id="{1E614B49-31BE-EE36-2220-4F1AFD15A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233">
              <a:extLst>
                <a:ext uri="{FF2B5EF4-FFF2-40B4-BE49-F238E27FC236}">
                  <a16:creationId xmlns:a16="http://schemas.microsoft.com/office/drawing/2014/main" id="{F3D6C7F1-F90E-C75F-ABB8-934B68558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9" name="Group 2456">
            <a:extLst>
              <a:ext uri="{FF2B5EF4-FFF2-40B4-BE49-F238E27FC236}">
                <a16:creationId xmlns:a16="http://schemas.microsoft.com/office/drawing/2014/main" id="{A190F3B9-71D2-4B34-DB46-701B9C8E4E1A}"/>
              </a:ext>
            </a:extLst>
          </p:cNvPr>
          <p:cNvGrpSpPr>
            <a:grpSpLocks/>
          </p:cNvGrpSpPr>
          <p:nvPr/>
        </p:nvGrpSpPr>
        <p:grpSpPr bwMode="auto">
          <a:xfrm>
            <a:off x="4931022" y="569918"/>
            <a:ext cx="83791" cy="88900"/>
            <a:chOff x="1239" y="2813"/>
            <a:chExt cx="271" cy="289"/>
          </a:xfrm>
        </p:grpSpPr>
        <p:sp>
          <p:nvSpPr>
            <p:cNvPr id="1640" name="Oval 2457">
              <a:extLst>
                <a:ext uri="{FF2B5EF4-FFF2-40B4-BE49-F238E27FC236}">
                  <a16:creationId xmlns:a16="http://schemas.microsoft.com/office/drawing/2014/main" id="{63F8D069-D0E4-F6A0-6D46-4AED06797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Freeform 2458">
              <a:extLst>
                <a:ext uri="{FF2B5EF4-FFF2-40B4-BE49-F238E27FC236}">
                  <a16:creationId xmlns:a16="http://schemas.microsoft.com/office/drawing/2014/main" id="{794F8050-059D-E376-E9EE-F3737D9C5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" name="Freeform 2459">
              <a:extLst>
                <a:ext uri="{FF2B5EF4-FFF2-40B4-BE49-F238E27FC236}">
                  <a16:creationId xmlns:a16="http://schemas.microsoft.com/office/drawing/2014/main" id="{DC7AE95B-93E5-AD5F-391B-0083A640E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" name="Freeform 2460">
              <a:extLst>
                <a:ext uri="{FF2B5EF4-FFF2-40B4-BE49-F238E27FC236}">
                  <a16:creationId xmlns:a16="http://schemas.microsoft.com/office/drawing/2014/main" id="{D4DE697D-E537-47B9-7FAF-FD69CB0EF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" name="Oval 2461">
              <a:extLst>
                <a:ext uri="{FF2B5EF4-FFF2-40B4-BE49-F238E27FC236}">
                  <a16:creationId xmlns:a16="http://schemas.microsoft.com/office/drawing/2014/main" id="{7C05FD22-98FB-6083-6515-6C1372C4E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" name="Oval 2462">
              <a:extLst>
                <a:ext uri="{FF2B5EF4-FFF2-40B4-BE49-F238E27FC236}">
                  <a16:creationId xmlns:a16="http://schemas.microsoft.com/office/drawing/2014/main" id="{0322BAD8-83CA-514B-A58C-CFED73B95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Oval 2463">
              <a:extLst>
                <a:ext uri="{FF2B5EF4-FFF2-40B4-BE49-F238E27FC236}">
                  <a16:creationId xmlns:a16="http://schemas.microsoft.com/office/drawing/2014/main" id="{DE13AB3B-E84C-6A3D-F7BF-0FA3E1418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7" name="Oval 2464">
              <a:extLst>
                <a:ext uri="{FF2B5EF4-FFF2-40B4-BE49-F238E27FC236}">
                  <a16:creationId xmlns:a16="http://schemas.microsoft.com/office/drawing/2014/main" id="{84C7FDDF-627E-DDF5-2E76-AA180E64A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8" name="Group 2456">
            <a:extLst>
              <a:ext uri="{FF2B5EF4-FFF2-40B4-BE49-F238E27FC236}">
                <a16:creationId xmlns:a16="http://schemas.microsoft.com/office/drawing/2014/main" id="{57F5BFDF-1D3D-6603-4F88-355F4193D205}"/>
              </a:ext>
            </a:extLst>
          </p:cNvPr>
          <p:cNvGrpSpPr>
            <a:grpSpLocks/>
          </p:cNvGrpSpPr>
          <p:nvPr/>
        </p:nvGrpSpPr>
        <p:grpSpPr bwMode="auto">
          <a:xfrm>
            <a:off x="4585933" y="161290"/>
            <a:ext cx="83791" cy="88900"/>
            <a:chOff x="1239" y="2813"/>
            <a:chExt cx="271" cy="289"/>
          </a:xfrm>
        </p:grpSpPr>
        <p:sp>
          <p:nvSpPr>
            <p:cNvPr id="1649" name="Oval 2457">
              <a:extLst>
                <a:ext uri="{FF2B5EF4-FFF2-40B4-BE49-F238E27FC236}">
                  <a16:creationId xmlns:a16="http://schemas.microsoft.com/office/drawing/2014/main" id="{CC17B428-062D-7011-6C3C-BE34B5ED3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Freeform 2458">
              <a:extLst>
                <a:ext uri="{FF2B5EF4-FFF2-40B4-BE49-F238E27FC236}">
                  <a16:creationId xmlns:a16="http://schemas.microsoft.com/office/drawing/2014/main" id="{FF054C88-0889-83B3-645C-651193866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" name="Freeform 2459">
              <a:extLst>
                <a:ext uri="{FF2B5EF4-FFF2-40B4-BE49-F238E27FC236}">
                  <a16:creationId xmlns:a16="http://schemas.microsoft.com/office/drawing/2014/main" id="{346EF436-68A0-7F5E-CE84-56ABDC002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" name="Freeform 2460">
              <a:extLst>
                <a:ext uri="{FF2B5EF4-FFF2-40B4-BE49-F238E27FC236}">
                  <a16:creationId xmlns:a16="http://schemas.microsoft.com/office/drawing/2014/main" id="{104AC09D-D74D-E393-4921-C9B4B05E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" name="Oval 2461">
              <a:extLst>
                <a:ext uri="{FF2B5EF4-FFF2-40B4-BE49-F238E27FC236}">
                  <a16:creationId xmlns:a16="http://schemas.microsoft.com/office/drawing/2014/main" id="{C65D8611-0553-40D6-3F19-4DBE10A72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4" name="Oval 2462">
              <a:extLst>
                <a:ext uri="{FF2B5EF4-FFF2-40B4-BE49-F238E27FC236}">
                  <a16:creationId xmlns:a16="http://schemas.microsoft.com/office/drawing/2014/main" id="{9C2E3697-335F-38BC-0D96-A0D3600E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" name="Oval 2463">
              <a:extLst>
                <a:ext uri="{FF2B5EF4-FFF2-40B4-BE49-F238E27FC236}">
                  <a16:creationId xmlns:a16="http://schemas.microsoft.com/office/drawing/2014/main" id="{25D13169-66B9-71EB-BEBC-78178801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6" name="Oval 2464">
              <a:extLst>
                <a:ext uri="{FF2B5EF4-FFF2-40B4-BE49-F238E27FC236}">
                  <a16:creationId xmlns:a16="http://schemas.microsoft.com/office/drawing/2014/main" id="{AC95B564-BE6D-81DC-1690-199CB501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57" name="Group 2456">
            <a:extLst>
              <a:ext uri="{FF2B5EF4-FFF2-40B4-BE49-F238E27FC236}">
                <a16:creationId xmlns:a16="http://schemas.microsoft.com/office/drawing/2014/main" id="{63FC8E3F-C05E-5F51-0516-E4905CDBAB61}"/>
              </a:ext>
            </a:extLst>
          </p:cNvPr>
          <p:cNvGrpSpPr>
            <a:grpSpLocks/>
          </p:cNvGrpSpPr>
          <p:nvPr/>
        </p:nvGrpSpPr>
        <p:grpSpPr bwMode="auto">
          <a:xfrm>
            <a:off x="4447546" y="58415"/>
            <a:ext cx="83791" cy="88900"/>
            <a:chOff x="1239" y="2813"/>
            <a:chExt cx="271" cy="289"/>
          </a:xfrm>
        </p:grpSpPr>
        <p:sp>
          <p:nvSpPr>
            <p:cNvPr id="1658" name="Oval 2457">
              <a:extLst>
                <a:ext uri="{FF2B5EF4-FFF2-40B4-BE49-F238E27FC236}">
                  <a16:creationId xmlns:a16="http://schemas.microsoft.com/office/drawing/2014/main" id="{066301C7-B9CB-E4DA-C07B-24FE075E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9" name="Freeform 2458">
              <a:extLst>
                <a:ext uri="{FF2B5EF4-FFF2-40B4-BE49-F238E27FC236}">
                  <a16:creationId xmlns:a16="http://schemas.microsoft.com/office/drawing/2014/main" id="{AA1B452D-2F81-3BFB-BDFF-E610DD087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" name="Freeform 2459">
              <a:extLst>
                <a:ext uri="{FF2B5EF4-FFF2-40B4-BE49-F238E27FC236}">
                  <a16:creationId xmlns:a16="http://schemas.microsoft.com/office/drawing/2014/main" id="{0B1E98DB-617D-B1D3-ECF6-D4EEE3286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" name="Freeform 2460">
              <a:extLst>
                <a:ext uri="{FF2B5EF4-FFF2-40B4-BE49-F238E27FC236}">
                  <a16:creationId xmlns:a16="http://schemas.microsoft.com/office/drawing/2014/main" id="{587E7B08-0B6D-E628-73B7-AFBB694CD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" name="Oval 2461">
              <a:extLst>
                <a:ext uri="{FF2B5EF4-FFF2-40B4-BE49-F238E27FC236}">
                  <a16:creationId xmlns:a16="http://schemas.microsoft.com/office/drawing/2014/main" id="{A8EE79C8-DEFA-A2FC-9743-6EBF4400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" name="Oval 2462">
              <a:extLst>
                <a:ext uri="{FF2B5EF4-FFF2-40B4-BE49-F238E27FC236}">
                  <a16:creationId xmlns:a16="http://schemas.microsoft.com/office/drawing/2014/main" id="{2E2F06E1-793A-3248-FC16-DCF61D488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4" name="Oval 2463">
              <a:extLst>
                <a:ext uri="{FF2B5EF4-FFF2-40B4-BE49-F238E27FC236}">
                  <a16:creationId xmlns:a16="http://schemas.microsoft.com/office/drawing/2014/main" id="{57AF09CE-1D96-BB2E-0DF5-70322352E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5" name="Oval 2464">
              <a:extLst>
                <a:ext uri="{FF2B5EF4-FFF2-40B4-BE49-F238E27FC236}">
                  <a16:creationId xmlns:a16="http://schemas.microsoft.com/office/drawing/2014/main" id="{AB3D4579-1D50-E7A9-FB73-6CB0C6BA7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66" name="Group 2456">
            <a:extLst>
              <a:ext uri="{FF2B5EF4-FFF2-40B4-BE49-F238E27FC236}">
                <a16:creationId xmlns:a16="http://schemas.microsoft.com/office/drawing/2014/main" id="{0001E6EE-FAAC-C21D-766D-6F9AD4456C84}"/>
              </a:ext>
            </a:extLst>
          </p:cNvPr>
          <p:cNvGrpSpPr>
            <a:grpSpLocks/>
          </p:cNvGrpSpPr>
          <p:nvPr/>
        </p:nvGrpSpPr>
        <p:grpSpPr bwMode="auto">
          <a:xfrm>
            <a:off x="5220057" y="927090"/>
            <a:ext cx="83791" cy="88900"/>
            <a:chOff x="1239" y="2813"/>
            <a:chExt cx="271" cy="289"/>
          </a:xfrm>
        </p:grpSpPr>
        <p:sp>
          <p:nvSpPr>
            <p:cNvPr id="1667" name="Oval 2457">
              <a:extLst>
                <a:ext uri="{FF2B5EF4-FFF2-40B4-BE49-F238E27FC236}">
                  <a16:creationId xmlns:a16="http://schemas.microsoft.com/office/drawing/2014/main" id="{03177583-F1A6-6BE3-C8E6-DA1BCA89E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8" name="Freeform 2458">
              <a:extLst>
                <a:ext uri="{FF2B5EF4-FFF2-40B4-BE49-F238E27FC236}">
                  <a16:creationId xmlns:a16="http://schemas.microsoft.com/office/drawing/2014/main" id="{9DA7844A-D38C-9A59-CB69-E152E14A1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" name="Freeform 2459">
              <a:extLst>
                <a:ext uri="{FF2B5EF4-FFF2-40B4-BE49-F238E27FC236}">
                  <a16:creationId xmlns:a16="http://schemas.microsoft.com/office/drawing/2014/main" id="{4004E2C8-8005-E052-81B5-A900E3C76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" name="Freeform 2460">
              <a:extLst>
                <a:ext uri="{FF2B5EF4-FFF2-40B4-BE49-F238E27FC236}">
                  <a16:creationId xmlns:a16="http://schemas.microsoft.com/office/drawing/2014/main" id="{359D90B8-2E47-0D5D-1D1E-87DB4D7F5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" name="Oval 2461">
              <a:extLst>
                <a:ext uri="{FF2B5EF4-FFF2-40B4-BE49-F238E27FC236}">
                  <a16:creationId xmlns:a16="http://schemas.microsoft.com/office/drawing/2014/main" id="{777D50F4-A61D-4C9C-F489-953F091B2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2" name="Oval 2462">
              <a:extLst>
                <a:ext uri="{FF2B5EF4-FFF2-40B4-BE49-F238E27FC236}">
                  <a16:creationId xmlns:a16="http://schemas.microsoft.com/office/drawing/2014/main" id="{7E66A095-E2AA-6904-36E3-F1DC9F29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" name="Oval 2463">
              <a:extLst>
                <a:ext uri="{FF2B5EF4-FFF2-40B4-BE49-F238E27FC236}">
                  <a16:creationId xmlns:a16="http://schemas.microsoft.com/office/drawing/2014/main" id="{682848DA-D616-5570-808A-BF8186D47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" name="Oval 2464">
              <a:extLst>
                <a:ext uri="{FF2B5EF4-FFF2-40B4-BE49-F238E27FC236}">
                  <a16:creationId xmlns:a16="http://schemas.microsoft.com/office/drawing/2014/main" id="{AA15B6C7-A4D3-E75D-9D20-21F286354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75" name="Group 2456">
            <a:extLst>
              <a:ext uri="{FF2B5EF4-FFF2-40B4-BE49-F238E27FC236}">
                <a16:creationId xmlns:a16="http://schemas.microsoft.com/office/drawing/2014/main" id="{86426E46-0138-4918-5C04-E4C9D5707236}"/>
              </a:ext>
            </a:extLst>
          </p:cNvPr>
          <p:cNvGrpSpPr>
            <a:grpSpLocks/>
          </p:cNvGrpSpPr>
          <p:nvPr/>
        </p:nvGrpSpPr>
        <p:grpSpPr bwMode="auto">
          <a:xfrm>
            <a:off x="4671767" y="37394"/>
            <a:ext cx="83791" cy="88900"/>
            <a:chOff x="1239" y="2813"/>
            <a:chExt cx="271" cy="289"/>
          </a:xfrm>
        </p:grpSpPr>
        <p:sp>
          <p:nvSpPr>
            <p:cNvPr id="1676" name="Oval 2457">
              <a:extLst>
                <a:ext uri="{FF2B5EF4-FFF2-40B4-BE49-F238E27FC236}">
                  <a16:creationId xmlns:a16="http://schemas.microsoft.com/office/drawing/2014/main" id="{D9947BB3-93CF-982C-12B3-3419DB1BD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7" name="Freeform 2458">
              <a:extLst>
                <a:ext uri="{FF2B5EF4-FFF2-40B4-BE49-F238E27FC236}">
                  <a16:creationId xmlns:a16="http://schemas.microsoft.com/office/drawing/2014/main" id="{3A0206CA-C463-1BBC-46D3-37CE77C56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" name="Freeform 2459">
              <a:extLst>
                <a:ext uri="{FF2B5EF4-FFF2-40B4-BE49-F238E27FC236}">
                  <a16:creationId xmlns:a16="http://schemas.microsoft.com/office/drawing/2014/main" id="{38A8C76B-C740-08F3-A03E-EDD16AF27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" name="Freeform 2460">
              <a:extLst>
                <a:ext uri="{FF2B5EF4-FFF2-40B4-BE49-F238E27FC236}">
                  <a16:creationId xmlns:a16="http://schemas.microsoft.com/office/drawing/2014/main" id="{7B182BC8-19BE-483E-0AF5-24470CEA8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" name="Oval 2461">
              <a:extLst>
                <a:ext uri="{FF2B5EF4-FFF2-40B4-BE49-F238E27FC236}">
                  <a16:creationId xmlns:a16="http://schemas.microsoft.com/office/drawing/2014/main" id="{25EB87AA-7D4E-6D63-FBF9-7A5C94345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1" name="Oval 2462">
              <a:extLst>
                <a:ext uri="{FF2B5EF4-FFF2-40B4-BE49-F238E27FC236}">
                  <a16:creationId xmlns:a16="http://schemas.microsoft.com/office/drawing/2014/main" id="{DDCF8137-58F9-9336-431B-9F74703D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2" name="Oval 2463">
              <a:extLst>
                <a:ext uri="{FF2B5EF4-FFF2-40B4-BE49-F238E27FC236}">
                  <a16:creationId xmlns:a16="http://schemas.microsoft.com/office/drawing/2014/main" id="{9694F771-8827-9333-FAA1-FCD74B496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3" name="Oval 2464">
              <a:extLst>
                <a:ext uri="{FF2B5EF4-FFF2-40B4-BE49-F238E27FC236}">
                  <a16:creationId xmlns:a16="http://schemas.microsoft.com/office/drawing/2014/main" id="{6FD3ADF4-6EB4-D65E-9AD4-EC634DB30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84" name="Group 2456">
            <a:extLst>
              <a:ext uri="{FF2B5EF4-FFF2-40B4-BE49-F238E27FC236}">
                <a16:creationId xmlns:a16="http://schemas.microsoft.com/office/drawing/2014/main" id="{80D15DC1-5A0D-906D-8BF9-8350E27081D0}"/>
              </a:ext>
            </a:extLst>
          </p:cNvPr>
          <p:cNvGrpSpPr>
            <a:grpSpLocks/>
          </p:cNvGrpSpPr>
          <p:nvPr/>
        </p:nvGrpSpPr>
        <p:grpSpPr bwMode="auto">
          <a:xfrm>
            <a:off x="5460043" y="927090"/>
            <a:ext cx="83791" cy="88900"/>
            <a:chOff x="1239" y="2813"/>
            <a:chExt cx="271" cy="289"/>
          </a:xfrm>
        </p:grpSpPr>
        <p:sp>
          <p:nvSpPr>
            <p:cNvPr id="1685" name="Oval 2457">
              <a:extLst>
                <a:ext uri="{FF2B5EF4-FFF2-40B4-BE49-F238E27FC236}">
                  <a16:creationId xmlns:a16="http://schemas.microsoft.com/office/drawing/2014/main" id="{0D14CCDF-BACD-4EC8-EA44-22F60808B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6" name="Freeform 2458">
              <a:extLst>
                <a:ext uri="{FF2B5EF4-FFF2-40B4-BE49-F238E27FC236}">
                  <a16:creationId xmlns:a16="http://schemas.microsoft.com/office/drawing/2014/main" id="{9B1AA6A2-BC4F-FA6A-BCB6-B83309A4D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7" name="Freeform 2459">
              <a:extLst>
                <a:ext uri="{FF2B5EF4-FFF2-40B4-BE49-F238E27FC236}">
                  <a16:creationId xmlns:a16="http://schemas.microsoft.com/office/drawing/2014/main" id="{45023F24-9BB4-1142-BCF9-D10BBF50E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8" name="Freeform 2460">
              <a:extLst>
                <a:ext uri="{FF2B5EF4-FFF2-40B4-BE49-F238E27FC236}">
                  <a16:creationId xmlns:a16="http://schemas.microsoft.com/office/drawing/2014/main" id="{F7261C80-0CF0-BB94-7927-36C7810F3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9" name="Oval 2461">
              <a:extLst>
                <a:ext uri="{FF2B5EF4-FFF2-40B4-BE49-F238E27FC236}">
                  <a16:creationId xmlns:a16="http://schemas.microsoft.com/office/drawing/2014/main" id="{F575FC63-ECB3-01E9-8CDF-0203153D4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0" name="Oval 2462">
              <a:extLst>
                <a:ext uri="{FF2B5EF4-FFF2-40B4-BE49-F238E27FC236}">
                  <a16:creationId xmlns:a16="http://schemas.microsoft.com/office/drawing/2014/main" id="{812A523E-0E70-6916-78EE-31B73936E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1" name="Oval 2463">
              <a:extLst>
                <a:ext uri="{FF2B5EF4-FFF2-40B4-BE49-F238E27FC236}">
                  <a16:creationId xmlns:a16="http://schemas.microsoft.com/office/drawing/2014/main" id="{5B195704-C2AC-D92A-9B30-84643F86B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2" name="Oval 2464">
              <a:extLst>
                <a:ext uri="{FF2B5EF4-FFF2-40B4-BE49-F238E27FC236}">
                  <a16:creationId xmlns:a16="http://schemas.microsoft.com/office/drawing/2014/main" id="{4295F83D-D369-C508-1828-42DB2BA32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693" name="Conector recto de flecha 1692">
            <a:extLst>
              <a:ext uri="{FF2B5EF4-FFF2-40B4-BE49-F238E27FC236}">
                <a16:creationId xmlns:a16="http://schemas.microsoft.com/office/drawing/2014/main" id="{6991216D-41BC-229D-7186-D403EA5106AB}"/>
              </a:ext>
            </a:extLst>
          </p:cNvPr>
          <p:cNvCxnSpPr>
            <a:cxnSpLocks/>
            <a:stCxn id="2" idx="2"/>
            <a:endCxn id="1705" idx="0"/>
          </p:cNvCxnSpPr>
          <p:nvPr/>
        </p:nvCxnSpPr>
        <p:spPr>
          <a:xfrm flipH="1">
            <a:off x="5380039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4" name="Group 2456">
            <a:extLst>
              <a:ext uri="{FF2B5EF4-FFF2-40B4-BE49-F238E27FC236}">
                <a16:creationId xmlns:a16="http://schemas.microsoft.com/office/drawing/2014/main" id="{EEB528B9-0F17-8E99-03C7-3DAACB86105E}"/>
              </a:ext>
            </a:extLst>
          </p:cNvPr>
          <p:cNvGrpSpPr>
            <a:grpSpLocks/>
          </p:cNvGrpSpPr>
          <p:nvPr/>
        </p:nvGrpSpPr>
        <p:grpSpPr bwMode="auto">
          <a:xfrm>
            <a:off x="5338147" y="840735"/>
            <a:ext cx="83791" cy="88900"/>
            <a:chOff x="1239" y="2813"/>
            <a:chExt cx="271" cy="289"/>
          </a:xfrm>
        </p:grpSpPr>
        <p:sp>
          <p:nvSpPr>
            <p:cNvPr id="1695" name="Oval 2457">
              <a:extLst>
                <a:ext uri="{FF2B5EF4-FFF2-40B4-BE49-F238E27FC236}">
                  <a16:creationId xmlns:a16="http://schemas.microsoft.com/office/drawing/2014/main" id="{AB9ABC07-5AA9-E025-C7CC-8E7768233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6" name="Freeform 2458">
              <a:extLst>
                <a:ext uri="{FF2B5EF4-FFF2-40B4-BE49-F238E27FC236}">
                  <a16:creationId xmlns:a16="http://schemas.microsoft.com/office/drawing/2014/main" id="{F08365AB-4BC6-3708-3182-AC30D4872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7" name="Freeform 2459">
              <a:extLst>
                <a:ext uri="{FF2B5EF4-FFF2-40B4-BE49-F238E27FC236}">
                  <a16:creationId xmlns:a16="http://schemas.microsoft.com/office/drawing/2014/main" id="{FBB2E1C8-0E77-0A88-EA03-97627326F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8" name="Freeform 2460">
              <a:extLst>
                <a:ext uri="{FF2B5EF4-FFF2-40B4-BE49-F238E27FC236}">
                  <a16:creationId xmlns:a16="http://schemas.microsoft.com/office/drawing/2014/main" id="{C4C4EFC4-4123-66D6-2406-5336BF3F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9" name="Oval 2461">
              <a:extLst>
                <a:ext uri="{FF2B5EF4-FFF2-40B4-BE49-F238E27FC236}">
                  <a16:creationId xmlns:a16="http://schemas.microsoft.com/office/drawing/2014/main" id="{5ECD4C56-1AB1-4CE1-514B-93C36389F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0" name="Oval 2462">
              <a:extLst>
                <a:ext uri="{FF2B5EF4-FFF2-40B4-BE49-F238E27FC236}">
                  <a16:creationId xmlns:a16="http://schemas.microsoft.com/office/drawing/2014/main" id="{DB249D8E-0812-93AD-D1C8-B21359F75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1" name="Oval 2463">
              <a:extLst>
                <a:ext uri="{FF2B5EF4-FFF2-40B4-BE49-F238E27FC236}">
                  <a16:creationId xmlns:a16="http://schemas.microsoft.com/office/drawing/2014/main" id="{673275C1-A142-C96C-B9FA-754FA0D4A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2" name="Oval 2464">
              <a:extLst>
                <a:ext uri="{FF2B5EF4-FFF2-40B4-BE49-F238E27FC236}">
                  <a16:creationId xmlns:a16="http://schemas.microsoft.com/office/drawing/2014/main" id="{2A3BEF34-13FF-717E-657C-221B537E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703" name="CuadroTexto 1702">
            <a:extLst>
              <a:ext uri="{FF2B5EF4-FFF2-40B4-BE49-F238E27FC236}">
                <a16:creationId xmlns:a16="http://schemas.microsoft.com/office/drawing/2014/main" id="{125F4427-0976-8AEA-CC6A-C3E3D07784E2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705" name="CuadroTexto 1704">
            <a:extLst>
              <a:ext uri="{FF2B5EF4-FFF2-40B4-BE49-F238E27FC236}">
                <a16:creationId xmlns:a16="http://schemas.microsoft.com/office/drawing/2014/main" id="{A4D2FE22-7B32-A2C7-5286-FFA7B24CBFBA}"/>
              </a:ext>
            </a:extLst>
          </p:cNvPr>
          <p:cNvSpPr txBox="1"/>
          <p:nvPr/>
        </p:nvSpPr>
        <p:spPr>
          <a:xfrm>
            <a:off x="5028821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708" name="CuadroTexto 1707">
            <a:extLst>
              <a:ext uri="{FF2B5EF4-FFF2-40B4-BE49-F238E27FC236}">
                <a16:creationId xmlns:a16="http://schemas.microsoft.com/office/drawing/2014/main" id="{6F7043DD-2746-113E-7407-CC0F0BC1067B}"/>
              </a:ext>
            </a:extLst>
          </p:cNvPr>
          <p:cNvSpPr txBox="1"/>
          <p:nvPr/>
        </p:nvSpPr>
        <p:spPr>
          <a:xfrm>
            <a:off x="3080360" y="1314238"/>
            <a:ext cx="1555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(músculo)</a:t>
            </a:r>
          </a:p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sp>
        <p:nvSpPr>
          <p:cNvPr id="1709" name="CuadroTexto 1708">
            <a:extLst>
              <a:ext uri="{FF2B5EF4-FFF2-40B4-BE49-F238E27FC236}">
                <a16:creationId xmlns:a16="http://schemas.microsoft.com/office/drawing/2014/main" id="{A91B52AF-BCCB-53C4-0800-AD8A7632FFAB}"/>
              </a:ext>
            </a:extLst>
          </p:cNvPr>
          <p:cNvSpPr txBox="1"/>
          <p:nvPr/>
        </p:nvSpPr>
        <p:spPr>
          <a:xfrm>
            <a:off x="4568439" y="1250432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10" name="CuadroTexto 1709">
            <a:extLst>
              <a:ext uri="{FF2B5EF4-FFF2-40B4-BE49-F238E27FC236}">
                <a16:creationId xmlns:a16="http://schemas.microsoft.com/office/drawing/2014/main" id="{080A2671-26ED-EA49-CA36-1A0413E25193}"/>
              </a:ext>
            </a:extLst>
          </p:cNvPr>
          <p:cNvSpPr txBox="1"/>
          <p:nvPr/>
        </p:nvSpPr>
        <p:spPr>
          <a:xfrm>
            <a:off x="4568439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11" name="Conector: curvado 1710">
            <a:extLst>
              <a:ext uri="{FF2B5EF4-FFF2-40B4-BE49-F238E27FC236}">
                <a16:creationId xmlns:a16="http://schemas.microsoft.com/office/drawing/2014/main" id="{5B6396F3-B9BA-89E9-61C9-ACE4E795F391}"/>
              </a:ext>
            </a:extLst>
          </p:cNvPr>
          <p:cNvCxnSpPr>
            <a:cxnSpLocks/>
            <a:stCxn id="1709" idx="3"/>
            <a:endCxn id="1710" idx="3"/>
          </p:cNvCxnSpPr>
          <p:nvPr/>
        </p:nvCxnSpPr>
        <p:spPr>
          <a:xfrm>
            <a:off x="5028820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2" name="Conector recto de flecha 1711">
            <a:extLst>
              <a:ext uri="{FF2B5EF4-FFF2-40B4-BE49-F238E27FC236}">
                <a16:creationId xmlns:a16="http://schemas.microsoft.com/office/drawing/2014/main" id="{C605A1BF-700F-4B29-D376-81FD81A95A73}"/>
              </a:ext>
            </a:extLst>
          </p:cNvPr>
          <p:cNvCxnSpPr>
            <a:cxnSpLocks/>
          </p:cNvCxnSpPr>
          <p:nvPr/>
        </p:nvCxnSpPr>
        <p:spPr>
          <a:xfrm>
            <a:off x="5215383" y="1306777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3" name="CuadroTexto 1712">
            <a:extLst>
              <a:ext uri="{FF2B5EF4-FFF2-40B4-BE49-F238E27FC236}">
                <a16:creationId xmlns:a16="http://schemas.microsoft.com/office/drawing/2014/main" id="{23620426-E0A4-9C2E-F82E-637C1DF98735}"/>
              </a:ext>
            </a:extLst>
          </p:cNvPr>
          <p:cNvSpPr txBox="1"/>
          <p:nvPr/>
        </p:nvSpPr>
        <p:spPr>
          <a:xfrm>
            <a:off x="5768001" y="1261689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714" name="CuadroTexto 1713">
            <a:extLst>
              <a:ext uri="{FF2B5EF4-FFF2-40B4-BE49-F238E27FC236}">
                <a16:creationId xmlns:a16="http://schemas.microsoft.com/office/drawing/2014/main" id="{1B5EC6E1-241E-A670-E08F-4690FA9F6235}"/>
              </a:ext>
            </a:extLst>
          </p:cNvPr>
          <p:cNvSpPr txBox="1"/>
          <p:nvPr/>
        </p:nvSpPr>
        <p:spPr>
          <a:xfrm>
            <a:off x="5771275" y="1530596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715" name="Conector: curvado 1714">
            <a:extLst>
              <a:ext uri="{FF2B5EF4-FFF2-40B4-BE49-F238E27FC236}">
                <a16:creationId xmlns:a16="http://schemas.microsoft.com/office/drawing/2014/main" id="{F16E1649-BE2D-9522-DE1E-DF8AB9DF3FFF}"/>
              </a:ext>
            </a:extLst>
          </p:cNvPr>
          <p:cNvCxnSpPr>
            <a:cxnSpLocks/>
            <a:stCxn id="1714" idx="1"/>
            <a:endCxn id="1713" idx="1"/>
          </p:cNvCxnSpPr>
          <p:nvPr/>
        </p:nvCxnSpPr>
        <p:spPr>
          <a:xfrm rot="10800000">
            <a:off x="5768001" y="1392495"/>
            <a:ext cx="3274" cy="268907"/>
          </a:xfrm>
          <a:prstGeom prst="curvedConnector3">
            <a:avLst>
              <a:gd name="adj1" fmla="val 57741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6" name="Conector recto de flecha 1715">
            <a:extLst>
              <a:ext uri="{FF2B5EF4-FFF2-40B4-BE49-F238E27FC236}">
                <a16:creationId xmlns:a16="http://schemas.microsoft.com/office/drawing/2014/main" id="{DD490A6F-BD68-55D0-35E7-5775D601955E}"/>
              </a:ext>
            </a:extLst>
          </p:cNvPr>
          <p:cNvCxnSpPr>
            <a:cxnSpLocks/>
          </p:cNvCxnSpPr>
          <p:nvPr/>
        </p:nvCxnSpPr>
        <p:spPr>
          <a:xfrm flipV="1">
            <a:off x="5579734" y="1306777"/>
            <a:ext cx="0" cy="4680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7" name="CuadroTexto 1716">
            <a:extLst>
              <a:ext uri="{FF2B5EF4-FFF2-40B4-BE49-F238E27FC236}">
                <a16:creationId xmlns:a16="http://schemas.microsoft.com/office/drawing/2014/main" id="{53337121-C729-EC68-FE98-0CF1702A5C42}"/>
              </a:ext>
            </a:extLst>
          </p:cNvPr>
          <p:cNvSpPr txBox="1"/>
          <p:nvPr/>
        </p:nvSpPr>
        <p:spPr>
          <a:xfrm>
            <a:off x="4732265" y="1776618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sp>
        <p:nvSpPr>
          <p:cNvPr id="1718" name="CuadroTexto 1717">
            <a:extLst>
              <a:ext uri="{FF2B5EF4-FFF2-40B4-BE49-F238E27FC236}">
                <a16:creationId xmlns:a16="http://schemas.microsoft.com/office/drawing/2014/main" id="{DE7DE2E6-0F07-44D2-B438-26AA16CC89BF}"/>
              </a:ext>
            </a:extLst>
          </p:cNvPr>
          <p:cNvSpPr txBox="1"/>
          <p:nvPr/>
        </p:nvSpPr>
        <p:spPr>
          <a:xfrm>
            <a:off x="6123673" y="1312497"/>
            <a:ext cx="12623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Glucosa-6-fosfatasa </a:t>
            </a:r>
            <a:r>
              <a:rPr lang="es-ES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cxnSp>
        <p:nvCxnSpPr>
          <p:cNvPr id="1719" name="Conector recto de flecha 1718">
            <a:extLst>
              <a:ext uri="{FF2B5EF4-FFF2-40B4-BE49-F238E27FC236}">
                <a16:creationId xmlns:a16="http://schemas.microsoft.com/office/drawing/2014/main" id="{99C2DF60-1EE9-67D2-A1C1-AE2D5BC399B8}"/>
              </a:ext>
            </a:extLst>
          </p:cNvPr>
          <p:cNvCxnSpPr/>
          <p:nvPr/>
        </p:nvCxnSpPr>
        <p:spPr>
          <a:xfrm flipH="1">
            <a:off x="5380036" y="2038228"/>
            <a:ext cx="3" cy="522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0" name="CuadroTexto 1719">
            <a:extLst>
              <a:ext uri="{FF2B5EF4-FFF2-40B4-BE49-F238E27FC236}">
                <a16:creationId xmlns:a16="http://schemas.microsoft.com/office/drawing/2014/main" id="{EABC9629-62FA-9C10-3547-4BB352AB3AC9}"/>
              </a:ext>
            </a:extLst>
          </p:cNvPr>
          <p:cNvSpPr txBox="1"/>
          <p:nvPr/>
        </p:nvSpPr>
        <p:spPr>
          <a:xfrm>
            <a:off x="4717034" y="2560941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Fructosa-6-fosfato</a:t>
            </a:r>
          </a:p>
        </p:txBody>
      </p:sp>
      <p:sp>
        <p:nvSpPr>
          <p:cNvPr id="1721" name="CuadroTexto 1720">
            <a:extLst>
              <a:ext uri="{FF2B5EF4-FFF2-40B4-BE49-F238E27FC236}">
                <a16:creationId xmlns:a16="http://schemas.microsoft.com/office/drawing/2014/main" id="{CE57224B-7A45-705C-CD72-77D670D09AE2}"/>
              </a:ext>
            </a:extLst>
          </p:cNvPr>
          <p:cNvSpPr txBox="1"/>
          <p:nvPr/>
        </p:nvSpPr>
        <p:spPr>
          <a:xfrm>
            <a:off x="4615905" y="3290812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Fructosa-1,6-bifosfato</a:t>
            </a:r>
          </a:p>
        </p:txBody>
      </p:sp>
      <p:sp>
        <p:nvSpPr>
          <p:cNvPr id="1722" name="CuadroTexto 1721">
            <a:extLst>
              <a:ext uri="{FF2B5EF4-FFF2-40B4-BE49-F238E27FC236}">
                <a16:creationId xmlns:a16="http://schemas.microsoft.com/office/drawing/2014/main" id="{98ED5A01-2D1A-D2D1-20AD-9B4B786E4607}"/>
              </a:ext>
            </a:extLst>
          </p:cNvPr>
          <p:cNvSpPr txBox="1"/>
          <p:nvPr/>
        </p:nvSpPr>
        <p:spPr>
          <a:xfrm>
            <a:off x="3196924" y="2925153"/>
            <a:ext cx="1460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Fosfofructoquinasa I</a:t>
            </a:r>
          </a:p>
        </p:txBody>
      </p:sp>
      <p:sp>
        <p:nvSpPr>
          <p:cNvPr id="1723" name="CuadroTexto 1722">
            <a:extLst>
              <a:ext uri="{FF2B5EF4-FFF2-40B4-BE49-F238E27FC236}">
                <a16:creationId xmlns:a16="http://schemas.microsoft.com/office/drawing/2014/main" id="{F4A88C62-25E2-A1B6-3C95-CCCEFD9D669C}"/>
              </a:ext>
            </a:extLst>
          </p:cNvPr>
          <p:cNvSpPr txBox="1"/>
          <p:nvPr/>
        </p:nvSpPr>
        <p:spPr>
          <a:xfrm>
            <a:off x="4568439" y="2782056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24" name="CuadroTexto 1723">
            <a:extLst>
              <a:ext uri="{FF2B5EF4-FFF2-40B4-BE49-F238E27FC236}">
                <a16:creationId xmlns:a16="http://schemas.microsoft.com/office/drawing/2014/main" id="{72E11544-9D4D-3D12-979C-3E1EB9CE21D9}"/>
              </a:ext>
            </a:extLst>
          </p:cNvPr>
          <p:cNvSpPr txBox="1"/>
          <p:nvPr/>
        </p:nvSpPr>
        <p:spPr>
          <a:xfrm>
            <a:off x="4550705" y="3073504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25" name="Conector: curvado 1724">
            <a:extLst>
              <a:ext uri="{FF2B5EF4-FFF2-40B4-BE49-F238E27FC236}">
                <a16:creationId xmlns:a16="http://schemas.microsoft.com/office/drawing/2014/main" id="{B41CDD5F-3624-438E-A00E-C7864BAAF6D6}"/>
              </a:ext>
            </a:extLst>
          </p:cNvPr>
          <p:cNvCxnSpPr>
            <a:cxnSpLocks/>
            <a:stCxn id="1723" idx="3"/>
            <a:endCxn id="1724" idx="3"/>
          </p:cNvCxnSpPr>
          <p:nvPr/>
        </p:nvCxnSpPr>
        <p:spPr>
          <a:xfrm flipH="1">
            <a:off x="5027116" y="2912861"/>
            <a:ext cx="1704" cy="291448"/>
          </a:xfrm>
          <a:prstGeom prst="curvedConnector3">
            <a:avLst>
              <a:gd name="adj1" fmla="val -109762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6" name="Conector recto de flecha 1725">
            <a:extLst>
              <a:ext uri="{FF2B5EF4-FFF2-40B4-BE49-F238E27FC236}">
                <a16:creationId xmlns:a16="http://schemas.microsoft.com/office/drawing/2014/main" id="{F7D3E10E-A428-3778-3B4C-C946A673D42F}"/>
              </a:ext>
            </a:extLst>
          </p:cNvPr>
          <p:cNvCxnSpPr>
            <a:cxnSpLocks/>
          </p:cNvCxnSpPr>
          <p:nvPr/>
        </p:nvCxnSpPr>
        <p:spPr>
          <a:xfrm>
            <a:off x="5215383" y="2822813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7" name="CuadroTexto 1726">
            <a:extLst>
              <a:ext uri="{FF2B5EF4-FFF2-40B4-BE49-F238E27FC236}">
                <a16:creationId xmlns:a16="http://schemas.microsoft.com/office/drawing/2014/main" id="{F7675E9C-9754-B908-61F0-48391413F63C}"/>
              </a:ext>
            </a:extLst>
          </p:cNvPr>
          <p:cNvSpPr txBox="1"/>
          <p:nvPr/>
        </p:nvSpPr>
        <p:spPr>
          <a:xfrm>
            <a:off x="5764832" y="2782056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728" name="CuadroTexto 1727">
            <a:extLst>
              <a:ext uri="{FF2B5EF4-FFF2-40B4-BE49-F238E27FC236}">
                <a16:creationId xmlns:a16="http://schemas.microsoft.com/office/drawing/2014/main" id="{C8D02379-BA03-7A3D-E63A-CEA7EC727CEE}"/>
              </a:ext>
            </a:extLst>
          </p:cNvPr>
          <p:cNvSpPr txBox="1"/>
          <p:nvPr/>
        </p:nvSpPr>
        <p:spPr>
          <a:xfrm>
            <a:off x="5771275" y="307072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729" name="Conector: curvado 1728">
            <a:extLst>
              <a:ext uri="{FF2B5EF4-FFF2-40B4-BE49-F238E27FC236}">
                <a16:creationId xmlns:a16="http://schemas.microsoft.com/office/drawing/2014/main" id="{6762A217-AE64-7E75-B711-97A622B29C97}"/>
              </a:ext>
            </a:extLst>
          </p:cNvPr>
          <p:cNvCxnSpPr>
            <a:cxnSpLocks/>
            <a:stCxn id="1728" idx="1"/>
            <a:endCxn id="1727" idx="1"/>
          </p:cNvCxnSpPr>
          <p:nvPr/>
        </p:nvCxnSpPr>
        <p:spPr>
          <a:xfrm rot="10800000">
            <a:off x="5764833" y="2912862"/>
            <a:ext cx="6443" cy="288671"/>
          </a:xfrm>
          <a:prstGeom prst="curvedConnector3">
            <a:avLst>
              <a:gd name="adj1" fmla="val 29384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ector recto de flecha 1729">
            <a:extLst>
              <a:ext uri="{FF2B5EF4-FFF2-40B4-BE49-F238E27FC236}">
                <a16:creationId xmlns:a16="http://schemas.microsoft.com/office/drawing/2014/main" id="{2CA8521C-6901-36B2-088D-8FACE7F02DB3}"/>
              </a:ext>
            </a:extLst>
          </p:cNvPr>
          <p:cNvCxnSpPr>
            <a:cxnSpLocks/>
          </p:cNvCxnSpPr>
          <p:nvPr/>
        </p:nvCxnSpPr>
        <p:spPr>
          <a:xfrm flipV="1">
            <a:off x="5579734" y="2822831"/>
            <a:ext cx="0" cy="4680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1" name="CuadroTexto 1730">
            <a:extLst>
              <a:ext uri="{FF2B5EF4-FFF2-40B4-BE49-F238E27FC236}">
                <a16:creationId xmlns:a16="http://schemas.microsoft.com/office/drawing/2014/main" id="{992B3312-3041-E93C-239E-88318DCAFA99}"/>
              </a:ext>
            </a:extLst>
          </p:cNvPr>
          <p:cNvSpPr txBox="1"/>
          <p:nvPr/>
        </p:nvSpPr>
        <p:spPr>
          <a:xfrm>
            <a:off x="6027812" y="2835610"/>
            <a:ext cx="1148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Fructosa-1,6-bifosfatasa</a:t>
            </a:r>
          </a:p>
        </p:txBody>
      </p:sp>
      <p:cxnSp>
        <p:nvCxnSpPr>
          <p:cNvPr id="1732" name="Conector recto de flecha 1731">
            <a:extLst>
              <a:ext uri="{FF2B5EF4-FFF2-40B4-BE49-F238E27FC236}">
                <a16:creationId xmlns:a16="http://schemas.microsoft.com/office/drawing/2014/main" id="{F7FB65C9-E9E7-00C4-7092-0825799FD984}"/>
              </a:ext>
            </a:extLst>
          </p:cNvPr>
          <p:cNvCxnSpPr>
            <a:cxnSpLocks/>
            <a:stCxn id="1721" idx="2"/>
          </p:cNvCxnSpPr>
          <p:nvPr/>
        </p:nvCxnSpPr>
        <p:spPr>
          <a:xfrm>
            <a:off x="5392720" y="3552422"/>
            <a:ext cx="0" cy="464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3" name="CuadroTexto 1732">
            <a:extLst>
              <a:ext uri="{FF2B5EF4-FFF2-40B4-BE49-F238E27FC236}">
                <a16:creationId xmlns:a16="http://schemas.microsoft.com/office/drawing/2014/main" id="{92FB88E8-6568-A39D-4C9B-018CE20B344F}"/>
              </a:ext>
            </a:extLst>
          </p:cNvPr>
          <p:cNvSpPr txBox="1"/>
          <p:nvPr/>
        </p:nvSpPr>
        <p:spPr>
          <a:xfrm>
            <a:off x="4469860" y="4746948"/>
            <a:ext cx="1898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Gliceraldehído-3-fosfato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2F5AF435-1162-A792-7BDB-08BE9219B805}"/>
              </a:ext>
            </a:extLst>
          </p:cNvPr>
          <p:cNvSpPr txBox="1"/>
          <p:nvPr/>
        </p:nvSpPr>
        <p:spPr>
          <a:xfrm>
            <a:off x="3659376" y="4016771"/>
            <a:ext cx="1818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Dihidroxiacetona fosfato +</a:t>
            </a:r>
          </a:p>
        </p:txBody>
      </p:sp>
      <p:sp>
        <p:nvSpPr>
          <p:cNvPr id="1735" name="CuadroTexto 1734">
            <a:extLst>
              <a:ext uri="{FF2B5EF4-FFF2-40B4-BE49-F238E27FC236}">
                <a16:creationId xmlns:a16="http://schemas.microsoft.com/office/drawing/2014/main" id="{BB6A77D6-8369-FD86-3CDA-416E555AB7C1}"/>
              </a:ext>
            </a:extLst>
          </p:cNvPr>
          <p:cNvSpPr txBox="1"/>
          <p:nvPr/>
        </p:nvSpPr>
        <p:spPr>
          <a:xfrm>
            <a:off x="5320236" y="4016771"/>
            <a:ext cx="16882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Gliceraldehído-3-fosfato</a:t>
            </a:r>
          </a:p>
        </p:txBody>
      </p:sp>
      <p:sp>
        <p:nvSpPr>
          <p:cNvPr id="1736" name="CuadroTexto 1735">
            <a:extLst>
              <a:ext uri="{FF2B5EF4-FFF2-40B4-BE49-F238E27FC236}">
                <a16:creationId xmlns:a16="http://schemas.microsoft.com/office/drawing/2014/main" id="{F733BC67-D283-30BE-9C88-8C1675AC31D0}"/>
              </a:ext>
            </a:extLst>
          </p:cNvPr>
          <p:cNvSpPr txBox="1"/>
          <p:nvPr/>
        </p:nvSpPr>
        <p:spPr>
          <a:xfrm>
            <a:off x="3346348" y="44677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fosfato isomerasa</a:t>
            </a:r>
          </a:p>
        </p:txBody>
      </p:sp>
      <p:sp>
        <p:nvSpPr>
          <p:cNvPr id="1737" name="CuadroTexto 1736">
            <a:extLst>
              <a:ext uri="{FF2B5EF4-FFF2-40B4-BE49-F238E27FC236}">
                <a16:creationId xmlns:a16="http://schemas.microsoft.com/office/drawing/2014/main" id="{A982C39E-EE19-CFEB-5FB4-3DD302A0F1DB}"/>
              </a:ext>
            </a:extLst>
          </p:cNvPr>
          <p:cNvSpPr txBox="1"/>
          <p:nvPr/>
        </p:nvSpPr>
        <p:spPr>
          <a:xfrm>
            <a:off x="4626153" y="5477125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1,3-bifosfoglicerato</a:t>
            </a:r>
          </a:p>
        </p:txBody>
      </p:sp>
      <p:cxnSp>
        <p:nvCxnSpPr>
          <p:cNvPr id="1738" name="Conector recto de flecha 1737">
            <a:extLst>
              <a:ext uri="{FF2B5EF4-FFF2-40B4-BE49-F238E27FC236}">
                <a16:creationId xmlns:a16="http://schemas.microsoft.com/office/drawing/2014/main" id="{21996D44-05AC-6FB6-64B6-6D4BE7B8ABCD}"/>
              </a:ext>
            </a:extLst>
          </p:cNvPr>
          <p:cNvCxnSpPr>
            <a:cxnSpLocks/>
            <a:stCxn id="1733" idx="2"/>
            <a:endCxn id="1737" idx="0"/>
          </p:cNvCxnSpPr>
          <p:nvPr/>
        </p:nvCxnSpPr>
        <p:spPr>
          <a:xfrm flipH="1">
            <a:off x="5418998" y="5008558"/>
            <a:ext cx="1" cy="468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9" name="CuadroTexto 1738">
            <a:extLst>
              <a:ext uri="{FF2B5EF4-FFF2-40B4-BE49-F238E27FC236}">
                <a16:creationId xmlns:a16="http://schemas.microsoft.com/office/drawing/2014/main" id="{9B27F8C2-B7A8-3178-B7E5-AA22A151D111}"/>
              </a:ext>
            </a:extLst>
          </p:cNvPr>
          <p:cNvSpPr txBox="1"/>
          <p:nvPr/>
        </p:nvSpPr>
        <p:spPr>
          <a:xfrm>
            <a:off x="4255411" y="498469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740" name="CuadroTexto 1739">
            <a:extLst>
              <a:ext uri="{FF2B5EF4-FFF2-40B4-BE49-F238E27FC236}">
                <a16:creationId xmlns:a16="http://schemas.microsoft.com/office/drawing/2014/main" id="{64EFEF48-9F11-6388-F4BE-B2EE8535192C}"/>
              </a:ext>
            </a:extLst>
          </p:cNvPr>
          <p:cNvSpPr txBox="1"/>
          <p:nvPr/>
        </p:nvSpPr>
        <p:spPr>
          <a:xfrm>
            <a:off x="4149550" y="526384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741" name="Conector: curvado 1740">
            <a:extLst>
              <a:ext uri="{FF2B5EF4-FFF2-40B4-BE49-F238E27FC236}">
                <a16:creationId xmlns:a16="http://schemas.microsoft.com/office/drawing/2014/main" id="{DFE18BAF-3BC9-0BE8-E470-E22311DE5B50}"/>
              </a:ext>
            </a:extLst>
          </p:cNvPr>
          <p:cNvCxnSpPr>
            <a:cxnSpLocks/>
            <a:stCxn id="1739" idx="3"/>
            <a:endCxn id="1740" idx="3"/>
          </p:cNvCxnSpPr>
          <p:nvPr/>
        </p:nvCxnSpPr>
        <p:spPr>
          <a:xfrm>
            <a:off x="5191781" y="5115498"/>
            <a:ext cx="22277" cy="279156"/>
          </a:xfrm>
          <a:prstGeom prst="curvedConnector3">
            <a:avLst>
              <a:gd name="adj1" fmla="val 10303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" name="CuadroTexto 1741">
            <a:extLst>
              <a:ext uri="{FF2B5EF4-FFF2-40B4-BE49-F238E27FC236}">
                <a16:creationId xmlns:a16="http://schemas.microsoft.com/office/drawing/2014/main" id="{3B47D119-A0CA-011E-D667-9E7C2ECF336F}"/>
              </a:ext>
            </a:extLst>
          </p:cNvPr>
          <p:cNvSpPr txBox="1"/>
          <p:nvPr/>
        </p:nvSpPr>
        <p:spPr>
          <a:xfrm>
            <a:off x="4684662" y="620612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3-bifosfoglicerato</a:t>
            </a:r>
          </a:p>
        </p:txBody>
      </p:sp>
      <p:sp>
        <p:nvSpPr>
          <p:cNvPr id="1743" name="CuadroTexto 1742">
            <a:extLst>
              <a:ext uri="{FF2B5EF4-FFF2-40B4-BE49-F238E27FC236}">
                <a16:creationId xmlns:a16="http://schemas.microsoft.com/office/drawing/2014/main" id="{5A583064-B045-D621-667A-182831866AFE}"/>
              </a:ext>
            </a:extLst>
          </p:cNvPr>
          <p:cNvSpPr txBox="1"/>
          <p:nvPr/>
        </p:nvSpPr>
        <p:spPr>
          <a:xfrm>
            <a:off x="3346348" y="58036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quinasa</a:t>
            </a:r>
          </a:p>
        </p:txBody>
      </p:sp>
      <p:sp>
        <p:nvSpPr>
          <p:cNvPr id="1744" name="CuadroTexto 1743">
            <a:extLst>
              <a:ext uri="{FF2B5EF4-FFF2-40B4-BE49-F238E27FC236}">
                <a16:creationId xmlns:a16="http://schemas.microsoft.com/office/drawing/2014/main" id="{8B904BF7-80C9-3133-4B73-FB1EB6B7107E}"/>
              </a:ext>
            </a:extLst>
          </p:cNvPr>
          <p:cNvSpPr txBox="1"/>
          <p:nvPr/>
        </p:nvSpPr>
        <p:spPr>
          <a:xfrm>
            <a:off x="4228104" y="569714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5" name="CuadroTexto 1744">
            <a:extLst>
              <a:ext uri="{FF2B5EF4-FFF2-40B4-BE49-F238E27FC236}">
                <a16:creationId xmlns:a16="http://schemas.microsoft.com/office/drawing/2014/main" id="{9DD3B9EF-F9D3-18E5-4FA8-D51DB4DD4058}"/>
              </a:ext>
            </a:extLst>
          </p:cNvPr>
          <p:cNvSpPr txBox="1"/>
          <p:nvPr/>
        </p:nvSpPr>
        <p:spPr>
          <a:xfrm>
            <a:off x="4099966" y="5946224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" name="Conector: curvado 1745">
            <a:extLst>
              <a:ext uri="{FF2B5EF4-FFF2-40B4-BE49-F238E27FC236}">
                <a16:creationId xmlns:a16="http://schemas.microsoft.com/office/drawing/2014/main" id="{D32070DD-9823-577C-3718-CD0A9F108B87}"/>
              </a:ext>
            </a:extLst>
          </p:cNvPr>
          <p:cNvCxnSpPr>
            <a:cxnSpLocks/>
            <a:stCxn id="1744" idx="3"/>
            <a:endCxn id="1745" idx="3"/>
          </p:cNvCxnSpPr>
          <p:nvPr/>
        </p:nvCxnSpPr>
        <p:spPr>
          <a:xfrm>
            <a:off x="5164474" y="5827948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" name="CuadroTexto 1746">
            <a:extLst>
              <a:ext uri="{FF2B5EF4-FFF2-40B4-BE49-F238E27FC236}">
                <a16:creationId xmlns:a16="http://schemas.microsoft.com/office/drawing/2014/main" id="{60A4FF10-ED72-DCFD-1149-E57799A217EC}"/>
              </a:ext>
            </a:extLst>
          </p:cNvPr>
          <p:cNvSpPr txBox="1"/>
          <p:nvPr/>
        </p:nvSpPr>
        <p:spPr>
          <a:xfrm>
            <a:off x="4684662" y="693701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2-bifosfoglicerato</a:t>
            </a:r>
          </a:p>
        </p:txBody>
      </p:sp>
      <p:cxnSp>
        <p:nvCxnSpPr>
          <p:cNvPr id="1748" name="Conector: angular 1747">
            <a:extLst>
              <a:ext uri="{FF2B5EF4-FFF2-40B4-BE49-F238E27FC236}">
                <a16:creationId xmlns:a16="http://schemas.microsoft.com/office/drawing/2014/main" id="{A972C377-7064-496F-E692-488F0D669E43}"/>
              </a:ext>
            </a:extLst>
          </p:cNvPr>
          <p:cNvCxnSpPr>
            <a:stCxn id="1734" idx="2"/>
            <a:endCxn id="1735" idx="2"/>
          </p:cNvCxnSpPr>
          <p:nvPr/>
        </p:nvCxnSpPr>
        <p:spPr>
          <a:xfrm rot="16200000" flipH="1">
            <a:off x="5366408" y="3480411"/>
            <a:ext cx="12700" cy="159593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9" name="Conector recto de flecha 1748">
            <a:extLst>
              <a:ext uri="{FF2B5EF4-FFF2-40B4-BE49-F238E27FC236}">
                <a16:creationId xmlns:a16="http://schemas.microsoft.com/office/drawing/2014/main" id="{2199C734-640C-90C4-341C-E0143B1ADEA5}"/>
              </a:ext>
            </a:extLst>
          </p:cNvPr>
          <p:cNvCxnSpPr>
            <a:cxnSpLocks/>
            <a:stCxn id="1742" idx="2"/>
            <a:endCxn id="1747" idx="0"/>
          </p:cNvCxnSpPr>
          <p:nvPr/>
        </p:nvCxnSpPr>
        <p:spPr>
          <a:xfrm>
            <a:off x="5418998" y="6467736"/>
            <a:ext cx="0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0" name="CuadroTexto 1749">
            <a:extLst>
              <a:ext uri="{FF2B5EF4-FFF2-40B4-BE49-F238E27FC236}">
                <a16:creationId xmlns:a16="http://schemas.microsoft.com/office/drawing/2014/main" id="{D0C08C23-519F-DB65-061B-F3C4FB33B07B}"/>
              </a:ext>
            </a:extLst>
          </p:cNvPr>
          <p:cNvSpPr txBox="1"/>
          <p:nvPr/>
        </p:nvSpPr>
        <p:spPr>
          <a:xfrm>
            <a:off x="3346348" y="7277199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Enolasa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1" name="Conector: curvado 1750">
            <a:extLst>
              <a:ext uri="{FF2B5EF4-FFF2-40B4-BE49-F238E27FC236}">
                <a16:creationId xmlns:a16="http://schemas.microsoft.com/office/drawing/2014/main" id="{B849B67E-49C8-4149-3608-85D86976B904}"/>
              </a:ext>
            </a:extLst>
          </p:cNvPr>
          <p:cNvCxnSpPr>
            <a:cxnSpLocks/>
          </p:cNvCxnSpPr>
          <p:nvPr/>
        </p:nvCxnSpPr>
        <p:spPr>
          <a:xfrm>
            <a:off x="5164474" y="7313912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" name="CuadroTexto 1751">
            <a:extLst>
              <a:ext uri="{FF2B5EF4-FFF2-40B4-BE49-F238E27FC236}">
                <a16:creationId xmlns:a16="http://schemas.microsoft.com/office/drawing/2014/main" id="{3FE05D28-B6C7-B736-2AD5-F87774892BD7}"/>
              </a:ext>
            </a:extLst>
          </p:cNvPr>
          <p:cNvSpPr txBox="1"/>
          <p:nvPr/>
        </p:nvSpPr>
        <p:spPr>
          <a:xfrm>
            <a:off x="4106316" y="743218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3" name="CuadroTexto 1752">
            <a:extLst>
              <a:ext uri="{FF2B5EF4-FFF2-40B4-BE49-F238E27FC236}">
                <a16:creationId xmlns:a16="http://schemas.microsoft.com/office/drawing/2014/main" id="{DC4D5D5C-B517-88E0-F3DC-21B6AE75923A}"/>
              </a:ext>
            </a:extLst>
          </p:cNvPr>
          <p:cNvSpPr txBox="1"/>
          <p:nvPr/>
        </p:nvSpPr>
        <p:spPr>
          <a:xfrm>
            <a:off x="4661839" y="7667906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Fosfoenolpiruvato</a:t>
            </a:r>
          </a:p>
        </p:txBody>
      </p:sp>
      <p:cxnSp>
        <p:nvCxnSpPr>
          <p:cNvPr id="1754" name="Conector recto de flecha 1753">
            <a:extLst>
              <a:ext uri="{FF2B5EF4-FFF2-40B4-BE49-F238E27FC236}">
                <a16:creationId xmlns:a16="http://schemas.microsoft.com/office/drawing/2014/main" id="{0037840A-BD65-AEC0-40B3-A0A30BE9194E}"/>
              </a:ext>
            </a:extLst>
          </p:cNvPr>
          <p:cNvCxnSpPr>
            <a:cxnSpLocks/>
            <a:stCxn id="1747" idx="2"/>
            <a:endCxn id="1753" idx="0"/>
          </p:cNvCxnSpPr>
          <p:nvPr/>
        </p:nvCxnSpPr>
        <p:spPr>
          <a:xfrm>
            <a:off x="5418998" y="7198626"/>
            <a:ext cx="1222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5" name="CuadroTexto 1754">
            <a:extLst>
              <a:ext uri="{FF2B5EF4-FFF2-40B4-BE49-F238E27FC236}">
                <a16:creationId xmlns:a16="http://schemas.microsoft.com/office/drawing/2014/main" id="{68FD8B3A-B105-2392-6375-4D327CB9A542}"/>
              </a:ext>
            </a:extLst>
          </p:cNvPr>
          <p:cNvSpPr txBox="1"/>
          <p:nvPr/>
        </p:nvSpPr>
        <p:spPr>
          <a:xfrm>
            <a:off x="3346348" y="6571935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</a:t>
            </a:r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6" name="CuadroTexto 1755">
            <a:extLst>
              <a:ext uri="{FF2B5EF4-FFF2-40B4-BE49-F238E27FC236}">
                <a16:creationId xmlns:a16="http://schemas.microsoft.com/office/drawing/2014/main" id="{6CAE44AE-CCEA-D230-A258-18B8A3F3A393}"/>
              </a:ext>
            </a:extLst>
          </p:cNvPr>
          <p:cNvSpPr txBox="1"/>
          <p:nvPr/>
        </p:nvSpPr>
        <p:spPr>
          <a:xfrm>
            <a:off x="4962783" y="8396907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cxnSp>
        <p:nvCxnSpPr>
          <p:cNvPr id="1757" name="Conector recto de flecha 1756">
            <a:extLst>
              <a:ext uri="{FF2B5EF4-FFF2-40B4-BE49-F238E27FC236}">
                <a16:creationId xmlns:a16="http://schemas.microsoft.com/office/drawing/2014/main" id="{B6CEB9FE-91BA-E98A-7C8C-3BDC40A47574}"/>
              </a:ext>
            </a:extLst>
          </p:cNvPr>
          <p:cNvCxnSpPr>
            <a:cxnSpLocks/>
            <a:stCxn id="1753" idx="2"/>
            <a:endCxn id="1756" idx="0"/>
          </p:cNvCxnSpPr>
          <p:nvPr/>
        </p:nvCxnSpPr>
        <p:spPr>
          <a:xfrm flipH="1">
            <a:off x="5418998" y="7929516"/>
            <a:ext cx="1222" cy="467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8" name="CuadroTexto 1757">
            <a:extLst>
              <a:ext uri="{FF2B5EF4-FFF2-40B4-BE49-F238E27FC236}">
                <a16:creationId xmlns:a16="http://schemas.microsoft.com/office/drawing/2014/main" id="{67834D91-E182-275F-A318-0AC3BCD9FF30}"/>
              </a:ext>
            </a:extLst>
          </p:cNvPr>
          <p:cNvSpPr txBox="1"/>
          <p:nvPr/>
        </p:nvSpPr>
        <p:spPr>
          <a:xfrm>
            <a:off x="4234454" y="7894158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9" name="CuadroTexto 1758">
            <a:extLst>
              <a:ext uri="{FF2B5EF4-FFF2-40B4-BE49-F238E27FC236}">
                <a16:creationId xmlns:a16="http://schemas.microsoft.com/office/drawing/2014/main" id="{B7FE2C9E-53D6-59D9-32EA-6E4813A00206}"/>
              </a:ext>
            </a:extLst>
          </p:cNvPr>
          <p:cNvSpPr txBox="1"/>
          <p:nvPr/>
        </p:nvSpPr>
        <p:spPr>
          <a:xfrm>
            <a:off x="4106316" y="814323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0" name="Conector: curvado 1759">
            <a:extLst>
              <a:ext uri="{FF2B5EF4-FFF2-40B4-BE49-F238E27FC236}">
                <a16:creationId xmlns:a16="http://schemas.microsoft.com/office/drawing/2014/main" id="{5363F202-05CD-42F2-19DB-F9574D7AA7CD}"/>
              </a:ext>
            </a:extLst>
          </p:cNvPr>
          <p:cNvCxnSpPr>
            <a:cxnSpLocks/>
            <a:stCxn id="1758" idx="3"/>
            <a:endCxn id="1759" idx="3"/>
          </p:cNvCxnSpPr>
          <p:nvPr/>
        </p:nvCxnSpPr>
        <p:spPr>
          <a:xfrm>
            <a:off x="5170824" y="8024963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1" name="Conector: angular 1760">
            <a:extLst>
              <a:ext uri="{FF2B5EF4-FFF2-40B4-BE49-F238E27FC236}">
                <a16:creationId xmlns:a16="http://schemas.microsoft.com/office/drawing/2014/main" id="{83650958-91B8-9853-11D6-F2687B6D98FC}"/>
              </a:ext>
            </a:extLst>
          </p:cNvPr>
          <p:cNvCxnSpPr>
            <a:cxnSpLocks/>
            <a:stCxn id="1733" idx="0"/>
            <a:endCxn id="1735" idx="2"/>
          </p:cNvCxnSpPr>
          <p:nvPr/>
        </p:nvCxnSpPr>
        <p:spPr>
          <a:xfrm rot="5400000" flipH="1" flipV="1">
            <a:off x="5557405" y="4139976"/>
            <a:ext cx="468567" cy="745379"/>
          </a:xfrm>
          <a:prstGeom prst="bentConnector3">
            <a:avLst>
              <a:gd name="adj1" fmla="val 3884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2" name="CuadroTexto 1761">
            <a:extLst>
              <a:ext uri="{FF2B5EF4-FFF2-40B4-BE49-F238E27FC236}">
                <a16:creationId xmlns:a16="http://schemas.microsoft.com/office/drawing/2014/main" id="{671ED058-5A2E-182C-994C-AD2139D589AA}"/>
              </a:ext>
            </a:extLst>
          </p:cNvPr>
          <p:cNvSpPr txBox="1"/>
          <p:nvPr/>
        </p:nvSpPr>
        <p:spPr>
          <a:xfrm>
            <a:off x="3448165" y="2171590"/>
            <a:ext cx="1716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Fosfohexosa</a:t>
            </a:r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isomerasa</a:t>
            </a:r>
          </a:p>
        </p:txBody>
      </p:sp>
      <p:sp>
        <p:nvSpPr>
          <p:cNvPr id="1763" name="CuadroTexto 1762">
            <a:extLst>
              <a:ext uri="{FF2B5EF4-FFF2-40B4-BE49-F238E27FC236}">
                <a16:creationId xmlns:a16="http://schemas.microsoft.com/office/drawing/2014/main" id="{05801576-9592-965D-F768-6DAB047412B1}"/>
              </a:ext>
            </a:extLst>
          </p:cNvPr>
          <p:cNvSpPr txBox="1"/>
          <p:nvPr/>
        </p:nvSpPr>
        <p:spPr>
          <a:xfrm>
            <a:off x="4091065" y="3638925"/>
            <a:ext cx="1109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Aldolasa</a:t>
            </a:r>
          </a:p>
        </p:txBody>
      </p:sp>
      <p:sp>
        <p:nvSpPr>
          <p:cNvPr id="1764" name="CuadroTexto 1763">
            <a:extLst>
              <a:ext uri="{FF2B5EF4-FFF2-40B4-BE49-F238E27FC236}">
                <a16:creationId xmlns:a16="http://schemas.microsoft.com/office/drawing/2014/main" id="{80D00B34-AE44-634E-1C05-2AFF8651CE13}"/>
              </a:ext>
            </a:extLst>
          </p:cNvPr>
          <p:cNvSpPr txBox="1"/>
          <p:nvPr/>
        </p:nvSpPr>
        <p:spPr>
          <a:xfrm>
            <a:off x="2374603" y="5121317"/>
            <a:ext cx="27922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Gliceraldehído-3-fosfato deshidrogenasa</a:t>
            </a:r>
          </a:p>
        </p:txBody>
      </p:sp>
      <p:sp>
        <p:nvSpPr>
          <p:cNvPr id="1765" name="CuadroTexto 1764">
            <a:extLst>
              <a:ext uri="{FF2B5EF4-FFF2-40B4-BE49-F238E27FC236}">
                <a16:creationId xmlns:a16="http://schemas.microsoft.com/office/drawing/2014/main" id="{AF404C77-6952-6B03-E450-CBA647F9E8DA}"/>
              </a:ext>
            </a:extLst>
          </p:cNvPr>
          <p:cNvSpPr txBox="1"/>
          <p:nvPr/>
        </p:nvSpPr>
        <p:spPr>
          <a:xfrm>
            <a:off x="3234099" y="8014728"/>
            <a:ext cx="1372440" cy="25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quinasa</a:t>
            </a:r>
          </a:p>
        </p:txBody>
      </p:sp>
      <p:sp>
        <p:nvSpPr>
          <p:cNvPr id="1766" name="CuadroTexto 1765">
            <a:extLst>
              <a:ext uri="{FF2B5EF4-FFF2-40B4-BE49-F238E27FC236}">
                <a16:creationId xmlns:a16="http://schemas.microsoft.com/office/drawing/2014/main" id="{8EED6934-8D6B-4EAD-042B-AFDBC0865B63}"/>
              </a:ext>
            </a:extLst>
          </p:cNvPr>
          <p:cNvSpPr txBox="1"/>
          <p:nvPr/>
        </p:nvSpPr>
        <p:spPr>
          <a:xfrm>
            <a:off x="6607863" y="10440469"/>
            <a:ext cx="795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Etanol</a:t>
            </a:r>
          </a:p>
        </p:txBody>
      </p:sp>
      <p:cxnSp>
        <p:nvCxnSpPr>
          <p:cNvPr id="1767" name="Conector: angular 1766">
            <a:extLst>
              <a:ext uri="{FF2B5EF4-FFF2-40B4-BE49-F238E27FC236}">
                <a16:creationId xmlns:a16="http://schemas.microsoft.com/office/drawing/2014/main" id="{F525F2C5-2767-5A92-A79D-DFED75BC297F}"/>
              </a:ext>
            </a:extLst>
          </p:cNvPr>
          <p:cNvCxnSpPr>
            <a:cxnSpLocks/>
            <a:stCxn id="1756" idx="1"/>
            <a:endCxn id="1805" idx="3"/>
          </p:cNvCxnSpPr>
          <p:nvPr/>
        </p:nvCxnSpPr>
        <p:spPr>
          <a:xfrm rot="10800000" flipV="1">
            <a:off x="1595797" y="8527712"/>
            <a:ext cx="3366986" cy="846516"/>
          </a:xfrm>
          <a:prstGeom prst="bentConnector3">
            <a:avLst>
              <a:gd name="adj1" fmla="val 39913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69" name="CuadroTexto 1768">
            <a:extLst>
              <a:ext uri="{FF2B5EF4-FFF2-40B4-BE49-F238E27FC236}">
                <a16:creationId xmlns:a16="http://schemas.microsoft.com/office/drawing/2014/main" id="{3574AE22-F2CD-F7CD-1D84-73BACE016C05}"/>
              </a:ext>
            </a:extLst>
          </p:cNvPr>
          <p:cNvSpPr txBox="1"/>
          <p:nvPr/>
        </p:nvSpPr>
        <p:spPr>
          <a:xfrm>
            <a:off x="4990834" y="9966132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Lactato</a:t>
            </a:r>
          </a:p>
        </p:txBody>
      </p:sp>
      <p:sp>
        <p:nvSpPr>
          <p:cNvPr id="1770" name="CuadroTexto 1769">
            <a:extLst>
              <a:ext uri="{FF2B5EF4-FFF2-40B4-BE49-F238E27FC236}">
                <a16:creationId xmlns:a16="http://schemas.microsoft.com/office/drawing/2014/main" id="{F2C321BF-BA74-35E1-54FB-0226B87DBFBD}"/>
              </a:ext>
            </a:extLst>
          </p:cNvPr>
          <p:cNvSpPr txBox="1"/>
          <p:nvPr/>
        </p:nvSpPr>
        <p:spPr>
          <a:xfrm>
            <a:off x="6393014" y="8996018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Acetaldehído</a:t>
            </a:r>
          </a:p>
        </p:txBody>
      </p:sp>
      <p:cxnSp>
        <p:nvCxnSpPr>
          <p:cNvPr id="1771" name="Conector recto de flecha 1770">
            <a:extLst>
              <a:ext uri="{FF2B5EF4-FFF2-40B4-BE49-F238E27FC236}">
                <a16:creationId xmlns:a16="http://schemas.microsoft.com/office/drawing/2014/main" id="{CE7A898C-572F-7658-A4DF-EAB54DCC2AFD}"/>
              </a:ext>
            </a:extLst>
          </p:cNvPr>
          <p:cNvCxnSpPr>
            <a:cxnSpLocks/>
            <a:endCxn id="1769" idx="0"/>
          </p:cNvCxnSpPr>
          <p:nvPr/>
        </p:nvCxnSpPr>
        <p:spPr>
          <a:xfrm flipH="1">
            <a:off x="5418997" y="8658517"/>
            <a:ext cx="1" cy="130761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76" name="CuadroTexto 1775">
            <a:extLst>
              <a:ext uri="{FF2B5EF4-FFF2-40B4-BE49-F238E27FC236}">
                <a16:creationId xmlns:a16="http://schemas.microsoft.com/office/drawing/2014/main" id="{2096042E-4A04-0D23-20BF-5D838C200DEE}"/>
              </a:ext>
            </a:extLst>
          </p:cNvPr>
          <p:cNvSpPr txBox="1"/>
          <p:nvPr/>
        </p:nvSpPr>
        <p:spPr>
          <a:xfrm>
            <a:off x="5802016" y="9458519"/>
            <a:ext cx="836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777" name="CuadroTexto 1776">
            <a:extLst>
              <a:ext uri="{FF2B5EF4-FFF2-40B4-BE49-F238E27FC236}">
                <a16:creationId xmlns:a16="http://schemas.microsoft.com/office/drawing/2014/main" id="{3E2FCB56-3753-C526-DCE0-308AF490BF12}"/>
              </a:ext>
            </a:extLst>
          </p:cNvPr>
          <p:cNvSpPr txBox="1"/>
          <p:nvPr/>
        </p:nvSpPr>
        <p:spPr>
          <a:xfrm>
            <a:off x="5972271" y="9752642"/>
            <a:ext cx="538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778" name="Conector: curvado 1777">
            <a:extLst>
              <a:ext uri="{FF2B5EF4-FFF2-40B4-BE49-F238E27FC236}">
                <a16:creationId xmlns:a16="http://schemas.microsoft.com/office/drawing/2014/main" id="{11FCFD36-3E3D-0BB1-CDCF-E3B4271EF90F}"/>
              </a:ext>
            </a:extLst>
          </p:cNvPr>
          <p:cNvCxnSpPr>
            <a:cxnSpLocks/>
            <a:stCxn id="1776" idx="1"/>
            <a:endCxn id="1777" idx="1"/>
          </p:cNvCxnSpPr>
          <p:nvPr/>
        </p:nvCxnSpPr>
        <p:spPr>
          <a:xfrm rot="10800000" flipH="1" flipV="1">
            <a:off x="5802015" y="9589323"/>
            <a:ext cx="170255" cy="294123"/>
          </a:xfrm>
          <a:prstGeom prst="curvedConnector3">
            <a:avLst>
              <a:gd name="adj1" fmla="val -2227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9" name="CuadroTexto 1778">
            <a:extLst>
              <a:ext uri="{FF2B5EF4-FFF2-40B4-BE49-F238E27FC236}">
                <a16:creationId xmlns:a16="http://schemas.microsoft.com/office/drawing/2014/main" id="{0BAA5786-4D86-B61A-1D54-FDEE87564A7A}"/>
              </a:ext>
            </a:extLst>
          </p:cNvPr>
          <p:cNvSpPr txBox="1"/>
          <p:nvPr/>
        </p:nvSpPr>
        <p:spPr>
          <a:xfrm>
            <a:off x="4293528" y="10436669"/>
            <a:ext cx="22509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Hígado (Ciclo de Cori)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0" name="Conector recto de flecha 1779">
            <a:extLst>
              <a:ext uri="{FF2B5EF4-FFF2-40B4-BE49-F238E27FC236}">
                <a16:creationId xmlns:a16="http://schemas.microsoft.com/office/drawing/2014/main" id="{FA535F7A-3094-F120-7AAF-33FDF1432B54}"/>
              </a:ext>
            </a:extLst>
          </p:cNvPr>
          <p:cNvCxnSpPr>
            <a:cxnSpLocks/>
            <a:stCxn id="1769" idx="2"/>
            <a:endCxn id="1779" idx="0"/>
          </p:cNvCxnSpPr>
          <p:nvPr/>
        </p:nvCxnSpPr>
        <p:spPr>
          <a:xfrm>
            <a:off x="5418997" y="10227742"/>
            <a:ext cx="0" cy="20892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81" name="CuadroTexto 1780">
            <a:extLst>
              <a:ext uri="{FF2B5EF4-FFF2-40B4-BE49-F238E27FC236}">
                <a16:creationId xmlns:a16="http://schemas.microsoft.com/office/drawing/2014/main" id="{132EE4A1-E140-F194-D607-8DDE0D1A09AB}"/>
              </a:ext>
            </a:extLst>
          </p:cNvPr>
          <p:cNvSpPr txBox="1"/>
          <p:nvPr/>
        </p:nvSpPr>
        <p:spPr>
          <a:xfrm>
            <a:off x="2624044" y="9965601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Alanina</a:t>
            </a:r>
          </a:p>
        </p:txBody>
      </p:sp>
      <p:sp>
        <p:nvSpPr>
          <p:cNvPr id="1784" name="CuadroTexto 1783">
            <a:extLst>
              <a:ext uri="{FF2B5EF4-FFF2-40B4-BE49-F238E27FC236}">
                <a16:creationId xmlns:a16="http://schemas.microsoft.com/office/drawing/2014/main" id="{8013EC28-09FC-0715-6916-AE6B98926A1A}"/>
              </a:ext>
            </a:extLst>
          </p:cNvPr>
          <p:cNvSpPr txBox="1"/>
          <p:nvPr/>
        </p:nvSpPr>
        <p:spPr>
          <a:xfrm>
            <a:off x="1889688" y="10436669"/>
            <a:ext cx="2347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Hígado (Ciclo de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Cahill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5" name="Conector recto de flecha 1784">
            <a:extLst>
              <a:ext uri="{FF2B5EF4-FFF2-40B4-BE49-F238E27FC236}">
                <a16:creationId xmlns:a16="http://schemas.microsoft.com/office/drawing/2014/main" id="{BCBDD448-7E52-DB02-95AD-79BC60A2BC9F}"/>
              </a:ext>
            </a:extLst>
          </p:cNvPr>
          <p:cNvCxnSpPr>
            <a:cxnSpLocks/>
            <a:stCxn id="1781" idx="2"/>
            <a:endCxn id="1784" idx="0"/>
          </p:cNvCxnSpPr>
          <p:nvPr/>
        </p:nvCxnSpPr>
        <p:spPr>
          <a:xfrm>
            <a:off x="3057817" y="10227211"/>
            <a:ext cx="5430" cy="20945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87" name="CuadroTexto 1786">
            <a:extLst>
              <a:ext uri="{FF2B5EF4-FFF2-40B4-BE49-F238E27FC236}">
                <a16:creationId xmlns:a16="http://schemas.microsoft.com/office/drawing/2014/main" id="{6167832A-4776-FF9F-5857-BD17CFC397E7}"/>
              </a:ext>
            </a:extLst>
          </p:cNvPr>
          <p:cNvSpPr txBox="1"/>
          <p:nvPr/>
        </p:nvSpPr>
        <p:spPr>
          <a:xfrm>
            <a:off x="2979940" y="9488235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8" name="CuadroTexto 1787">
            <a:extLst>
              <a:ext uri="{FF2B5EF4-FFF2-40B4-BE49-F238E27FC236}">
                <a16:creationId xmlns:a16="http://schemas.microsoft.com/office/drawing/2014/main" id="{793D3902-7D4A-D53D-33DE-F134D21F02E8}"/>
              </a:ext>
            </a:extLst>
          </p:cNvPr>
          <p:cNvSpPr txBox="1"/>
          <p:nvPr/>
        </p:nvSpPr>
        <p:spPr>
          <a:xfrm>
            <a:off x="4461684" y="8874816"/>
            <a:ext cx="10021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Anaerobiosis</a:t>
            </a:r>
          </a:p>
        </p:txBody>
      </p:sp>
      <p:cxnSp>
        <p:nvCxnSpPr>
          <p:cNvPr id="1790" name="Conector: curvado 1789">
            <a:extLst>
              <a:ext uri="{FF2B5EF4-FFF2-40B4-BE49-F238E27FC236}">
                <a16:creationId xmlns:a16="http://schemas.microsoft.com/office/drawing/2014/main" id="{85587997-9AD4-5DA7-8B93-54CFC16E18CD}"/>
              </a:ext>
            </a:extLst>
          </p:cNvPr>
          <p:cNvCxnSpPr>
            <a:cxnSpLocks/>
            <a:stCxn id="1776" idx="3"/>
          </p:cNvCxnSpPr>
          <p:nvPr/>
        </p:nvCxnSpPr>
        <p:spPr>
          <a:xfrm flipH="1">
            <a:off x="6426573" y="9589324"/>
            <a:ext cx="212257" cy="246573"/>
          </a:xfrm>
          <a:prstGeom prst="curvedConnector4">
            <a:avLst>
              <a:gd name="adj1" fmla="val -172399"/>
              <a:gd name="adj2" fmla="val 901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1" name="Conector recto de flecha 1790">
            <a:extLst>
              <a:ext uri="{FF2B5EF4-FFF2-40B4-BE49-F238E27FC236}">
                <a16:creationId xmlns:a16="http://schemas.microsoft.com/office/drawing/2014/main" id="{23702C84-C3C3-E947-75CC-F60895C69349}"/>
              </a:ext>
            </a:extLst>
          </p:cNvPr>
          <p:cNvCxnSpPr>
            <a:cxnSpLocks/>
            <a:stCxn id="1770" idx="2"/>
            <a:endCxn id="1766" idx="0"/>
          </p:cNvCxnSpPr>
          <p:nvPr/>
        </p:nvCxnSpPr>
        <p:spPr>
          <a:xfrm>
            <a:off x="7002316" y="9257628"/>
            <a:ext cx="3253" cy="118284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94" name="CuadroTexto 1793">
            <a:extLst>
              <a:ext uri="{FF2B5EF4-FFF2-40B4-BE49-F238E27FC236}">
                <a16:creationId xmlns:a16="http://schemas.microsoft.com/office/drawing/2014/main" id="{6D237E2B-6A77-198E-706B-56C4D1FDC9EA}"/>
              </a:ext>
            </a:extLst>
          </p:cNvPr>
          <p:cNvSpPr txBox="1"/>
          <p:nvPr/>
        </p:nvSpPr>
        <p:spPr>
          <a:xfrm>
            <a:off x="825144" y="9757629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7" name="CuadroTexto 1796">
            <a:extLst>
              <a:ext uri="{FF2B5EF4-FFF2-40B4-BE49-F238E27FC236}">
                <a16:creationId xmlns:a16="http://schemas.microsoft.com/office/drawing/2014/main" id="{BDA31641-C259-F806-17D0-983AB8C2D178}"/>
              </a:ext>
            </a:extLst>
          </p:cNvPr>
          <p:cNvSpPr txBox="1"/>
          <p:nvPr/>
        </p:nvSpPr>
        <p:spPr>
          <a:xfrm>
            <a:off x="700110" y="10202536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cxnSp>
        <p:nvCxnSpPr>
          <p:cNvPr id="1799" name="Conector recto de flecha 1798">
            <a:extLst>
              <a:ext uri="{FF2B5EF4-FFF2-40B4-BE49-F238E27FC236}">
                <a16:creationId xmlns:a16="http://schemas.microsoft.com/office/drawing/2014/main" id="{15469481-B357-BA27-A66A-0E28D30BDD26}"/>
              </a:ext>
            </a:extLst>
          </p:cNvPr>
          <p:cNvCxnSpPr>
            <a:cxnSpLocks/>
            <a:stCxn id="1794" idx="2"/>
            <a:endCxn id="1797" idx="0"/>
          </p:cNvCxnSpPr>
          <p:nvPr/>
        </p:nvCxnSpPr>
        <p:spPr>
          <a:xfrm>
            <a:off x="1251704" y="10019239"/>
            <a:ext cx="0" cy="18329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03" name="Rectángulo 1802">
            <a:extLst>
              <a:ext uri="{FF2B5EF4-FFF2-40B4-BE49-F238E27FC236}">
                <a16:creationId xmlns:a16="http://schemas.microsoft.com/office/drawing/2014/main" id="{3302B940-2FDE-BA36-0E01-DDD705CA5C04}"/>
              </a:ext>
            </a:extLst>
          </p:cNvPr>
          <p:cNvSpPr/>
          <p:nvPr/>
        </p:nvSpPr>
        <p:spPr>
          <a:xfrm>
            <a:off x="-266133" y="5901872"/>
            <a:ext cx="2251783" cy="475195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04" name="Rectángulo 1803">
            <a:extLst>
              <a:ext uri="{FF2B5EF4-FFF2-40B4-BE49-F238E27FC236}">
                <a16:creationId xmlns:a16="http://schemas.microsoft.com/office/drawing/2014/main" id="{9E8EF738-DEBF-F0B3-F2AD-A7AD4D736F0F}"/>
              </a:ext>
            </a:extLst>
          </p:cNvPr>
          <p:cNvSpPr/>
          <p:nvPr/>
        </p:nvSpPr>
        <p:spPr>
          <a:xfrm>
            <a:off x="-113732" y="6206126"/>
            <a:ext cx="2040652" cy="428697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05" name="CuadroTexto 1804">
            <a:extLst>
              <a:ext uri="{FF2B5EF4-FFF2-40B4-BE49-F238E27FC236}">
                <a16:creationId xmlns:a16="http://schemas.microsoft.com/office/drawing/2014/main" id="{B27AABC4-46A2-964F-9566-00DF264B5CB5}"/>
              </a:ext>
            </a:extLst>
          </p:cNvPr>
          <p:cNvSpPr txBox="1"/>
          <p:nvPr/>
        </p:nvSpPr>
        <p:spPr>
          <a:xfrm>
            <a:off x="893361" y="9243423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cxnSp>
        <p:nvCxnSpPr>
          <p:cNvPr id="1817" name="Conector recto de flecha 1816">
            <a:extLst>
              <a:ext uri="{FF2B5EF4-FFF2-40B4-BE49-F238E27FC236}">
                <a16:creationId xmlns:a16="http://schemas.microsoft.com/office/drawing/2014/main" id="{FD05E502-1EDB-7360-5B2A-0D0BEBD86723}"/>
              </a:ext>
            </a:extLst>
          </p:cNvPr>
          <p:cNvCxnSpPr>
            <a:cxnSpLocks/>
            <a:stCxn id="1805" idx="2"/>
            <a:endCxn id="1794" idx="0"/>
          </p:cNvCxnSpPr>
          <p:nvPr/>
        </p:nvCxnSpPr>
        <p:spPr>
          <a:xfrm>
            <a:off x="1244579" y="9505033"/>
            <a:ext cx="7125" cy="25259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23" name="CuadroTexto 1822">
            <a:extLst>
              <a:ext uri="{FF2B5EF4-FFF2-40B4-BE49-F238E27FC236}">
                <a16:creationId xmlns:a16="http://schemas.microsoft.com/office/drawing/2014/main" id="{29EC782A-9FEA-2CF8-45DB-C161F77F8FAD}"/>
              </a:ext>
            </a:extLst>
          </p:cNvPr>
          <p:cNvSpPr txBox="1"/>
          <p:nvPr/>
        </p:nvSpPr>
        <p:spPr>
          <a:xfrm>
            <a:off x="1173245" y="9452881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Aerobiosis</a:t>
            </a:r>
          </a:p>
        </p:txBody>
      </p:sp>
      <p:sp>
        <p:nvSpPr>
          <p:cNvPr id="1826" name="CuadroTexto 1825">
            <a:extLst>
              <a:ext uri="{FF2B5EF4-FFF2-40B4-BE49-F238E27FC236}">
                <a16:creationId xmlns:a16="http://schemas.microsoft.com/office/drawing/2014/main" id="{2F9A1B3B-BD59-1CA6-4FEE-D75683D160AE}"/>
              </a:ext>
            </a:extLst>
          </p:cNvPr>
          <p:cNvSpPr txBox="1"/>
          <p:nvPr/>
        </p:nvSpPr>
        <p:spPr>
          <a:xfrm>
            <a:off x="0" y="8645996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1827" name="CuadroTexto 1826">
            <a:extLst>
              <a:ext uri="{FF2B5EF4-FFF2-40B4-BE49-F238E27FC236}">
                <a16:creationId xmlns:a16="http://schemas.microsoft.com/office/drawing/2014/main" id="{128EA018-A99C-770D-FB7E-E31A38BE3BD6}"/>
              </a:ext>
            </a:extLst>
          </p:cNvPr>
          <p:cNvSpPr txBox="1"/>
          <p:nvPr/>
        </p:nvSpPr>
        <p:spPr>
          <a:xfrm>
            <a:off x="872298" y="7693798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sp>
        <p:nvSpPr>
          <p:cNvPr id="1828" name="CuadroTexto 1827">
            <a:extLst>
              <a:ext uri="{FF2B5EF4-FFF2-40B4-BE49-F238E27FC236}">
                <a16:creationId xmlns:a16="http://schemas.microsoft.com/office/drawing/2014/main" id="{ECD20416-3736-BABB-2A78-D66C3B58151D}"/>
              </a:ext>
            </a:extLst>
          </p:cNvPr>
          <p:cNvSpPr txBox="1"/>
          <p:nvPr/>
        </p:nvSpPr>
        <p:spPr>
          <a:xfrm>
            <a:off x="806396" y="6441130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cxnSp>
        <p:nvCxnSpPr>
          <p:cNvPr id="1833" name="Conector: angular 1832">
            <a:extLst>
              <a:ext uri="{FF2B5EF4-FFF2-40B4-BE49-F238E27FC236}">
                <a16:creationId xmlns:a16="http://schemas.microsoft.com/office/drawing/2014/main" id="{616FBADA-1AC8-6157-2A76-18EBF002F271}"/>
              </a:ext>
            </a:extLst>
          </p:cNvPr>
          <p:cNvCxnSpPr>
            <a:cxnSpLocks/>
            <a:stCxn id="1805" idx="1"/>
            <a:endCxn id="1826" idx="2"/>
          </p:cNvCxnSpPr>
          <p:nvPr/>
        </p:nvCxnSpPr>
        <p:spPr>
          <a:xfrm rot="10800000">
            <a:off x="468239" y="8907606"/>
            <a:ext cx="425123" cy="46662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36" name="CuadroTexto 1835">
            <a:extLst>
              <a:ext uri="{FF2B5EF4-FFF2-40B4-BE49-F238E27FC236}">
                <a16:creationId xmlns:a16="http://schemas.microsoft.com/office/drawing/2014/main" id="{ECC63902-64A2-9207-B40D-5AAD43C908A0}"/>
              </a:ext>
            </a:extLst>
          </p:cNvPr>
          <p:cNvSpPr txBox="1"/>
          <p:nvPr/>
        </p:nvSpPr>
        <p:spPr>
          <a:xfrm>
            <a:off x="10827" y="9359207"/>
            <a:ext cx="9672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</a:p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7" name="CuadroTexto 1836">
            <a:extLst>
              <a:ext uri="{FF2B5EF4-FFF2-40B4-BE49-F238E27FC236}">
                <a16:creationId xmlns:a16="http://schemas.microsoft.com/office/drawing/2014/main" id="{D90F5AAE-044C-97F7-9F77-737DB0AF6FCF}"/>
              </a:ext>
            </a:extLst>
          </p:cNvPr>
          <p:cNvSpPr txBox="1"/>
          <p:nvPr/>
        </p:nvSpPr>
        <p:spPr>
          <a:xfrm>
            <a:off x="411288" y="8928225"/>
            <a:ext cx="956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carboxilasa</a:t>
            </a:r>
          </a:p>
        </p:txBody>
      </p:sp>
      <p:sp>
        <p:nvSpPr>
          <p:cNvPr id="1842" name="CuadroTexto 1841">
            <a:extLst>
              <a:ext uri="{FF2B5EF4-FFF2-40B4-BE49-F238E27FC236}">
                <a16:creationId xmlns:a16="http://schemas.microsoft.com/office/drawing/2014/main" id="{8179A0C1-0776-5534-2EBE-29B19277D8E3}"/>
              </a:ext>
            </a:extLst>
          </p:cNvPr>
          <p:cNvSpPr txBox="1"/>
          <p:nvPr/>
        </p:nvSpPr>
        <p:spPr>
          <a:xfrm>
            <a:off x="432130" y="8288297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sp>
        <p:nvSpPr>
          <p:cNvPr id="1843" name="CuadroTexto 1842">
            <a:extLst>
              <a:ext uri="{FF2B5EF4-FFF2-40B4-BE49-F238E27FC236}">
                <a16:creationId xmlns:a16="http://schemas.microsoft.com/office/drawing/2014/main" id="{B0053DAA-9C2C-8857-53CF-23C5361A7C95}"/>
              </a:ext>
            </a:extLst>
          </p:cNvPr>
          <p:cNvSpPr txBox="1"/>
          <p:nvPr/>
        </p:nvSpPr>
        <p:spPr>
          <a:xfrm>
            <a:off x="545558" y="7929516"/>
            <a:ext cx="557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4" name="CuadroTexto 1843">
            <a:extLst>
              <a:ext uri="{FF2B5EF4-FFF2-40B4-BE49-F238E27FC236}">
                <a16:creationId xmlns:a16="http://schemas.microsoft.com/office/drawing/2014/main" id="{D2AE36C4-3026-2F16-5E6C-E766DEDF4B78}"/>
              </a:ext>
            </a:extLst>
          </p:cNvPr>
          <p:cNvSpPr txBox="1"/>
          <p:nvPr/>
        </p:nvSpPr>
        <p:spPr>
          <a:xfrm>
            <a:off x="1232367" y="8143239"/>
            <a:ext cx="615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845" name="Conector: curvado 1844">
            <a:extLst>
              <a:ext uri="{FF2B5EF4-FFF2-40B4-BE49-F238E27FC236}">
                <a16:creationId xmlns:a16="http://schemas.microsoft.com/office/drawing/2014/main" id="{54F2FA56-7215-99C0-695C-CF0A6E5F947E}"/>
              </a:ext>
            </a:extLst>
          </p:cNvPr>
          <p:cNvCxnSpPr>
            <a:cxnSpLocks/>
            <a:stCxn id="1844" idx="1"/>
            <a:endCxn id="1843" idx="2"/>
          </p:cNvCxnSpPr>
          <p:nvPr/>
        </p:nvCxnSpPr>
        <p:spPr>
          <a:xfrm rot="10800000">
            <a:off x="824407" y="8191127"/>
            <a:ext cx="407960" cy="16755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8" name="Conector: angular 1837">
            <a:extLst>
              <a:ext uri="{FF2B5EF4-FFF2-40B4-BE49-F238E27FC236}">
                <a16:creationId xmlns:a16="http://schemas.microsoft.com/office/drawing/2014/main" id="{6164A5F4-2E26-8C15-D18A-DF7A378CA9AF}"/>
              </a:ext>
            </a:extLst>
          </p:cNvPr>
          <p:cNvCxnSpPr>
            <a:cxnSpLocks/>
            <a:stCxn id="1826" idx="0"/>
            <a:endCxn id="1827" idx="2"/>
          </p:cNvCxnSpPr>
          <p:nvPr/>
        </p:nvCxnSpPr>
        <p:spPr>
          <a:xfrm rot="5400000" flipH="1" flipV="1">
            <a:off x="476939" y="7946707"/>
            <a:ext cx="690588" cy="70799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68" name="CuadroTexto 1867">
            <a:extLst>
              <a:ext uri="{FF2B5EF4-FFF2-40B4-BE49-F238E27FC236}">
                <a16:creationId xmlns:a16="http://schemas.microsoft.com/office/drawing/2014/main" id="{BFC657A7-FA0D-2348-F2E7-503613F5E6E3}"/>
              </a:ext>
            </a:extLst>
          </p:cNvPr>
          <p:cNvSpPr txBox="1"/>
          <p:nvPr/>
        </p:nvSpPr>
        <p:spPr>
          <a:xfrm>
            <a:off x="646275" y="7406296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1869" name="Conector: curvado 1868">
            <a:extLst>
              <a:ext uri="{FF2B5EF4-FFF2-40B4-BE49-F238E27FC236}">
                <a16:creationId xmlns:a16="http://schemas.microsoft.com/office/drawing/2014/main" id="{1C5069C2-8603-212F-7000-CFF444E3B7B2}"/>
              </a:ext>
            </a:extLst>
          </p:cNvPr>
          <p:cNvCxnSpPr>
            <a:cxnSpLocks/>
            <a:stCxn id="1868" idx="1"/>
          </p:cNvCxnSpPr>
          <p:nvPr/>
        </p:nvCxnSpPr>
        <p:spPr>
          <a:xfrm rot="10800000">
            <a:off x="468087" y="7313913"/>
            <a:ext cx="178189" cy="22318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4" name="Conector: angular 1863">
            <a:extLst>
              <a:ext uri="{FF2B5EF4-FFF2-40B4-BE49-F238E27FC236}">
                <a16:creationId xmlns:a16="http://schemas.microsoft.com/office/drawing/2014/main" id="{61F86A51-15EC-C4C6-FAF8-1E5E1520E9EB}"/>
              </a:ext>
            </a:extLst>
          </p:cNvPr>
          <p:cNvCxnSpPr>
            <a:cxnSpLocks/>
            <a:stCxn id="1826" idx="0"/>
            <a:endCxn id="1828" idx="1"/>
          </p:cNvCxnSpPr>
          <p:nvPr/>
        </p:nvCxnSpPr>
        <p:spPr>
          <a:xfrm rot="5400000" flipH="1" flipV="1">
            <a:off x="-399713" y="7439887"/>
            <a:ext cx="2074061" cy="33815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73" name="CuadroTexto 1872">
            <a:extLst>
              <a:ext uri="{FF2B5EF4-FFF2-40B4-BE49-F238E27FC236}">
                <a16:creationId xmlns:a16="http://schemas.microsoft.com/office/drawing/2014/main" id="{AE7A94C2-9BF9-3A2D-CC2F-F3AD97EAB1D5}"/>
              </a:ext>
            </a:extLst>
          </p:cNvPr>
          <p:cNvSpPr txBox="1"/>
          <p:nvPr/>
        </p:nvSpPr>
        <p:spPr>
          <a:xfrm>
            <a:off x="552107" y="6595353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4" name="CuadroTexto 1873">
            <a:extLst>
              <a:ext uri="{FF2B5EF4-FFF2-40B4-BE49-F238E27FC236}">
                <a16:creationId xmlns:a16="http://schemas.microsoft.com/office/drawing/2014/main" id="{0C7C8EF1-1D4A-F551-D89A-F7CADFC9361C}"/>
              </a:ext>
            </a:extLst>
          </p:cNvPr>
          <p:cNvSpPr txBox="1"/>
          <p:nvPr/>
        </p:nvSpPr>
        <p:spPr>
          <a:xfrm>
            <a:off x="2031658" y="6437217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sp>
        <p:nvSpPr>
          <p:cNvPr id="1875" name="CuadroTexto 1874">
            <a:extLst>
              <a:ext uri="{FF2B5EF4-FFF2-40B4-BE49-F238E27FC236}">
                <a16:creationId xmlns:a16="http://schemas.microsoft.com/office/drawing/2014/main" id="{D4266C2F-78B3-11DF-03C7-44386EC04632}"/>
              </a:ext>
            </a:extLst>
          </p:cNvPr>
          <p:cNvSpPr txBox="1"/>
          <p:nvPr/>
        </p:nvSpPr>
        <p:spPr>
          <a:xfrm>
            <a:off x="2049169" y="7693798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cxnSp>
        <p:nvCxnSpPr>
          <p:cNvPr id="1876" name="Conector recto de flecha 1875">
            <a:extLst>
              <a:ext uri="{FF2B5EF4-FFF2-40B4-BE49-F238E27FC236}">
                <a16:creationId xmlns:a16="http://schemas.microsoft.com/office/drawing/2014/main" id="{50F1AA73-CBA2-1008-18F1-8F7820DD3320}"/>
              </a:ext>
            </a:extLst>
          </p:cNvPr>
          <p:cNvCxnSpPr>
            <a:cxnSpLocks/>
            <a:stCxn id="1828" idx="3"/>
            <a:endCxn id="1874" idx="1"/>
          </p:cNvCxnSpPr>
          <p:nvPr/>
        </p:nvCxnSpPr>
        <p:spPr>
          <a:xfrm flipV="1">
            <a:off x="1593791" y="6568022"/>
            <a:ext cx="437867" cy="39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0" name="Conector recto de flecha 1879">
            <a:extLst>
              <a:ext uri="{FF2B5EF4-FFF2-40B4-BE49-F238E27FC236}">
                <a16:creationId xmlns:a16="http://schemas.microsoft.com/office/drawing/2014/main" id="{A1027061-ED5D-E9ED-CAF3-0360D1C6B12A}"/>
              </a:ext>
            </a:extLst>
          </p:cNvPr>
          <p:cNvCxnSpPr>
            <a:cxnSpLocks/>
            <a:stCxn id="1827" idx="3"/>
            <a:endCxn id="1875" idx="1"/>
          </p:cNvCxnSpPr>
          <p:nvPr/>
        </p:nvCxnSpPr>
        <p:spPr>
          <a:xfrm>
            <a:off x="1480158" y="7824603"/>
            <a:ext cx="56901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3" name="CuadroTexto 1882">
            <a:extLst>
              <a:ext uri="{FF2B5EF4-FFF2-40B4-BE49-F238E27FC236}">
                <a16:creationId xmlns:a16="http://schemas.microsoft.com/office/drawing/2014/main" id="{D7D24C1B-2AE5-E945-BB6E-CCB08DF243CE}"/>
              </a:ext>
            </a:extLst>
          </p:cNvPr>
          <p:cNvSpPr txBox="1"/>
          <p:nvPr/>
        </p:nvSpPr>
        <p:spPr>
          <a:xfrm>
            <a:off x="443976" y="6827553"/>
            <a:ext cx="13487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</a:p>
        </p:txBody>
      </p:sp>
      <p:sp>
        <p:nvSpPr>
          <p:cNvPr id="1885" name="CuadroTexto 1884">
            <a:extLst>
              <a:ext uri="{FF2B5EF4-FFF2-40B4-BE49-F238E27FC236}">
                <a16:creationId xmlns:a16="http://schemas.microsoft.com/office/drawing/2014/main" id="{5C8C7A83-FF6D-1F33-3DEA-651A33E9D1C4}"/>
              </a:ext>
            </a:extLst>
          </p:cNvPr>
          <p:cNvSpPr txBox="1"/>
          <p:nvPr/>
        </p:nvSpPr>
        <p:spPr>
          <a:xfrm>
            <a:off x="2500824" y="8609745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cxnSp>
        <p:nvCxnSpPr>
          <p:cNvPr id="1886" name="Conector: angular 1885">
            <a:extLst>
              <a:ext uri="{FF2B5EF4-FFF2-40B4-BE49-F238E27FC236}">
                <a16:creationId xmlns:a16="http://schemas.microsoft.com/office/drawing/2014/main" id="{A518568B-C02A-0DD7-A852-8D99C972E39D}"/>
              </a:ext>
            </a:extLst>
          </p:cNvPr>
          <p:cNvCxnSpPr>
            <a:cxnSpLocks/>
            <a:stCxn id="1874" idx="3"/>
            <a:endCxn id="1885" idx="0"/>
          </p:cNvCxnSpPr>
          <p:nvPr/>
        </p:nvCxnSpPr>
        <p:spPr>
          <a:xfrm>
            <a:off x="2819053" y="6568022"/>
            <a:ext cx="150009" cy="204172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89" name="Conector: angular 1888">
            <a:extLst>
              <a:ext uri="{FF2B5EF4-FFF2-40B4-BE49-F238E27FC236}">
                <a16:creationId xmlns:a16="http://schemas.microsoft.com/office/drawing/2014/main" id="{330C8028-CC7E-F9A9-2DEE-F3585C246D8C}"/>
              </a:ext>
            </a:extLst>
          </p:cNvPr>
          <p:cNvCxnSpPr>
            <a:cxnSpLocks/>
            <a:stCxn id="1875" idx="3"/>
            <a:endCxn id="1885" idx="0"/>
          </p:cNvCxnSpPr>
          <p:nvPr/>
        </p:nvCxnSpPr>
        <p:spPr>
          <a:xfrm>
            <a:off x="2657029" y="7824603"/>
            <a:ext cx="312033" cy="78514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04" name="Conector: curvado 1903">
            <a:extLst>
              <a:ext uri="{FF2B5EF4-FFF2-40B4-BE49-F238E27FC236}">
                <a16:creationId xmlns:a16="http://schemas.microsoft.com/office/drawing/2014/main" id="{79428B6B-60DA-FAA8-6114-4121CC102435}"/>
              </a:ext>
            </a:extLst>
          </p:cNvPr>
          <p:cNvCxnSpPr>
            <a:cxnSpLocks/>
            <a:endCxn id="1905" idx="0"/>
          </p:cNvCxnSpPr>
          <p:nvPr/>
        </p:nvCxnSpPr>
        <p:spPr>
          <a:xfrm>
            <a:off x="3586311" y="7798713"/>
            <a:ext cx="581373" cy="7120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5" name="CuadroTexto 1904">
            <a:extLst>
              <a:ext uri="{FF2B5EF4-FFF2-40B4-BE49-F238E27FC236}">
                <a16:creationId xmlns:a16="http://schemas.microsoft.com/office/drawing/2014/main" id="{B40668EF-5ACF-931F-6C7C-2877111D22CB}"/>
              </a:ext>
            </a:extLst>
          </p:cNvPr>
          <p:cNvSpPr txBox="1"/>
          <p:nvPr/>
        </p:nvSpPr>
        <p:spPr>
          <a:xfrm>
            <a:off x="3922925" y="7869918"/>
            <a:ext cx="489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906" name="CuadroTexto 1905">
            <a:extLst>
              <a:ext uri="{FF2B5EF4-FFF2-40B4-BE49-F238E27FC236}">
                <a16:creationId xmlns:a16="http://schemas.microsoft.com/office/drawing/2014/main" id="{B941CC12-AA37-0B45-618C-B430AEFF7C08}"/>
              </a:ext>
            </a:extLst>
          </p:cNvPr>
          <p:cNvSpPr txBox="1"/>
          <p:nvPr/>
        </p:nvSpPr>
        <p:spPr>
          <a:xfrm>
            <a:off x="2971709" y="7354053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Fosfoenolpiruvato carboxiquinasa</a:t>
            </a:r>
          </a:p>
        </p:txBody>
      </p:sp>
      <p:cxnSp>
        <p:nvCxnSpPr>
          <p:cNvPr id="1892" name="Conector: angular 1891">
            <a:extLst>
              <a:ext uri="{FF2B5EF4-FFF2-40B4-BE49-F238E27FC236}">
                <a16:creationId xmlns:a16="http://schemas.microsoft.com/office/drawing/2014/main" id="{D692D1F9-4F4D-C88D-DC72-8B315997482B}"/>
              </a:ext>
            </a:extLst>
          </p:cNvPr>
          <p:cNvCxnSpPr>
            <a:cxnSpLocks/>
            <a:stCxn id="1885" idx="3"/>
            <a:endCxn id="1753" idx="1"/>
          </p:cNvCxnSpPr>
          <p:nvPr/>
        </p:nvCxnSpPr>
        <p:spPr>
          <a:xfrm flipV="1">
            <a:off x="3437299" y="7798711"/>
            <a:ext cx="1224540" cy="941839"/>
          </a:xfrm>
          <a:prstGeom prst="bentConnector3">
            <a:avLst>
              <a:gd name="adj1" fmla="val -819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21" name="Conector: angular 1920">
            <a:extLst>
              <a:ext uri="{FF2B5EF4-FFF2-40B4-BE49-F238E27FC236}">
                <a16:creationId xmlns:a16="http://schemas.microsoft.com/office/drawing/2014/main" id="{DE442FC4-7EFA-D504-D1F6-4E5CAA3CE61C}"/>
              </a:ext>
            </a:extLst>
          </p:cNvPr>
          <p:cNvCxnSpPr>
            <a:cxnSpLocks/>
            <a:stCxn id="1756" idx="2"/>
            <a:endCxn id="1781" idx="0"/>
          </p:cNvCxnSpPr>
          <p:nvPr/>
        </p:nvCxnSpPr>
        <p:spPr>
          <a:xfrm rot="5400000">
            <a:off x="3584866" y="8131469"/>
            <a:ext cx="1307084" cy="2361181"/>
          </a:xfrm>
          <a:prstGeom prst="bentConnector3">
            <a:avLst>
              <a:gd name="adj1" fmla="val 62659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28" name="Conector: angular 1927">
            <a:extLst>
              <a:ext uri="{FF2B5EF4-FFF2-40B4-BE49-F238E27FC236}">
                <a16:creationId xmlns:a16="http://schemas.microsoft.com/office/drawing/2014/main" id="{F3AA3284-5435-D89F-F49B-A0FB186DE0D1}"/>
              </a:ext>
            </a:extLst>
          </p:cNvPr>
          <p:cNvCxnSpPr>
            <a:cxnSpLocks/>
            <a:stCxn id="1756" idx="2"/>
            <a:endCxn id="1770" idx="0"/>
          </p:cNvCxnSpPr>
          <p:nvPr/>
        </p:nvCxnSpPr>
        <p:spPr>
          <a:xfrm rot="16200000" flipH="1">
            <a:off x="6041907" y="8035608"/>
            <a:ext cx="337501" cy="158331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33" name="CuadroTexto 1932">
            <a:extLst>
              <a:ext uri="{FF2B5EF4-FFF2-40B4-BE49-F238E27FC236}">
                <a16:creationId xmlns:a16="http://schemas.microsoft.com/office/drawing/2014/main" id="{2A3E6A78-AA26-7E07-DCBD-741AC8761E4D}"/>
              </a:ext>
            </a:extLst>
          </p:cNvPr>
          <p:cNvSpPr txBox="1"/>
          <p:nvPr/>
        </p:nvSpPr>
        <p:spPr>
          <a:xfrm>
            <a:off x="0" y="6198431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Mitocondria</a:t>
            </a:r>
          </a:p>
        </p:txBody>
      </p:sp>
      <p:sp>
        <p:nvSpPr>
          <p:cNvPr id="1934" name="CuadroTexto 1933">
            <a:extLst>
              <a:ext uri="{FF2B5EF4-FFF2-40B4-BE49-F238E27FC236}">
                <a16:creationId xmlns:a16="http://schemas.microsoft.com/office/drawing/2014/main" id="{6EBCD021-8212-36F3-D4CE-57B6E7F4DF71}"/>
              </a:ext>
            </a:extLst>
          </p:cNvPr>
          <p:cNvSpPr txBox="1"/>
          <p:nvPr/>
        </p:nvSpPr>
        <p:spPr>
          <a:xfrm>
            <a:off x="1094082" y="904452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Otros glúcidos</a:t>
            </a:r>
          </a:p>
        </p:txBody>
      </p:sp>
      <p:cxnSp>
        <p:nvCxnSpPr>
          <p:cNvPr id="1935" name="Conector: angular 1934">
            <a:extLst>
              <a:ext uri="{FF2B5EF4-FFF2-40B4-BE49-F238E27FC236}">
                <a16:creationId xmlns:a16="http://schemas.microsoft.com/office/drawing/2014/main" id="{AF82BA74-27D7-F34A-525A-126F4E4ADDC9}"/>
              </a:ext>
            </a:extLst>
          </p:cNvPr>
          <p:cNvCxnSpPr>
            <a:cxnSpLocks/>
            <a:stCxn id="1934" idx="3"/>
            <a:endCxn id="1720" idx="1"/>
          </p:cNvCxnSpPr>
          <p:nvPr/>
        </p:nvCxnSpPr>
        <p:spPr>
          <a:xfrm>
            <a:off x="2179636" y="1035257"/>
            <a:ext cx="2537398" cy="1656489"/>
          </a:xfrm>
          <a:prstGeom prst="bentConnector3">
            <a:avLst>
              <a:gd name="adj1" fmla="val 36082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1" name="Conector: angular 1940">
            <a:extLst>
              <a:ext uri="{FF2B5EF4-FFF2-40B4-BE49-F238E27FC236}">
                <a16:creationId xmlns:a16="http://schemas.microsoft.com/office/drawing/2014/main" id="{6AD8C07A-5CE0-D725-BEC7-01CA071B3312}"/>
              </a:ext>
            </a:extLst>
          </p:cNvPr>
          <p:cNvCxnSpPr>
            <a:cxnSpLocks/>
            <a:stCxn id="1934" idx="3"/>
            <a:endCxn id="1717" idx="1"/>
          </p:cNvCxnSpPr>
          <p:nvPr/>
        </p:nvCxnSpPr>
        <p:spPr>
          <a:xfrm>
            <a:off x="2179636" y="1035257"/>
            <a:ext cx="2552629" cy="872166"/>
          </a:xfrm>
          <a:prstGeom prst="bentConnector3">
            <a:avLst>
              <a:gd name="adj1" fmla="val 35918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ector: angular 1944">
            <a:extLst>
              <a:ext uri="{FF2B5EF4-FFF2-40B4-BE49-F238E27FC236}">
                <a16:creationId xmlns:a16="http://schemas.microsoft.com/office/drawing/2014/main" id="{B24CEA54-5746-5A6D-A894-29AB565FD451}"/>
              </a:ext>
            </a:extLst>
          </p:cNvPr>
          <p:cNvCxnSpPr>
            <a:cxnSpLocks/>
            <a:stCxn id="1934" idx="3"/>
            <a:endCxn id="1734" idx="1"/>
          </p:cNvCxnSpPr>
          <p:nvPr/>
        </p:nvCxnSpPr>
        <p:spPr>
          <a:xfrm>
            <a:off x="2179636" y="1035257"/>
            <a:ext cx="1479740" cy="3112319"/>
          </a:xfrm>
          <a:prstGeom prst="bentConnector3">
            <a:avLst>
              <a:gd name="adj1" fmla="val 61824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9" name="Conector: angular 1948">
            <a:extLst>
              <a:ext uri="{FF2B5EF4-FFF2-40B4-BE49-F238E27FC236}">
                <a16:creationId xmlns:a16="http://schemas.microsoft.com/office/drawing/2014/main" id="{4B27FD67-F722-46F7-2A39-5D0519B0D32A}"/>
              </a:ext>
            </a:extLst>
          </p:cNvPr>
          <p:cNvCxnSpPr>
            <a:cxnSpLocks/>
            <a:stCxn id="1934" idx="3"/>
            <a:endCxn id="1733" idx="1"/>
          </p:cNvCxnSpPr>
          <p:nvPr/>
        </p:nvCxnSpPr>
        <p:spPr>
          <a:xfrm>
            <a:off x="2179636" y="1035257"/>
            <a:ext cx="2290224" cy="3842496"/>
          </a:xfrm>
          <a:prstGeom prst="bentConnector3">
            <a:avLst>
              <a:gd name="adj1" fmla="val 3995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4" name="CuadroTexto 1953">
            <a:extLst>
              <a:ext uri="{FF2B5EF4-FFF2-40B4-BE49-F238E27FC236}">
                <a16:creationId xmlns:a16="http://schemas.microsoft.com/office/drawing/2014/main" id="{5D40E6AA-87BD-8CC6-65D0-85E2D6763934}"/>
              </a:ext>
            </a:extLst>
          </p:cNvPr>
          <p:cNvSpPr txBox="1"/>
          <p:nvPr/>
        </p:nvSpPr>
        <p:spPr>
          <a:xfrm>
            <a:off x="-3951" y="1909981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</a:t>
            </a:r>
          </a:p>
        </p:txBody>
      </p:sp>
      <p:cxnSp>
        <p:nvCxnSpPr>
          <p:cNvPr id="1955" name="Conector: angular 1954">
            <a:extLst>
              <a:ext uri="{FF2B5EF4-FFF2-40B4-BE49-F238E27FC236}">
                <a16:creationId xmlns:a16="http://schemas.microsoft.com/office/drawing/2014/main" id="{BE01CC8F-3C25-7DC3-2FFD-986F3673442F}"/>
              </a:ext>
            </a:extLst>
          </p:cNvPr>
          <p:cNvCxnSpPr>
            <a:cxnSpLocks/>
            <a:stCxn id="1717" idx="2"/>
            <a:endCxn id="1954" idx="2"/>
          </p:cNvCxnSpPr>
          <p:nvPr/>
        </p:nvCxnSpPr>
        <p:spPr>
          <a:xfrm rot="5400000">
            <a:off x="2838250" y="-370199"/>
            <a:ext cx="133363" cy="4950217"/>
          </a:xfrm>
          <a:prstGeom prst="bentConnector3">
            <a:avLst>
              <a:gd name="adj1" fmla="val 271412"/>
            </a:avLst>
          </a:prstGeom>
          <a:ln>
            <a:solidFill>
              <a:schemeClr val="accent3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2" name="CuadroTexto 1961">
            <a:extLst>
              <a:ext uri="{FF2B5EF4-FFF2-40B4-BE49-F238E27FC236}">
                <a16:creationId xmlns:a16="http://schemas.microsoft.com/office/drawing/2014/main" id="{F0598DB0-4CAC-A6DF-A1D6-1583CC4FFCF1}"/>
              </a:ext>
            </a:extLst>
          </p:cNvPr>
          <p:cNvSpPr txBox="1"/>
          <p:nvPr/>
        </p:nvSpPr>
        <p:spPr>
          <a:xfrm>
            <a:off x="1847744" y="2424678"/>
            <a:ext cx="1138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Glucógeno sintasa 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4)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3" name="CuadroTexto 1962">
            <a:extLst>
              <a:ext uri="{FF2B5EF4-FFF2-40B4-BE49-F238E27FC236}">
                <a16:creationId xmlns:a16="http://schemas.microsoft.com/office/drawing/2014/main" id="{B815847B-3F64-45C6-5FE6-14945BDE9F6E}"/>
              </a:ext>
            </a:extLst>
          </p:cNvPr>
          <p:cNvSpPr txBox="1"/>
          <p:nvPr/>
        </p:nvSpPr>
        <p:spPr>
          <a:xfrm>
            <a:off x="749228" y="2423643"/>
            <a:ext cx="13346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 </a:t>
            </a:r>
            <a:r>
              <a:rPr lang="es-ES" sz="11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ramificante</a:t>
            </a:r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9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6)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64" name="Conector: angular 1963">
            <a:extLst>
              <a:ext uri="{FF2B5EF4-FFF2-40B4-BE49-F238E27FC236}">
                <a16:creationId xmlns:a16="http://schemas.microsoft.com/office/drawing/2014/main" id="{9904558F-7977-3233-5B16-51EC88BAC822}"/>
              </a:ext>
            </a:extLst>
          </p:cNvPr>
          <p:cNvCxnSpPr>
            <a:cxnSpLocks/>
            <a:stCxn id="1717" idx="0"/>
            <a:endCxn id="1954" idx="0"/>
          </p:cNvCxnSpPr>
          <p:nvPr/>
        </p:nvCxnSpPr>
        <p:spPr>
          <a:xfrm rot="16200000" flipH="1" flipV="1">
            <a:off x="2838249" y="-631810"/>
            <a:ext cx="133363" cy="4950217"/>
          </a:xfrm>
          <a:prstGeom prst="bentConnector3">
            <a:avLst>
              <a:gd name="adj1" fmla="val -171412"/>
            </a:avLst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1" name="CuadroTexto 1970">
            <a:extLst>
              <a:ext uri="{FF2B5EF4-FFF2-40B4-BE49-F238E27FC236}">
                <a16:creationId xmlns:a16="http://schemas.microsoft.com/office/drawing/2014/main" id="{993FF52D-4421-9BEC-E4AD-C2471EA713B5}"/>
              </a:ext>
            </a:extLst>
          </p:cNvPr>
          <p:cNvSpPr txBox="1"/>
          <p:nvPr/>
        </p:nvSpPr>
        <p:spPr>
          <a:xfrm>
            <a:off x="-134750" y="1132089"/>
            <a:ext cx="1138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Glucógeno fosforilasa (</a:t>
            </a:r>
            <a:r>
              <a:rPr lang="es-ES" sz="11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2" name="CuadroTexto 1971">
            <a:extLst>
              <a:ext uri="{FF2B5EF4-FFF2-40B4-BE49-F238E27FC236}">
                <a16:creationId xmlns:a16="http://schemas.microsoft.com/office/drawing/2014/main" id="{1D6BCA8A-85BF-382A-AD5D-7830DD9B93AB}"/>
              </a:ext>
            </a:extLst>
          </p:cNvPr>
          <p:cNvSpPr txBox="1"/>
          <p:nvPr/>
        </p:nvSpPr>
        <p:spPr>
          <a:xfrm>
            <a:off x="796074" y="1137622"/>
            <a:ext cx="1411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Glucanotransferasa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,4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,4)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973" name="CuadroTexto 1972">
            <a:extLst>
              <a:ext uri="{FF2B5EF4-FFF2-40B4-BE49-F238E27FC236}">
                <a16:creationId xmlns:a16="http://schemas.microsoft.com/office/drawing/2014/main" id="{5CAF79F0-E8D8-7763-CE1C-816BC2D789B3}"/>
              </a:ext>
            </a:extLst>
          </p:cNvPr>
          <p:cNvSpPr txBox="1"/>
          <p:nvPr/>
        </p:nvSpPr>
        <p:spPr>
          <a:xfrm>
            <a:off x="1976800" y="1132852"/>
            <a:ext cx="1148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Glucosidasa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6 - Glucosa)</a:t>
            </a:r>
            <a:r>
              <a:rPr lang="es-ES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979" name="Conector: angular 1978">
            <a:extLst>
              <a:ext uri="{FF2B5EF4-FFF2-40B4-BE49-F238E27FC236}">
                <a16:creationId xmlns:a16="http://schemas.microsoft.com/office/drawing/2014/main" id="{2B01686F-9AE4-011D-A6F4-91BDCC1D4D0F}"/>
              </a:ext>
            </a:extLst>
          </p:cNvPr>
          <p:cNvCxnSpPr>
            <a:cxnSpLocks/>
            <a:stCxn id="1934" idx="3"/>
            <a:endCxn id="1705" idx="1"/>
          </p:cNvCxnSpPr>
          <p:nvPr/>
        </p:nvCxnSpPr>
        <p:spPr>
          <a:xfrm>
            <a:off x="2179636" y="1035257"/>
            <a:ext cx="2849185" cy="140715"/>
          </a:xfrm>
          <a:prstGeom prst="bentConnector3">
            <a:avLst>
              <a:gd name="adj1" fmla="val 3217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8" name="CuadroTexto 1987">
            <a:extLst>
              <a:ext uri="{FF2B5EF4-FFF2-40B4-BE49-F238E27FC236}">
                <a16:creationId xmlns:a16="http://schemas.microsoft.com/office/drawing/2014/main" id="{2CB3FDE9-802C-69F6-0B75-638F1E9A0F44}"/>
              </a:ext>
            </a:extLst>
          </p:cNvPr>
          <p:cNvSpPr txBox="1"/>
          <p:nvPr/>
        </p:nvSpPr>
        <p:spPr>
          <a:xfrm>
            <a:off x="126799" y="3623188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Ribosa-5-fosfato</a:t>
            </a:r>
          </a:p>
        </p:txBody>
      </p:sp>
      <p:sp>
        <p:nvSpPr>
          <p:cNvPr id="1998" name="CuadroTexto 1997">
            <a:extLst>
              <a:ext uri="{FF2B5EF4-FFF2-40B4-BE49-F238E27FC236}">
                <a16:creationId xmlns:a16="http://schemas.microsoft.com/office/drawing/2014/main" id="{3AA7EE9E-E0B9-AA2F-34BE-E9ABFBB53017}"/>
              </a:ext>
            </a:extLst>
          </p:cNvPr>
          <p:cNvSpPr txBox="1"/>
          <p:nvPr/>
        </p:nvSpPr>
        <p:spPr>
          <a:xfrm>
            <a:off x="1659497" y="3914252"/>
            <a:ext cx="715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cxnSp>
        <p:nvCxnSpPr>
          <p:cNvPr id="1999" name="Conector: curvado 1998">
            <a:extLst>
              <a:ext uri="{FF2B5EF4-FFF2-40B4-BE49-F238E27FC236}">
                <a16:creationId xmlns:a16="http://schemas.microsoft.com/office/drawing/2014/main" id="{70F51F3A-C397-EB25-1C11-B989A8568B82}"/>
              </a:ext>
            </a:extLst>
          </p:cNvPr>
          <p:cNvCxnSpPr>
            <a:cxnSpLocks/>
            <a:endCxn id="1998" idx="0"/>
          </p:cNvCxnSpPr>
          <p:nvPr/>
        </p:nvCxnSpPr>
        <p:spPr>
          <a:xfrm rot="10800000" flipV="1">
            <a:off x="2017050" y="3759200"/>
            <a:ext cx="350845" cy="15505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2" name="Conector: angular 1991">
            <a:extLst>
              <a:ext uri="{FF2B5EF4-FFF2-40B4-BE49-F238E27FC236}">
                <a16:creationId xmlns:a16="http://schemas.microsoft.com/office/drawing/2014/main" id="{5D4A5993-FE59-5C9C-D894-7FB23C691F23}"/>
              </a:ext>
            </a:extLst>
          </p:cNvPr>
          <p:cNvCxnSpPr>
            <a:cxnSpLocks/>
            <a:stCxn id="1717" idx="1"/>
            <a:endCxn id="1988" idx="3"/>
          </p:cNvCxnSpPr>
          <p:nvPr/>
        </p:nvCxnSpPr>
        <p:spPr>
          <a:xfrm rot="10800000" flipV="1">
            <a:off x="1345403" y="1907423"/>
            <a:ext cx="3386863" cy="1846570"/>
          </a:xfrm>
          <a:prstGeom prst="bentConnector3">
            <a:avLst>
              <a:gd name="adj1" fmla="val 54154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2" name="CuadroTexto 2001">
            <a:extLst>
              <a:ext uri="{FF2B5EF4-FFF2-40B4-BE49-F238E27FC236}">
                <a16:creationId xmlns:a16="http://schemas.microsoft.com/office/drawing/2014/main" id="{7BB3EB8C-C88C-28F1-47D4-4836160C6555}"/>
              </a:ext>
            </a:extLst>
          </p:cNvPr>
          <p:cNvSpPr txBox="1"/>
          <p:nvPr/>
        </p:nvSpPr>
        <p:spPr>
          <a:xfrm>
            <a:off x="7051770" y="5707784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09" name="CuadroTexto 2008">
            <a:extLst>
              <a:ext uri="{FF2B5EF4-FFF2-40B4-BE49-F238E27FC236}">
                <a16:creationId xmlns:a16="http://schemas.microsoft.com/office/drawing/2014/main" id="{7F581F6A-2EEC-C774-75F7-85CD64B10FB8}"/>
              </a:ext>
            </a:extLst>
          </p:cNvPr>
          <p:cNvSpPr txBox="1"/>
          <p:nvPr/>
        </p:nvSpPr>
        <p:spPr>
          <a:xfrm>
            <a:off x="6393014" y="5044649"/>
            <a:ext cx="715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2010" name="CuadroTexto 2009">
            <a:extLst>
              <a:ext uri="{FF2B5EF4-FFF2-40B4-BE49-F238E27FC236}">
                <a16:creationId xmlns:a16="http://schemas.microsoft.com/office/drawing/2014/main" id="{5A7C2454-0441-4CC0-AEA6-808D0377AF26}"/>
              </a:ext>
            </a:extLst>
          </p:cNvPr>
          <p:cNvSpPr txBox="1"/>
          <p:nvPr/>
        </p:nvSpPr>
        <p:spPr>
          <a:xfrm>
            <a:off x="6368137" y="4805829"/>
            <a:ext cx="715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2011" name="Conector: curvado 2010">
            <a:extLst>
              <a:ext uri="{FF2B5EF4-FFF2-40B4-BE49-F238E27FC236}">
                <a16:creationId xmlns:a16="http://schemas.microsoft.com/office/drawing/2014/main" id="{467FD739-7CB5-ED7B-1894-5709219A9668}"/>
              </a:ext>
            </a:extLst>
          </p:cNvPr>
          <p:cNvCxnSpPr>
            <a:cxnSpLocks/>
            <a:stCxn id="2010" idx="3"/>
          </p:cNvCxnSpPr>
          <p:nvPr/>
        </p:nvCxnSpPr>
        <p:spPr>
          <a:xfrm flipV="1">
            <a:off x="7083240" y="4533172"/>
            <a:ext cx="185068" cy="40346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4" name="Conector: curvado 2013">
            <a:extLst>
              <a:ext uri="{FF2B5EF4-FFF2-40B4-BE49-F238E27FC236}">
                <a16:creationId xmlns:a16="http://schemas.microsoft.com/office/drawing/2014/main" id="{D0E2DC23-8BEB-E607-9730-E98849EADAB4}"/>
              </a:ext>
            </a:extLst>
          </p:cNvPr>
          <p:cNvCxnSpPr>
            <a:cxnSpLocks/>
            <a:stCxn id="2009" idx="3"/>
          </p:cNvCxnSpPr>
          <p:nvPr/>
        </p:nvCxnSpPr>
        <p:spPr>
          <a:xfrm flipV="1">
            <a:off x="7108117" y="4847995"/>
            <a:ext cx="171704" cy="32745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3" name="Conector: angular 2002">
            <a:extLst>
              <a:ext uri="{FF2B5EF4-FFF2-40B4-BE49-F238E27FC236}">
                <a16:creationId xmlns:a16="http://schemas.microsoft.com/office/drawing/2014/main" id="{28C0F06F-CC5F-598C-C019-3585F0AD23B9}"/>
              </a:ext>
            </a:extLst>
          </p:cNvPr>
          <p:cNvCxnSpPr>
            <a:cxnSpLocks/>
            <a:stCxn id="2002" idx="0"/>
            <a:endCxn id="1735" idx="3"/>
          </p:cNvCxnSpPr>
          <p:nvPr/>
        </p:nvCxnSpPr>
        <p:spPr>
          <a:xfrm rot="16200000" flipV="1">
            <a:off x="6362331" y="4793764"/>
            <a:ext cx="1560208" cy="267832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7" name="Rectángulo 2016">
            <a:extLst>
              <a:ext uri="{FF2B5EF4-FFF2-40B4-BE49-F238E27FC236}">
                <a16:creationId xmlns:a16="http://schemas.microsoft.com/office/drawing/2014/main" id="{1817435A-EAA6-C054-135A-01AC44977BC4}"/>
              </a:ext>
            </a:extLst>
          </p:cNvPr>
          <p:cNvSpPr/>
          <p:nvPr/>
        </p:nvSpPr>
        <p:spPr>
          <a:xfrm>
            <a:off x="103155" y="4430952"/>
            <a:ext cx="2237402" cy="114804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19" name="CuadroTexto 2018">
            <a:extLst>
              <a:ext uri="{FF2B5EF4-FFF2-40B4-BE49-F238E27FC236}">
                <a16:creationId xmlns:a16="http://schemas.microsoft.com/office/drawing/2014/main" id="{C9353783-12C9-82F7-B50A-94DA9AF5E3DE}"/>
              </a:ext>
            </a:extLst>
          </p:cNvPr>
          <p:cNvSpPr txBox="1"/>
          <p:nvPr/>
        </p:nvSpPr>
        <p:spPr>
          <a:xfrm>
            <a:off x="379426" y="4430952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Glucolisis</a:t>
            </a:r>
          </a:p>
        </p:txBody>
      </p:sp>
      <p:sp>
        <p:nvSpPr>
          <p:cNvPr id="2020" name="CuadroTexto 2019">
            <a:extLst>
              <a:ext uri="{FF2B5EF4-FFF2-40B4-BE49-F238E27FC236}">
                <a16:creationId xmlns:a16="http://schemas.microsoft.com/office/drawing/2014/main" id="{94A03DFD-9F8D-5BF7-4CA8-EEE2A7DE10F5}"/>
              </a:ext>
            </a:extLst>
          </p:cNvPr>
          <p:cNvSpPr txBox="1"/>
          <p:nvPr/>
        </p:nvSpPr>
        <p:spPr>
          <a:xfrm>
            <a:off x="379426" y="4539205"/>
            <a:ext cx="1276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sp>
        <p:nvSpPr>
          <p:cNvPr id="2021" name="CuadroTexto 2020">
            <a:extLst>
              <a:ext uri="{FF2B5EF4-FFF2-40B4-BE49-F238E27FC236}">
                <a16:creationId xmlns:a16="http://schemas.microsoft.com/office/drawing/2014/main" id="{5E6C2C1F-E315-63D6-CA6D-C874C03D6FCB}"/>
              </a:ext>
            </a:extLst>
          </p:cNvPr>
          <p:cNvSpPr txBox="1"/>
          <p:nvPr/>
        </p:nvSpPr>
        <p:spPr>
          <a:xfrm>
            <a:off x="379426" y="4652033"/>
            <a:ext cx="1104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Glucogenolisis</a:t>
            </a:r>
            <a:endParaRPr lang="es-ES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2" name="CuadroTexto 2021">
            <a:extLst>
              <a:ext uri="{FF2B5EF4-FFF2-40B4-BE49-F238E27FC236}">
                <a16:creationId xmlns:a16="http://schemas.microsoft.com/office/drawing/2014/main" id="{306A44B3-8445-E218-F7C1-2608A8E6B4F2}"/>
              </a:ext>
            </a:extLst>
          </p:cNvPr>
          <p:cNvSpPr txBox="1"/>
          <p:nvPr/>
        </p:nvSpPr>
        <p:spPr>
          <a:xfrm>
            <a:off x="379426" y="4775888"/>
            <a:ext cx="13548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Glucogenogénesis</a:t>
            </a:r>
            <a:endParaRPr lang="es-ES" sz="11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3" name="CuadroTexto 2022">
            <a:extLst>
              <a:ext uri="{FF2B5EF4-FFF2-40B4-BE49-F238E27FC236}">
                <a16:creationId xmlns:a16="http://schemas.microsoft.com/office/drawing/2014/main" id="{1861B4B3-F2DA-EAA5-7D10-147CFB4FC390}"/>
              </a:ext>
            </a:extLst>
          </p:cNvPr>
          <p:cNvSpPr txBox="1"/>
          <p:nvPr/>
        </p:nvSpPr>
        <p:spPr>
          <a:xfrm>
            <a:off x="384506" y="4891615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Destinos del piruvato</a:t>
            </a:r>
          </a:p>
        </p:txBody>
      </p:sp>
      <p:sp>
        <p:nvSpPr>
          <p:cNvPr id="2024" name="CuadroTexto 2023">
            <a:extLst>
              <a:ext uri="{FF2B5EF4-FFF2-40B4-BE49-F238E27FC236}">
                <a16:creationId xmlns:a16="http://schemas.microsoft.com/office/drawing/2014/main" id="{D0E7D09F-3C49-B7D3-44D0-393B8B48FE04}"/>
              </a:ext>
            </a:extLst>
          </p:cNvPr>
          <p:cNvSpPr txBox="1"/>
          <p:nvPr/>
        </p:nvSpPr>
        <p:spPr>
          <a:xfrm>
            <a:off x="382982" y="5002100"/>
            <a:ext cx="2023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de otros compuestos</a:t>
            </a:r>
          </a:p>
        </p:txBody>
      </p:sp>
      <p:cxnSp>
        <p:nvCxnSpPr>
          <p:cNvPr id="2025" name="Conector recto 2024">
            <a:extLst>
              <a:ext uri="{FF2B5EF4-FFF2-40B4-BE49-F238E27FC236}">
                <a16:creationId xmlns:a16="http://schemas.microsoft.com/office/drawing/2014/main" id="{B01805B0-E5CC-93DC-EFD4-6A8CC4C709E8}"/>
              </a:ext>
            </a:extLst>
          </p:cNvPr>
          <p:cNvCxnSpPr/>
          <p:nvPr/>
        </p:nvCxnSpPr>
        <p:spPr>
          <a:xfrm>
            <a:off x="176526" y="4560652"/>
            <a:ext cx="25915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6" name="Conector recto 2025">
            <a:extLst>
              <a:ext uri="{FF2B5EF4-FFF2-40B4-BE49-F238E27FC236}">
                <a16:creationId xmlns:a16="http://schemas.microsoft.com/office/drawing/2014/main" id="{295FF2E9-EC03-F156-934C-2AC558A0C1FE}"/>
              </a:ext>
            </a:extLst>
          </p:cNvPr>
          <p:cNvCxnSpPr/>
          <p:nvPr/>
        </p:nvCxnSpPr>
        <p:spPr>
          <a:xfrm>
            <a:off x="177742" y="4671133"/>
            <a:ext cx="25915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7" name="Conector recto 2026">
            <a:extLst>
              <a:ext uri="{FF2B5EF4-FFF2-40B4-BE49-F238E27FC236}">
                <a16:creationId xmlns:a16="http://schemas.microsoft.com/office/drawing/2014/main" id="{607833BC-C3D1-4067-3A9A-A168CC44292A}"/>
              </a:ext>
            </a:extLst>
          </p:cNvPr>
          <p:cNvCxnSpPr/>
          <p:nvPr/>
        </p:nvCxnSpPr>
        <p:spPr>
          <a:xfrm>
            <a:off x="177742" y="4781536"/>
            <a:ext cx="2591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8" name="Conector recto 2027">
            <a:extLst>
              <a:ext uri="{FF2B5EF4-FFF2-40B4-BE49-F238E27FC236}">
                <a16:creationId xmlns:a16="http://schemas.microsoft.com/office/drawing/2014/main" id="{073D4F1A-55C3-9D67-5C46-40F338786576}"/>
              </a:ext>
            </a:extLst>
          </p:cNvPr>
          <p:cNvCxnSpPr/>
          <p:nvPr/>
        </p:nvCxnSpPr>
        <p:spPr>
          <a:xfrm>
            <a:off x="177742" y="4906416"/>
            <a:ext cx="25915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9" name="Conector recto 2028">
            <a:extLst>
              <a:ext uri="{FF2B5EF4-FFF2-40B4-BE49-F238E27FC236}">
                <a16:creationId xmlns:a16="http://schemas.microsoft.com/office/drawing/2014/main" id="{82E482F1-D478-F17C-2728-C3B0CD0D0230}"/>
              </a:ext>
            </a:extLst>
          </p:cNvPr>
          <p:cNvCxnSpPr/>
          <p:nvPr/>
        </p:nvCxnSpPr>
        <p:spPr>
          <a:xfrm>
            <a:off x="176892" y="5012840"/>
            <a:ext cx="25915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0" name="Conector recto 2029">
            <a:extLst>
              <a:ext uri="{FF2B5EF4-FFF2-40B4-BE49-F238E27FC236}">
                <a16:creationId xmlns:a16="http://schemas.microsoft.com/office/drawing/2014/main" id="{69C19AFE-07A0-51F8-812B-131D8B7B1754}"/>
              </a:ext>
            </a:extLst>
          </p:cNvPr>
          <p:cNvCxnSpPr/>
          <p:nvPr/>
        </p:nvCxnSpPr>
        <p:spPr>
          <a:xfrm>
            <a:off x="177742" y="5126926"/>
            <a:ext cx="259158" cy="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1" name="Conector recto 2030">
            <a:extLst>
              <a:ext uri="{FF2B5EF4-FFF2-40B4-BE49-F238E27FC236}">
                <a16:creationId xmlns:a16="http://schemas.microsoft.com/office/drawing/2014/main" id="{D9962198-E080-22E5-040F-DBBFB81FAD4E}"/>
              </a:ext>
            </a:extLst>
          </p:cNvPr>
          <p:cNvCxnSpPr/>
          <p:nvPr/>
        </p:nvCxnSpPr>
        <p:spPr>
          <a:xfrm>
            <a:off x="175812" y="5231469"/>
            <a:ext cx="259158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2" name="CuadroTexto 2031">
            <a:extLst>
              <a:ext uri="{FF2B5EF4-FFF2-40B4-BE49-F238E27FC236}">
                <a16:creationId xmlns:a16="http://schemas.microsoft.com/office/drawing/2014/main" id="{9E9ADE0B-F440-9357-EA53-ED693991716D}"/>
              </a:ext>
            </a:extLst>
          </p:cNvPr>
          <p:cNvSpPr txBox="1"/>
          <p:nvPr/>
        </p:nvSpPr>
        <p:spPr>
          <a:xfrm>
            <a:off x="380834" y="5112036"/>
            <a:ext cx="1968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tx2">
                    <a:lumMod val="25000"/>
                    <a:lumOff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de las pentosas fosfato</a:t>
            </a:r>
          </a:p>
        </p:txBody>
      </p:sp>
      <p:sp>
        <p:nvSpPr>
          <p:cNvPr id="2033" name="CuadroTexto 2032">
            <a:extLst>
              <a:ext uri="{FF2B5EF4-FFF2-40B4-BE49-F238E27FC236}">
                <a16:creationId xmlns:a16="http://schemas.microsoft.com/office/drawing/2014/main" id="{91EA08A1-446E-BED8-1235-F93FB420912C}"/>
              </a:ext>
            </a:extLst>
          </p:cNvPr>
          <p:cNvSpPr txBox="1"/>
          <p:nvPr/>
        </p:nvSpPr>
        <p:spPr>
          <a:xfrm>
            <a:off x="380834" y="5242841"/>
            <a:ext cx="1128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Calvin</a:t>
            </a:r>
          </a:p>
        </p:txBody>
      </p:sp>
      <p:cxnSp>
        <p:nvCxnSpPr>
          <p:cNvPr id="2034" name="Conector recto 2033">
            <a:extLst>
              <a:ext uri="{FF2B5EF4-FFF2-40B4-BE49-F238E27FC236}">
                <a16:creationId xmlns:a16="http://schemas.microsoft.com/office/drawing/2014/main" id="{AE5EC768-65BE-396F-673C-327C070B6EED}"/>
              </a:ext>
            </a:extLst>
          </p:cNvPr>
          <p:cNvCxnSpPr/>
          <p:nvPr/>
        </p:nvCxnSpPr>
        <p:spPr>
          <a:xfrm>
            <a:off x="177741" y="5365491"/>
            <a:ext cx="25915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5" name="CuadroTexto 2034">
            <a:extLst>
              <a:ext uri="{FF2B5EF4-FFF2-40B4-BE49-F238E27FC236}">
                <a16:creationId xmlns:a16="http://schemas.microsoft.com/office/drawing/2014/main" id="{F0CFA8E5-C7F8-D181-EAE4-07116CC62CDD}"/>
              </a:ext>
            </a:extLst>
          </p:cNvPr>
          <p:cNvSpPr txBox="1"/>
          <p:nvPr/>
        </p:nvSpPr>
        <p:spPr>
          <a:xfrm>
            <a:off x="0" y="821920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856" name="CuadroTexto 1855">
            <a:extLst>
              <a:ext uri="{FF2B5EF4-FFF2-40B4-BE49-F238E27FC236}">
                <a16:creationId xmlns:a16="http://schemas.microsoft.com/office/drawing/2014/main" id="{9D9FF81D-C387-6271-9A22-1E048E6B01AE}"/>
              </a:ext>
            </a:extLst>
          </p:cNvPr>
          <p:cNvSpPr txBox="1"/>
          <p:nvPr/>
        </p:nvSpPr>
        <p:spPr>
          <a:xfrm>
            <a:off x="5651231" y="5699261"/>
            <a:ext cx="584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7" name="CuadroTexto 1856">
            <a:extLst>
              <a:ext uri="{FF2B5EF4-FFF2-40B4-BE49-F238E27FC236}">
                <a16:creationId xmlns:a16="http://schemas.microsoft.com/office/drawing/2014/main" id="{466655C9-6EE5-18D4-0FC6-7249E51C3924}"/>
              </a:ext>
            </a:extLst>
          </p:cNvPr>
          <p:cNvSpPr txBox="1"/>
          <p:nvPr/>
        </p:nvSpPr>
        <p:spPr>
          <a:xfrm>
            <a:off x="5642647" y="5948342"/>
            <a:ext cx="593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58" name="Conector: curvado 1857">
            <a:extLst>
              <a:ext uri="{FF2B5EF4-FFF2-40B4-BE49-F238E27FC236}">
                <a16:creationId xmlns:a16="http://schemas.microsoft.com/office/drawing/2014/main" id="{021E8DBC-8D85-B6F8-0F74-A8D657A24ED3}"/>
              </a:ext>
            </a:extLst>
          </p:cNvPr>
          <p:cNvCxnSpPr>
            <a:cxnSpLocks/>
            <a:stCxn id="1857" idx="1"/>
            <a:endCxn id="1856" idx="1"/>
          </p:cNvCxnSpPr>
          <p:nvPr/>
        </p:nvCxnSpPr>
        <p:spPr>
          <a:xfrm rot="10800000" flipH="1">
            <a:off x="5642647" y="5830067"/>
            <a:ext cx="8584" cy="249081"/>
          </a:xfrm>
          <a:prstGeom prst="curvedConnector3">
            <a:avLst>
              <a:gd name="adj1" fmla="val -26630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9" name="CuadroTexto 1858">
            <a:extLst>
              <a:ext uri="{FF2B5EF4-FFF2-40B4-BE49-F238E27FC236}">
                <a16:creationId xmlns:a16="http://schemas.microsoft.com/office/drawing/2014/main" id="{611E2155-EC94-0D07-82AA-794F6429434C}"/>
              </a:ext>
            </a:extLst>
          </p:cNvPr>
          <p:cNvSpPr txBox="1"/>
          <p:nvPr/>
        </p:nvSpPr>
        <p:spPr>
          <a:xfrm>
            <a:off x="5677507" y="5005399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860" name="CuadroTexto 1859">
            <a:extLst>
              <a:ext uri="{FF2B5EF4-FFF2-40B4-BE49-F238E27FC236}">
                <a16:creationId xmlns:a16="http://schemas.microsoft.com/office/drawing/2014/main" id="{6CF1FFDB-613B-55CC-6270-B9F9534526BA}"/>
              </a:ext>
            </a:extLst>
          </p:cNvPr>
          <p:cNvSpPr txBox="1"/>
          <p:nvPr/>
        </p:nvSpPr>
        <p:spPr>
          <a:xfrm>
            <a:off x="5688223" y="526626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861" name="Conector: curvado 1860">
            <a:extLst>
              <a:ext uri="{FF2B5EF4-FFF2-40B4-BE49-F238E27FC236}">
                <a16:creationId xmlns:a16="http://schemas.microsoft.com/office/drawing/2014/main" id="{297E34E4-B911-18CC-0FCD-E05E2A44C8A0}"/>
              </a:ext>
            </a:extLst>
          </p:cNvPr>
          <p:cNvCxnSpPr>
            <a:cxnSpLocks/>
            <a:stCxn id="1860" idx="1"/>
            <a:endCxn id="1859" idx="1"/>
          </p:cNvCxnSpPr>
          <p:nvPr/>
        </p:nvCxnSpPr>
        <p:spPr>
          <a:xfrm rot="10800000">
            <a:off x="5677507" y="5136205"/>
            <a:ext cx="10716" cy="260869"/>
          </a:xfrm>
          <a:prstGeom prst="curvedConnector3">
            <a:avLst>
              <a:gd name="adj1" fmla="val 250501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2" name="Conector recto de flecha 1861">
            <a:extLst>
              <a:ext uri="{FF2B5EF4-FFF2-40B4-BE49-F238E27FC236}">
                <a16:creationId xmlns:a16="http://schemas.microsoft.com/office/drawing/2014/main" id="{FAF56BD9-50AF-2D9C-E85E-6E7BCB7ED815}"/>
              </a:ext>
            </a:extLst>
          </p:cNvPr>
          <p:cNvCxnSpPr>
            <a:cxnSpLocks/>
            <a:stCxn id="1737" idx="2"/>
            <a:endCxn id="1742" idx="0"/>
          </p:cNvCxnSpPr>
          <p:nvPr/>
        </p:nvCxnSpPr>
        <p:spPr>
          <a:xfrm>
            <a:off x="5418998" y="5738735"/>
            <a:ext cx="0" cy="4673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1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240</Words>
  <Application>Microsoft Office PowerPoint</Application>
  <PresentationFormat>Personalizado</PresentationFormat>
  <Paragraphs>99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20</cp:revision>
  <dcterms:created xsi:type="dcterms:W3CDTF">2025-10-09T08:39:27Z</dcterms:created>
  <dcterms:modified xsi:type="dcterms:W3CDTF">2025-10-15T07:07:34Z</dcterms:modified>
</cp:coreProperties>
</file>