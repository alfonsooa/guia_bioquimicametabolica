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1699" y="-28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4" name="Conector: curvado 2103">
            <a:extLst>
              <a:ext uri="{FF2B5EF4-FFF2-40B4-BE49-F238E27FC236}">
                <a16:creationId xmlns:a16="http://schemas.microsoft.com/office/drawing/2014/main" id="{10C16CE9-ECD1-3E43-FAC4-A1B8880E3EDB}"/>
              </a:ext>
            </a:extLst>
          </p:cNvPr>
          <p:cNvCxnSpPr>
            <a:cxnSpLocks/>
            <a:endCxn id="2105" idx="2"/>
          </p:cNvCxnSpPr>
          <p:nvPr/>
        </p:nvCxnSpPr>
        <p:spPr>
          <a:xfrm flipV="1">
            <a:off x="2114550" y="7092861"/>
            <a:ext cx="495450" cy="9684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3F9F44AC-8964-C314-547F-96C5C0AEED72}"/>
              </a:ext>
            </a:extLst>
          </p:cNvPr>
          <p:cNvSpPr txBox="1"/>
          <p:nvPr/>
        </p:nvSpPr>
        <p:spPr>
          <a:xfrm>
            <a:off x="3428619" y="27065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0CFAA0-2AD7-4F35-3E0E-E6690110E3AB}"/>
              </a:ext>
            </a:extLst>
          </p:cNvPr>
          <p:cNvSpPr txBox="1"/>
          <p:nvPr/>
        </p:nvSpPr>
        <p:spPr>
          <a:xfrm>
            <a:off x="3428619" y="1045167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grpSp>
        <p:nvGrpSpPr>
          <p:cNvPr id="8" name="Group 1385">
            <a:extLst>
              <a:ext uri="{FF2B5EF4-FFF2-40B4-BE49-F238E27FC236}">
                <a16:creationId xmlns:a16="http://schemas.microsoft.com/office/drawing/2014/main" id="{511AA9AC-D0CA-CAC8-5506-E063E762D0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9" name="Group 1386">
              <a:extLst>
                <a:ext uri="{FF2B5EF4-FFF2-40B4-BE49-F238E27FC236}">
                  <a16:creationId xmlns:a16="http://schemas.microsoft.com/office/drawing/2014/main" id="{A74F9B6C-80C2-AE02-0FFB-C43D8CE02E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7" name="Oval 1387">
                <a:extLst>
                  <a:ext uri="{FF2B5EF4-FFF2-40B4-BE49-F238E27FC236}">
                    <a16:creationId xmlns:a16="http://schemas.microsoft.com/office/drawing/2014/main" id="{E579CA1B-FC39-F5F0-4B88-3C3E9829B2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8" name="Oval 1388">
                <a:extLst>
                  <a:ext uri="{FF2B5EF4-FFF2-40B4-BE49-F238E27FC236}">
                    <a16:creationId xmlns:a16="http://schemas.microsoft.com/office/drawing/2014/main" id="{96E73860-8ACD-3EBD-F87B-D7D5811E78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9" name="Freeform 1389">
                <a:extLst>
                  <a:ext uri="{FF2B5EF4-FFF2-40B4-BE49-F238E27FC236}">
                    <a16:creationId xmlns:a16="http://schemas.microsoft.com/office/drawing/2014/main" id="{2FFD66EA-D8B4-EDB3-D0EC-F83F558B5D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1390">
                <a:extLst>
                  <a:ext uri="{FF2B5EF4-FFF2-40B4-BE49-F238E27FC236}">
                    <a16:creationId xmlns:a16="http://schemas.microsoft.com/office/drawing/2014/main" id="{9FC3EF44-B1A8-D3C8-FA48-355115DB90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Freeform 1391">
                <a:extLst>
                  <a:ext uri="{FF2B5EF4-FFF2-40B4-BE49-F238E27FC236}">
                    <a16:creationId xmlns:a16="http://schemas.microsoft.com/office/drawing/2014/main" id="{3835E7A8-8A0A-F0EE-BE6A-2546076A6F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Oval 1392">
                <a:extLst>
                  <a:ext uri="{FF2B5EF4-FFF2-40B4-BE49-F238E27FC236}">
                    <a16:creationId xmlns:a16="http://schemas.microsoft.com/office/drawing/2014/main" id="{837AFCD7-7D8E-2208-80AD-0021792175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393">
              <a:extLst>
                <a:ext uri="{FF2B5EF4-FFF2-40B4-BE49-F238E27FC236}">
                  <a16:creationId xmlns:a16="http://schemas.microsoft.com/office/drawing/2014/main" id="{2531976F-6290-793F-1EC1-058DC22867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21" name="Oval 1394">
                <a:extLst>
                  <a:ext uri="{FF2B5EF4-FFF2-40B4-BE49-F238E27FC236}">
                    <a16:creationId xmlns:a16="http://schemas.microsoft.com/office/drawing/2014/main" id="{B832538D-6925-83C6-91C6-305B5748B5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2" name="Oval 1395">
                <a:extLst>
                  <a:ext uri="{FF2B5EF4-FFF2-40B4-BE49-F238E27FC236}">
                    <a16:creationId xmlns:a16="http://schemas.microsoft.com/office/drawing/2014/main" id="{C2C4B34B-D365-AC21-304C-3594C1CA4D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" name="Freeform 1396">
                <a:extLst>
                  <a:ext uri="{FF2B5EF4-FFF2-40B4-BE49-F238E27FC236}">
                    <a16:creationId xmlns:a16="http://schemas.microsoft.com/office/drawing/2014/main" id="{B39B06C7-8A5C-AA04-E7C4-A8B97E7377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1397">
                <a:extLst>
                  <a:ext uri="{FF2B5EF4-FFF2-40B4-BE49-F238E27FC236}">
                    <a16:creationId xmlns:a16="http://schemas.microsoft.com/office/drawing/2014/main" id="{DA7DFA50-9413-F626-9721-2FB235D700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398">
                <a:extLst>
                  <a:ext uri="{FF2B5EF4-FFF2-40B4-BE49-F238E27FC236}">
                    <a16:creationId xmlns:a16="http://schemas.microsoft.com/office/drawing/2014/main" id="{80DB0807-82D6-96E1-BA32-32D50B824F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Oval 1399">
                <a:extLst>
                  <a:ext uri="{FF2B5EF4-FFF2-40B4-BE49-F238E27FC236}">
                    <a16:creationId xmlns:a16="http://schemas.microsoft.com/office/drawing/2014/main" id="{96C49184-4F50-EC7B-06C6-E531DC1E47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00">
              <a:extLst>
                <a:ext uri="{FF2B5EF4-FFF2-40B4-BE49-F238E27FC236}">
                  <a16:creationId xmlns:a16="http://schemas.microsoft.com/office/drawing/2014/main" id="{DAE6FEB7-DD22-B8FA-783B-B2620835F5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5" name="Oval 1401">
                <a:extLst>
                  <a:ext uri="{FF2B5EF4-FFF2-40B4-BE49-F238E27FC236}">
                    <a16:creationId xmlns:a16="http://schemas.microsoft.com/office/drawing/2014/main" id="{94752421-1AD2-782B-E827-74AF572ADC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6" name="Oval 1402">
                <a:extLst>
                  <a:ext uri="{FF2B5EF4-FFF2-40B4-BE49-F238E27FC236}">
                    <a16:creationId xmlns:a16="http://schemas.microsoft.com/office/drawing/2014/main" id="{1AD4AAA5-C85B-1499-911A-31270EE6ED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" name="Freeform 1403">
                <a:extLst>
                  <a:ext uri="{FF2B5EF4-FFF2-40B4-BE49-F238E27FC236}">
                    <a16:creationId xmlns:a16="http://schemas.microsoft.com/office/drawing/2014/main" id="{6B056801-2B07-EAF4-35F2-2889DE2A2F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1404">
                <a:extLst>
                  <a:ext uri="{FF2B5EF4-FFF2-40B4-BE49-F238E27FC236}">
                    <a16:creationId xmlns:a16="http://schemas.microsoft.com/office/drawing/2014/main" id="{EFB83015-1E2D-0C43-44F8-02E2E5811F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405">
                <a:extLst>
                  <a:ext uri="{FF2B5EF4-FFF2-40B4-BE49-F238E27FC236}">
                    <a16:creationId xmlns:a16="http://schemas.microsoft.com/office/drawing/2014/main" id="{A47C2A11-8D90-64B3-D3F5-780F7F84A8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Oval 1406">
                <a:extLst>
                  <a:ext uri="{FF2B5EF4-FFF2-40B4-BE49-F238E27FC236}">
                    <a16:creationId xmlns:a16="http://schemas.microsoft.com/office/drawing/2014/main" id="{1B8FE716-0F35-D6BB-34A1-711E1A9D70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07">
              <a:extLst>
                <a:ext uri="{FF2B5EF4-FFF2-40B4-BE49-F238E27FC236}">
                  <a16:creationId xmlns:a16="http://schemas.microsoft.com/office/drawing/2014/main" id="{CCB9AFFA-A5DE-EE5C-4813-10DAA4B4C4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9" name="Oval 1408">
                <a:extLst>
                  <a:ext uri="{FF2B5EF4-FFF2-40B4-BE49-F238E27FC236}">
                    <a16:creationId xmlns:a16="http://schemas.microsoft.com/office/drawing/2014/main" id="{DE12319E-22F3-961E-12B4-815D00853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0" name="Oval 1409">
                <a:extLst>
                  <a:ext uri="{FF2B5EF4-FFF2-40B4-BE49-F238E27FC236}">
                    <a16:creationId xmlns:a16="http://schemas.microsoft.com/office/drawing/2014/main" id="{7C73F194-DA36-D140-3AC0-2E4D3B8C87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" name="Freeform 1410">
                <a:extLst>
                  <a:ext uri="{FF2B5EF4-FFF2-40B4-BE49-F238E27FC236}">
                    <a16:creationId xmlns:a16="http://schemas.microsoft.com/office/drawing/2014/main" id="{64C118E4-2B82-710F-1510-02D0EE0098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1411">
                <a:extLst>
                  <a:ext uri="{FF2B5EF4-FFF2-40B4-BE49-F238E27FC236}">
                    <a16:creationId xmlns:a16="http://schemas.microsoft.com/office/drawing/2014/main" id="{88B6B959-5775-AD85-8910-54E4E359B7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412">
                <a:extLst>
                  <a:ext uri="{FF2B5EF4-FFF2-40B4-BE49-F238E27FC236}">
                    <a16:creationId xmlns:a16="http://schemas.microsoft.com/office/drawing/2014/main" id="{3CD1AE0B-C2BA-42FE-5CD9-4359792F8A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Oval 1413">
                <a:extLst>
                  <a:ext uri="{FF2B5EF4-FFF2-40B4-BE49-F238E27FC236}">
                    <a16:creationId xmlns:a16="http://schemas.microsoft.com/office/drawing/2014/main" id="{0B0400C1-A1D4-A68C-0E3C-03A472E238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14">
              <a:extLst>
                <a:ext uri="{FF2B5EF4-FFF2-40B4-BE49-F238E27FC236}">
                  <a16:creationId xmlns:a16="http://schemas.microsoft.com/office/drawing/2014/main" id="{AFBE7FFD-169B-A194-5EEE-18E91A0B30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03" name="Oval 1415">
                <a:extLst>
                  <a:ext uri="{FF2B5EF4-FFF2-40B4-BE49-F238E27FC236}">
                    <a16:creationId xmlns:a16="http://schemas.microsoft.com/office/drawing/2014/main" id="{BF11D70E-512F-5087-BB38-4BDDCCE5E5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" name="Oval 1416">
                <a:extLst>
                  <a:ext uri="{FF2B5EF4-FFF2-40B4-BE49-F238E27FC236}">
                    <a16:creationId xmlns:a16="http://schemas.microsoft.com/office/drawing/2014/main" id="{74EC852F-17E6-07CA-1AF7-4776B288CA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" name="Freeform 1417">
                <a:extLst>
                  <a:ext uri="{FF2B5EF4-FFF2-40B4-BE49-F238E27FC236}">
                    <a16:creationId xmlns:a16="http://schemas.microsoft.com/office/drawing/2014/main" id="{869571CF-8FB4-59FA-2BE8-D73329FC08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1418">
                <a:extLst>
                  <a:ext uri="{FF2B5EF4-FFF2-40B4-BE49-F238E27FC236}">
                    <a16:creationId xmlns:a16="http://schemas.microsoft.com/office/drawing/2014/main" id="{007F7DE2-CA99-8EDB-831F-DBDF326495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419">
                <a:extLst>
                  <a:ext uri="{FF2B5EF4-FFF2-40B4-BE49-F238E27FC236}">
                    <a16:creationId xmlns:a16="http://schemas.microsoft.com/office/drawing/2014/main" id="{FBC4632A-43AF-6F4F-DF16-E4664A4F15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Oval 1420">
                <a:extLst>
                  <a:ext uri="{FF2B5EF4-FFF2-40B4-BE49-F238E27FC236}">
                    <a16:creationId xmlns:a16="http://schemas.microsoft.com/office/drawing/2014/main" id="{378EFB43-7ED6-C34D-77C5-55D9B9B13C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21">
              <a:extLst>
                <a:ext uri="{FF2B5EF4-FFF2-40B4-BE49-F238E27FC236}">
                  <a16:creationId xmlns:a16="http://schemas.microsoft.com/office/drawing/2014/main" id="{051C4F23-0C2A-79F7-7E8B-BEC0C39BB2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7" name="Oval 1422">
                <a:extLst>
                  <a:ext uri="{FF2B5EF4-FFF2-40B4-BE49-F238E27FC236}">
                    <a16:creationId xmlns:a16="http://schemas.microsoft.com/office/drawing/2014/main" id="{6DC3C038-FC4D-48F0-36E0-D85378D53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" name="Oval 1423">
                <a:extLst>
                  <a:ext uri="{FF2B5EF4-FFF2-40B4-BE49-F238E27FC236}">
                    <a16:creationId xmlns:a16="http://schemas.microsoft.com/office/drawing/2014/main" id="{C3514CD4-59C8-DD74-6843-9DC9C04E0A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" name="Freeform 1424">
                <a:extLst>
                  <a:ext uri="{FF2B5EF4-FFF2-40B4-BE49-F238E27FC236}">
                    <a16:creationId xmlns:a16="http://schemas.microsoft.com/office/drawing/2014/main" id="{BDB6A4DE-1730-909B-35DC-9DB92E31F6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1425">
                <a:extLst>
                  <a:ext uri="{FF2B5EF4-FFF2-40B4-BE49-F238E27FC236}">
                    <a16:creationId xmlns:a16="http://schemas.microsoft.com/office/drawing/2014/main" id="{BACBDDBA-A0A3-7729-4ACF-C6E9E593E1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426">
                <a:extLst>
                  <a:ext uri="{FF2B5EF4-FFF2-40B4-BE49-F238E27FC236}">
                    <a16:creationId xmlns:a16="http://schemas.microsoft.com/office/drawing/2014/main" id="{168422BD-FC99-C695-BA19-801C5EE69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Oval 1427">
                <a:extLst>
                  <a:ext uri="{FF2B5EF4-FFF2-40B4-BE49-F238E27FC236}">
                    <a16:creationId xmlns:a16="http://schemas.microsoft.com/office/drawing/2014/main" id="{F48EEB2B-AA7F-4AEC-CD25-D9B581BDBD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28">
              <a:extLst>
                <a:ext uri="{FF2B5EF4-FFF2-40B4-BE49-F238E27FC236}">
                  <a16:creationId xmlns:a16="http://schemas.microsoft.com/office/drawing/2014/main" id="{0A937BAC-48B9-4EF5-3A87-F2DC31D6BA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91" name="Oval 1429">
                <a:extLst>
                  <a:ext uri="{FF2B5EF4-FFF2-40B4-BE49-F238E27FC236}">
                    <a16:creationId xmlns:a16="http://schemas.microsoft.com/office/drawing/2014/main" id="{17CDCD08-6038-723B-1B8A-22DFDEDE85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2" name="Oval 1430">
                <a:extLst>
                  <a:ext uri="{FF2B5EF4-FFF2-40B4-BE49-F238E27FC236}">
                    <a16:creationId xmlns:a16="http://schemas.microsoft.com/office/drawing/2014/main" id="{55757528-68B1-770C-7B2B-E88C49AF41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" name="Freeform 1431">
                <a:extLst>
                  <a:ext uri="{FF2B5EF4-FFF2-40B4-BE49-F238E27FC236}">
                    <a16:creationId xmlns:a16="http://schemas.microsoft.com/office/drawing/2014/main" id="{3103A8A1-9080-0874-761D-1A4DA0FA80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1432">
                <a:extLst>
                  <a:ext uri="{FF2B5EF4-FFF2-40B4-BE49-F238E27FC236}">
                    <a16:creationId xmlns:a16="http://schemas.microsoft.com/office/drawing/2014/main" id="{3D3D4544-F829-716C-66FF-AB2AFBB273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433">
                <a:extLst>
                  <a:ext uri="{FF2B5EF4-FFF2-40B4-BE49-F238E27FC236}">
                    <a16:creationId xmlns:a16="http://schemas.microsoft.com/office/drawing/2014/main" id="{742F4DDF-A60D-D704-8371-41AECFE92A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Oval 1434">
                <a:extLst>
                  <a:ext uri="{FF2B5EF4-FFF2-40B4-BE49-F238E27FC236}">
                    <a16:creationId xmlns:a16="http://schemas.microsoft.com/office/drawing/2014/main" id="{ADC0A8A6-83CF-4FB1-2EF6-8AF102554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35">
              <a:extLst>
                <a:ext uri="{FF2B5EF4-FFF2-40B4-BE49-F238E27FC236}">
                  <a16:creationId xmlns:a16="http://schemas.microsoft.com/office/drawing/2014/main" id="{7B4C0B07-D2D8-6B00-B90B-C2811FBDC4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5" name="Oval 1436">
                <a:extLst>
                  <a:ext uri="{FF2B5EF4-FFF2-40B4-BE49-F238E27FC236}">
                    <a16:creationId xmlns:a16="http://schemas.microsoft.com/office/drawing/2014/main" id="{6F7ED7E0-0555-77B4-3A87-625490D6A2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6" name="Oval 1437">
                <a:extLst>
                  <a:ext uri="{FF2B5EF4-FFF2-40B4-BE49-F238E27FC236}">
                    <a16:creationId xmlns:a16="http://schemas.microsoft.com/office/drawing/2014/main" id="{1AED0D0F-E6EF-1973-EFF0-C21284C236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" name="Freeform 1438">
                <a:extLst>
                  <a:ext uri="{FF2B5EF4-FFF2-40B4-BE49-F238E27FC236}">
                    <a16:creationId xmlns:a16="http://schemas.microsoft.com/office/drawing/2014/main" id="{19AC72CF-084B-E7EC-C15F-139B163ADC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1439">
                <a:extLst>
                  <a:ext uri="{FF2B5EF4-FFF2-40B4-BE49-F238E27FC236}">
                    <a16:creationId xmlns:a16="http://schemas.microsoft.com/office/drawing/2014/main" id="{D39DA081-77D7-3FE5-7791-9559480682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440">
                <a:extLst>
                  <a:ext uri="{FF2B5EF4-FFF2-40B4-BE49-F238E27FC236}">
                    <a16:creationId xmlns:a16="http://schemas.microsoft.com/office/drawing/2014/main" id="{C2C0DA59-2619-CBC5-5AA2-B72617A137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Oval 1441">
                <a:extLst>
                  <a:ext uri="{FF2B5EF4-FFF2-40B4-BE49-F238E27FC236}">
                    <a16:creationId xmlns:a16="http://schemas.microsoft.com/office/drawing/2014/main" id="{45CEE83F-6731-4B80-39A3-F24A071FF2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42">
              <a:extLst>
                <a:ext uri="{FF2B5EF4-FFF2-40B4-BE49-F238E27FC236}">
                  <a16:creationId xmlns:a16="http://schemas.microsoft.com/office/drawing/2014/main" id="{FF34FAF0-80EC-D6F3-586E-CB52296BCE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9" name="Oval 1443">
                <a:extLst>
                  <a:ext uri="{FF2B5EF4-FFF2-40B4-BE49-F238E27FC236}">
                    <a16:creationId xmlns:a16="http://schemas.microsoft.com/office/drawing/2014/main" id="{B7223847-7EB1-8B93-7369-1BC4317A8C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0" name="Oval 1444">
                <a:extLst>
                  <a:ext uri="{FF2B5EF4-FFF2-40B4-BE49-F238E27FC236}">
                    <a16:creationId xmlns:a16="http://schemas.microsoft.com/office/drawing/2014/main" id="{1553D78B-A70C-EAEA-F6E7-534A10714F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1" name="Freeform 1445">
                <a:extLst>
                  <a:ext uri="{FF2B5EF4-FFF2-40B4-BE49-F238E27FC236}">
                    <a16:creationId xmlns:a16="http://schemas.microsoft.com/office/drawing/2014/main" id="{047148AA-2A1C-0CF8-2D39-72E0893942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1446">
                <a:extLst>
                  <a:ext uri="{FF2B5EF4-FFF2-40B4-BE49-F238E27FC236}">
                    <a16:creationId xmlns:a16="http://schemas.microsoft.com/office/drawing/2014/main" id="{DE9F016F-605C-AE4F-C38E-1044A7F52E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447">
                <a:extLst>
                  <a:ext uri="{FF2B5EF4-FFF2-40B4-BE49-F238E27FC236}">
                    <a16:creationId xmlns:a16="http://schemas.microsoft.com/office/drawing/2014/main" id="{09CA3F9D-F40E-DECE-8EE5-1D00887850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Oval 1448">
                <a:extLst>
                  <a:ext uri="{FF2B5EF4-FFF2-40B4-BE49-F238E27FC236}">
                    <a16:creationId xmlns:a16="http://schemas.microsoft.com/office/drawing/2014/main" id="{E16D283C-8FBA-E707-FB7D-350991B53D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49">
              <a:extLst>
                <a:ext uri="{FF2B5EF4-FFF2-40B4-BE49-F238E27FC236}">
                  <a16:creationId xmlns:a16="http://schemas.microsoft.com/office/drawing/2014/main" id="{7A601326-DCCB-0625-0CF1-F773CBF086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73" name="Oval 1450">
                <a:extLst>
                  <a:ext uri="{FF2B5EF4-FFF2-40B4-BE49-F238E27FC236}">
                    <a16:creationId xmlns:a16="http://schemas.microsoft.com/office/drawing/2014/main" id="{E46043B1-A973-0C05-3F71-4C11E3E6F8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4" name="Oval 1451">
                <a:extLst>
                  <a:ext uri="{FF2B5EF4-FFF2-40B4-BE49-F238E27FC236}">
                    <a16:creationId xmlns:a16="http://schemas.microsoft.com/office/drawing/2014/main" id="{38AC932C-A06D-0183-0291-A6E087BD8A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" name="Freeform 1452">
                <a:extLst>
                  <a:ext uri="{FF2B5EF4-FFF2-40B4-BE49-F238E27FC236}">
                    <a16:creationId xmlns:a16="http://schemas.microsoft.com/office/drawing/2014/main" id="{7FA9D0C4-E8CD-9ACA-8147-B13C8F5C6D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1453">
                <a:extLst>
                  <a:ext uri="{FF2B5EF4-FFF2-40B4-BE49-F238E27FC236}">
                    <a16:creationId xmlns:a16="http://schemas.microsoft.com/office/drawing/2014/main" id="{B69A6A80-4904-E107-BB5D-27B025F6AA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454">
                <a:extLst>
                  <a:ext uri="{FF2B5EF4-FFF2-40B4-BE49-F238E27FC236}">
                    <a16:creationId xmlns:a16="http://schemas.microsoft.com/office/drawing/2014/main" id="{FAC12BCC-4FE6-90A3-5EEB-9B52DEE9EA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Oval 1455">
                <a:extLst>
                  <a:ext uri="{FF2B5EF4-FFF2-40B4-BE49-F238E27FC236}">
                    <a16:creationId xmlns:a16="http://schemas.microsoft.com/office/drawing/2014/main" id="{581D6922-5225-4367-2877-F5A9707A93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56">
              <a:extLst>
                <a:ext uri="{FF2B5EF4-FFF2-40B4-BE49-F238E27FC236}">
                  <a16:creationId xmlns:a16="http://schemas.microsoft.com/office/drawing/2014/main" id="{DAE36486-39C9-9B62-563A-5D9EB80E8D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7" name="Oval 1457">
                <a:extLst>
                  <a:ext uri="{FF2B5EF4-FFF2-40B4-BE49-F238E27FC236}">
                    <a16:creationId xmlns:a16="http://schemas.microsoft.com/office/drawing/2014/main" id="{A325BD89-5F9D-A815-0BE6-49297C7521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8" name="Oval 1458">
                <a:extLst>
                  <a:ext uri="{FF2B5EF4-FFF2-40B4-BE49-F238E27FC236}">
                    <a16:creationId xmlns:a16="http://schemas.microsoft.com/office/drawing/2014/main" id="{53A1CAD5-3BCD-9BDA-35F7-629580A694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" name="Freeform 1459">
                <a:extLst>
                  <a:ext uri="{FF2B5EF4-FFF2-40B4-BE49-F238E27FC236}">
                    <a16:creationId xmlns:a16="http://schemas.microsoft.com/office/drawing/2014/main" id="{F7C630A0-80DE-657B-85D2-5E1264FEB8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460">
                <a:extLst>
                  <a:ext uri="{FF2B5EF4-FFF2-40B4-BE49-F238E27FC236}">
                    <a16:creationId xmlns:a16="http://schemas.microsoft.com/office/drawing/2014/main" id="{E1EF644B-0C28-D05A-A5DC-4AAFF7CC5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461">
                <a:extLst>
                  <a:ext uri="{FF2B5EF4-FFF2-40B4-BE49-F238E27FC236}">
                    <a16:creationId xmlns:a16="http://schemas.microsoft.com/office/drawing/2014/main" id="{C242E16F-15ED-10FA-9421-326E481394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Oval 1462">
                <a:extLst>
                  <a:ext uri="{FF2B5EF4-FFF2-40B4-BE49-F238E27FC236}">
                    <a16:creationId xmlns:a16="http://schemas.microsoft.com/office/drawing/2014/main" id="{8564EF9E-563A-7E90-970C-A846B4F8A0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63">
              <a:extLst>
                <a:ext uri="{FF2B5EF4-FFF2-40B4-BE49-F238E27FC236}">
                  <a16:creationId xmlns:a16="http://schemas.microsoft.com/office/drawing/2014/main" id="{196D1C8A-7740-D482-5958-BB1819F5B3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61" name="Oval 1464">
                <a:extLst>
                  <a:ext uri="{FF2B5EF4-FFF2-40B4-BE49-F238E27FC236}">
                    <a16:creationId xmlns:a16="http://schemas.microsoft.com/office/drawing/2014/main" id="{AB4396C5-D536-5452-2A21-7B9FD51E29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" name="Oval 1465">
                <a:extLst>
                  <a:ext uri="{FF2B5EF4-FFF2-40B4-BE49-F238E27FC236}">
                    <a16:creationId xmlns:a16="http://schemas.microsoft.com/office/drawing/2014/main" id="{9FE15EEC-A6AB-E388-BBE3-A90A899E1D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" name="Freeform 1466">
                <a:extLst>
                  <a:ext uri="{FF2B5EF4-FFF2-40B4-BE49-F238E27FC236}">
                    <a16:creationId xmlns:a16="http://schemas.microsoft.com/office/drawing/2014/main" id="{411CE04F-D806-878A-9A9F-9502A06DEC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1467">
                <a:extLst>
                  <a:ext uri="{FF2B5EF4-FFF2-40B4-BE49-F238E27FC236}">
                    <a16:creationId xmlns:a16="http://schemas.microsoft.com/office/drawing/2014/main" id="{958F72B7-B7F7-2EC1-3BF6-33C5200C3F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468">
                <a:extLst>
                  <a:ext uri="{FF2B5EF4-FFF2-40B4-BE49-F238E27FC236}">
                    <a16:creationId xmlns:a16="http://schemas.microsoft.com/office/drawing/2014/main" id="{4D56F251-4BDB-B28D-AA10-8A71D4F115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Oval 1469">
                <a:extLst>
                  <a:ext uri="{FF2B5EF4-FFF2-40B4-BE49-F238E27FC236}">
                    <a16:creationId xmlns:a16="http://schemas.microsoft.com/office/drawing/2014/main" id="{0186E182-2518-7BE4-CB25-F309700A69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470">
              <a:extLst>
                <a:ext uri="{FF2B5EF4-FFF2-40B4-BE49-F238E27FC236}">
                  <a16:creationId xmlns:a16="http://schemas.microsoft.com/office/drawing/2014/main" id="{43F6568A-F8E4-A6AC-0E88-B3B0188B70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5" name="Oval 1471">
                <a:extLst>
                  <a:ext uri="{FF2B5EF4-FFF2-40B4-BE49-F238E27FC236}">
                    <a16:creationId xmlns:a16="http://schemas.microsoft.com/office/drawing/2014/main" id="{DBE23DBC-E744-1035-BE8E-B97EC31524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" name="Oval 1472">
                <a:extLst>
                  <a:ext uri="{FF2B5EF4-FFF2-40B4-BE49-F238E27FC236}">
                    <a16:creationId xmlns:a16="http://schemas.microsoft.com/office/drawing/2014/main" id="{E9A84AAB-09A1-1354-909F-919F6C6409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" name="Freeform 1473">
                <a:extLst>
                  <a:ext uri="{FF2B5EF4-FFF2-40B4-BE49-F238E27FC236}">
                    <a16:creationId xmlns:a16="http://schemas.microsoft.com/office/drawing/2014/main" id="{DE4281C5-BA1A-FA37-1984-06E27C0B6B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1474">
                <a:extLst>
                  <a:ext uri="{FF2B5EF4-FFF2-40B4-BE49-F238E27FC236}">
                    <a16:creationId xmlns:a16="http://schemas.microsoft.com/office/drawing/2014/main" id="{BA4B92E2-DD00-48EF-3CD7-FCC3D623E6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475">
                <a:extLst>
                  <a:ext uri="{FF2B5EF4-FFF2-40B4-BE49-F238E27FC236}">
                    <a16:creationId xmlns:a16="http://schemas.microsoft.com/office/drawing/2014/main" id="{1D5067B4-B418-59F0-2638-8978EE9ABE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Oval 1476">
                <a:extLst>
                  <a:ext uri="{FF2B5EF4-FFF2-40B4-BE49-F238E27FC236}">
                    <a16:creationId xmlns:a16="http://schemas.microsoft.com/office/drawing/2014/main" id="{E968D954-CA2E-BD26-19FE-E1CBD7D4B9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477">
              <a:extLst>
                <a:ext uri="{FF2B5EF4-FFF2-40B4-BE49-F238E27FC236}">
                  <a16:creationId xmlns:a16="http://schemas.microsoft.com/office/drawing/2014/main" id="{D5A90752-C077-10F0-DE36-01264A022F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9" name="Oval 1478">
                <a:extLst>
                  <a:ext uri="{FF2B5EF4-FFF2-40B4-BE49-F238E27FC236}">
                    <a16:creationId xmlns:a16="http://schemas.microsoft.com/office/drawing/2014/main" id="{342E3CC2-3AA4-ABD7-4E28-26F4437A7D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" name="Oval 1479">
                <a:extLst>
                  <a:ext uri="{FF2B5EF4-FFF2-40B4-BE49-F238E27FC236}">
                    <a16:creationId xmlns:a16="http://schemas.microsoft.com/office/drawing/2014/main" id="{B0414577-4DB6-F173-F884-3A3B921C7E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" name="Freeform 1480">
                <a:extLst>
                  <a:ext uri="{FF2B5EF4-FFF2-40B4-BE49-F238E27FC236}">
                    <a16:creationId xmlns:a16="http://schemas.microsoft.com/office/drawing/2014/main" id="{0801FA1D-5B63-1C98-3089-6CDDB71B0F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1481">
                <a:extLst>
                  <a:ext uri="{FF2B5EF4-FFF2-40B4-BE49-F238E27FC236}">
                    <a16:creationId xmlns:a16="http://schemas.microsoft.com/office/drawing/2014/main" id="{013F3A8E-DEDE-4CC2-DAE6-54045084F6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482">
                <a:extLst>
                  <a:ext uri="{FF2B5EF4-FFF2-40B4-BE49-F238E27FC236}">
                    <a16:creationId xmlns:a16="http://schemas.microsoft.com/office/drawing/2014/main" id="{87DA2E7F-6166-E236-9853-061F01092B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Oval 1483">
                <a:extLst>
                  <a:ext uri="{FF2B5EF4-FFF2-40B4-BE49-F238E27FC236}">
                    <a16:creationId xmlns:a16="http://schemas.microsoft.com/office/drawing/2014/main" id="{1AA1522E-F5AD-F90A-B5D4-4A93D6C287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484">
              <a:extLst>
                <a:ext uri="{FF2B5EF4-FFF2-40B4-BE49-F238E27FC236}">
                  <a16:creationId xmlns:a16="http://schemas.microsoft.com/office/drawing/2014/main" id="{6698B063-A6BF-2A15-2597-288562EB6B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43" name="Oval 1485">
                <a:extLst>
                  <a:ext uri="{FF2B5EF4-FFF2-40B4-BE49-F238E27FC236}">
                    <a16:creationId xmlns:a16="http://schemas.microsoft.com/office/drawing/2014/main" id="{B191CD54-1410-2A26-A755-E29C168119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" name="Oval 1486">
                <a:extLst>
                  <a:ext uri="{FF2B5EF4-FFF2-40B4-BE49-F238E27FC236}">
                    <a16:creationId xmlns:a16="http://schemas.microsoft.com/office/drawing/2014/main" id="{CBA862B2-61BF-A5A5-2FEB-9ACE51A5F4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" name="Freeform 1487">
                <a:extLst>
                  <a:ext uri="{FF2B5EF4-FFF2-40B4-BE49-F238E27FC236}">
                    <a16:creationId xmlns:a16="http://schemas.microsoft.com/office/drawing/2014/main" id="{93797AE0-86E5-035E-38C1-B1CE49872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1488">
                <a:extLst>
                  <a:ext uri="{FF2B5EF4-FFF2-40B4-BE49-F238E27FC236}">
                    <a16:creationId xmlns:a16="http://schemas.microsoft.com/office/drawing/2014/main" id="{31ABE743-85BC-F4A1-865D-71D8B32FB3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489">
                <a:extLst>
                  <a:ext uri="{FF2B5EF4-FFF2-40B4-BE49-F238E27FC236}">
                    <a16:creationId xmlns:a16="http://schemas.microsoft.com/office/drawing/2014/main" id="{D2DDCE1B-8BE5-C407-89DD-65D3C98F7D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Oval 1490">
                <a:extLst>
                  <a:ext uri="{FF2B5EF4-FFF2-40B4-BE49-F238E27FC236}">
                    <a16:creationId xmlns:a16="http://schemas.microsoft.com/office/drawing/2014/main" id="{70BA99CC-D85D-0E2A-3AC2-8F49CCCA29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491">
              <a:extLst>
                <a:ext uri="{FF2B5EF4-FFF2-40B4-BE49-F238E27FC236}">
                  <a16:creationId xmlns:a16="http://schemas.microsoft.com/office/drawing/2014/main" id="{59D2AEA6-DE43-3369-2860-D28D04E02C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7" name="Oval 1492">
                <a:extLst>
                  <a:ext uri="{FF2B5EF4-FFF2-40B4-BE49-F238E27FC236}">
                    <a16:creationId xmlns:a16="http://schemas.microsoft.com/office/drawing/2014/main" id="{B6BF1B9C-C249-2BFB-3F4C-5D797865AE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" name="Oval 1493">
                <a:extLst>
                  <a:ext uri="{FF2B5EF4-FFF2-40B4-BE49-F238E27FC236}">
                    <a16:creationId xmlns:a16="http://schemas.microsoft.com/office/drawing/2014/main" id="{6D7E564F-1563-136C-E1FB-C89FC67F6D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" name="Freeform 1494">
                <a:extLst>
                  <a:ext uri="{FF2B5EF4-FFF2-40B4-BE49-F238E27FC236}">
                    <a16:creationId xmlns:a16="http://schemas.microsoft.com/office/drawing/2014/main" id="{E58F880C-B5D6-64B0-DDC2-F4EB99C3EB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1495">
                <a:extLst>
                  <a:ext uri="{FF2B5EF4-FFF2-40B4-BE49-F238E27FC236}">
                    <a16:creationId xmlns:a16="http://schemas.microsoft.com/office/drawing/2014/main" id="{234DDD4B-CC23-8682-CEF9-0356E5B262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496">
                <a:extLst>
                  <a:ext uri="{FF2B5EF4-FFF2-40B4-BE49-F238E27FC236}">
                    <a16:creationId xmlns:a16="http://schemas.microsoft.com/office/drawing/2014/main" id="{00E7E04C-BA10-32DD-0591-CA7B8879EF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Oval 1497">
                <a:extLst>
                  <a:ext uri="{FF2B5EF4-FFF2-40B4-BE49-F238E27FC236}">
                    <a16:creationId xmlns:a16="http://schemas.microsoft.com/office/drawing/2014/main" id="{D9725AB0-8794-F0D6-119E-BEC355C0C6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498">
              <a:extLst>
                <a:ext uri="{FF2B5EF4-FFF2-40B4-BE49-F238E27FC236}">
                  <a16:creationId xmlns:a16="http://schemas.microsoft.com/office/drawing/2014/main" id="{7504D3B3-0AB7-12D2-A050-CBCD82CD6A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31" name="Oval 1499">
                <a:extLst>
                  <a:ext uri="{FF2B5EF4-FFF2-40B4-BE49-F238E27FC236}">
                    <a16:creationId xmlns:a16="http://schemas.microsoft.com/office/drawing/2014/main" id="{CA117D0B-D64D-DBA8-AC75-3638E72394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" name="Oval 1500">
                <a:extLst>
                  <a:ext uri="{FF2B5EF4-FFF2-40B4-BE49-F238E27FC236}">
                    <a16:creationId xmlns:a16="http://schemas.microsoft.com/office/drawing/2014/main" id="{F06C321C-6361-7068-17DE-BC51A20314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" name="Freeform 1501">
                <a:extLst>
                  <a:ext uri="{FF2B5EF4-FFF2-40B4-BE49-F238E27FC236}">
                    <a16:creationId xmlns:a16="http://schemas.microsoft.com/office/drawing/2014/main" id="{F20C0577-F7EE-0D54-A6BE-07777A2B3E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1502">
                <a:extLst>
                  <a:ext uri="{FF2B5EF4-FFF2-40B4-BE49-F238E27FC236}">
                    <a16:creationId xmlns:a16="http://schemas.microsoft.com/office/drawing/2014/main" id="{7BC9A21A-0EFB-011C-613B-FE928DA2D3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503">
                <a:extLst>
                  <a:ext uri="{FF2B5EF4-FFF2-40B4-BE49-F238E27FC236}">
                    <a16:creationId xmlns:a16="http://schemas.microsoft.com/office/drawing/2014/main" id="{29B6C8E7-9C54-82DB-24F2-9D89B1559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Oval 1504">
                <a:extLst>
                  <a:ext uri="{FF2B5EF4-FFF2-40B4-BE49-F238E27FC236}">
                    <a16:creationId xmlns:a16="http://schemas.microsoft.com/office/drawing/2014/main" id="{8C631484-4A30-B429-D236-84B760E6C4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05">
              <a:extLst>
                <a:ext uri="{FF2B5EF4-FFF2-40B4-BE49-F238E27FC236}">
                  <a16:creationId xmlns:a16="http://schemas.microsoft.com/office/drawing/2014/main" id="{1958A7AB-42CB-E167-9AA7-5913135E8E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5" name="Oval 1506">
                <a:extLst>
                  <a:ext uri="{FF2B5EF4-FFF2-40B4-BE49-F238E27FC236}">
                    <a16:creationId xmlns:a16="http://schemas.microsoft.com/office/drawing/2014/main" id="{C49F5A08-9FCA-C566-E988-99B537EE2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" name="Oval 1507">
                <a:extLst>
                  <a:ext uri="{FF2B5EF4-FFF2-40B4-BE49-F238E27FC236}">
                    <a16:creationId xmlns:a16="http://schemas.microsoft.com/office/drawing/2014/main" id="{F06E1282-A449-5AE5-D2DE-BAC3479620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" name="Freeform 1508">
                <a:extLst>
                  <a:ext uri="{FF2B5EF4-FFF2-40B4-BE49-F238E27FC236}">
                    <a16:creationId xmlns:a16="http://schemas.microsoft.com/office/drawing/2014/main" id="{B7BB78F2-DE4F-34F3-F329-078A596F61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 1509">
                <a:extLst>
                  <a:ext uri="{FF2B5EF4-FFF2-40B4-BE49-F238E27FC236}">
                    <a16:creationId xmlns:a16="http://schemas.microsoft.com/office/drawing/2014/main" id="{259A89D6-AE1E-91DD-C747-090774F5CE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510">
                <a:extLst>
                  <a:ext uri="{FF2B5EF4-FFF2-40B4-BE49-F238E27FC236}">
                    <a16:creationId xmlns:a16="http://schemas.microsoft.com/office/drawing/2014/main" id="{37DE54DC-CA71-26CA-8899-98F3F86DB0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Oval 1511">
                <a:extLst>
                  <a:ext uri="{FF2B5EF4-FFF2-40B4-BE49-F238E27FC236}">
                    <a16:creationId xmlns:a16="http://schemas.microsoft.com/office/drawing/2014/main" id="{30222280-2CFB-E5F8-828F-AB5956B5A4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12">
              <a:extLst>
                <a:ext uri="{FF2B5EF4-FFF2-40B4-BE49-F238E27FC236}">
                  <a16:creationId xmlns:a16="http://schemas.microsoft.com/office/drawing/2014/main" id="{65A9AC9E-CECD-5EE6-41D3-943BEFCDE6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9" name="Oval 1513">
                <a:extLst>
                  <a:ext uri="{FF2B5EF4-FFF2-40B4-BE49-F238E27FC236}">
                    <a16:creationId xmlns:a16="http://schemas.microsoft.com/office/drawing/2014/main" id="{4246BF65-366A-A7B3-54CC-AAA3DB1833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" name="Oval 1514">
                <a:extLst>
                  <a:ext uri="{FF2B5EF4-FFF2-40B4-BE49-F238E27FC236}">
                    <a16:creationId xmlns:a16="http://schemas.microsoft.com/office/drawing/2014/main" id="{EFFF8352-D899-7C43-50AC-310FF175EF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" name="Freeform 1515">
                <a:extLst>
                  <a:ext uri="{FF2B5EF4-FFF2-40B4-BE49-F238E27FC236}">
                    <a16:creationId xmlns:a16="http://schemas.microsoft.com/office/drawing/2014/main" id="{BD60EE92-58E7-A99D-44E1-B40B75CB60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1516">
                <a:extLst>
                  <a:ext uri="{FF2B5EF4-FFF2-40B4-BE49-F238E27FC236}">
                    <a16:creationId xmlns:a16="http://schemas.microsoft.com/office/drawing/2014/main" id="{5C522625-C188-1C59-4E94-0133FC45E5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517">
                <a:extLst>
                  <a:ext uri="{FF2B5EF4-FFF2-40B4-BE49-F238E27FC236}">
                    <a16:creationId xmlns:a16="http://schemas.microsoft.com/office/drawing/2014/main" id="{0B0457A5-4A28-8C29-670A-9C671313E9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Oval 1518">
                <a:extLst>
                  <a:ext uri="{FF2B5EF4-FFF2-40B4-BE49-F238E27FC236}">
                    <a16:creationId xmlns:a16="http://schemas.microsoft.com/office/drawing/2014/main" id="{4A7F33B4-3761-BABA-535F-C5CF571573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19">
              <a:extLst>
                <a:ext uri="{FF2B5EF4-FFF2-40B4-BE49-F238E27FC236}">
                  <a16:creationId xmlns:a16="http://schemas.microsoft.com/office/drawing/2014/main" id="{48EC08E2-D3BB-CA55-5C24-3C6E8A8B5C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13" name="Oval 1520">
                <a:extLst>
                  <a:ext uri="{FF2B5EF4-FFF2-40B4-BE49-F238E27FC236}">
                    <a16:creationId xmlns:a16="http://schemas.microsoft.com/office/drawing/2014/main" id="{A68195C9-83DE-C077-B9AA-71B2A6A48A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" name="Oval 1521">
                <a:extLst>
                  <a:ext uri="{FF2B5EF4-FFF2-40B4-BE49-F238E27FC236}">
                    <a16:creationId xmlns:a16="http://schemas.microsoft.com/office/drawing/2014/main" id="{68AAD13A-927D-1414-A296-C271180D39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" name="Freeform 1522">
                <a:extLst>
                  <a:ext uri="{FF2B5EF4-FFF2-40B4-BE49-F238E27FC236}">
                    <a16:creationId xmlns:a16="http://schemas.microsoft.com/office/drawing/2014/main" id="{E250502D-5B0E-BE84-04DA-D2B38A0F6F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1523">
                <a:extLst>
                  <a:ext uri="{FF2B5EF4-FFF2-40B4-BE49-F238E27FC236}">
                    <a16:creationId xmlns:a16="http://schemas.microsoft.com/office/drawing/2014/main" id="{DC3053BF-C316-83D0-B8DB-7FF0DD83B3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524">
                <a:extLst>
                  <a:ext uri="{FF2B5EF4-FFF2-40B4-BE49-F238E27FC236}">
                    <a16:creationId xmlns:a16="http://schemas.microsoft.com/office/drawing/2014/main" id="{DDA0E74A-656A-A13C-19E8-65A423C64E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Oval 1525">
                <a:extLst>
                  <a:ext uri="{FF2B5EF4-FFF2-40B4-BE49-F238E27FC236}">
                    <a16:creationId xmlns:a16="http://schemas.microsoft.com/office/drawing/2014/main" id="{948FE885-6923-AD7E-002E-7108A7D98E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26">
              <a:extLst>
                <a:ext uri="{FF2B5EF4-FFF2-40B4-BE49-F238E27FC236}">
                  <a16:creationId xmlns:a16="http://schemas.microsoft.com/office/drawing/2014/main" id="{F9FF09BE-DEF4-2C8D-E005-D5D3CADD9F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7" name="Oval 1527">
                <a:extLst>
                  <a:ext uri="{FF2B5EF4-FFF2-40B4-BE49-F238E27FC236}">
                    <a16:creationId xmlns:a16="http://schemas.microsoft.com/office/drawing/2014/main" id="{1541727B-BCEC-C6B5-D810-F121622A2B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" name="Oval 1528">
                <a:extLst>
                  <a:ext uri="{FF2B5EF4-FFF2-40B4-BE49-F238E27FC236}">
                    <a16:creationId xmlns:a16="http://schemas.microsoft.com/office/drawing/2014/main" id="{ABB2345B-3CDA-F461-81E6-DA5A3872E2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" name="Freeform 1529">
                <a:extLst>
                  <a:ext uri="{FF2B5EF4-FFF2-40B4-BE49-F238E27FC236}">
                    <a16:creationId xmlns:a16="http://schemas.microsoft.com/office/drawing/2014/main" id="{E043DE79-EA2A-54E3-2FE0-840BE86518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1530">
                <a:extLst>
                  <a:ext uri="{FF2B5EF4-FFF2-40B4-BE49-F238E27FC236}">
                    <a16:creationId xmlns:a16="http://schemas.microsoft.com/office/drawing/2014/main" id="{561348D9-2E37-D815-E238-C9BA1F67EB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31">
                <a:extLst>
                  <a:ext uri="{FF2B5EF4-FFF2-40B4-BE49-F238E27FC236}">
                    <a16:creationId xmlns:a16="http://schemas.microsoft.com/office/drawing/2014/main" id="{3B9AC33C-7DAC-6BED-5B93-34BA2823D1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Oval 1532">
                <a:extLst>
                  <a:ext uri="{FF2B5EF4-FFF2-40B4-BE49-F238E27FC236}">
                    <a16:creationId xmlns:a16="http://schemas.microsoft.com/office/drawing/2014/main" id="{07255BC6-C343-23E6-6B65-650EC3E193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33">
              <a:extLst>
                <a:ext uri="{FF2B5EF4-FFF2-40B4-BE49-F238E27FC236}">
                  <a16:creationId xmlns:a16="http://schemas.microsoft.com/office/drawing/2014/main" id="{309C77D6-E0AA-4F36-9C57-DEE54CB502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1" name="Oval 1534">
                <a:extLst>
                  <a:ext uri="{FF2B5EF4-FFF2-40B4-BE49-F238E27FC236}">
                    <a16:creationId xmlns:a16="http://schemas.microsoft.com/office/drawing/2014/main" id="{E77F7F46-C2D9-6C2E-8480-5C503F88FD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" name="Oval 1535">
                <a:extLst>
                  <a:ext uri="{FF2B5EF4-FFF2-40B4-BE49-F238E27FC236}">
                    <a16:creationId xmlns:a16="http://schemas.microsoft.com/office/drawing/2014/main" id="{94BB4289-4FF3-69D7-0FE5-B33A8E93D8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" name="Freeform 1536">
                <a:extLst>
                  <a:ext uri="{FF2B5EF4-FFF2-40B4-BE49-F238E27FC236}">
                    <a16:creationId xmlns:a16="http://schemas.microsoft.com/office/drawing/2014/main" id="{78F76FEC-76D0-03AD-DCC3-A83F342440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1537">
                <a:extLst>
                  <a:ext uri="{FF2B5EF4-FFF2-40B4-BE49-F238E27FC236}">
                    <a16:creationId xmlns:a16="http://schemas.microsoft.com/office/drawing/2014/main" id="{273C5C3F-74D5-1C70-2D40-0E185D8EA1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38">
                <a:extLst>
                  <a:ext uri="{FF2B5EF4-FFF2-40B4-BE49-F238E27FC236}">
                    <a16:creationId xmlns:a16="http://schemas.microsoft.com/office/drawing/2014/main" id="{0960E82C-B462-A021-06E4-A47EECB45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Oval 1539">
                <a:extLst>
                  <a:ext uri="{FF2B5EF4-FFF2-40B4-BE49-F238E27FC236}">
                    <a16:creationId xmlns:a16="http://schemas.microsoft.com/office/drawing/2014/main" id="{99F482BD-0381-45E9-49BD-CC2B71F25D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40">
              <a:extLst>
                <a:ext uri="{FF2B5EF4-FFF2-40B4-BE49-F238E27FC236}">
                  <a16:creationId xmlns:a16="http://schemas.microsoft.com/office/drawing/2014/main" id="{16682C7C-2C03-5867-FA5A-25C772DF27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5" name="Oval 1541">
                <a:extLst>
                  <a:ext uri="{FF2B5EF4-FFF2-40B4-BE49-F238E27FC236}">
                    <a16:creationId xmlns:a16="http://schemas.microsoft.com/office/drawing/2014/main" id="{2482746A-B6F5-5C57-5C34-7B768E03C5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" name="Oval 1542">
                <a:extLst>
                  <a:ext uri="{FF2B5EF4-FFF2-40B4-BE49-F238E27FC236}">
                    <a16:creationId xmlns:a16="http://schemas.microsoft.com/office/drawing/2014/main" id="{D8AF49DD-2448-28A9-8F3E-0F94324AB7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" name="Freeform 1543">
                <a:extLst>
                  <a:ext uri="{FF2B5EF4-FFF2-40B4-BE49-F238E27FC236}">
                    <a16:creationId xmlns:a16="http://schemas.microsoft.com/office/drawing/2014/main" id="{F797AFFA-EF52-7535-A20B-817C5A017A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1544">
                <a:extLst>
                  <a:ext uri="{FF2B5EF4-FFF2-40B4-BE49-F238E27FC236}">
                    <a16:creationId xmlns:a16="http://schemas.microsoft.com/office/drawing/2014/main" id="{B4F43A94-BCF2-8643-7B1D-871761E99C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45">
                <a:extLst>
                  <a:ext uri="{FF2B5EF4-FFF2-40B4-BE49-F238E27FC236}">
                    <a16:creationId xmlns:a16="http://schemas.microsoft.com/office/drawing/2014/main" id="{72DC2893-0469-72C3-1CE4-39AA7C2508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Oval 1546">
                <a:extLst>
                  <a:ext uri="{FF2B5EF4-FFF2-40B4-BE49-F238E27FC236}">
                    <a16:creationId xmlns:a16="http://schemas.microsoft.com/office/drawing/2014/main" id="{8CD18475-4168-4756-8DE8-2E73282DA8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47">
              <a:extLst>
                <a:ext uri="{FF2B5EF4-FFF2-40B4-BE49-F238E27FC236}">
                  <a16:creationId xmlns:a16="http://schemas.microsoft.com/office/drawing/2014/main" id="{0099E8DD-3E2D-5E51-3B2C-3F0FB1347D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9" name="Oval 1548">
                <a:extLst>
                  <a:ext uri="{FF2B5EF4-FFF2-40B4-BE49-F238E27FC236}">
                    <a16:creationId xmlns:a16="http://schemas.microsoft.com/office/drawing/2014/main" id="{A9B427F5-ABEF-6695-CE36-5791FC790C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" name="Oval 1549">
                <a:extLst>
                  <a:ext uri="{FF2B5EF4-FFF2-40B4-BE49-F238E27FC236}">
                    <a16:creationId xmlns:a16="http://schemas.microsoft.com/office/drawing/2014/main" id="{0D17AD5D-CBF0-141F-553A-57D74A0E4D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" name="Freeform 1550">
                <a:extLst>
                  <a:ext uri="{FF2B5EF4-FFF2-40B4-BE49-F238E27FC236}">
                    <a16:creationId xmlns:a16="http://schemas.microsoft.com/office/drawing/2014/main" id="{4EA3E453-105E-3E31-ED3D-C4C42AC6C0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1551">
                <a:extLst>
                  <a:ext uri="{FF2B5EF4-FFF2-40B4-BE49-F238E27FC236}">
                    <a16:creationId xmlns:a16="http://schemas.microsoft.com/office/drawing/2014/main" id="{4F7221BB-FE66-4328-64D7-B42C0F97FA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52">
                <a:extLst>
                  <a:ext uri="{FF2B5EF4-FFF2-40B4-BE49-F238E27FC236}">
                    <a16:creationId xmlns:a16="http://schemas.microsoft.com/office/drawing/2014/main" id="{F233AC73-B741-1630-D84B-6CFBD0E7D7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Oval 1553">
                <a:extLst>
                  <a:ext uri="{FF2B5EF4-FFF2-40B4-BE49-F238E27FC236}">
                    <a16:creationId xmlns:a16="http://schemas.microsoft.com/office/drawing/2014/main" id="{EA93BD08-D1D2-F7FF-9DB2-75FEF05315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54">
              <a:extLst>
                <a:ext uri="{FF2B5EF4-FFF2-40B4-BE49-F238E27FC236}">
                  <a16:creationId xmlns:a16="http://schemas.microsoft.com/office/drawing/2014/main" id="{B2B4FA18-D8D4-F977-562F-24864F3406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83" name="Oval 1555">
                <a:extLst>
                  <a:ext uri="{FF2B5EF4-FFF2-40B4-BE49-F238E27FC236}">
                    <a16:creationId xmlns:a16="http://schemas.microsoft.com/office/drawing/2014/main" id="{B4BAC6E7-BDC0-4672-6BCB-86F746442D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" name="Oval 1556">
                <a:extLst>
                  <a:ext uri="{FF2B5EF4-FFF2-40B4-BE49-F238E27FC236}">
                    <a16:creationId xmlns:a16="http://schemas.microsoft.com/office/drawing/2014/main" id="{424A5CA5-ABE9-D78B-1429-034F816214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" name="Freeform 1557">
                <a:extLst>
                  <a:ext uri="{FF2B5EF4-FFF2-40B4-BE49-F238E27FC236}">
                    <a16:creationId xmlns:a16="http://schemas.microsoft.com/office/drawing/2014/main" id="{EB935B30-F6D2-A99A-8926-40813C31D5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1558">
                <a:extLst>
                  <a:ext uri="{FF2B5EF4-FFF2-40B4-BE49-F238E27FC236}">
                    <a16:creationId xmlns:a16="http://schemas.microsoft.com/office/drawing/2014/main" id="{51BDE1BE-F5FB-4B24-8017-7419B7E5DA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59">
                <a:extLst>
                  <a:ext uri="{FF2B5EF4-FFF2-40B4-BE49-F238E27FC236}">
                    <a16:creationId xmlns:a16="http://schemas.microsoft.com/office/drawing/2014/main" id="{8B113BFB-F615-A609-0C07-7F06D52F7B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Oval 1560">
                <a:extLst>
                  <a:ext uri="{FF2B5EF4-FFF2-40B4-BE49-F238E27FC236}">
                    <a16:creationId xmlns:a16="http://schemas.microsoft.com/office/drawing/2014/main" id="{010E216A-1B4B-A067-ACBA-D9E5075DE8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61">
              <a:extLst>
                <a:ext uri="{FF2B5EF4-FFF2-40B4-BE49-F238E27FC236}">
                  <a16:creationId xmlns:a16="http://schemas.microsoft.com/office/drawing/2014/main" id="{51CFE77C-DEAF-46F9-BAB6-832457E0CD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7" name="Oval 1562">
                <a:extLst>
                  <a:ext uri="{FF2B5EF4-FFF2-40B4-BE49-F238E27FC236}">
                    <a16:creationId xmlns:a16="http://schemas.microsoft.com/office/drawing/2014/main" id="{5FAFD990-57D8-C3D4-3849-96C861C8E6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" name="Oval 1563">
                <a:extLst>
                  <a:ext uri="{FF2B5EF4-FFF2-40B4-BE49-F238E27FC236}">
                    <a16:creationId xmlns:a16="http://schemas.microsoft.com/office/drawing/2014/main" id="{42751EDF-5745-571A-E79E-5344E2F939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" name="Freeform 1564">
                <a:extLst>
                  <a:ext uri="{FF2B5EF4-FFF2-40B4-BE49-F238E27FC236}">
                    <a16:creationId xmlns:a16="http://schemas.microsoft.com/office/drawing/2014/main" id="{C332B342-2287-D57E-95D8-1863166943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1565">
                <a:extLst>
                  <a:ext uri="{FF2B5EF4-FFF2-40B4-BE49-F238E27FC236}">
                    <a16:creationId xmlns:a16="http://schemas.microsoft.com/office/drawing/2014/main" id="{53C0F00F-388C-3562-FEA7-A7C08232E1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66">
                <a:extLst>
                  <a:ext uri="{FF2B5EF4-FFF2-40B4-BE49-F238E27FC236}">
                    <a16:creationId xmlns:a16="http://schemas.microsoft.com/office/drawing/2014/main" id="{730D6E2A-DAC8-F05A-FFA2-02BB9EB54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Oval 1567">
                <a:extLst>
                  <a:ext uri="{FF2B5EF4-FFF2-40B4-BE49-F238E27FC236}">
                    <a16:creationId xmlns:a16="http://schemas.microsoft.com/office/drawing/2014/main" id="{70702FA8-CB5F-2D3E-0DBD-E191B8D467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568">
              <a:extLst>
                <a:ext uri="{FF2B5EF4-FFF2-40B4-BE49-F238E27FC236}">
                  <a16:creationId xmlns:a16="http://schemas.microsoft.com/office/drawing/2014/main" id="{ABD066C9-9331-116D-E6AD-70E32E69A3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1" name="Oval 1569">
                <a:extLst>
                  <a:ext uri="{FF2B5EF4-FFF2-40B4-BE49-F238E27FC236}">
                    <a16:creationId xmlns:a16="http://schemas.microsoft.com/office/drawing/2014/main" id="{627F7AF4-A5B7-9646-9023-B72C5901E0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" name="Oval 1570">
                <a:extLst>
                  <a:ext uri="{FF2B5EF4-FFF2-40B4-BE49-F238E27FC236}">
                    <a16:creationId xmlns:a16="http://schemas.microsoft.com/office/drawing/2014/main" id="{8E65E095-D16B-C2F1-F1A7-4DFE2D34E5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" name="Freeform 1571">
                <a:extLst>
                  <a:ext uri="{FF2B5EF4-FFF2-40B4-BE49-F238E27FC236}">
                    <a16:creationId xmlns:a16="http://schemas.microsoft.com/office/drawing/2014/main" id="{0B8CFB64-5EA9-30BF-2C94-CDA409A802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1572">
                <a:extLst>
                  <a:ext uri="{FF2B5EF4-FFF2-40B4-BE49-F238E27FC236}">
                    <a16:creationId xmlns:a16="http://schemas.microsoft.com/office/drawing/2014/main" id="{B7789A8F-6C7B-F3F0-AF98-22FF1027E2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73">
                <a:extLst>
                  <a:ext uri="{FF2B5EF4-FFF2-40B4-BE49-F238E27FC236}">
                    <a16:creationId xmlns:a16="http://schemas.microsoft.com/office/drawing/2014/main" id="{D9D42CE4-A9DC-80A6-1865-D78DEAEEFA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Oval 1574">
                <a:extLst>
                  <a:ext uri="{FF2B5EF4-FFF2-40B4-BE49-F238E27FC236}">
                    <a16:creationId xmlns:a16="http://schemas.microsoft.com/office/drawing/2014/main" id="{6CB05FE8-F736-2FA5-0C9B-1480AD35AC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" name="Group 1575">
              <a:extLst>
                <a:ext uri="{FF2B5EF4-FFF2-40B4-BE49-F238E27FC236}">
                  <a16:creationId xmlns:a16="http://schemas.microsoft.com/office/drawing/2014/main" id="{6CFFF448-561E-53DA-4C38-B8861DC9F8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5" name="Oval 1576">
                <a:extLst>
                  <a:ext uri="{FF2B5EF4-FFF2-40B4-BE49-F238E27FC236}">
                    <a16:creationId xmlns:a16="http://schemas.microsoft.com/office/drawing/2014/main" id="{601559F0-2891-0F90-AF21-0FBB12899B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" name="Oval 1577">
                <a:extLst>
                  <a:ext uri="{FF2B5EF4-FFF2-40B4-BE49-F238E27FC236}">
                    <a16:creationId xmlns:a16="http://schemas.microsoft.com/office/drawing/2014/main" id="{0AC3C1A9-9FAD-0B53-24E2-C67EED20F9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" name="Freeform 1578">
                <a:extLst>
                  <a:ext uri="{FF2B5EF4-FFF2-40B4-BE49-F238E27FC236}">
                    <a16:creationId xmlns:a16="http://schemas.microsoft.com/office/drawing/2014/main" id="{E9E498BE-34A7-D6A1-0E1D-F0D25B8116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1579">
                <a:extLst>
                  <a:ext uri="{FF2B5EF4-FFF2-40B4-BE49-F238E27FC236}">
                    <a16:creationId xmlns:a16="http://schemas.microsoft.com/office/drawing/2014/main" id="{0FB8166C-8A75-57AD-EB7F-5CFD64397F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80">
                <a:extLst>
                  <a:ext uri="{FF2B5EF4-FFF2-40B4-BE49-F238E27FC236}">
                    <a16:creationId xmlns:a16="http://schemas.microsoft.com/office/drawing/2014/main" id="{26B350C5-563D-2944-FCEA-7113878EA4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Oval 1581">
                <a:extLst>
                  <a:ext uri="{FF2B5EF4-FFF2-40B4-BE49-F238E27FC236}">
                    <a16:creationId xmlns:a16="http://schemas.microsoft.com/office/drawing/2014/main" id="{673F8DFE-FDEE-0B17-0C30-20CC65ABD0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7" name="Group 1582">
              <a:extLst>
                <a:ext uri="{FF2B5EF4-FFF2-40B4-BE49-F238E27FC236}">
                  <a16:creationId xmlns:a16="http://schemas.microsoft.com/office/drawing/2014/main" id="{552312F8-4FB4-4F60-D49C-0DFC080B4D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9" name="Oval 1583">
                <a:extLst>
                  <a:ext uri="{FF2B5EF4-FFF2-40B4-BE49-F238E27FC236}">
                    <a16:creationId xmlns:a16="http://schemas.microsoft.com/office/drawing/2014/main" id="{FABD9103-EC2C-642F-CECF-6A88459ADA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" name="Oval 1584">
                <a:extLst>
                  <a:ext uri="{FF2B5EF4-FFF2-40B4-BE49-F238E27FC236}">
                    <a16:creationId xmlns:a16="http://schemas.microsoft.com/office/drawing/2014/main" id="{EC66A1CB-D441-BA8D-028B-4C7A83F594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" name="Freeform 1585">
                <a:extLst>
                  <a:ext uri="{FF2B5EF4-FFF2-40B4-BE49-F238E27FC236}">
                    <a16:creationId xmlns:a16="http://schemas.microsoft.com/office/drawing/2014/main" id="{BF8DFE8A-61A0-3D6B-F577-200B69D52B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1586">
                <a:extLst>
                  <a:ext uri="{FF2B5EF4-FFF2-40B4-BE49-F238E27FC236}">
                    <a16:creationId xmlns:a16="http://schemas.microsoft.com/office/drawing/2014/main" id="{4086E470-28D4-017A-5599-BE3C0421D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87">
                <a:extLst>
                  <a:ext uri="{FF2B5EF4-FFF2-40B4-BE49-F238E27FC236}">
                    <a16:creationId xmlns:a16="http://schemas.microsoft.com/office/drawing/2014/main" id="{44605A0F-AAE4-0D52-9FFF-B3B82C8508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Oval 1588">
                <a:extLst>
                  <a:ext uri="{FF2B5EF4-FFF2-40B4-BE49-F238E27FC236}">
                    <a16:creationId xmlns:a16="http://schemas.microsoft.com/office/drawing/2014/main" id="{F6EDE93C-0695-9B40-2B41-97058F06DE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" name="Group 1589">
              <a:extLst>
                <a:ext uri="{FF2B5EF4-FFF2-40B4-BE49-F238E27FC236}">
                  <a16:creationId xmlns:a16="http://schemas.microsoft.com/office/drawing/2014/main" id="{635EF592-F633-E834-7E36-378457C6F8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53" name="Oval 1590">
                <a:extLst>
                  <a:ext uri="{FF2B5EF4-FFF2-40B4-BE49-F238E27FC236}">
                    <a16:creationId xmlns:a16="http://schemas.microsoft.com/office/drawing/2014/main" id="{D946A691-07CE-4448-346E-BD7C3D3CF4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" name="Oval 1591">
                <a:extLst>
                  <a:ext uri="{FF2B5EF4-FFF2-40B4-BE49-F238E27FC236}">
                    <a16:creationId xmlns:a16="http://schemas.microsoft.com/office/drawing/2014/main" id="{BD967B23-977C-1CB1-41EA-01A62F999B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" name="Freeform 1592">
                <a:extLst>
                  <a:ext uri="{FF2B5EF4-FFF2-40B4-BE49-F238E27FC236}">
                    <a16:creationId xmlns:a16="http://schemas.microsoft.com/office/drawing/2014/main" id="{A4427EE1-AD2C-7FED-DAD9-BCAC74F73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593">
                <a:extLst>
                  <a:ext uri="{FF2B5EF4-FFF2-40B4-BE49-F238E27FC236}">
                    <a16:creationId xmlns:a16="http://schemas.microsoft.com/office/drawing/2014/main" id="{639CF132-6362-26C4-D309-C04FE65868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94">
                <a:extLst>
                  <a:ext uri="{FF2B5EF4-FFF2-40B4-BE49-F238E27FC236}">
                    <a16:creationId xmlns:a16="http://schemas.microsoft.com/office/drawing/2014/main" id="{8EEF1A31-8D3B-00ED-3B4C-C97C5445DE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Oval 1595">
                <a:extLst>
                  <a:ext uri="{FF2B5EF4-FFF2-40B4-BE49-F238E27FC236}">
                    <a16:creationId xmlns:a16="http://schemas.microsoft.com/office/drawing/2014/main" id="{9B48B36F-570B-7C16-FD56-8DC8A81247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9" name="Group 1596">
              <a:extLst>
                <a:ext uri="{FF2B5EF4-FFF2-40B4-BE49-F238E27FC236}">
                  <a16:creationId xmlns:a16="http://schemas.microsoft.com/office/drawing/2014/main" id="{7E165533-2A25-B555-9077-6C00B17E8B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7" name="Oval 1597">
                <a:extLst>
                  <a:ext uri="{FF2B5EF4-FFF2-40B4-BE49-F238E27FC236}">
                    <a16:creationId xmlns:a16="http://schemas.microsoft.com/office/drawing/2014/main" id="{4EC64BC2-C13E-AA6A-FBEE-C19E0DA205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" name="Oval 1598">
                <a:extLst>
                  <a:ext uri="{FF2B5EF4-FFF2-40B4-BE49-F238E27FC236}">
                    <a16:creationId xmlns:a16="http://schemas.microsoft.com/office/drawing/2014/main" id="{ADF58CEF-6940-9051-3F76-7AAC111641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" name="Freeform 1599">
                <a:extLst>
                  <a:ext uri="{FF2B5EF4-FFF2-40B4-BE49-F238E27FC236}">
                    <a16:creationId xmlns:a16="http://schemas.microsoft.com/office/drawing/2014/main" id="{20B12648-AADF-6E42-68A5-09819E1C4D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1600">
                <a:extLst>
                  <a:ext uri="{FF2B5EF4-FFF2-40B4-BE49-F238E27FC236}">
                    <a16:creationId xmlns:a16="http://schemas.microsoft.com/office/drawing/2014/main" id="{63D2573E-BFC8-75C5-3612-93BFE89122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1601">
                <a:extLst>
                  <a:ext uri="{FF2B5EF4-FFF2-40B4-BE49-F238E27FC236}">
                    <a16:creationId xmlns:a16="http://schemas.microsoft.com/office/drawing/2014/main" id="{9F132A69-CD70-7A30-A297-636490C0AA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Oval 1602">
                <a:extLst>
                  <a:ext uri="{FF2B5EF4-FFF2-40B4-BE49-F238E27FC236}">
                    <a16:creationId xmlns:a16="http://schemas.microsoft.com/office/drawing/2014/main" id="{922F2D36-9E08-802F-7BE7-3DDA78772B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" name="Group 1603">
              <a:extLst>
                <a:ext uri="{FF2B5EF4-FFF2-40B4-BE49-F238E27FC236}">
                  <a16:creationId xmlns:a16="http://schemas.microsoft.com/office/drawing/2014/main" id="{D144D7E0-4011-BC23-BA2E-1F998A8129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1" name="Oval 1604">
                <a:extLst>
                  <a:ext uri="{FF2B5EF4-FFF2-40B4-BE49-F238E27FC236}">
                    <a16:creationId xmlns:a16="http://schemas.microsoft.com/office/drawing/2014/main" id="{85BC5F9C-9015-78AE-ECCC-6AFC93B378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" name="Oval 1605">
                <a:extLst>
                  <a:ext uri="{FF2B5EF4-FFF2-40B4-BE49-F238E27FC236}">
                    <a16:creationId xmlns:a16="http://schemas.microsoft.com/office/drawing/2014/main" id="{F32F38A4-CC6D-A3E9-312F-36E7FECA25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" name="Freeform 1606">
                <a:extLst>
                  <a:ext uri="{FF2B5EF4-FFF2-40B4-BE49-F238E27FC236}">
                    <a16:creationId xmlns:a16="http://schemas.microsoft.com/office/drawing/2014/main" id="{EEC393DD-1C52-D93D-A4C4-470698F8A6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1607">
                <a:extLst>
                  <a:ext uri="{FF2B5EF4-FFF2-40B4-BE49-F238E27FC236}">
                    <a16:creationId xmlns:a16="http://schemas.microsoft.com/office/drawing/2014/main" id="{43C50BD4-BE48-4E73-F0D4-288157B7D2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608">
                <a:extLst>
                  <a:ext uri="{FF2B5EF4-FFF2-40B4-BE49-F238E27FC236}">
                    <a16:creationId xmlns:a16="http://schemas.microsoft.com/office/drawing/2014/main" id="{D082EA6E-8AC0-0567-AB5B-4A955E739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Oval 1609">
                <a:extLst>
                  <a:ext uri="{FF2B5EF4-FFF2-40B4-BE49-F238E27FC236}">
                    <a16:creationId xmlns:a16="http://schemas.microsoft.com/office/drawing/2014/main" id="{4A1AF82D-F237-F0DA-6916-05525E6E12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33" name="Group 1385">
            <a:extLst>
              <a:ext uri="{FF2B5EF4-FFF2-40B4-BE49-F238E27FC236}">
                <a16:creationId xmlns:a16="http://schemas.microsoft.com/office/drawing/2014/main" id="{730DDECF-D076-0329-E01D-96E73D527AC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34" name="Group 1386">
              <a:extLst>
                <a:ext uri="{FF2B5EF4-FFF2-40B4-BE49-F238E27FC236}">
                  <a16:creationId xmlns:a16="http://schemas.microsoft.com/office/drawing/2014/main" id="{38F3C3FE-C937-5562-C560-11932BFBD2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52" name="Oval 1387">
                <a:extLst>
                  <a:ext uri="{FF2B5EF4-FFF2-40B4-BE49-F238E27FC236}">
                    <a16:creationId xmlns:a16="http://schemas.microsoft.com/office/drawing/2014/main" id="{46C09261-E268-B6DC-4281-703B9ED896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3" name="Oval 1388">
                <a:extLst>
                  <a:ext uri="{FF2B5EF4-FFF2-40B4-BE49-F238E27FC236}">
                    <a16:creationId xmlns:a16="http://schemas.microsoft.com/office/drawing/2014/main" id="{B8E85AE5-54FE-7455-63D6-985BA09E75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4" name="Freeform 1389">
                <a:extLst>
                  <a:ext uri="{FF2B5EF4-FFF2-40B4-BE49-F238E27FC236}">
                    <a16:creationId xmlns:a16="http://schemas.microsoft.com/office/drawing/2014/main" id="{18DB6EFF-D78A-590C-DA9A-FD99F5BCDB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5" name="Freeform 1390">
                <a:extLst>
                  <a:ext uri="{FF2B5EF4-FFF2-40B4-BE49-F238E27FC236}">
                    <a16:creationId xmlns:a16="http://schemas.microsoft.com/office/drawing/2014/main" id="{5199FA98-42D4-51C3-4F06-90D11ED43F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6" name="Freeform 1391">
                <a:extLst>
                  <a:ext uri="{FF2B5EF4-FFF2-40B4-BE49-F238E27FC236}">
                    <a16:creationId xmlns:a16="http://schemas.microsoft.com/office/drawing/2014/main" id="{61625457-A0B8-B15B-2E51-DEA2D14D02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7" name="Oval 1392">
                <a:extLst>
                  <a:ext uri="{FF2B5EF4-FFF2-40B4-BE49-F238E27FC236}">
                    <a16:creationId xmlns:a16="http://schemas.microsoft.com/office/drawing/2014/main" id="{8D72394D-9FC1-15F9-2AD8-550950102C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393">
              <a:extLst>
                <a:ext uri="{FF2B5EF4-FFF2-40B4-BE49-F238E27FC236}">
                  <a16:creationId xmlns:a16="http://schemas.microsoft.com/office/drawing/2014/main" id="{C6C20E8D-3B3D-1AD0-4BE0-1C1AFE94B5F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6" name="Oval 1394">
                <a:extLst>
                  <a:ext uri="{FF2B5EF4-FFF2-40B4-BE49-F238E27FC236}">
                    <a16:creationId xmlns:a16="http://schemas.microsoft.com/office/drawing/2014/main" id="{0571A02E-5713-103B-7E61-CFA6337EBA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7" name="Oval 1395">
                <a:extLst>
                  <a:ext uri="{FF2B5EF4-FFF2-40B4-BE49-F238E27FC236}">
                    <a16:creationId xmlns:a16="http://schemas.microsoft.com/office/drawing/2014/main" id="{C44736E2-E0BE-CE21-D985-CDC953125B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8" name="Freeform 1396">
                <a:extLst>
                  <a:ext uri="{FF2B5EF4-FFF2-40B4-BE49-F238E27FC236}">
                    <a16:creationId xmlns:a16="http://schemas.microsoft.com/office/drawing/2014/main" id="{99CFC3EB-1973-5655-6ECA-9E0ED76E8B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9" name="Freeform 1397">
                <a:extLst>
                  <a:ext uri="{FF2B5EF4-FFF2-40B4-BE49-F238E27FC236}">
                    <a16:creationId xmlns:a16="http://schemas.microsoft.com/office/drawing/2014/main" id="{246BCC3D-8369-A25F-2AEC-A2B8B547BE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398">
                <a:extLst>
                  <a:ext uri="{FF2B5EF4-FFF2-40B4-BE49-F238E27FC236}">
                    <a16:creationId xmlns:a16="http://schemas.microsoft.com/office/drawing/2014/main" id="{9B6261F9-0D53-5A26-286A-B158288A0C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Oval 1399">
                <a:extLst>
                  <a:ext uri="{FF2B5EF4-FFF2-40B4-BE49-F238E27FC236}">
                    <a16:creationId xmlns:a16="http://schemas.microsoft.com/office/drawing/2014/main" id="{89875371-AF19-FD2D-A340-890F526E1F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00">
              <a:extLst>
                <a:ext uri="{FF2B5EF4-FFF2-40B4-BE49-F238E27FC236}">
                  <a16:creationId xmlns:a16="http://schemas.microsoft.com/office/drawing/2014/main" id="{9DD32DA9-A1B6-5A91-7609-BCA6B3AF84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40" name="Oval 1401">
                <a:extLst>
                  <a:ext uri="{FF2B5EF4-FFF2-40B4-BE49-F238E27FC236}">
                    <a16:creationId xmlns:a16="http://schemas.microsoft.com/office/drawing/2014/main" id="{A0F8394B-2441-061C-0E9D-CC96644D1E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1" name="Oval 1402">
                <a:extLst>
                  <a:ext uri="{FF2B5EF4-FFF2-40B4-BE49-F238E27FC236}">
                    <a16:creationId xmlns:a16="http://schemas.microsoft.com/office/drawing/2014/main" id="{4CD63445-805D-3E91-CC37-D75100209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2" name="Freeform 1403">
                <a:extLst>
                  <a:ext uri="{FF2B5EF4-FFF2-40B4-BE49-F238E27FC236}">
                    <a16:creationId xmlns:a16="http://schemas.microsoft.com/office/drawing/2014/main" id="{F8C4857A-6BF3-CD2B-CC5D-3A8B823088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" name="Freeform 1404">
                <a:extLst>
                  <a:ext uri="{FF2B5EF4-FFF2-40B4-BE49-F238E27FC236}">
                    <a16:creationId xmlns:a16="http://schemas.microsoft.com/office/drawing/2014/main" id="{48FD7314-F9A8-9B56-6CC9-95F2AF13F2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405">
                <a:extLst>
                  <a:ext uri="{FF2B5EF4-FFF2-40B4-BE49-F238E27FC236}">
                    <a16:creationId xmlns:a16="http://schemas.microsoft.com/office/drawing/2014/main" id="{5C8FC1E7-254A-88FC-0120-8568DDB424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Oval 1406">
                <a:extLst>
                  <a:ext uri="{FF2B5EF4-FFF2-40B4-BE49-F238E27FC236}">
                    <a16:creationId xmlns:a16="http://schemas.microsoft.com/office/drawing/2014/main" id="{B4B868F5-3D12-7B3C-0E6C-B2AEDF3E57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07">
              <a:extLst>
                <a:ext uri="{FF2B5EF4-FFF2-40B4-BE49-F238E27FC236}">
                  <a16:creationId xmlns:a16="http://schemas.microsoft.com/office/drawing/2014/main" id="{4E175BF1-D9E5-05FC-0A9B-9ABBBC5534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34" name="Oval 1408">
                <a:extLst>
                  <a:ext uri="{FF2B5EF4-FFF2-40B4-BE49-F238E27FC236}">
                    <a16:creationId xmlns:a16="http://schemas.microsoft.com/office/drawing/2014/main" id="{78B3125E-EE5E-3245-C24B-DF13D6A192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5" name="Oval 1409">
                <a:extLst>
                  <a:ext uri="{FF2B5EF4-FFF2-40B4-BE49-F238E27FC236}">
                    <a16:creationId xmlns:a16="http://schemas.microsoft.com/office/drawing/2014/main" id="{5482FCDB-B8AC-F160-FF18-3358F2D5D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6" name="Freeform 1410">
                <a:extLst>
                  <a:ext uri="{FF2B5EF4-FFF2-40B4-BE49-F238E27FC236}">
                    <a16:creationId xmlns:a16="http://schemas.microsoft.com/office/drawing/2014/main" id="{C792D226-3C9C-07F1-B5D9-C38B4CE60B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7" name="Freeform 1411">
                <a:extLst>
                  <a:ext uri="{FF2B5EF4-FFF2-40B4-BE49-F238E27FC236}">
                    <a16:creationId xmlns:a16="http://schemas.microsoft.com/office/drawing/2014/main" id="{9944974E-8C7E-E158-DD06-4F68600387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412">
                <a:extLst>
                  <a:ext uri="{FF2B5EF4-FFF2-40B4-BE49-F238E27FC236}">
                    <a16:creationId xmlns:a16="http://schemas.microsoft.com/office/drawing/2014/main" id="{107177FC-3067-3EEC-7B9C-9EFC24DA91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Oval 1413">
                <a:extLst>
                  <a:ext uri="{FF2B5EF4-FFF2-40B4-BE49-F238E27FC236}">
                    <a16:creationId xmlns:a16="http://schemas.microsoft.com/office/drawing/2014/main" id="{C0857C49-067B-EABF-6651-8204DD6270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14">
              <a:extLst>
                <a:ext uri="{FF2B5EF4-FFF2-40B4-BE49-F238E27FC236}">
                  <a16:creationId xmlns:a16="http://schemas.microsoft.com/office/drawing/2014/main" id="{2C9C6D79-45BD-3BB4-2B2C-49E3BA62CE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8" name="Oval 1415">
                <a:extLst>
                  <a:ext uri="{FF2B5EF4-FFF2-40B4-BE49-F238E27FC236}">
                    <a16:creationId xmlns:a16="http://schemas.microsoft.com/office/drawing/2014/main" id="{AC4913AF-C776-73D0-E57A-831752B617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9" name="Oval 1416">
                <a:extLst>
                  <a:ext uri="{FF2B5EF4-FFF2-40B4-BE49-F238E27FC236}">
                    <a16:creationId xmlns:a16="http://schemas.microsoft.com/office/drawing/2014/main" id="{69DCCFC0-8462-9C73-D9D7-5BE30FD475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" name="Freeform 1417">
                <a:extLst>
                  <a:ext uri="{FF2B5EF4-FFF2-40B4-BE49-F238E27FC236}">
                    <a16:creationId xmlns:a16="http://schemas.microsoft.com/office/drawing/2014/main" id="{8AACA80B-61CA-90CC-D1F2-F40B55F6FA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" name="Freeform 1418">
                <a:extLst>
                  <a:ext uri="{FF2B5EF4-FFF2-40B4-BE49-F238E27FC236}">
                    <a16:creationId xmlns:a16="http://schemas.microsoft.com/office/drawing/2014/main" id="{71129536-ADAD-0F7E-2F21-CF66056A1E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419">
                <a:extLst>
                  <a:ext uri="{FF2B5EF4-FFF2-40B4-BE49-F238E27FC236}">
                    <a16:creationId xmlns:a16="http://schemas.microsoft.com/office/drawing/2014/main" id="{E37EFE38-661A-0280-8635-DECA9F7029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Oval 1420">
                <a:extLst>
                  <a:ext uri="{FF2B5EF4-FFF2-40B4-BE49-F238E27FC236}">
                    <a16:creationId xmlns:a16="http://schemas.microsoft.com/office/drawing/2014/main" id="{A97D506D-8B81-4D4E-3497-F64D5D4BFE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21">
              <a:extLst>
                <a:ext uri="{FF2B5EF4-FFF2-40B4-BE49-F238E27FC236}">
                  <a16:creationId xmlns:a16="http://schemas.microsoft.com/office/drawing/2014/main" id="{2344C2F4-9B24-862B-1C69-A3B58D262F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22" name="Oval 1422">
                <a:extLst>
                  <a:ext uri="{FF2B5EF4-FFF2-40B4-BE49-F238E27FC236}">
                    <a16:creationId xmlns:a16="http://schemas.microsoft.com/office/drawing/2014/main" id="{55EDB329-37A0-5BC2-1DB6-80BD5C8F6E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3" name="Oval 1423">
                <a:extLst>
                  <a:ext uri="{FF2B5EF4-FFF2-40B4-BE49-F238E27FC236}">
                    <a16:creationId xmlns:a16="http://schemas.microsoft.com/office/drawing/2014/main" id="{C1805E14-ED4A-A444-9A75-DF81F82549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4" name="Freeform 1424">
                <a:extLst>
                  <a:ext uri="{FF2B5EF4-FFF2-40B4-BE49-F238E27FC236}">
                    <a16:creationId xmlns:a16="http://schemas.microsoft.com/office/drawing/2014/main" id="{1D6C48C4-8564-D730-AF2C-05961EB51A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" name="Freeform 1425">
                <a:extLst>
                  <a:ext uri="{FF2B5EF4-FFF2-40B4-BE49-F238E27FC236}">
                    <a16:creationId xmlns:a16="http://schemas.microsoft.com/office/drawing/2014/main" id="{20229443-DD8A-CB0D-5B5B-0898CBCEB0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426">
                <a:extLst>
                  <a:ext uri="{FF2B5EF4-FFF2-40B4-BE49-F238E27FC236}">
                    <a16:creationId xmlns:a16="http://schemas.microsoft.com/office/drawing/2014/main" id="{35657223-ED86-BE26-CCE7-FE89A4C30F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Oval 1427">
                <a:extLst>
                  <a:ext uri="{FF2B5EF4-FFF2-40B4-BE49-F238E27FC236}">
                    <a16:creationId xmlns:a16="http://schemas.microsoft.com/office/drawing/2014/main" id="{E79627F1-1C7C-2C3E-5ECC-91C9B0D280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28">
              <a:extLst>
                <a:ext uri="{FF2B5EF4-FFF2-40B4-BE49-F238E27FC236}">
                  <a16:creationId xmlns:a16="http://schemas.microsoft.com/office/drawing/2014/main" id="{B6581E2C-6275-DC17-02C3-6DE64FC24A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6" name="Oval 1429">
                <a:extLst>
                  <a:ext uri="{FF2B5EF4-FFF2-40B4-BE49-F238E27FC236}">
                    <a16:creationId xmlns:a16="http://schemas.microsoft.com/office/drawing/2014/main" id="{2E71D05B-D4EC-44F1-979E-06AA443123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7" name="Oval 1430">
                <a:extLst>
                  <a:ext uri="{FF2B5EF4-FFF2-40B4-BE49-F238E27FC236}">
                    <a16:creationId xmlns:a16="http://schemas.microsoft.com/office/drawing/2014/main" id="{48973216-E17D-6FD6-D3D0-80F8370C7A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8" name="Freeform 1431">
                <a:extLst>
                  <a:ext uri="{FF2B5EF4-FFF2-40B4-BE49-F238E27FC236}">
                    <a16:creationId xmlns:a16="http://schemas.microsoft.com/office/drawing/2014/main" id="{A554734A-5D46-3979-A15A-F45FA25D4D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" name="Freeform 1432">
                <a:extLst>
                  <a:ext uri="{FF2B5EF4-FFF2-40B4-BE49-F238E27FC236}">
                    <a16:creationId xmlns:a16="http://schemas.microsoft.com/office/drawing/2014/main" id="{7C3336B0-5B27-83C5-E490-13FCD786E5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433">
                <a:extLst>
                  <a:ext uri="{FF2B5EF4-FFF2-40B4-BE49-F238E27FC236}">
                    <a16:creationId xmlns:a16="http://schemas.microsoft.com/office/drawing/2014/main" id="{C4F97CF7-A506-C78D-972F-F8C0957BBE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Oval 1434">
                <a:extLst>
                  <a:ext uri="{FF2B5EF4-FFF2-40B4-BE49-F238E27FC236}">
                    <a16:creationId xmlns:a16="http://schemas.microsoft.com/office/drawing/2014/main" id="{AF13B36D-F593-60E2-DDDE-36FB61EFA8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35">
              <a:extLst>
                <a:ext uri="{FF2B5EF4-FFF2-40B4-BE49-F238E27FC236}">
                  <a16:creationId xmlns:a16="http://schemas.microsoft.com/office/drawing/2014/main" id="{2E92E3E1-B26C-DAF6-53A0-EB18E94C3E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10" name="Oval 1436">
                <a:extLst>
                  <a:ext uri="{FF2B5EF4-FFF2-40B4-BE49-F238E27FC236}">
                    <a16:creationId xmlns:a16="http://schemas.microsoft.com/office/drawing/2014/main" id="{0DB1F480-778B-3E4E-C60F-7A69961E12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1" name="Oval 1437">
                <a:extLst>
                  <a:ext uri="{FF2B5EF4-FFF2-40B4-BE49-F238E27FC236}">
                    <a16:creationId xmlns:a16="http://schemas.microsoft.com/office/drawing/2014/main" id="{3A72EEFA-F414-0187-7628-486F64D470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" name="Freeform 1438">
                <a:extLst>
                  <a:ext uri="{FF2B5EF4-FFF2-40B4-BE49-F238E27FC236}">
                    <a16:creationId xmlns:a16="http://schemas.microsoft.com/office/drawing/2014/main" id="{8C81AAE2-5887-4876-A8E1-18F482CDF0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" name="Freeform 1439">
                <a:extLst>
                  <a:ext uri="{FF2B5EF4-FFF2-40B4-BE49-F238E27FC236}">
                    <a16:creationId xmlns:a16="http://schemas.microsoft.com/office/drawing/2014/main" id="{CDB70246-B943-BA9A-A852-4A0CC350D2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440">
                <a:extLst>
                  <a:ext uri="{FF2B5EF4-FFF2-40B4-BE49-F238E27FC236}">
                    <a16:creationId xmlns:a16="http://schemas.microsoft.com/office/drawing/2014/main" id="{0FCB77A8-82FA-010A-03F7-AA78914290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Oval 1441">
                <a:extLst>
                  <a:ext uri="{FF2B5EF4-FFF2-40B4-BE49-F238E27FC236}">
                    <a16:creationId xmlns:a16="http://schemas.microsoft.com/office/drawing/2014/main" id="{26EC55EC-2F78-4D64-5415-39A3E0F098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42">
              <a:extLst>
                <a:ext uri="{FF2B5EF4-FFF2-40B4-BE49-F238E27FC236}">
                  <a16:creationId xmlns:a16="http://schemas.microsoft.com/office/drawing/2014/main" id="{214BD071-4639-9D42-89B8-8E88D806A3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404" name="Oval 1443">
                <a:extLst>
                  <a:ext uri="{FF2B5EF4-FFF2-40B4-BE49-F238E27FC236}">
                    <a16:creationId xmlns:a16="http://schemas.microsoft.com/office/drawing/2014/main" id="{825F7E7A-8C41-50D2-501C-65457425EF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5" name="Oval 1444">
                <a:extLst>
                  <a:ext uri="{FF2B5EF4-FFF2-40B4-BE49-F238E27FC236}">
                    <a16:creationId xmlns:a16="http://schemas.microsoft.com/office/drawing/2014/main" id="{2399227F-0077-32C2-2001-D13EEB8650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" name="Freeform 1445">
                <a:extLst>
                  <a:ext uri="{FF2B5EF4-FFF2-40B4-BE49-F238E27FC236}">
                    <a16:creationId xmlns:a16="http://schemas.microsoft.com/office/drawing/2014/main" id="{0A699ADA-88FC-432B-367D-03B4BEF1FA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" name="Freeform 1446">
                <a:extLst>
                  <a:ext uri="{FF2B5EF4-FFF2-40B4-BE49-F238E27FC236}">
                    <a16:creationId xmlns:a16="http://schemas.microsoft.com/office/drawing/2014/main" id="{828C0557-2021-8385-59BA-BFA161AE26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447">
                <a:extLst>
                  <a:ext uri="{FF2B5EF4-FFF2-40B4-BE49-F238E27FC236}">
                    <a16:creationId xmlns:a16="http://schemas.microsoft.com/office/drawing/2014/main" id="{B3B2A500-F258-E398-11EC-BE36EFF13F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Oval 1448">
                <a:extLst>
                  <a:ext uri="{FF2B5EF4-FFF2-40B4-BE49-F238E27FC236}">
                    <a16:creationId xmlns:a16="http://schemas.microsoft.com/office/drawing/2014/main" id="{841FB346-388F-1434-53CE-F4705DEE06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49">
              <a:extLst>
                <a:ext uri="{FF2B5EF4-FFF2-40B4-BE49-F238E27FC236}">
                  <a16:creationId xmlns:a16="http://schemas.microsoft.com/office/drawing/2014/main" id="{58BC13A8-6EEA-2C79-266B-C1A03A6D35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8" name="Oval 1450">
                <a:extLst>
                  <a:ext uri="{FF2B5EF4-FFF2-40B4-BE49-F238E27FC236}">
                    <a16:creationId xmlns:a16="http://schemas.microsoft.com/office/drawing/2014/main" id="{695C2BB5-AE8C-29CF-9BD7-07A9A74C8E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9" name="Oval 1451">
                <a:extLst>
                  <a:ext uri="{FF2B5EF4-FFF2-40B4-BE49-F238E27FC236}">
                    <a16:creationId xmlns:a16="http://schemas.microsoft.com/office/drawing/2014/main" id="{B718C29F-9FF9-B6CC-0D86-7C35A83B5B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" name="Freeform 1452">
                <a:extLst>
                  <a:ext uri="{FF2B5EF4-FFF2-40B4-BE49-F238E27FC236}">
                    <a16:creationId xmlns:a16="http://schemas.microsoft.com/office/drawing/2014/main" id="{858F5317-D8FC-4122-2258-233277358F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" name="Freeform 1453">
                <a:extLst>
                  <a:ext uri="{FF2B5EF4-FFF2-40B4-BE49-F238E27FC236}">
                    <a16:creationId xmlns:a16="http://schemas.microsoft.com/office/drawing/2014/main" id="{1AB40F46-260D-1917-2EAE-2BA19993AD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454">
                <a:extLst>
                  <a:ext uri="{FF2B5EF4-FFF2-40B4-BE49-F238E27FC236}">
                    <a16:creationId xmlns:a16="http://schemas.microsoft.com/office/drawing/2014/main" id="{2DFE2A41-5239-4A0A-E608-F77D911ED4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Oval 1455">
                <a:extLst>
                  <a:ext uri="{FF2B5EF4-FFF2-40B4-BE49-F238E27FC236}">
                    <a16:creationId xmlns:a16="http://schemas.microsoft.com/office/drawing/2014/main" id="{51CB2B00-CC09-C035-CE1D-28C5E85246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56">
              <a:extLst>
                <a:ext uri="{FF2B5EF4-FFF2-40B4-BE49-F238E27FC236}">
                  <a16:creationId xmlns:a16="http://schemas.microsoft.com/office/drawing/2014/main" id="{001FBA25-6C46-F2EC-B66A-1E2EBC813C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92" name="Oval 1457">
                <a:extLst>
                  <a:ext uri="{FF2B5EF4-FFF2-40B4-BE49-F238E27FC236}">
                    <a16:creationId xmlns:a16="http://schemas.microsoft.com/office/drawing/2014/main" id="{7BAE4D0F-8C00-FFEC-078F-410A858375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3" name="Oval 1458">
                <a:extLst>
                  <a:ext uri="{FF2B5EF4-FFF2-40B4-BE49-F238E27FC236}">
                    <a16:creationId xmlns:a16="http://schemas.microsoft.com/office/drawing/2014/main" id="{BABF80DA-EBA9-91C0-E9CF-3E25C25472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" name="Freeform 1459">
                <a:extLst>
                  <a:ext uri="{FF2B5EF4-FFF2-40B4-BE49-F238E27FC236}">
                    <a16:creationId xmlns:a16="http://schemas.microsoft.com/office/drawing/2014/main" id="{BEE69BDF-9930-3FF5-7114-D783179148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" name="Freeform 1460">
                <a:extLst>
                  <a:ext uri="{FF2B5EF4-FFF2-40B4-BE49-F238E27FC236}">
                    <a16:creationId xmlns:a16="http://schemas.microsoft.com/office/drawing/2014/main" id="{976B1D8C-5A3C-E0AA-6722-AC9C2DBD2E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461">
                <a:extLst>
                  <a:ext uri="{FF2B5EF4-FFF2-40B4-BE49-F238E27FC236}">
                    <a16:creationId xmlns:a16="http://schemas.microsoft.com/office/drawing/2014/main" id="{C56091EC-359B-4509-9645-058B0A0D1E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Oval 1462">
                <a:extLst>
                  <a:ext uri="{FF2B5EF4-FFF2-40B4-BE49-F238E27FC236}">
                    <a16:creationId xmlns:a16="http://schemas.microsoft.com/office/drawing/2014/main" id="{521AC4F9-5423-A369-4C09-8DBB6ADC4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63">
              <a:extLst>
                <a:ext uri="{FF2B5EF4-FFF2-40B4-BE49-F238E27FC236}">
                  <a16:creationId xmlns:a16="http://schemas.microsoft.com/office/drawing/2014/main" id="{1638F0CC-3D8C-D57E-F7DB-23A6EF6FF8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6" name="Oval 1464">
                <a:extLst>
                  <a:ext uri="{FF2B5EF4-FFF2-40B4-BE49-F238E27FC236}">
                    <a16:creationId xmlns:a16="http://schemas.microsoft.com/office/drawing/2014/main" id="{4E33710E-A81F-27F0-3DE1-D448964051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7" name="Oval 1465">
                <a:extLst>
                  <a:ext uri="{FF2B5EF4-FFF2-40B4-BE49-F238E27FC236}">
                    <a16:creationId xmlns:a16="http://schemas.microsoft.com/office/drawing/2014/main" id="{36293A82-935E-46F0-8456-4025422071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" name="Freeform 1466">
                <a:extLst>
                  <a:ext uri="{FF2B5EF4-FFF2-40B4-BE49-F238E27FC236}">
                    <a16:creationId xmlns:a16="http://schemas.microsoft.com/office/drawing/2014/main" id="{D612B356-A685-B56B-8B9E-00EDF2D01D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" name="Freeform 1467">
                <a:extLst>
                  <a:ext uri="{FF2B5EF4-FFF2-40B4-BE49-F238E27FC236}">
                    <a16:creationId xmlns:a16="http://schemas.microsoft.com/office/drawing/2014/main" id="{BF952867-89B1-2D8C-82E8-484B185B56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468">
                <a:extLst>
                  <a:ext uri="{FF2B5EF4-FFF2-40B4-BE49-F238E27FC236}">
                    <a16:creationId xmlns:a16="http://schemas.microsoft.com/office/drawing/2014/main" id="{0986BD80-26AF-0B7B-D9E7-E03F7601A0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Oval 1469">
                <a:extLst>
                  <a:ext uri="{FF2B5EF4-FFF2-40B4-BE49-F238E27FC236}">
                    <a16:creationId xmlns:a16="http://schemas.microsoft.com/office/drawing/2014/main" id="{0F16F5D6-1425-C3F8-0C91-BF8B9F9480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470">
              <a:extLst>
                <a:ext uri="{FF2B5EF4-FFF2-40B4-BE49-F238E27FC236}">
                  <a16:creationId xmlns:a16="http://schemas.microsoft.com/office/drawing/2014/main" id="{A76C04A9-B858-204E-ED4C-ABB571C026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80" name="Oval 1471">
                <a:extLst>
                  <a:ext uri="{FF2B5EF4-FFF2-40B4-BE49-F238E27FC236}">
                    <a16:creationId xmlns:a16="http://schemas.microsoft.com/office/drawing/2014/main" id="{891D7549-B5EE-CA69-FD3C-0E0590C673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1" name="Oval 1472">
                <a:extLst>
                  <a:ext uri="{FF2B5EF4-FFF2-40B4-BE49-F238E27FC236}">
                    <a16:creationId xmlns:a16="http://schemas.microsoft.com/office/drawing/2014/main" id="{F33A9A7F-A355-1923-913C-1C27749D08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2" name="Freeform 1473">
                <a:extLst>
                  <a:ext uri="{FF2B5EF4-FFF2-40B4-BE49-F238E27FC236}">
                    <a16:creationId xmlns:a16="http://schemas.microsoft.com/office/drawing/2014/main" id="{D82BB08C-D814-A100-5FF1-09382959F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" name="Freeform 1474">
                <a:extLst>
                  <a:ext uri="{FF2B5EF4-FFF2-40B4-BE49-F238E27FC236}">
                    <a16:creationId xmlns:a16="http://schemas.microsoft.com/office/drawing/2014/main" id="{4E267354-A088-013F-FF21-7219D83C72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475">
                <a:extLst>
                  <a:ext uri="{FF2B5EF4-FFF2-40B4-BE49-F238E27FC236}">
                    <a16:creationId xmlns:a16="http://schemas.microsoft.com/office/drawing/2014/main" id="{BD8D7C4A-4953-D1C6-5660-6F9C89897C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Oval 1476">
                <a:extLst>
                  <a:ext uri="{FF2B5EF4-FFF2-40B4-BE49-F238E27FC236}">
                    <a16:creationId xmlns:a16="http://schemas.microsoft.com/office/drawing/2014/main" id="{4329A99B-7905-E5E0-7F40-7DDCF18B9D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477">
              <a:extLst>
                <a:ext uri="{FF2B5EF4-FFF2-40B4-BE49-F238E27FC236}">
                  <a16:creationId xmlns:a16="http://schemas.microsoft.com/office/drawing/2014/main" id="{A87B69A9-C9F3-0DAA-4D95-0A651E43A7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74" name="Oval 1478">
                <a:extLst>
                  <a:ext uri="{FF2B5EF4-FFF2-40B4-BE49-F238E27FC236}">
                    <a16:creationId xmlns:a16="http://schemas.microsoft.com/office/drawing/2014/main" id="{864D3287-9A85-F17C-2025-A65E87C335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5" name="Oval 1479">
                <a:extLst>
                  <a:ext uri="{FF2B5EF4-FFF2-40B4-BE49-F238E27FC236}">
                    <a16:creationId xmlns:a16="http://schemas.microsoft.com/office/drawing/2014/main" id="{0009E4D4-41DA-05F9-E36B-EF014F4C35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" name="Freeform 1480">
                <a:extLst>
                  <a:ext uri="{FF2B5EF4-FFF2-40B4-BE49-F238E27FC236}">
                    <a16:creationId xmlns:a16="http://schemas.microsoft.com/office/drawing/2014/main" id="{4A84DDA3-3BA0-A601-046A-CC8E471C45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" name="Freeform 1481">
                <a:extLst>
                  <a:ext uri="{FF2B5EF4-FFF2-40B4-BE49-F238E27FC236}">
                    <a16:creationId xmlns:a16="http://schemas.microsoft.com/office/drawing/2014/main" id="{17CCEF51-94AC-44B1-F524-B5758BC822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482">
                <a:extLst>
                  <a:ext uri="{FF2B5EF4-FFF2-40B4-BE49-F238E27FC236}">
                    <a16:creationId xmlns:a16="http://schemas.microsoft.com/office/drawing/2014/main" id="{90D78032-7F1E-65E1-DA08-384B9290FA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Oval 1483">
                <a:extLst>
                  <a:ext uri="{FF2B5EF4-FFF2-40B4-BE49-F238E27FC236}">
                    <a16:creationId xmlns:a16="http://schemas.microsoft.com/office/drawing/2014/main" id="{E1D3FED1-2E07-8394-3A4F-F1DF6CA0C3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484">
              <a:extLst>
                <a:ext uri="{FF2B5EF4-FFF2-40B4-BE49-F238E27FC236}">
                  <a16:creationId xmlns:a16="http://schemas.microsoft.com/office/drawing/2014/main" id="{EC10F230-CE4E-BF15-6ECB-68DAC17D00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8" name="Oval 1485">
                <a:extLst>
                  <a:ext uri="{FF2B5EF4-FFF2-40B4-BE49-F238E27FC236}">
                    <a16:creationId xmlns:a16="http://schemas.microsoft.com/office/drawing/2014/main" id="{64709490-86BA-0F26-1D51-DD27F0F598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9" name="Oval 1486">
                <a:extLst>
                  <a:ext uri="{FF2B5EF4-FFF2-40B4-BE49-F238E27FC236}">
                    <a16:creationId xmlns:a16="http://schemas.microsoft.com/office/drawing/2014/main" id="{8F281916-898F-FADD-F2EC-58537ACD87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" name="Freeform 1487">
                <a:extLst>
                  <a:ext uri="{FF2B5EF4-FFF2-40B4-BE49-F238E27FC236}">
                    <a16:creationId xmlns:a16="http://schemas.microsoft.com/office/drawing/2014/main" id="{D4BF29FC-D65E-5214-BB7D-FFA8793752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" name="Freeform 1488">
                <a:extLst>
                  <a:ext uri="{FF2B5EF4-FFF2-40B4-BE49-F238E27FC236}">
                    <a16:creationId xmlns:a16="http://schemas.microsoft.com/office/drawing/2014/main" id="{30A576A5-10E0-D1DE-481D-463CE053BA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489">
                <a:extLst>
                  <a:ext uri="{FF2B5EF4-FFF2-40B4-BE49-F238E27FC236}">
                    <a16:creationId xmlns:a16="http://schemas.microsoft.com/office/drawing/2014/main" id="{0F78201E-30FC-C843-863F-212C001DBE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Oval 1490">
                <a:extLst>
                  <a:ext uri="{FF2B5EF4-FFF2-40B4-BE49-F238E27FC236}">
                    <a16:creationId xmlns:a16="http://schemas.microsoft.com/office/drawing/2014/main" id="{26F201F9-E51A-52FC-C85A-B2F0965FAD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491">
              <a:extLst>
                <a:ext uri="{FF2B5EF4-FFF2-40B4-BE49-F238E27FC236}">
                  <a16:creationId xmlns:a16="http://schemas.microsoft.com/office/drawing/2014/main" id="{678841A5-9E3B-E94B-AC03-1E44F6CEB3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62" name="Oval 1492">
                <a:extLst>
                  <a:ext uri="{FF2B5EF4-FFF2-40B4-BE49-F238E27FC236}">
                    <a16:creationId xmlns:a16="http://schemas.microsoft.com/office/drawing/2014/main" id="{87E8B70E-B749-4C0F-F9F1-D59B06C35E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3" name="Oval 1493">
                <a:extLst>
                  <a:ext uri="{FF2B5EF4-FFF2-40B4-BE49-F238E27FC236}">
                    <a16:creationId xmlns:a16="http://schemas.microsoft.com/office/drawing/2014/main" id="{881B43C2-7842-932E-1FBE-2A756B7256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" name="Freeform 1494">
                <a:extLst>
                  <a:ext uri="{FF2B5EF4-FFF2-40B4-BE49-F238E27FC236}">
                    <a16:creationId xmlns:a16="http://schemas.microsoft.com/office/drawing/2014/main" id="{98D445E6-C2B9-1569-BF6E-6E5074D666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Freeform 1495">
                <a:extLst>
                  <a:ext uri="{FF2B5EF4-FFF2-40B4-BE49-F238E27FC236}">
                    <a16:creationId xmlns:a16="http://schemas.microsoft.com/office/drawing/2014/main" id="{E91A2085-1A9F-D0C2-2C10-BE7B46A642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496">
                <a:extLst>
                  <a:ext uri="{FF2B5EF4-FFF2-40B4-BE49-F238E27FC236}">
                    <a16:creationId xmlns:a16="http://schemas.microsoft.com/office/drawing/2014/main" id="{138B4D11-A0D6-3639-C9FB-F206ACB7C8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Oval 1497">
                <a:extLst>
                  <a:ext uri="{FF2B5EF4-FFF2-40B4-BE49-F238E27FC236}">
                    <a16:creationId xmlns:a16="http://schemas.microsoft.com/office/drawing/2014/main" id="{583EAC79-56DF-F661-7691-4EBE7C821B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498">
              <a:extLst>
                <a:ext uri="{FF2B5EF4-FFF2-40B4-BE49-F238E27FC236}">
                  <a16:creationId xmlns:a16="http://schemas.microsoft.com/office/drawing/2014/main" id="{7EF856A0-19C9-7CE0-64B5-A5678C3C6E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6" name="Oval 1499">
                <a:extLst>
                  <a:ext uri="{FF2B5EF4-FFF2-40B4-BE49-F238E27FC236}">
                    <a16:creationId xmlns:a16="http://schemas.microsoft.com/office/drawing/2014/main" id="{92B9DD65-52A9-3FDC-801D-2A464F1443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7" name="Oval 1500">
                <a:extLst>
                  <a:ext uri="{FF2B5EF4-FFF2-40B4-BE49-F238E27FC236}">
                    <a16:creationId xmlns:a16="http://schemas.microsoft.com/office/drawing/2014/main" id="{9C09018B-3E4D-C929-F800-3CA019094D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8" name="Freeform 1501">
                <a:extLst>
                  <a:ext uri="{FF2B5EF4-FFF2-40B4-BE49-F238E27FC236}">
                    <a16:creationId xmlns:a16="http://schemas.microsoft.com/office/drawing/2014/main" id="{4F04AE65-E2CC-D8B0-7BFA-D7632431E7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Freeform 1502">
                <a:extLst>
                  <a:ext uri="{FF2B5EF4-FFF2-40B4-BE49-F238E27FC236}">
                    <a16:creationId xmlns:a16="http://schemas.microsoft.com/office/drawing/2014/main" id="{57B3E863-8C97-C149-092A-2775B540CB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503">
                <a:extLst>
                  <a:ext uri="{FF2B5EF4-FFF2-40B4-BE49-F238E27FC236}">
                    <a16:creationId xmlns:a16="http://schemas.microsoft.com/office/drawing/2014/main" id="{783D1838-7554-F1B7-42B4-A50F8D3A4B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Oval 1504">
                <a:extLst>
                  <a:ext uri="{FF2B5EF4-FFF2-40B4-BE49-F238E27FC236}">
                    <a16:creationId xmlns:a16="http://schemas.microsoft.com/office/drawing/2014/main" id="{4981C078-6483-8808-8259-7DF909A648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05">
              <a:extLst>
                <a:ext uri="{FF2B5EF4-FFF2-40B4-BE49-F238E27FC236}">
                  <a16:creationId xmlns:a16="http://schemas.microsoft.com/office/drawing/2014/main" id="{514F4306-6F0B-64DD-4BA7-B20E5582B2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50" name="Oval 1506">
                <a:extLst>
                  <a:ext uri="{FF2B5EF4-FFF2-40B4-BE49-F238E27FC236}">
                    <a16:creationId xmlns:a16="http://schemas.microsoft.com/office/drawing/2014/main" id="{FF255D4C-844A-E683-F901-EF84A4FB85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1" name="Oval 1507">
                <a:extLst>
                  <a:ext uri="{FF2B5EF4-FFF2-40B4-BE49-F238E27FC236}">
                    <a16:creationId xmlns:a16="http://schemas.microsoft.com/office/drawing/2014/main" id="{37BA89B2-2A01-0F53-87D0-666AD7BC5C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2" name="Freeform 1508">
                <a:extLst>
                  <a:ext uri="{FF2B5EF4-FFF2-40B4-BE49-F238E27FC236}">
                    <a16:creationId xmlns:a16="http://schemas.microsoft.com/office/drawing/2014/main" id="{859B4BEE-130E-E5E7-7339-5A270CC2CE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Freeform 1509">
                <a:extLst>
                  <a:ext uri="{FF2B5EF4-FFF2-40B4-BE49-F238E27FC236}">
                    <a16:creationId xmlns:a16="http://schemas.microsoft.com/office/drawing/2014/main" id="{4882EB34-C273-2E38-ED41-800992503D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510">
                <a:extLst>
                  <a:ext uri="{FF2B5EF4-FFF2-40B4-BE49-F238E27FC236}">
                    <a16:creationId xmlns:a16="http://schemas.microsoft.com/office/drawing/2014/main" id="{88AAE36F-A5D1-7FF1-21F8-7923835DE6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Oval 1511">
                <a:extLst>
                  <a:ext uri="{FF2B5EF4-FFF2-40B4-BE49-F238E27FC236}">
                    <a16:creationId xmlns:a16="http://schemas.microsoft.com/office/drawing/2014/main" id="{605C4A95-1AE4-4C00-31DC-B66761A30D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12">
              <a:extLst>
                <a:ext uri="{FF2B5EF4-FFF2-40B4-BE49-F238E27FC236}">
                  <a16:creationId xmlns:a16="http://schemas.microsoft.com/office/drawing/2014/main" id="{0A01C894-298D-E273-8FD4-A80B156843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44" name="Oval 1513">
                <a:extLst>
                  <a:ext uri="{FF2B5EF4-FFF2-40B4-BE49-F238E27FC236}">
                    <a16:creationId xmlns:a16="http://schemas.microsoft.com/office/drawing/2014/main" id="{815D22D0-74C7-2B95-8BE1-E7E62D5857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5" name="Oval 1514">
                <a:extLst>
                  <a:ext uri="{FF2B5EF4-FFF2-40B4-BE49-F238E27FC236}">
                    <a16:creationId xmlns:a16="http://schemas.microsoft.com/office/drawing/2014/main" id="{18A93BEC-2ED4-38CE-7BDE-CE6EE01750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6" name="Freeform 1515">
                <a:extLst>
                  <a:ext uri="{FF2B5EF4-FFF2-40B4-BE49-F238E27FC236}">
                    <a16:creationId xmlns:a16="http://schemas.microsoft.com/office/drawing/2014/main" id="{472180E5-BA08-9A35-F8BF-D41E65E3DC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Freeform 1516">
                <a:extLst>
                  <a:ext uri="{FF2B5EF4-FFF2-40B4-BE49-F238E27FC236}">
                    <a16:creationId xmlns:a16="http://schemas.microsoft.com/office/drawing/2014/main" id="{B7366D5C-273D-F255-699A-FE72B91F65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517">
                <a:extLst>
                  <a:ext uri="{FF2B5EF4-FFF2-40B4-BE49-F238E27FC236}">
                    <a16:creationId xmlns:a16="http://schemas.microsoft.com/office/drawing/2014/main" id="{5279BC07-1C78-9A70-3BF4-78E012D4B4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Oval 1518">
                <a:extLst>
                  <a:ext uri="{FF2B5EF4-FFF2-40B4-BE49-F238E27FC236}">
                    <a16:creationId xmlns:a16="http://schemas.microsoft.com/office/drawing/2014/main" id="{7B7EC82F-75C8-9B2E-DD6C-FB13513EEB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19">
              <a:extLst>
                <a:ext uri="{FF2B5EF4-FFF2-40B4-BE49-F238E27FC236}">
                  <a16:creationId xmlns:a16="http://schemas.microsoft.com/office/drawing/2014/main" id="{CA7A2B20-560E-A93A-08B4-7CBAEAC484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8" name="Oval 1520">
                <a:extLst>
                  <a:ext uri="{FF2B5EF4-FFF2-40B4-BE49-F238E27FC236}">
                    <a16:creationId xmlns:a16="http://schemas.microsoft.com/office/drawing/2014/main" id="{714C83BA-84F3-E49B-DB0C-BB7ACACFC2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9" name="Oval 1521">
                <a:extLst>
                  <a:ext uri="{FF2B5EF4-FFF2-40B4-BE49-F238E27FC236}">
                    <a16:creationId xmlns:a16="http://schemas.microsoft.com/office/drawing/2014/main" id="{C14E2FC4-A2DA-1600-95CA-1DEC0325FF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0" name="Freeform 1522">
                <a:extLst>
                  <a:ext uri="{FF2B5EF4-FFF2-40B4-BE49-F238E27FC236}">
                    <a16:creationId xmlns:a16="http://schemas.microsoft.com/office/drawing/2014/main" id="{FDBF3B85-BA47-32FC-E343-0CC75C3704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Freeform 1523">
                <a:extLst>
                  <a:ext uri="{FF2B5EF4-FFF2-40B4-BE49-F238E27FC236}">
                    <a16:creationId xmlns:a16="http://schemas.microsoft.com/office/drawing/2014/main" id="{F4BD55B7-C5B0-9909-601F-5875138614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524">
                <a:extLst>
                  <a:ext uri="{FF2B5EF4-FFF2-40B4-BE49-F238E27FC236}">
                    <a16:creationId xmlns:a16="http://schemas.microsoft.com/office/drawing/2014/main" id="{CFD590F3-3FA8-E094-A746-CCB30D1C68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Oval 1525">
                <a:extLst>
                  <a:ext uri="{FF2B5EF4-FFF2-40B4-BE49-F238E27FC236}">
                    <a16:creationId xmlns:a16="http://schemas.microsoft.com/office/drawing/2014/main" id="{F0DDDEA4-DE59-080B-1FE0-1C8F277D54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26">
              <a:extLst>
                <a:ext uri="{FF2B5EF4-FFF2-40B4-BE49-F238E27FC236}">
                  <a16:creationId xmlns:a16="http://schemas.microsoft.com/office/drawing/2014/main" id="{1B147CA5-5A39-3CE1-499D-DB22763C2F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32" name="Oval 1527">
                <a:extLst>
                  <a:ext uri="{FF2B5EF4-FFF2-40B4-BE49-F238E27FC236}">
                    <a16:creationId xmlns:a16="http://schemas.microsoft.com/office/drawing/2014/main" id="{0DFE1671-E1B7-C1E9-36D3-3A2E34DAF9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3" name="Oval 1528">
                <a:extLst>
                  <a:ext uri="{FF2B5EF4-FFF2-40B4-BE49-F238E27FC236}">
                    <a16:creationId xmlns:a16="http://schemas.microsoft.com/office/drawing/2014/main" id="{B5B8D55E-366C-EA13-B78F-A144FBCAD9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4" name="Freeform 1529">
                <a:extLst>
                  <a:ext uri="{FF2B5EF4-FFF2-40B4-BE49-F238E27FC236}">
                    <a16:creationId xmlns:a16="http://schemas.microsoft.com/office/drawing/2014/main" id="{0AC3BBD5-7E12-3D52-23A1-896EB3F352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Freeform 1530">
                <a:extLst>
                  <a:ext uri="{FF2B5EF4-FFF2-40B4-BE49-F238E27FC236}">
                    <a16:creationId xmlns:a16="http://schemas.microsoft.com/office/drawing/2014/main" id="{8A19761C-271D-7B2C-7318-93051EE66A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531">
                <a:extLst>
                  <a:ext uri="{FF2B5EF4-FFF2-40B4-BE49-F238E27FC236}">
                    <a16:creationId xmlns:a16="http://schemas.microsoft.com/office/drawing/2014/main" id="{E8D6DB3E-1BCE-98E6-A2C8-A0F93104DB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Oval 1532">
                <a:extLst>
                  <a:ext uri="{FF2B5EF4-FFF2-40B4-BE49-F238E27FC236}">
                    <a16:creationId xmlns:a16="http://schemas.microsoft.com/office/drawing/2014/main" id="{8BEA4775-BC3D-852E-7B40-9835FA7AFC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33">
              <a:extLst>
                <a:ext uri="{FF2B5EF4-FFF2-40B4-BE49-F238E27FC236}">
                  <a16:creationId xmlns:a16="http://schemas.microsoft.com/office/drawing/2014/main" id="{3DABC8A8-63F6-B303-E791-AB7A77004F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6" name="Oval 1534">
                <a:extLst>
                  <a:ext uri="{FF2B5EF4-FFF2-40B4-BE49-F238E27FC236}">
                    <a16:creationId xmlns:a16="http://schemas.microsoft.com/office/drawing/2014/main" id="{A05A7CAF-DD70-5BDD-20E5-E7616AF6A5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7" name="Oval 1535">
                <a:extLst>
                  <a:ext uri="{FF2B5EF4-FFF2-40B4-BE49-F238E27FC236}">
                    <a16:creationId xmlns:a16="http://schemas.microsoft.com/office/drawing/2014/main" id="{A58BA4B6-733D-20F2-219B-EA4427D0B5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8" name="Freeform 1536">
                <a:extLst>
                  <a:ext uri="{FF2B5EF4-FFF2-40B4-BE49-F238E27FC236}">
                    <a16:creationId xmlns:a16="http://schemas.microsoft.com/office/drawing/2014/main" id="{65C2B4CC-4A21-7EBE-036E-A6DA0140DF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 1537">
                <a:extLst>
                  <a:ext uri="{FF2B5EF4-FFF2-40B4-BE49-F238E27FC236}">
                    <a16:creationId xmlns:a16="http://schemas.microsoft.com/office/drawing/2014/main" id="{7715D8B2-DDF8-9E7B-7F28-F650F1A0B9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538">
                <a:extLst>
                  <a:ext uri="{FF2B5EF4-FFF2-40B4-BE49-F238E27FC236}">
                    <a16:creationId xmlns:a16="http://schemas.microsoft.com/office/drawing/2014/main" id="{30F9EDE8-D05E-5FDE-5A4A-743BAA0BB5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Oval 1539">
                <a:extLst>
                  <a:ext uri="{FF2B5EF4-FFF2-40B4-BE49-F238E27FC236}">
                    <a16:creationId xmlns:a16="http://schemas.microsoft.com/office/drawing/2014/main" id="{1DD8C531-3874-73CD-80B7-5218E7E2AF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40">
              <a:extLst>
                <a:ext uri="{FF2B5EF4-FFF2-40B4-BE49-F238E27FC236}">
                  <a16:creationId xmlns:a16="http://schemas.microsoft.com/office/drawing/2014/main" id="{60C70201-0EF0-20AA-DB31-C562D54157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20" name="Oval 1541">
                <a:extLst>
                  <a:ext uri="{FF2B5EF4-FFF2-40B4-BE49-F238E27FC236}">
                    <a16:creationId xmlns:a16="http://schemas.microsoft.com/office/drawing/2014/main" id="{4E1B4313-6D78-B6D5-BAE2-0C6E537F17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1" name="Oval 1542">
                <a:extLst>
                  <a:ext uri="{FF2B5EF4-FFF2-40B4-BE49-F238E27FC236}">
                    <a16:creationId xmlns:a16="http://schemas.microsoft.com/office/drawing/2014/main" id="{6AE144A0-A9B2-9ADC-B83E-F7A7D2D52B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2" name="Freeform 1543">
                <a:extLst>
                  <a:ext uri="{FF2B5EF4-FFF2-40B4-BE49-F238E27FC236}">
                    <a16:creationId xmlns:a16="http://schemas.microsoft.com/office/drawing/2014/main" id="{B40A29B2-F92C-E2DF-7E49-4BB9667D45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Freeform 1544">
                <a:extLst>
                  <a:ext uri="{FF2B5EF4-FFF2-40B4-BE49-F238E27FC236}">
                    <a16:creationId xmlns:a16="http://schemas.microsoft.com/office/drawing/2014/main" id="{5416A5E8-698E-DD51-5F4E-63D1A3B8B9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545">
                <a:extLst>
                  <a:ext uri="{FF2B5EF4-FFF2-40B4-BE49-F238E27FC236}">
                    <a16:creationId xmlns:a16="http://schemas.microsoft.com/office/drawing/2014/main" id="{7BA1E561-4D98-7AA4-9ADA-E4FB0FD13C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Oval 1546">
                <a:extLst>
                  <a:ext uri="{FF2B5EF4-FFF2-40B4-BE49-F238E27FC236}">
                    <a16:creationId xmlns:a16="http://schemas.microsoft.com/office/drawing/2014/main" id="{6461E94A-D9DB-0720-5869-E122243034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47">
              <a:extLst>
                <a:ext uri="{FF2B5EF4-FFF2-40B4-BE49-F238E27FC236}">
                  <a16:creationId xmlns:a16="http://schemas.microsoft.com/office/drawing/2014/main" id="{F26290D0-5583-8267-C846-6AB4153A4F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14" name="Oval 1548">
                <a:extLst>
                  <a:ext uri="{FF2B5EF4-FFF2-40B4-BE49-F238E27FC236}">
                    <a16:creationId xmlns:a16="http://schemas.microsoft.com/office/drawing/2014/main" id="{39E6060C-BA94-E746-F15E-A436E70317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5" name="Oval 1549">
                <a:extLst>
                  <a:ext uri="{FF2B5EF4-FFF2-40B4-BE49-F238E27FC236}">
                    <a16:creationId xmlns:a16="http://schemas.microsoft.com/office/drawing/2014/main" id="{D2317AF6-540D-621B-39BF-789EF3F47D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" name="Freeform 1550">
                <a:extLst>
                  <a:ext uri="{FF2B5EF4-FFF2-40B4-BE49-F238E27FC236}">
                    <a16:creationId xmlns:a16="http://schemas.microsoft.com/office/drawing/2014/main" id="{A2782A62-F03C-9F81-F573-B75AB44C92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Freeform 1551">
                <a:extLst>
                  <a:ext uri="{FF2B5EF4-FFF2-40B4-BE49-F238E27FC236}">
                    <a16:creationId xmlns:a16="http://schemas.microsoft.com/office/drawing/2014/main" id="{C711D87D-CED3-BA7C-4B84-B72F88446E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552">
                <a:extLst>
                  <a:ext uri="{FF2B5EF4-FFF2-40B4-BE49-F238E27FC236}">
                    <a16:creationId xmlns:a16="http://schemas.microsoft.com/office/drawing/2014/main" id="{7096FB29-65A6-51A0-21B7-8227E8E08A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Oval 1553">
                <a:extLst>
                  <a:ext uri="{FF2B5EF4-FFF2-40B4-BE49-F238E27FC236}">
                    <a16:creationId xmlns:a16="http://schemas.microsoft.com/office/drawing/2014/main" id="{272EEE2E-DE7C-5ADB-AEF7-2E13B6D91F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54">
              <a:extLst>
                <a:ext uri="{FF2B5EF4-FFF2-40B4-BE49-F238E27FC236}">
                  <a16:creationId xmlns:a16="http://schemas.microsoft.com/office/drawing/2014/main" id="{34E91188-1725-6D64-9F9D-0F685DA287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8" name="Oval 1555">
                <a:extLst>
                  <a:ext uri="{FF2B5EF4-FFF2-40B4-BE49-F238E27FC236}">
                    <a16:creationId xmlns:a16="http://schemas.microsoft.com/office/drawing/2014/main" id="{D4639F84-1A3A-F893-F30C-32A566DB40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" name="Oval 1556">
                <a:extLst>
                  <a:ext uri="{FF2B5EF4-FFF2-40B4-BE49-F238E27FC236}">
                    <a16:creationId xmlns:a16="http://schemas.microsoft.com/office/drawing/2014/main" id="{E782DF01-C1FE-53D7-FF53-6CC2945563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" name="Freeform 1557">
                <a:extLst>
                  <a:ext uri="{FF2B5EF4-FFF2-40B4-BE49-F238E27FC236}">
                    <a16:creationId xmlns:a16="http://schemas.microsoft.com/office/drawing/2014/main" id="{2304CE6F-4682-F0DB-E846-4F0174F49D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Freeform 1558">
                <a:extLst>
                  <a:ext uri="{FF2B5EF4-FFF2-40B4-BE49-F238E27FC236}">
                    <a16:creationId xmlns:a16="http://schemas.microsoft.com/office/drawing/2014/main" id="{7CF6FA5D-3F1C-2E38-C5A8-DFEF3A4701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559">
                <a:extLst>
                  <a:ext uri="{FF2B5EF4-FFF2-40B4-BE49-F238E27FC236}">
                    <a16:creationId xmlns:a16="http://schemas.microsoft.com/office/drawing/2014/main" id="{08E31D75-F385-3A63-F282-2DBDBA238A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Oval 1560">
                <a:extLst>
                  <a:ext uri="{FF2B5EF4-FFF2-40B4-BE49-F238E27FC236}">
                    <a16:creationId xmlns:a16="http://schemas.microsoft.com/office/drawing/2014/main" id="{C00A1900-55EE-C0C5-9AB2-F47DAB7950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61">
              <a:extLst>
                <a:ext uri="{FF2B5EF4-FFF2-40B4-BE49-F238E27FC236}">
                  <a16:creationId xmlns:a16="http://schemas.microsoft.com/office/drawing/2014/main" id="{C19EAC7C-BD0A-0ACC-8953-368F4AF3C8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302" name="Oval 1562">
                <a:extLst>
                  <a:ext uri="{FF2B5EF4-FFF2-40B4-BE49-F238E27FC236}">
                    <a16:creationId xmlns:a16="http://schemas.microsoft.com/office/drawing/2014/main" id="{BB072426-E5A9-08DC-3938-5896C68108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" name="Oval 1563">
                <a:extLst>
                  <a:ext uri="{FF2B5EF4-FFF2-40B4-BE49-F238E27FC236}">
                    <a16:creationId xmlns:a16="http://schemas.microsoft.com/office/drawing/2014/main" id="{B4C9A8A3-E024-3EB1-6521-1FA5EFB4EB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" name="Freeform 1564">
                <a:extLst>
                  <a:ext uri="{FF2B5EF4-FFF2-40B4-BE49-F238E27FC236}">
                    <a16:creationId xmlns:a16="http://schemas.microsoft.com/office/drawing/2014/main" id="{B05E0ACD-42CA-8AFB-EA5F-F706107905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" name="Freeform 1565">
                <a:extLst>
                  <a:ext uri="{FF2B5EF4-FFF2-40B4-BE49-F238E27FC236}">
                    <a16:creationId xmlns:a16="http://schemas.microsoft.com/office/drawing/2014/main" id="{61C1FFD2-6549-37C1-FCAD-B3CC0912AE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566">
                <a:extLst>
                  <a:ext uri="{FF2B5EF4-FFF2-40B4-BE49-F238E27FC236}">
                    <a16:creationId xmlns:a16="http://schemas.microsoft.com/office/drawing/2014/main" id="{4510D12E-8C6E-DAD6-F8DB-CFC47531DD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Oval 1567">
                <a:extLst>
                  <a:ext uri="{FF2B5EF4-FFF2-40B4-BE49-F238E27FC236}">
                    <a16:creationId xmlns:a16="http://schemas.microsoft.com/office/drawing/2014/main" id="{D2778E04-BA80-5356-E6CF-648645F2E1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568">
              <a:extLst>
                <a:ext uri="{FF2B5EF4-FFF2-40B4-BE49-F238E27FC236}">
                  <a16:creationId xmlns:a16="http://schemas.microsoft.com/office/drawing/2014/main" id="{89D404B0-F0EB-C816-2A80-E496816AD8F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6" name="Oval 1569">
                <a:extLst>
                  <a:ext uri="{FF2B5EF4-FFF2-40B4-BE49-F238E27FC236}">
                    <a16:creationId xmlns:a16="http://schemas.microsoft.com/office/drawing/2014/main" id="{F1708EF8-D307-0109-9083-EF78026C55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" name="Oval 1570">
                <a:extLst>
                  <a:ext uri="{FF2B5EF4-FFF2-40B4-BE49-F238E27FC236}">
                    <a16:creationId xmlns:a16="http://schemas.microsoft.com/office/drawing/2014/main" id="{CC8D66DA-516D-E3D2-B891-2E845F2390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" name="Freeform 1571">
                <a:extLst>
                  <a:ext uri="{FF2B5EF4-FFF2-40B4-BE49-F238E27FC236}">
                    <a16:creationId xmlns:a16="http://schemas.microsoft.com/office/drawing/2014/main" id="{E6F12F45-66E1-31D7-FD51-74EC348043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 1572">
                <a:extLst>
                  <a:ext uri="{FF2B5EF4-FFF2-40B4-BE49-F238E27FC236}">
                    <a16:creationId xmlns:a16="http://schemas.microsoft.com/office/drawing/2014/main" id="{943DD833-0E7D-48C8-ECA0-1FB8B75862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573">
                <a:extLst>
                  <a:ext uri="{FF2B5EF4-FFF2-40B4-BE49-F238E27FC236}">
                    <a16:creationId xmlns:a16="http://schemas.microsoft.com/office/drawing/2014/main" id="{4C459B58-C7B2-0DF8-B0F6-4CB57612AB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Oval 1574">
                <a:extLst>
                  <a:ext uri="{FF2B5EF4-FFF2-40B4-BE49-F238E27FC236}">
                    <a16:creationId xmlns:a16="http://schemas.microsoft.com/office/drawing/2014/main" id="{3B7140FF-A32E-A576-C850-C87824D0C2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1" name="Group 1575">
              <a:extLst>
                <a:ext uri="{FF2B5EF4-FFF2-40B4-BE49-F238E27FC236}">
                  <a16:creationId xmlns:a16="http://schemas.microsoft.com/office/drawing/2014/main" id="{E687FB9C-CA4A-1728-B428-5190F7814E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90" name="Oval 1576">
                <a:extLst>
                  <a:ext uri="{FF2B5EF4-FFF2-40B4-BE49-F238E27FC236}">
                    <a16:creationId xmlns:a16="http://schemas.microsoft.com/office/drawing/2014/main" id="{4993D4CC-9999-3E11-78BA-5EAE7EF6EE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" name="Oval 1577">
                <a:extLst>
                  <a:ext uri="{FF2B5EF4-FFF2-40B4-BE49-F238E27FC236}">
                    <a16:creationId xmlns:a16="http://schemas.microsoft.com/office/drawing/2014/main" id="{4193EE5C-494A-736A-8EEF-99B3BD15A6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" name="Freeform 1578">
                <a:extLst>
                  <a:ext uri="{FF2B5EF4-FFF2-40B4-BE49-F238E27FC236}">
                    <a16:creationId xmlns:a16="http://schemas.microsoft.com/office/drawing/2014/main" id="{690D1CA4-A4DD-72C9-498E-5037071BAB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Freeform 1579">
                <a:extLst>
                  <a:ext uri="{FF2B5EF4-FFF2-40B4-BE49-F238E27FC236}">
                    <a16:creationId xmlns:a16="http://schemas.microsoft.com/office/drawing/2014/main" id="{2AAD1F38-3893-F299-3AA6-65F62CD518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580">
                <a:extLst>
                  <a:ext uri="{FF2B5EF4-FFF2-40B4-BE49-F238E27FC236}">
                    <a16:creationId xmlns:a16="http://schemas.microsoft.com/office/drawing/2014/main" id="{148A3318-BB18-E68E-1B60-A672B0A4BC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Oval 1581">
                <a:extLst>
                  <a:ext uri="{FF2B5EF4-FFF2-40B4-BE49-F238E27FC236}">
                    <a16:creationId xmlns:a16="http://schemas.microsoft.com/office/drawing/2014/main" id="{67E69B28-BF26-9EB3-F598-C53FFEB300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2" name="Group 1582">
              <a:extLst>
                <a:ext uri="{FF2B5EF4-FFF2-40B4-BE49-F238E27FC236}">
                  <a16:creationId xmlns:a16="http://schemas.microsoft.com/office/drawing/2014/main" id="{020A0660-1E96-235D-2299-D90BE506E9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84" name="Oval 1583">
                <a:extLst>
                  <a:ext uri="{FF2B5EF4-FFF2-40B4-BE49-F238E27FC236}">
                    <a16:creationId xmlns:a16="http://schemas.microsoft.com/office/drawing/2014/main" id="{78A8478B-1C7D-E039-7DA2-66F7AB8131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" name="Oval 1584">
                <a:extLst>
                  <a:ext uri="{FF2B5EF4-FFF2-40B4-BE49-F238E27FC236}">
                    <a16:creationId xmlns:a16="http://schemas.microsoft.com/office/drawing/2014/main" id="{DD99D47A-60EB-AB05-D92A-D350EEDEDF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" name="Freeform 1585">
                <a:extLst>
                  <a:ext uri="{FF2B5EF4-FFF2-40B4-BE49-F238E27FC236}">
                    <a16:creationId xmlns:a16="http://schemas.microsoft.com/office/drawing/2014/main" id="{9A3BEA43-44EC-AA39-8A61-707E7904F7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Freeform 1586">
                <a:extLst>
                  <a:ext uri="{FF2B5EF4-FFF2-40B4-BE49-F238E27FC236}">
                    <a16:creationId xmlns:a16="http://schemas.microsoft.com/office/drawing/2014/main" id="{7DD2F77D-0FA2-16C3-A706-5B74CF2467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587">
                <a:extLst>
                  <a:ext uri="{FF2B5EF4-FFF2-40B4-BE49-F238E27FC236}">
                    <a16:creationId xmlns:a16="http://schemas.microsoft.com/office/drawing/2014/main" id="{156A914B-8737-40A9-4370-3C1841C3A4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Oval 1588">
                <a:extLst>
                  <a:ext uri="{FF2B5EF4-FFF2-40B4-BE49-F238E27FC236}">
                    <a16:creationId xmlns:a16="http://schemas.microsoft.com/office/drawing/2014/main" id="{29F5C50E-A938-8EAE-4AE3-6E72E99D30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3" name="Group 1589">
              <a:extLst>
                <a:ext uri="{FF2B5EF4-FFF2-40B4-BE49-F238E27FC236}">
                  <a16:creationId xmlns:a16="http://schemas.microsoft.com/office/drawing/2014/main" id="{2BD0BEE2-9F97-B019-7D5E-286056D0EE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8" name="Oval 1590">
                <a:extLst>
                  <a:ext uri="{FF2B5EF4-FFF2-40B4-BE49-F238E27FC236}">
                    <a16:creationId xmlns:a16="http://schemas.microsoft.com/office/drawing/2014/main" id="{F8E8BB16-D75B-4B83-C1F6-5A96EF700E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" name="Oval 1591">
                <a:extLst>
                  <a:ext uri="{FF2B5EF4-FFF2-40B4-BE49-F238E27FC236}">
                    <a16:creationId xmlns:a16="http://schemas.microsoft.com/office/drawing/2014/main" id="{FA5A9CF7-49E9-67BA-14E2-5B9BE5BF95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" name="Freeform 1592">
                <a:extLst>
                  <a:ext uri="{FF2B5EF4-FFF2-40B4-BE49-F238E27FC236}">
                    <a16:creationId xmlns:a16="http://schemas.microsoft.com/office/drawing/2014/main" id="{B5A06927-F5FD-C25C-78D6-F066B222BD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1593">
                <a:extLst>
                  <a:ext uri="{FF2B5EF4-FFF2-40B4-BE49-F238E27FC236}">
                    <a16:creationId xmlns:a16="http://schemas.microsoft.com/office/drawing/2014/main" id="{59E35AD1-0C62-37F6-B970-49F3B1DC2E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594">
                <a:extLst>
                  <a:ext uri="{FF2B5EF4-FFF2-40B4-BE49-F238E27FC236}">
                    <a16:creationId xmlns:a16="http://schemas.microsoft.com/office/drawing/2014/main" id="{38317611-163F-753A-0958-846FB3BCFB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Oval 1595">
                <a:extLst>
                  <a:ext uri="{FF2B5EF4-FFF2-40B4-BE49-F238E27FC236}">
                    <a16:creationId xmlns:a16="http://schemas.microsoft.com/office/drawing/2014/main" id="{05AE39D5-0B85-91AA-946E-5956DD0AF0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4" name="Group 1596">
              <a:extLst>
                <a:ext uri="{FF2B5EF4-FFF2-40B4-BE49-F238E27FC236}">
                  <a16:creationId xmlns:a16="http://schemas.microsoft.com/office/drawing/2014/main" id="{12266962-6349-0190-0A53-638A9088A7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72" name="Oval 1597">
                <a:extLst>
                  <a:ext uri="{FF2B5EF4-FFF2-40B4-BE49-F238E27FC236}">
                    <a16:creationId xmlns:a16="http://schemas.microsoft.com/office/drawing/2014/main" id="{805CD5CB-1873-BBF1-D2D7-CE7E23FD71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" name="Oval 1598">
                <a:extLst>
                  <a:ext uri="{FF2B5EF4-FFF2-40B4-BE49-F238E27FC236}">
                    <a16:creationId xmlns:a16="http://schemas.microsoft.com/office/drawing/2014/main" id="{12DC95D4-3EE0-912F-F027-B1DD05E664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" name="Freeform 1599">
                <a:extLst>
                  <a:ext uri="{FF2B5EF4-FFF2-40B4-BE49-F238E27FC236}">
                    <a16:creationId xmlns:a16="http://schemas.microsoft.com/office/drawing/2014/main" id="{AE343E7E-7F76-FB3E-1930-F349E02EB7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1600">
                <a:extLst>
                  <a:ext uri="{FF2B5EF4-FFF2-40B4-BE49-F238E27FC236}">
                    <a16:creationId xmlns:a16="http://schemas.microsoft.com/office/drawing/2014/main" id="{CC1252B5-D42D-07B6-02D7-8ACA74C367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601">
                <a:extLst>
                  <a:ext uri="{FF2B5EF4-FFF2-40B4-BE49-F238E27FC236}">
                    <a16:creationId xmlns:a16="http://schemas.microsoft.com/office/drawing/2014/main" id="{BF8E25B1-6B4A-5052-E7C3-944E8872E5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Oval 1602">
                <a:extLst>
                  <a:ext uri="{FF2B5EF4-FFF2-40B4-BE49-F238E27FC236}">
                    <a16:creationId xmlns:a16="http://schemas.microsoft.com/office/drawing/2014/main" id="{DDB472B9-F736-CBD2-9296-274348E7D8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5" name="Group 1603">
              <a:extLst>
                <a:ext uri="{FF2B5EF4-FFF2-40B4-BE49-F238E27FC236}">
                  <a16:creationId xmlns:a16="http://schemas.microsoft.com/office/drawing/2014/main" id="{9750E8FA-1199-D560-73D4-79021B56F1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6" name="Oval 1604">
                <a:extLst>
                  <a:ext uri="{FF2B5EF4-FFF2-40B4-BE49-F238E27FC236}">
                    <a16:creationId xmlns:a16="http://schemas.microsoft.com/office/drawing/2014/main" id="{9D497CC0-3E02-D9F9-C694-853CC24CE0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" name="Oval 1605">
                <a:extLst>
                  <a:ext uri="{FF2B5EF4-FFF2-40B4-BE49-F238E27FC236}">
                    <a16:creationId xmlns:a16="http://schemas.microsoft.com/office/drawing/2014/main" id="{F0EDDD2A-21AB-4FC4-1E9D-C0CA1976E7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" name="Freeform 1606">
                <a:extLst>
                  <a:ext uri="{FF2B5EF4-FFF2-40B4-BE49-F238E27FC236}">
                    <a16:creationId xmlns:a16="http://schemas.microsoft.com/office/drawing/2014/main" id="{66F2B93D-FD76-617A-1925-37CEFE54C3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1607">
                <a:extLst>
                  <a:ext uri="{FF2B5EF4-FFF2-40B4-BE49-F238E27FC236}">
                    <a16:creationId xmlns:a16="http://schemas.microsoft.com/office/drawing/2014/main" id="{C1AAE219-77B0-36A5-EC80-68686CBA38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608">
                <a:extLst>
                  <a:ext uri="{FF2B5EF4-FFF2-40B4-BE49-F238E27FC236}">
                    <a16:creationId xmlns:a16="http://schemas.microsoft.com/office/drawing/2014/main" id="{005C7E67-9C35-DC71-A3B4-AA2E01CDFF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Oval 1609">
                <a:extLst>
                  <a:ext uri="{FF2B5EF4-FFF2-40B4-BE49-F238E27FC236}">
                    <a16:creationId xmlns:a16="http://schemas.microsoft.com/office/drawing/2014/main" id="{901D8BC3-F205-B23D-5170-D63F542A08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8" name="Group 1385">
            <a:extLst>
              <a:ext uri="{FF2B5EF4-FFF2-40B4-BE49-F238E27FC236}">
                <a16:creationId xmlns:a16="http://schemas.microsoft.com/office/drawing/2014/main" id="{255FCEA1-804F-9599-9332-6508206468E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9" name="Group 1386">
              <a:extLst>
                <a:ext uri="{FF2B5EF4-FFF2-40B4-BE49-F238E27FC236}">
                  <a16:creationId xmlns:a16="http://schemas.microsoft.com/office/drawing/2014/main" id="{76136812-3F55-CC50-E5B5-0DECD2B8BF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7" name="Oval 1387">
                <a:extLst>
                  <a:ext uri="{FF2B5EF4-FFF2-40B4-BE49-F238E27FC236}">
                    <a16:creationId xmlns:a16="http://schemas.microsoft.com/office/drawing/2014/main" id="{71F3BB82-2B88-ED9C-62E7-F9371C7AAF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8" name="Oval 1388">
                <a:extLst>
                  <a:ext uri="{FF2B5EF4-FFF2-40B4-BE49-F238E27FC236}">
                    <a16:creationId xmlns:a16="http://schemas.microsoft.com/office/drawing/2014/main" id="{1936B312-E11B-6709-4FD5-2835E4ECC1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9" name="Freeform 1389">
                <a:extLst>
                  <a:ext uri="{FF2B5EF4-FFF2-40B4-BE49-F238E27FC236}">
                    <a16:creationId xmlns:a16="http://schemas.microsoft.com/office/drawing/2014/main" id="{BF0B7F8C-1E6D-F5E8-510B-17CEE5E0BE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0" name="Freeform 1390">
                <a:extLst>
                  <a:ext uri="{FF2B5EF4-FFF2-40B4-BE49-F238E27FC236}">
                    <a16:creationId xmlns:a16="http://schemas.microsoft.com/office/drawing/2014/main" id="{E73F57F2-2020-B619-E78F-CB23B3CBE5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1" name="Freeform 1391">
                <a:extLst>
                  <a:ext uri="{FF2B5EF4-FFF2-40B4-BE49-F238E27FC236}">
                    <a16:creationId xmlns:a16="http://schemas.microsoft.com/office/drawing/2014/main" id="{4C924389-FEF4-117A-8D2F-2DAC352924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2" name="Oval 1392">
                <a:extLst>
                  <a:ext uri="{FF2B5EF4-FFF2-40B4-BE49-F238E27FC236}">
                    <a16:creationId xmlns:a16="http://schemas.microsoft.com/office/drawing/2014/main" id="{C21A54B8-2A67-413C-531C-3312628868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393">
              <a:extLst>
                <a:ext uri="{FF2B5EF4-FFF2-40B4-BE49-F238E27FC236}">
                  <a16:creationId xmlns:a16="http://schemas.microsoft.com/office/drawing/2014/main" id="{6B751886-3573-AFC6-BAC5-D5044616FE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71" name="Oval 1394">
                <a:extLst>
                  <a:ext uri="{FF2B5EF4-FFF2-40B4-BE49-F238E27FC236}">
                    <a16:creationId xmlns:a16="http://schemas.microsoft.com/office/drawing/2014/main" id="{0B870368-9020-05B3-BFED-3288BEE449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2" name="Oval 1395">
                <a:extLst>
                  <a:ext uri="{FF2B5EF4-FFF2-40B4-BE49-F238E27FC236}">
                    <a16:creationId xmlns:a16="http://schemas.microsoft.com/office/drawing/2014/main" id="{5001B2F0-7FEF-744B-B45F-2182EE104D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3" name="Freeform 1396">
                <a:extLst>
                  <a:ext uri="{FF2B5EF4-FFF2-40B4-BE49-F238E27FC236}">
                    <a16:creationId xmlns:a16="http://schemas.microsoft.com/office/drawing/2014/main" id="{9BC6179C-CD9F-AB22-3981-3341CE9D4A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4" name="Freeform 1397">
                <a:extLst>
                  <a:ext uri="{FF2B5EF4-FFF2-40B4-BE49-F238E27FC236}">
                    <a16:creationId xmlns:a16="http://schemas.microsoft.com/office/drawing/2014/main" id="{7E37CF1E-A547-9FD2-3865-58D015B1C5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1398">
                <a:extLst>
                  <a:ext uri="{FF2B5EF4-FFF2-40B4-BE49-F238E27FC236}">
                    <a16:creationId xmlns:a16="http://schemas.microsoft.com/office/drawing/2014/main" id="{ADADBA0B-029E-5C99-E09A-639A266B9F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Oval 1399">
                <a:extLst>
                  <a:ext uri="{FF2B5EF4-FFF2-40B4-BE49-F238E27FC236}">
                    <a16:creationId xmlns:a16="http://schemas.microsoft.com/office/drawing/2014/main" id="{6457EA6E-F9CC-CE17-6966-38D69F6712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00">
              <a:extLst>
                <a:ext uri="{FF2B5EF4-FFF2-40B4-BE49-F238E27FC236}">
                  <a16:creationId xmlns:a16="http://schemas.microsoft.com/office/drawing/2014/main" id="{16CFB4EB-CD72-82B4-6410-1E6E6747D70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5" name="Oval 1401">
                <a:extLst>
                  <a:ext uri="{FF2B5EF4-FFF2-40B4-BE49-F238E27FC236}">
                    <a16:creationId xmlns:a16="http://schemas.microsoft.com/office/drawing/2014/main" id="{975A007B-D5A8-40AC-F7B7-9CA2E29688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6" name="Oval 1402">
                <a:extLst>
                  <a:ext uri="{FF2B5EF4-FFF2-40B4-BE49-F238E27FC236}">
                    <a16:creationId xmlns:a16="http://schemas.microsoft.com/office/drawing/2014/main" id="{88B4E6F6-3A53-C894-ACBB-7707432DE4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7" name="Freeform 1403">
                <a:extLst>
                  <a:ext uri="{FF2B5EF4-FFF2-40B4-BE49-F238E27FC236}">
                    <a16:creationId xmlns:a16="http://schemas.microsoft.com/office/drawing/2014/main" id="{0C9591B8-40CD-3A2F-F447-1619EF7E52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8" name="Freeform 1404">
                <a:extLst>
                  <a:ext uri="{FF2B5EF4-FFF2-40B4-BE49-F238E27FC236}">
                    <a16:creationId xmlns:a16="http://schemas.microsoft.com/office/drawing/2014/main" id="{0DF40DD5-2961-F39B-09D2-5CA2BC1FB9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1405">
                <a:extLst>
                  <a:ext uri="{FF2B5EF4-FFF2-40B4-BE49-F238E27FC236}">
                    <a16:creationId xmlns:a16="http://schemas.microsoft.com/office/drawing/2014/main" id="{E4C19E70-B0DD-6616-73C0-B0FA10C062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Oval 1406">
                <a:extLst>
                  <a:ext uri="{FF2B5EF4-FFF2-40B4-BE49-F238E27FC236}">
                    <a16:creationId xmlns:a16="http://schemas.microsoft.com/office/drawing/2014/main" id="{5DD2711D-04D4-54BB-9831-F5E5DF0274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07">
              <a:extLst>
                <a:ext uri="{FF2B5EF4-FFF2-40B4-BE49-F238E27FC236}">
                  <a16:creationId xmlns:a16="http://schemas.microsoft.com/office/drawing/2014/main" id="{9CE239AF-F082-D591-AC0D-6A751BCC8B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9" name="Oval 1408">
                <a:extLst>
                  <a:ext uri="{FF2B5EF4-FFF2-40B4-BE49-F238E27FC236}">
                    <a16:creationId xmlns:a16="http://schemas.microsoft.com/office/drawing/2014/main" id="{41C7002D-BB08-BC32-45C1-0F2C981532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0" name="Oval 1409">
                <a:extLst>
                  <a:ext uri="{FF2B5EF4-FFF2-40B4-BE49-F238E27FC236}">
                    <a16:creationId xmlns:a16="http://schemas.microsoft.com/office/drawing/2014/main" id="{76C737B1-D84C-F607-74B9-FE1C52E4BF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1" name="Freeform 1410">
                <a:extLst>
                  <a:ext uri="{FF2B5EF4-FFF2-40B4-BE49-F238E27FC236}">
                    <a16:creationId xmlns:a16="http://schemas.microsoft.com/office/drawing/2014/main" id="{BAC73516-726C-5061-C8B5-599C059D4E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2" name="Freeform 1411">
                <a:extLst>
                  <a:ext uri="{FF2B5EF4-FFF2-40B4-BE49-F238E27FC236}">
                    <a16:creationId xmlns:a16="http://schemas.microsoft.com/office/drawing/2014/main" id="{20C5A662-70D0-2E90-9B6C-03B38EEC1A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1412">
                <a:extLst>
                  <a:ext uri="{FF2B5EF4-FFF2-40B4-BE49-F238E27FC236}">
                    <a16:creationId xmlns:a16="http://schemas.microsoft.com/office/drawing/2014/main" id="{4A195DFD-F9DC-F804-2DB8-52561E8891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Oval 1413">
                <a:extLst>
                  <a:ext uri="{FF2B5EF4-FFF2-40B4-BE49-F238E27FC236}">
                    <a16:creationId xmlns:a16="http://schemas.microsoft.com/office/drawing/2014/main" id="{A453996F-F6B7-138A-EA8E-D5DA37847C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14">
              <a:extLst>
                <a:ext uri="{FF2B5EF4-FFF2-40B4-BE49-F238E27FC236}">
                  <a16:creationId xmlns:a16="http://schemas.microsoft.com/office/drawing/2014/main" id="{389A5996-AE88-230D-354D-01DA2F0CEB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53" name="Oval 1415">
                <a:extLst>
                  <a:ext uri="{FF2B5EF4-FFF2-40B4-BE49-F238E27FC236}">
                    <a16:creationId xmlns:a16="http://schemas.microsoft.com/office/drawing/2014/main" id="{6B4791B7-4DA9-6F1E-55B4-E18D066A85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4" name="Oval 1416">
                <a:extLst>
                  <a:ext uri="{FF2B5EF4-FFF2-40B4-BE49-F238E27FC236}">
                    <a16:creationId xmlns:a16="http://schemas.microsoft.com/office/drawing/2014/main" id="{2740E95D-4E2D-3525-6837-C67A4E89B7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5" name="Freeform 1417">
                <a:extLst>
                  <a:ext uri="{FF2B5EF4-FFF2-40B4-BE49-F238E27FC236}">
                    <a16:creationId xmlns:a16="http://schemas.microsoft.com/office/drawing/2014/main" id="{3E7CDF54-4C37-EEE8-11CE-69993BCD67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6" name="Freeform 1418">
                <a:extLst>
                  <a:ext uri="{FF2B5EF4-FFF2-40B4-BE49-F238E27FC236}">
                    <a16:creationId xmlns:a16="http://schemas.microsoft.com/office/drawing/2014/main" id="{03C0EADA-1DF0-8947-D482-A05DB06FC1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1419">
                <a:extLst>
                  <a:ext uri="{FF2B5EF4-FFF2-40B4-BE49-F238E27FC236}">
                    <a16:creationId xmlns:a16="http://schemas.microsoft.com/office/drawing/2014/main" id="{7936FB4B-3024-B34C-2BD9-E5E129098F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Oval 1420">
                <a:extLst>
                  <a:ext uri="{FF2B5EF4-FFF2-40B4-BE49-F238E27FC236}">
                    <a16:creationId xmlns:a16="http://schemas.microsoft.com/office/drawing/2014/main" id="{74796A33-9091-7F13-7E5D-5492413B2D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21">
              <a:extLst>
                <a:ext uri="{FF2B5EF4-FFF2-40B4-BE49-F238E27FC236}">
                  <a16:creationId xmlns:a16="http://schemas.microsoft.com/office/drawing/2014/main" id="{6BF8A6E3-6687-F4A6-59E4-C9621475C9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7" name="Oval 1422">
                <a:extLst>
                  <a:ext uri="{FF2B5EF4-FFF2-40B4-BE49-F238E27FC236}">
                    <a16:creationId xmlns:a16="http://schemas.microsoft.com/office/drawing/2014/main" id="{BFDF6F36-74BD-A297-88E2-40CEA84DBD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8" name="Oval 1423">
                <a:extLst>
                  <a:ext uri="{FF2B5EF4-FFF2-40B4-BE49-F238E27FC236}">
                    <a16:creationId xmlns:a16="http://schemas.microsoft.com/office/drawing/2014/main" id="{5434938A-F504-686D-AE1A-043166E648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9" name="Freeform 1424">
                <a:extLst>
                  <a:ext uri="{FF2B5EF4-FFF2-40B4-BE49-F238E27FC236}">
                    <a16:creationId xmlns:a16="http://schemas.microsoft.com/office/drawing/2014/main" id="{B414A567-E49A-8682-9815-49FE687D7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0" name="Freeform 1425">
                <a:extLst>
                  <a:ext uri="{FF2B5EF4-FFF2-40B4-BE49-F238E27FC236}">
                    <a16:creationId xmlns:a16="http://schemas.microsoft.com/office/drawing/2014/main" id="{8D58F688-883B-586E-FD22-601F58E269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1426">
                <a:extLst>
                  <a:ext uri="{FF2B5EF4-FFF2-40B4-BE49-F238E27FC236}">
                    <a16:creationId xmlns:a16="http://schemas.microsoft.com/office/drawing/2014/main" id="{81C54BF6-2ACD-B05F-B1D9-9C0F6DB78B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Oval 1427">
                <a:extLst>
                  <a:ext uri="{FF2B5EF4-FFF2-40B4-BE49-F238E27FC236}">
                    <a16:creationId xmlns:a16="http://schemas.microsoft.com/office/drawing/2014/main" id="{35B69D25-C1EA-D696-3AF4-779DEC98AB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28">
              <a:extLst>
                <a:ext uri="{FF2B5EF4-FFF2-40B4-BE49-F238E27FC236}">
                  <a16:creationId xmlns:a16="http://schemas.microsoft.com/office/drawing/2014/main" id="{5186C844-62B3-3936-6B4A-2A88454E66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41" name="Oval 1429">
                <a:extLst>
                  <a:ext uri="{FF2B5EF4-FFF2-40B4-BE49-F238E27FC236}">
                    <a16:creationId xmlns:a16="http://schemas.microsoft.com/office/drawing/2014/main" id="{712BEDA2-C5E8-0F86-6E4F-FEE0C3E74C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2" name="Oval 1430">
                <a:extLst>
                  <a:ext uri="{FF2B5EF4-FFF2-40B4-BE49-F238E27FC236}">
                    <a16:creationId xmlns:a16="http://schemas.microsoft.com/office/drawing/2014/main" id="{ED2B7057-6889-1C2B-D207-32A041D8D8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3" name="Freeform 1431">
                <a:extLst>
                  <a:ext uri="{FF2B5EF4-FFF2-40B4-BE49-F238E27FC236}">
                    <a16:creationId xmlns:a16="http://schemas.microsoft.com/office/drawing/2014/main" id="{5AE61AC8-A849-84C5-7185-8A64E9D66A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4" name="Freeform 1432">
                <a:extLst>
                  <a:ext uri="{FF2B5EF4-FFF2-40B4-BE49-F238E27FC236}">
                    <a16:creationId xmlns:a16="http://schemas.microsoft.com/office/drawing/2014/main" id="{643C6722-0340-75C3-AB42-F3BC0CE322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1433">
                <a:extLst>
                  <a:ext uri="{FF2B5EF4-FFF2-40B4-BE49-F238E27FC236}">
                    <a16:creationId xmlns:a16="http://schemas.microsoft.com/office/drawing/2014/main" id="{842AE7E3-0F22-7F1A-361A-720E3E9CC1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Oval 1434">
                <a:extLst>
                  <a:ext uri="{FF2B5EF4-FFF2-40B4-BE49-F238E27FC236}">
                    <a16:creationId xmlns:a16="http://schemas.microsoft.com/office/drawing/2014/main" id="{7C3D14D7-87CF-281D-3AAC-F04103065C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35">
              <a:extLst>
                <a:ext uri="{FF2B5EF4-FFF2-40B4-BE49-F238E27FC236}">
                  <a16:creationId xmlns:a16="http://schemas.microsoft.com/office/drawing/2014/main" id="{913B003B-97D5-94D6-B310-E4DB7CA7CD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5" name="Oval 1436">
                <a:extLst>
                  <a:ext uri="{FF2B5EF4-FFF2-40B4-BE49-F238E27FC236}">
                    <a16:creationId xmlns:a16="http://schemas.microsoft.com/office/drawing/2014/main" id="{F631A174-ED7A-ED7D-0A5E-F9BD66AC1D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6" name="Oval 1437">
                <a:extLst>
                  <a:ext uri="{FF2B5EF4-FFF2-40B4-BE49-F238E27FC236}">
                    <a16:creationId xmlns:a16="http://schemas.microsoft.com/office/drawing/2014/main" id="{5C3D15C1-7EE1-4853-7719-6E05C104E4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7" name="Freeform 1438">
                <a:extLst>
                  <a:ext uri="{FF2B5EF4-FFF2-40B4-BE49-F238E27FC236}">
                    <a16:creationId xmlns:a16="http://schemas.microsoft.com/office/drawing/2014/main" id="{37C32B4F-1643-04F6-A590-FD8C29A363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" name="Freeform 1439">
                <a:extLst>
                  <a:ext uri="{FF2B5EF4-FFF2-40B4-BE49-F238E27FC236}">
                    <a16:creationId xmlns:a16="http://schemas.microsoft.com/office/drawing/2014/main" id="{D53CE6A4-7C3D-670D-CB33-87305D0F05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1440">
                <a:extLst>
                  <a:ext uri="{FF2B5EF4-FFF2-40B4-BE49-F238E27FC236}">
                    <a16:creationId xmlns:a16="http://schemas.microsoft.com/office/drawing/2014/main" id="{932B9F81-5200-B85C-0CAA-5E144E148B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Oval 1441">
                <a:extLst>
                  <a:ext uri="{FF2B5EF4-FFF2-40B4-BE49-F238E27FC236}">
                    <a16:creationId xmlns:a16="http://schemas.microsoft.com/office/drawing/2014/main" id="{64D42E5B-D3BC-937D-2924-FA61588585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42">
              <a:extLst>
                <a:ext uri="{FF2B5EF4-FFF2-40B4-BE49-F238E27FC236}">
                  <a16:creationId xmlns:a16="http://schemas.microsoft.com/office/drawing/2014/main" id="{8E17F90A-B87B-193E-B93C-8EC032C7BE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9" name="Oval 1443">
                <a:extLst>
                  <a:ext uri="{FF2B5EF4-FFF2-40B4-BE49-F238E27FC236}">
                    <a16:creationId xmlns:a16="http://schemas.microsoft.com/office/drawing/2014/main" id="{177114BB-E7F3-B147-0053-E7DAF5960C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0" name="Oval 1444">
                <a:extLst>
                  <a:ext uri="{FF2B5EF4-FFF2-40B4-BE49-F238E27FC236}">
                    <a16:creationId xmlns:a16="http://schemas.microsoft.com/office/drawing/2014/main" id="{237E528A-4FC6-26FF-4647-D36720857F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1" name="Freeform 1445">
                <a:extLst>
                  <a:ext uri="{FF2B5EF4-FFF2-40B4-BE49-F238E27FC236}">
                    <a16:creationId xmlns:a16="http://schemas.microsoft.com/office/drawing/2014/main" id="{920DB16D-8851-AE86-CEE2-3BE9AF1220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" name="Freeform 1446">
                <a:extLst>
                  <a:ext uri="{FF2B5EF4-FFF2-40B4-BE49-F238E27FC236}">
                    <a16:creationId xmlns:a16="http://schemas.microsoft.com/office/drawing/2014/main" id="{1347C66F-6295-71B5-0C58-19DB5E148E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1447">
                <a:extLst>
                  <a:ext uri="{FF2B5EF4-FFF2-40B4-BE49-F238E27FC236}">
                    <a16:creationId xmlns:a16="http://schemas.microsoft.com/office/drawing/2014/main" id="{69BA2996-4CE2-CAE7-5641-2B4BC0A847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Oval 1448">
                <a:extLst>
                  <a:ext uri="{FF2B5EF4-FFF2-40B4-BE49-F238E27FC236}">
                    <a16:creationId xmlns:a16="http://schemas.microsoft.com/office/drawing/2014/main" id="{3CC8085F-8754-9934-4A66-67A8765112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49">
              <a:extLst>
                <a:ext uri="{FF2B5EF4-FFF2-40B4-BE49-F238E27FC236}">
                  <a16:creationId xmlns:a16="http://schemas.microsoft.com/office/drawing/2014/main" id="{3B02CBDF-2943-DEAC-B6EA-E6A0201A52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23" name="Oval 1450">
                <a:extLst>
                  <a:ext uri="{FF2B5EF4-FFF2-40B4-BE49-F238E27FC236}">
                    <a16:creationId xmlns:a16="http://schemas.microsoft.com/office/drawing/2014/main" id="{CB09B8B0-8B58-AB80-2202-D98295DCC6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4" name="Oval 1451">
                <a:extLst>
                  <a:ext uri="{FF2B5EF4-FFF2-40B4-BE49-F238E27FC236}">
                    <a16:creationId xmlns:a16="http://schemas.microsoft.com/office/drawing/2014/main" id="{0C38BB8D-2438-838F-4408-B68DDCBE07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5" name="Freeform 1452">
                <a:extLst>
                  <a:ext uri="{FF2B5EF4-FFF2-40B4-BE49-F238E27FC236}">
                    <a16:creationId xmlns:a16="http://schemas.microsoft.com/office/drawing/2014/main" id="{02A07E7C-5EB8-5DD3-AA8A-8B362E527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" name="Freeform 1453">
                <a:extLst>
                  <a:ext uri="{FF2B5EF4-FFF2-40B4-BE49-F238E27FC236}">
                    <a16:creationId xmlns:a16="http://schemas.microsoft.com/office/drawing/2014/main" id="{BE7675D7-5297-D6D2-D9DA-4F595DE64F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1454">
                <a:extLst>
                  <a:ext uri="{FF2B5EF4-FFF2-40B4-BE49-F238E27FC236}">
                    <a16:creationId xmlns:a16="http://schemas.microsoft.com/office/drawing/2014/main" id="{4B3BBCFA-67E9-EEF9-12E3-8BF81E7A4E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Oval 1455">
                <a:extLst>
                  <a:ext uri="{FF2B5EF4-FFF2-40B4-BE49-F238E27FC236}">
                    <a16:creationId xmlns:a16="http://schemas.microsoft.com/office/drawing/2014/main" id="{9277AB83-830D-C11D-EAA4-ED7E5A1204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56">
              <a:extLst>
                <a:ext uri="{FF2B5EF4-FFF2-40B4-BE49-F238E27FC236}">
                  <a16:creationId xmlns:a16="http://schemas.microsoft.com/office/drawing/2014/main" id="{065C0C1C-2475-E81C-90D3-F1DC9FB3E0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7" name="Oval 1457">
                <a:extLst>
                  <a:ext uri="{FF2B5EF4-FFF2-40B4-BE49-F238E27FC236}">
                    <a16:creationId xmlns:a16="http://schemas.microsoft.com/office/drawing/2014/main" id="{8775DF2D-C31D-CDFC-8446-FD67B89DA3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8" name="Oval 1458">
                <a:extLst>
                  <a:ext uri="{FF2B5EF4-FFF2-40B4-BE49-F238E27FC236}">
                    <a16:creationId xmlns:a16="http://schemas.microsoft.com/office/drawing/2014/main" id="{9AB269F1-E6E0-E8A5-DF01-63FAD07042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9" name="Freeform 1459">
                <a:extLst>
                  <a:ext uri="{FF2B5EF4-FFF2-40B4-BE49-F238E27FC236}">
                    <a16:creationId xmlns:a16="http://schemas.microsoft.com/office/drawing/2014/main" id="{5EB7F033-128B-EF91-D3BE-4DD803182D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" name="Freeform 1460">
                <a:extLst>
                  <a:ext uri="{FF2B5EF4-FFF2-40B4-BE49-F238E27FC236}">
                    <a16:creationId xmlns:a16="http://schemas.microsoft.com/office/drawing/2014/main" id="{A6DE5E3E-B422-E20A-0979-0ACEA930B5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1461">
                <a:extLst>
                  <a:ext uri="{FF2B5EF4-FFF2-40B4-BE49-F238E27FC236}">
                    <a16:creationId xmlns:a16="http://schemas.microsoft.com/office/drawing/2014/main" id="{5F176815-1BE3-4D90-B831-2C696BF75B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Oval 1462">
                <a:extLst>
                  <a:ext uri="{FF2B5EF4-FFF2-40B4-BE49-F238E27FC236}">
                    <a16:creationId xmlns:a16="http://schemas.microsoft.com/office/drawing/2014/main" id="{90E6852F-C9B4-50A2-D3F8-840E958DBD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63">
              <a:extLst>
                <a:ext uri="{FF2B5EF4-FFF2-40B4-BE49-F238E27FC236}">
                  <a16:creationId xmlns:a16="http://schemas.microsoft.com/office/drawing/2014/main" id="{36F23DB3-7A7C-4329-CC51-3A2B9A9C53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11" name="Oval 1464">
                <a:extLst>
                  <a:ext uri="{FF2B5EF4-FFF2-40B4-BE49-F238E27FC236}">
                    <a16:creationId xmlns:a16="http://schemas.microsoft.com/office/drawing/2014/main" id="{AC0C7546-620C-554B-6B93-FC6D3F8442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2" name="Oval 1465">
                <a:extLst>
                  <a:ext uri="{FF2B5EF4-FFF2-40B4-BE49-F238E27FC236}">
                    <a16:creationId xmlns:a16="http://schemas.microsoft.com/office/drawing/2014/main" id="{B5E0F24E-73AF-0C40-4C1D-C1332FA215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3" name="Freeform 1466">
                <a:extLst>
                  <a:ext uri="{FF2B5EF4-FFF2-40B4-BE49-F238E27FC236}">
                    <a16:creationId xmlns:a16="http://schemas.microsoft.com/office/drawing/2014/main" id="{BAE02705-AB2A-38F0-83A7-B79F666844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" name="Freeform 1467">
                <a:extLst>
                  <a:ext uri="{FF2B5EF4-FFF2-40B4-BE49-F238E27FC236}">
                    <a16:creationId xmlns:a16="http://schemas.microsoft.com/office/drawing/2014/main" id="{3FCEBB22-EE1B-AE81-63C6-6BAC208F49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1468">
                <a:extLst>
                  <a:ext uri="{FF2B5EF4-FFF2-40B4-BE49-F238E27FC236}">
                    <a16:creationId xmlns:a16="http://schemas.microsoft.com/office/drawing/2014/main" id="{3BC712C8-83C6-9085-2AB4-5CAFE7935E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Oval 1469">
                <a:extLst>
                  <a:ext uri="{FF2B5EF4-FFF2-40B4-BE49-F238E27FC236}">
                    <a16:creationId xmlns:a16="http://schemas.microsoft.com/office/drawing/2014/main" id="{3292AE22-10C0-078C-FB5A-ED8633BA54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470">
              <a:extLst>
                <a:ext uri="{FF2B5EF4-FFF2-40B4-BE49-F238E27FC236}">
                  <a16:creationId xmlns:a16="http://schemas.microsoft.com/office/drawing/2014/main" id="{68F2E547-8F8C-A184-5D5D-349320AAFB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5" name="Oval 1471">
                <a:extLst>
                  <a:ext uri="{FF2B5EF4-FFF2-40B4-BE49-F238E27FC236}">
                    <a16:creationId xmlns:a16="http://schemas.microsoft.com/office/drawing/2014/main" id="{06412B45-A5F3-E422-0498-AFC3193780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6" name="Oval 1472">
                <a:extLst>
                  <a:ext uri="{FF2B5EF4-FFF2-40B4-BE49-F238E27FC236}">
                    <a16:creationId xmlns:a16="http://schemas.microsoft.com/office/drawing/2014/main" id="{8D75FC99-5B8B-930E-9AB5-04DAEAB1E4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7" name="Freeform 1473">
                <a:extLst>
                  <a:ext uri="{FF2B5EF4-FFF2-40B4-BE49-F238E27FC236}">
                    <a16:creationId xmlns:a16="http://schemas.microsoft.com/office/drawing/2014/main" id="{AABB781D-4AA7-A7E0-75D3-0D3C0A1540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8" name="Freeform 1474">
                <a:extLst>
                  <a:ext uri="{FF2B5EF4-FFF2-40B4-BE49-F238E27FC236}">
                    <a16:creationId xmlns:a16="http://schemas.microsoft.com/office/drawing/2014/main" id="{D20B8279-0A6A-79B2-80D3-3C7F71A378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1475">
                <a:extLst>
                  <a:ext uri="{FF2B5EF4-FFF2-40B4-BE49-F238E27FC236}">
                    <a16:creationId xmlns:a16="http://schemas.microsoft.com/office/drawing/2014/main" id="{A503312E-32AA-CDEB-BA2F-ACFFCF6DB5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Oval 1476">
                <a:extLst>
                  <a:ext uri="{FF2B5EF4-FFF2-40B4-BE49-F238E27FC236}">
                    <a16:creationId xmlns:a16="http://schemas.microsoft.com/office/drawing/2014/main" id="{35156479-970D-4912-4721-1AF82AD154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477">
              <a:extLst>
                <a:ext uri="{FF2B5EF4-FFF2-40B4-BE49-F238E27FC236}">
                  <a16:creationId xmlns:a16="http://schemas.microsoft.com/office/drawing/2014/main" id="{0D911D02-E6FC-68FF-B8AE-D0B9E9BB69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9" name="Oval 1478">
                <a:extLst>
                  <a:ext uri="{FF2B5EF4-FFF2-40B4-BE49-F238E27FC236}">
                    <a16:creationId xmlns:a16="http://schemas.microsoft.com/office/drawing/2014/main" id="{D4DC090F-C7B3-8F4C-8D78-38086F4720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0" name="Oval 1479">
                <a:extLst>
                  <a:ext uri="{FF2B5EF4-FFF2-40B4-BE49-F238E27FC236}">
                    <a16:creationId xmlns:a16="http://schemas.microsoft.com/office/drawing/2014/main" id="{A8DB0895-86DC-64F9-0BDE-903B608469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1" name="Freeform 1480">
                <a:extLst>
                  <a:ext uri="{FF2B5EF4-FFF2-40B4-BE49-F238E27FC236}">
                    <a16:creationId xmlns:a16="http://schemas.microsoft.com/office/drawing/2014/main" id="{024EFFFD-2DFA-468B-CCB1-00D2416F34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2" name="Freeform 1481">
                <a:extLst>
                  <a:ext uri="{FF2B5EF4-FFF2-40B4-BE49-F238E27FC236}">
                    <a16:creationId xmlns:a16="http://schemas.microsoft.com/office/drawing/2014/main" id="{7FA24E58-26CE-816D-9960-5574340178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1482">
                <a:extLst>
                  <a:ext uri="{FF2B5EF4-FFF2-40B4-BE49-F238E27FC236}">
                    <a16:creationId xmlns:a16="http://schemas.microsoft.com/office/drawing/2014/main" id="{6AF55FF6-6E0D-C51A-8E11-460EA25443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Oval 1483">
                <a:extLst>
                  <a:ext uri="{FF2B5EF4-FFF2-40B4-BE49-F238E27FC236}">
                    <a16:creationId xmlns:a16="http://schemas.microsoft.com/office/drawing/2014/main" id="{52EFCF3E-B0F7-78D4-9E84-2FCE10FA61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484">
              <a:extLst>
                <a:ext uri="{FF2B5EF4-FFF2-40B4-BE49-F238E27FC236}">
                  <a16:creationId xmlns:a16="http://schemas.microsoft.com/office/drawing/2014/main" id="{F140C866-ED45-D105-0703-74076541EC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93" name="Oval 1485">
                <a:extLst>
                  <a:ext uri="{FF2B5EF4-FFF2-40B4-BE49-F238E27FC236}">
                    <a16:creationId xmlns:a16="http://schemas.microsoft.com/office/drawing/2014/main" id="{8730BCB2-117E-67CB-3DC8-F745983AE6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4" name="Oval 1486">
                <a:extLst>
                  <a:ext uri="{FF2B5EF4-FFF2-40B4-BE49-F238E27FC236}">
                    <a16:creationId xmlns:a16="http://schemas.microsoft.com/office/drawing/2014/main" id="{A4986680-179D-E775-5F15-52600C2D8E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5" name="Freeform 1487">
                <a:extLst>
                  <a:ext uri="{FF2B5EF4-FFF2-40B4-BE49-F238E27FC236}">
                    <a16:creationId xmlns:a16="http://schemas.microsoft.com/office/drawing/2014/main" id="{1A3F981A-F404-EF4A-79DE-4F81472397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6" name="Freeform 1488">
                <a:extLst>
                  <a:ext uri="{FF2B5EF4-FFF2-40B4-BE49-F238E27FC236}">
                    <a16:creationId xmlns:a16="http://schemas.microsoft.com/office/drawing/2014/main" id="{7F5DB96C-4CBF-4EEC-1517-AABCBDD4AE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1489">
                <a:extLst>
                  <a:ext uri="{FF2B5EF4-FFF2-40B4-BE49-F238E27FC236}">
                    <a16:creationId xmlns:a16="http://schemas.microsoft.com/office/drawing/2014/main" id="{8E74582D-C310-7F2D-7D8C-40339250B9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Oval 1490">
                <a:extLst>
                  <a:ext uri="{FF2B5EF4-FFF2-40B4-BE49-F238E27FC236}">
                    <a16:creationId xmlns:a16="http://schemas.microsoft.com/office/drawing/2014/main" id="{B299C959-6928-4B59-F5B3-6520C564E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491">
              <a:extLst>
                <a:ext uri="{FF2B5EF4-FFF2-40B4-BE49-F238E27FC236}">
                  <a16:creationId xmlns:a16="http://schemas.microsoft.com/office/drawing/2014/main" id="{5E4875F0-CF21-DEE7-6940-81D8CF6BF1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7" name="Oval 1492">
                <a:extLst>
                  <a:ext uri="{FF2B5EF4-FFF2-40B4-BE49-F238E27FC236}">
                    <a16:creationId xmlns:a16="http://schemas.microsoft.com/office/drawing/2014/main" id="{D47BB6C2-50EC-D1CB-E29C-5D4786FBB6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8" name="Oval 1493">
                <a:extLst>
                  <a:ext uri="{FF2B5EF4-FFF2-40B4-BE49-F238E27FC236}">
                    <a16:creationId xmlns:a16="http://schemas.microsoft.com/office/drawing/2014/main" id="{D48F8A94-0E8A-F285-307C-D971F2E07B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9" name="Freeform 1494">
                <a:extLst>
                  <a:ext uri="{FF2B5EF4-FFF2-40B4-BE49-F238E27FC236}">
                    <a16:creationId xmlns:a16="http://schemas.microsoft.com/office/drawing/2014/main" id="{4647DE79-EB14-F440-6969-70D1D1DC79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0" name="Freeform 1495">
                <a:extLst>
                  <a:ext uri="{FF2B5EF4-FFF2-40B4-BE49-F238E27FC236}">
                    <a16:creationId xmlns:a16="http://schemas.microsoft.com/office/drawing/2014/main" id="{C45C1882-29A7-CB61-B7C5-2CE4EB2512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1496">
                <a:extLst>
                  <a:ext uri="{FF2B5EF4-FFF2-40B4-BE49-F238E27FC236}">
                    <a16:creationId xmlns:a16="http://schemas.microsoft.com/office/drawing/2014/main" id="{F1A04283-AA09-2A87-0F01-3531558A27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Oval 1497">
                <a:extLst>
                  <a:ext uri="{FF2B5EF4-FFF2-40B4-BE49-F238E27FC236}">
                    <a16:creationId xmlns:a16="http://schemas.microsoft.com/office/drawing/2014/main" id="{A906F7A2-E810-5E62-F6EB-D85E04947E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498">
              <a:extLst>
                <a:ext uri="{FF2B5EF4-FFF2-40B4-BE49-F238E27FC236}">
                  <a16:creationId xmlns:a16="http://schemas.microsoft.com/office/drawing/2014/main" id="{5C3477D4-64E9-BBDD-6788-69B10F00EE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81" name="Oval 1499">
                <a:extLst>
                  <a:ext uri="{FF2B5EF4-FFF2-40B4-BE49-F238E27FC236}">
                    <a16:creationId xmlns:a16="http://schemas.microsoft.com/office/drawing/2014/main" id="{8D3732CA-4369-82C9-1B2C-D7DA931D36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2" name="Oval 1500">
                <a:extLst>
                  <a:ext uri="{FF2B5EF4-FFF2-40B4-BE49-F238E27FC236}">
                    <a16:creationId xmlns:a16="http://schemas.microsoft.com/office/drawing/2014/main" id="{9CB6E3AA-80C5-D1EE-DF63-039AD5440F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3" name="Freeform 1501">
                <a:extLst>
                  <a:ext uri="{FF2B5EF4-FFF2-40B4-BE49-F238E27FC236}">
                    <a16:creationId xmlns:a16="http://schemas.microsoft.com/office/drawing/2014/main" id="{776DF9ED-AB22-38D5-FCA2-57FBA92FE4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4" name="Freeform 1502">
                <a:extLst>
                  <a:ext uri="{FF2B5EF4-FFF2-40B4-BE49-F238E27FC236}">
                    <a16:creationId xmlns:a16="http://schemas.microsoft.com/office/drawing/2014/main" id="{6C29CA85-8597-4BEB-F5F1-65A8857387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1503">
                <a:extLst>
                  <a:ext uri="{FF2B5EF4-FFF2-40B4-BE49-F238E27FC236}">
                    <a16:creationId xmlns:a16="http://schemas.microsoft.com/office/drawing/2014/main" id="{65E776A2-E1F4-AB34-16A8-357CB0D1E9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Oval 1504">
                <a:extLst>
                  <a:ext uri="{FF2B5EF4-FFF2-40B4-BE49-F238E27FC236}">
                    <a16:creationId xmlns:a16="http://schemas.microsoft.com/office/drawing/2014/main" id="{C56297BF-B4F3-011C-F97C-7F778BAB3B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05">
              <a:extLst>
                <a:ext uri="{FF2B5EF4-FFF2-40B4-BE49-F238E27FC236}">
                  <a16:creationId xmlns:a16="http://schemas.microsoft.com/office/drawing/2014/main" id="{FF74F5EC-6833-670A-8410-088B3FADDA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5" name="Oval 1506">
                <a:extLst>
                  <a:ext uri="{FF2B5EF4-FFF2-40B4-BE49-F238E27FC236}">
                    <a16:creationId xmlns:a16="http://schemas.microsoft.com/office/drawing/2014/main" id="{0CF0AE3F-050A-3070-A168-3A4D27C56D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6" name="Oval 1507">
                <a:extLst>
                  <a:ext uri="{FF2B5EF4-FFF2-40B4-BE49-F238E27FC236}">
                    <a16:creationId xmlns:a16="http://schemas.microsoft.com/office/drawing/2014/main" id="{813B041A-DC84-A560-3720-0B336E9C05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7" name="Freeform 1508">
                <a:extLst>
                  <a:ext uri="{FF2B5EF4-FFF2-40B4-BE49-F238E27FC236}">
                    <a16:creationId xmlns:a16="http://schemas.microsoft.com/office/drawing/2014/main" id="{170CD5C9-FA7A-07A4-36F5-239B20D40B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8" name="Freeform 1509">
                <a:extLst>
                  <a:ext uri="{FF2B5EF4-FFF2-40B4-BE49-F238E27FC236}">
                    <a16:creationId xmlns:a16="http://schemas.microsoft.com/office/drawing/2014/main" id="{DC4BEF6A-5C68-9C29-BA60-6941C361AC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1510">
                <a:extLst>
                  <a:ext uri="{FF2B5EF4-FFF2-40B4-BE49-F238E27FC236}">
                    <a16:creationId xmlns:a16="http://schemas.microsoft.com/office/drawing/2014/main" id="{822F3AB9-7F4D-EE03-2B34-E0FEF7A84B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Oval 1511">
                <a:extLst>
                  <a:ext uri="{FF2B5EF4-FFF2-40B4-BE49-F238E27FC236}">
                    <a16:creationId xmlns:a16="http://schemas.microsoft.com/office/drawing/2014/main" id="{B244C302-D8F3-2EB4-2CD4-46586C3E86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12">
              <a:extLst>
                <a:ext uri="{FF2B5EF4-FFF2-40B4-BE49-F238E27FC236}">
                  <a16:creationId xmlns:a16="http://schemas.microsoft.com/office/drawing/2014/main" id="{91F20DEC-107B-31CE-8852-84B1E24FD8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9" name="Oval 1513">
                <a:extLst>
                  <a:ext uri="{FF2B5EF4-FFF2-40B4-BE49-F238E27FC236}">
                    <a16:creationId xmlns:a16="http://schemas.microsoft.com/office/drawing/2014/main" id="{6E390E63-1639-8028-08DD-3C449B9990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0" name="Oval 1514">
                <a:extLst>
                  <a:ext uri="{FF2B5EF4-FFF2-40B4-BE49-F238E27FC236}">
                    <a16:creationId xmlns:a16="http://schemas.microsoft.com/office/drawing/2014/main" id="{6AC918BD-5691-3E62-8407-F220C00E83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1" name="Freeform 1515">
                <a:extLst>
                  <a:ext uri="{FF2B5EF4-FFF2-40B4-BE49-F238E27FC236}">
                    <a16:creationId xmlns:a16="http://schemas.microsoft.com/office/drawing/2014/main" id="{B4BD23BC-4BE0-F51A-84F5-F72D8F1FCE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2" name="Freeform 1516">
                <a:extLst>
                  <a:ext uri="{FF2B5EF4-FFF2-40B4-BE49-F238E27FC236}">
                    <a16:creationId xmlns:a16="http://schemas.microsoft.com/office/drawing/2014/main" id="{C7A6125C-7220-9063-1025-BD2B6E2B23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1517">
                <a:extLst>
                  <a:ext uri="{FF2B5EF4-FFF2-40B4-BE49-F238E27FC236}">
                    <a16:creationId xmlns:a16="http://schemas.microsoft.com/office/drawing/2014/main" id="{C0ECA48F-E4F0-C8E6-9CE1-92AA009C41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Oval 1518">
                <a:extLst>
                  <a:ext uri="{FF2B5EF4-FFF2-40B4-BE49-F238E27FC236}">
                    <a16:creationId xmlns:a16="http://schemas.microsoft.com/office/drawing/2014/main" id="{B517E4B0-1D8C-54EE-72F6-EC3DABE645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19">
              <a:extLst>
                <a:ext uri="{FF2B5EF4-FFF2-40B4-BE49-F238E27FC236}">
                  <a16:creationId xmlns:a16="http://schemas.microsoft.com/office/drawing/2014/main" id="{7F9C0A5A-18C4-09B2-2074-F3770834E8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63" name="Oval 1520">
                <a:extLst>
                  <a:ext uri="{FF2B5EF4-FFF2-40B4-BE49-F238E27FC236}">
                    <a16:creationId xmlns:a16="http://schemas.microsoft.com/office/drawing/2014/main" id="{9D5A9C17-C8B6-1BF7-E705-663B967603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4" name="Oval 1521">
                <a:extLst>
                  <a:ext uri="{FF2B5EF4-FFF2-40B4-BE49-F238E27FC236}">
                    <a16:creationId xmlns:a16="http://schemas.microsoft.com/office/drawing/2014/main" id="{4A5C94B8-0D76-5BFD-4C39-15415CB176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5" name="Freeform 1522">
                <a:extLst>
                  <a:ext uri="{FF2B5EF4-FFF2-40B4-BE49-F238E27FC236}">
                    <a16:creationId xmlns:a16="http://schemas.microsoft.com/office/drawing/2014/main" id="{8113000D-011F-1C0C-E71B-066862AA76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" name="Freeform 1523">
                <a:extLst>
                  <a:ext uri="{FF2B5EF4-FFF2-40B4-BE49-F238E27FC236}">
                    <a16:creationId xmlns:a16="http://schemas.microsoft.com/office/drawing/2014/main" id="{8DBF7B57-6EB8-8A90-8EC0-3C1B2DC111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1524">
                <a:extLst>
                  <a:ext uri="{FF2B5EF4-FFF2-40B4-BE49-F238E27FC236}">
                    <a16:creationId xmlns:a16="http://schemas.microsoft.com/office/drawing/2014/main" id="{6D8B9E1F-EE4C-3477-EA96-D3D6412FC2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Oval 1525">
                <a:extLst>
                  <a:ext uri="{FF2B5EF4-FFF2-40B4-BE49-F238E27FC236}">
                    <a16:creationId xmlns:a16="http://schemas.microsoft.com/office/drawing/2014/main" id="{D9B4A2F9-0AA3-AF63-C34F-5600403885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26">
              <a:extLst>
                <a:ext uri="{FF2B5EF4-FFF2-40B4-BE49-F238E27FC236}">
                  <a16:creationId xmlns:a16="http://schemas.microsoft.com/office/drawing/2014/main" id="{66C36AA5-C94E-923B-B8D2-4965B70A0A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7" name="Oval 1527">
                <a:extLst>
                  <a:ext uri="{FF2B5EF4-FFF2-40B4-BE49-F238E27FC236}">
                    <a16:creationId xmlns:a16="http://schemas.microsoft.com/office/drawing/2014/main" id="{20F2E906-C3AF-4741-9EA6-F50B016A4E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8" name="Oval 1528">
                <a:extLst>
                  <a:ext uri="{FF2B5EF4-FFF2-40B4-BE49-F238E27FC236}">
                    <a16:creationId xmlns:a16="http://schemas.microsoft.com/office/drawing/2014/main" id="{BCCA0A0C-E79F-7D45-812B-13A9324727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9" name="Freeform 1529">
                <a:extLst>
                  <a:ext uri="{FF2B5EF4-FFF2-40B4-BE49-F238E27FC236}">
                    <a16:creationId xmlns:a16="http://schemas.microsoft.com/office/drawing/2014/main" id="{79042F1D-B8A5-6D14-AC86-94FBB65DDC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0" name="Freeform 1530">
                <a:extLst>
                  <a:ext uri="{FF2B5EF4-FFF2-40B4-BE49-F238E27FC236}">
                    <a16:creationId xmlns:a16="http://schemas.microsoft.com/office/drawing/2014/main" id="{861BB93F-1E41-1620-2EC7-DD4B1A7DB5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1531">
                <a:extLst>
                  <a:ext uri="{FF2B5EF4-FFF2-40B4-BE49-F238E27FC236}">
                    <a16:creationId xmlns:a16="http://schemas.microsoft.com/office/drawing/2014/main" id="{8A8A7632-23BA-2407-099D-C4DD396E1D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Oval 1532">
                <a:extLst>
                  <a:ext uri="{FF2B5EF4-FFF2-40B4-BE49-F238E27FC236}">
                    <a16:creationId xmlns:a16="http://schemas.microsoft.com/office/drawing/2014/main" id="{52428FB9-F3C9-63B2-AB92-DD95EABD91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33">
              <a:extLst>
                <a:ext uri="{FF2B5EF4-FFF2-40B4-BE49-F238E27FC236}">
                  <a16:creationId xmlns:a16="http://schemas.microsoft.com/office/drawing/2014/main" id="{4CFBBE89-2DC5-2964-F7C8-7330E18450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51" name="Oval 1534">
                <a:extLst>
                  <a:ext uri="{FF2B5EF4-FFF2-40B4-BE49-F238E27FC236}">
                    <a16:creationId xmlns:a16="http://schemas.microsoft.com/office/drawing/2014/main" id="{50F3A801-CFA5-0E86-1E35-F482E0B679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2" name="Oval 1535">
                <a:extLst>
                  <a:ext uri="{FF2B5EF4-FFF2-40B4-BE49-F238E27FC236}">
                    <a16:creationId xmlns:a16="http://schemas.microsoft.com/office/drawing/2014/main" id="{C8269F6B-9BAE-6533-4A83-10A92BECDE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3" name="Freeform 1536">
                <a:extLst>
                  <a:ext uri="{FF2B5EF4-FFF2-40B4-BE49-F238E27FC236}">
                    <a16:creationId xmlns:a16="http://schemas.microsoft.com/office/drawing/2014/main" id="{B90D3B50-FFB9-2246-AA3E-AF1789CBD7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" name="Freeform 1537">
                <a:extLst>
                  <a:ext uri="{FF2B5EF4-FFF2-40B4-BE49-F238E27FC236}">
                    <a16:creationId xmlns:a16="http://schemas.microsoft.com/office/drawing/2014/main" id="{0F4681E3-BFF3-6216-CC3F-838ECBBCE2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1538">
                <a:extLst>
                  <a:ext uri="{FF2B5EF4-FFF2-40B4-BE49-F238E27FC236}">
                    <a16:creationId xmlns:a16="http://schemas.microsoft.com/office/drawing/2014/main" id="{71D089F1-7AFA-A7E1-12A6-C2D7575CB2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Oval 1539">
                <a:extLst>
                  <a:ext uri="{FF2B5EF4-FFF2-40B4-BE49-F238E27FC236}">
                    <a16:creationId xmlns:a16="http://schemas.microsoft.com/office/drawing/2014/main" id="{10ABBAD5-3E2F-A781-D752-871107B45F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40">
              <a:extLst>
                <a:ext uri="{FF2B5EF4-FFF2-40B4-BE49-F238E27FC236}">
                  <a16:creationId xmlns:a16="http://schemas.microsoft.com/office/drawing/2014/main" id="{472C0967-A5C8-A1B4-77C9-81A8A72A60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5" name="Oval 1541">
                <a:extLst>
                  <a:ext uri="{FF2B5EF4-FFF2-40B4-BE49-F238E27FC236}">
                    <a16:creationId xmlns:a16="http://schemas.microsoft.com/office/drawing/2014/main" id="{771CF7A1-E0A7-E657-9A19-FC8C34AF1E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6" name="Oval 1542">
                <a:extLst>
                  <a:ext uri="{FF2B5EF4-FFF2-40B4-BE49-F238E27FC236}">
                    <a16:creationId xmlns:a16="http://schemas.microsoft.com/office/drawing/2014/main" id="{B2F98F2E-1C90-2D44-A231-42F165C8C1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7" name="Freeform 1543">
                <a:extLst>
                  <a:ext uri="{FF2B5EF4-FFF2-40B4-BE49-F238E27FC236}">
                    <a16:creationId xmlns:a16="http://schemas.microsoft.com/office/drawing/2014/main" id="{D3A2889F-65AA-17BE-CD7D-436AED66F6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" name="Freeform 1544">
                <a:extLst>
                  <a:ext uri="{FF2B5EF4-FFF2-40B4-BE49-F238E27FC236}">
                    <a16:creationId xmlns:a16="http://schemas.microsoft.com/office/drawing/2014/main" id="{FC29E9A2-4826-A9C2-85DF-26FFFEA4AB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1545">
                <a:extLst>
                  <a:ext uri="{FF2B5EF4-FFF2-40B4-BE49-F238E27FC236}">
                    <a16:creationId xmlns:a16="http://schemas.microsoft.com/office/drawing/2014/main" id="{83D12B43-B13F-022E-4E79-C779BDEDE9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Oval 1546">
                <a:extLst>
                  <a:ext uri="{FF2B5EF4-FFF2-40B4-BE49-F238E27FC236}">
                    <a16:creationId xmlns:a16="http://schemas.microsoft.com/office/drawing/2014/main" id="{61B1DC2A-2AAD-51A6-8540-3BD985B8F6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47">
              <a:extLst>
                <a:ext uri="{FF2B5EF4-FFF2-40B4-BE49-F238E27FC236}">
                  <a16:creationId xmlns:a16="http://schemas.microsoft.com/office/drawing/2014/main" id="{A1710A17-EA43-C904-BB63-C264634B9B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9" name="Oval 1548">
                <a:extLst>
                  <a:ext uri="{FF2B5EF4-FFF2-40B4-BE49-F238E27FC236}">
                    <a16:creationId xmlns:a16="http://schemas.microsoft.com/office/drawing/2014/main" id="{0123524C-F19A-2F29-CBDC-CA8594A823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0" name="Oval 1549">
                <a:extLst>
                  <a:ext uri="{FF2B5EF4-FFF2-40B4-BE49-F238E27FC236}">
                    <a16:creationId xmlns:a16="http://schemas.microsoft.com/office/drawing/2014/main" id="{6351BD39-DE64-DB56-E744-D12A42BABF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1" name="Freeform 1550">
                <a:extLst>
                  <a:ext uri="{FF2B5EF4-FFF2-40B4-BE49-F238E27FC236}">
                    <a16:creationId xmlns:a16="http://schemas.microsoft.com/office/drawing/2014/main" id="{42770BCC-82B1-6509-CC9E-266ADC4FF5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" name="Freeform 1551">
                <a:extLst>
                  <a:ext uri="{FF2B5EF4-FFF2-40B4-BE49-F238E27FC236}">
                    <a16:creationId xmlns:a16="http://schemas.microsoft.com/office/drawing/2014/main" id="{1360874C-70F1-3888-7CF2-7224E988D4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1552">
                <a:extLst>
                  <a:ext uri="{FF2B5EF4-FFF2-40B4-BE49-F238E27FC236}">
                    <a16:creationId xmlns:a16="http://schemas.microsoft.com/office/drawing/2014/main" id="{5A7FE4DB-AECE-7674-3D5E-E3D03A43D8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Oval 1553">
                <a:extLst>
                  <a:ext uri="{FF2B5EF4-FFF2-40B4-BE49-F238E27FC236}">
                    <a16:creationId xmlns:a16="http://schemas.microsoft.com/office/drawing/2014/main" id="{1429572B-DFCF-A50C-C0B6-016737306C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54">
              <a:extLst>
                <a:ext uri="{FF2B5EF4-FFF2-40B4-BE49-F238E27FC236}">
                  <a16:creationId xmlns:a16="http://schemas.microsoft.com/office/drawing/2014/main" id="{D8386826-036C-EC88-2DB4-4B71BEBFCC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33" name="Oval 1555">
                <a:extLst>
                  <a:ext uri="{FF2B5EF4-FFF2-40B4-BE49-F238E27FC236}">
                    <a16:creationId xmlns:a16="http://schemas.microsoft.com/office/drawing/2014/main" id="{D0BF5875-968C-BE42-D54A-338033DB40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4" name="Oval 1556">
                <a:extLst>
                  <a:ext uri="{FF2B5EF4-FFF2-40B4-BE49-F238E27FC236}">
                    <a16:creationId xmlns:a16="http://schemas.microsoft.com/office/drawing/2014/main" id="{EBE402B1-474F-6FB4-6B48-BA2101917C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5" name="Freeform 1557">
                <a:extLst>
                  <a:ext uri="{FF2B5EF4-FFF2-40B4-BE49-F238E27FC236}">
                    <a16:creationId xmlns:a16="http://schemas.microsoft.com/office/drawing/2014/main" id="{8134177C-FDEF-612D-92FF-6C2006CBF9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" name="Freeform 1558">
                <a:extLst>
                  <a:ext uri="{FF2B5EF4-FFF2-40B4-BE49-F238E27FC236}">
                    <a16:creationId xmlns:a16="http://schemas.microsoft.com/office/drawing/2014/main" id="{7D5FF6D5-7AF3-318D-14B5-D8B0AD014D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1559">
                <a:extLst>
                  <a:ext uri="{FF2B5EF4-FFF2-40B4-BE49-F238E27FC236}">
                    <a16:creationId xmlns:a16="http://schemas.microsoft.com/office/drawing/2014/main" id="{B1CD6DC5-9355-312E-4D7B-EB7FEF1097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Oval 1560">
                <a:extLst>
                  <a:ext uri="{FF2B5EF4-FFF2-40B4-BE49-F238E27FC236}">
                    <a16:creationId xmlns:a16="http://schemas.microsoft.com/office/drawing/2014/main" id="{21748CBA-06F0-3D92-19E7-AE5D697130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61">
              <a:extLst>
                <a:ext uri="{FF2B5EF4-FFF2-40B4-BE49-F238E27FC236}">
                  <a16:creationId xmlns:a16="http://schemas.microsoft.com/office/drawing/2014/main" id="{CDE2A311-BBC3-550A-5B8B-63EE5F5D38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7" name="Oval 1562">
                <a:extLst>
                  <a:ext uri="{FF2B5EF4-FFF2-40B4-BE49-F238E27FC236}">
                    <a16:creationId xmlns:a16="http://schemas.microsoft.com/office/drawing/2014/main" id="{52B03B3B-7866-CE68-323C-08293D33D5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8" name="Oval 1563">
                <a:extLst>
                  <a:ext uri="{FF2B5EF4-FFF2-40B4-BE49-F238E27FC236}">
                    <a16:creationId xmlns:a16="http://schemas.microsoft.com/office/drawing/2014/main" id="{33141CD4-284C-31A2-8B1F-3F8D1990D5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9" name="Freeform 1564">
                <a:extLst>
                  <a:ext uri="{FF2B5EF4-FFF2-40B4-BE49-F238E27FC236}">
                    <a16:creationId xmlns:a16="http://schemas.microsoft.com/office/drawing/2014/main" id="{25F80250-E3AE-1953-F725-B88A02D905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" name="Freeform 1565">
                <a:extLst>
                  <a:ext uri="{FF2B5EF4-FFF2-40B4-BE49-F238E27FC236}">
                    <a16:creationId xmlns:a16="http://schemas.microsoft.com/office/drawing/2014/main" id="{73650D37-0C96-9A57-1FEE-FC622EC7E0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1566">
                <a:extLst>
                  <a:ext uri="{FF2B5EF4-FFF2-40B4-BE49-F238E27FC236}">
                    <a16:creationId xmlns:a16="http://schemas.microsoft.com/office/drawing/2014/main" id="{365D6D80-7FAD-653F-8863-A5417A6672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Oval 1567">
                <a:extLst>
                  <a:ext uri="{FF2B5EF4-FFF2-40B4-BE49-F238E27FC236}">
                    <a16:creationId xmlns:a16="http://schemas.microsoft.com/office/drawing/2014/main" id="{1AB7283C-13B5-4595-E03A-7B200AD628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568">
              <a:extLst>
                <a:ext uri="{FF2B5EF4-FFF2-40B4-BE49-F238E27FC236}">
                  <a16:creationId xmlns:a16="http://schemas.microsoft.com/office/drawing/2014/main" id="{091259F2-5A90-7050-656D-D06E3752C6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21" name="Oval 1569">
                <a:extLst>
                  <a:ext uri="{FF2B5EF4-FFF2-40B4-BE49-F238E27FC236}">
                    <a16:creationId xmlns:a16="http://schemas.microsoft.com/office/drawing/2014/main" id="{051E20EC-9457-2397-BBD6-5EF8C24693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2" name="Oval 1570">
                <a:extLst>
                  <a:ext uri="{FF2B5EF4-FFF2-40B4-BE49-F238E27FC236}">
                    <a16:creationId xmlns:a16="http://schemas.microsoft.com/office/drawing/2014/main" id="{F0E8A918-F73D-2F04-23C3-BCAAAC89A0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3" name="Freeform 1571">
                <a:extLst>
                  <a:ext uri="{FF2B5EF4-FFF2-40B4-BE49-F238E27FC236}">
                    <a16:creationId xmlns:a16="http://schemas.microsoft.com/office/drawing/2014/main" id="{8BC0690D-6DB3-B0E8-1394-4911ED2EE4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4" name="Freeform 1572">
                <a:extLst>
                  <a:ext uri="{FF2B5EF4-FFF2-40B4-BE49-F238E27FC236}">
                    <a16:creationId xmlns:a16="http://schemas.microsoft.com/office/drawing/2014/main" id="{2F296A94-6410-AEF1-5559-294EC0A733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1573">
                <a:extLst>
                  <a:ext uri="{FF2B5EF4-FFF2-40B4-BE49-F238E27FC236}">
                    <a16:creationId xmlns:a16="http://schemas.microsoft.com/office/drawing/2014/main" id="{CBD90B65-E893-8E67-B65B-0EDD35628F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Oval 1574">
                <a:extLst>
                  <a:ext uri="{FF2B5EF4-FFF2-40B4-BE49-F238E27FC236}">
                    <a16:creationId xmlns:a16="http://schemas.microsoft.com/office/drawing/2014/main" id="{DD02B9C5-D507-A5CA-9401-E5E8942D72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6" name="Group 1575">
              <a:extLst>
                <a:ext uri="{FF2B5EF4-FFF2-40B4-BE49-F238E27FC236}">
                  <a16:creationId xmlns:a16="http://schemas.microsoft.com/office/drawing/2014/main" id="{B6D1DA05-68ED-8CB1-428B-3F1367EFDA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5" name="Oval 1576">
                <a:extLst>
                  <a:ext uri="{FF2B5EF4-FFF2-40B4-BE49-F238E27FC236}">
                    <a16:creationId xmlns:a16="http://schemas.microsoft.com/office/drawing/2014/main" id="{D4E769F5-023B-DCEE-9854-5049C53EAF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6" name="Oval 1577">
                <a:extLst>
                  <a:ext uri="{FF2B5EF4-FFF2-40B4-BE49-F238E27FC236}">
                    <a16:creationId xmlns:a16="http://schemas.microsoft.com/office/drawing/2014/main" id="{4E14725E-5880-FC6B-8EF0-90EFE4058F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7" name="Freeform 1578">
                <a:extLst>
                  <a:ext uri="{FF2B5EF4-FFF2-40B4-BE49-F238E27FC236}">
                    <a16:creationId xmlns:a16="http://schemas.microsoft.com/office/drawing/2014/main" id="{1AB1CFE7-F7C7-E55C-6EAA-185333AA2A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Freeform 1579">
                <a:extLst>
                  <a:ext uri="{FF2B5EF4-FFF2-40B4-BE49-F238E27FC236}">
                    <a16:creationId xmlns:a16="http://schemas.microsoft.com/office/drawing/2014/main" id="{AFB7F28D-B1C0-BC25-4500-3CB65C0D6E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580">
                <a:extLst>
                  <a:ext uri="{FF2B5EF4-FFF2-40B4-BE49-F238E27FC236}">
                    <a16:creationId xmlns:a16="http://schemas.microsoft.com/office/drawing/2014/main" id="{E8CC2451-8DDE-A36C-CC04-606864C5D3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Oval 1581">
                <a:extLst>
                  <a:ext uri="{FF2B5EF4-FFF2-40B4-BE49-F238E27FC236}">
                    <a16:creationId xmlns:a16="http://schemas.microsoft.com/office/drawing/2014/main" id="{6147067B-3AB7-8F39-CF73-3B09453A00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7" name="Group 1582">
              <a:extLst>
                <a:ext uri="{FF2B5EF4-FFF2-40B4-BE49-F238E27FC236}">
                  <a16:creationId xmlns:a16="http://schemas.microsoft.com/office/drawing/2014/main" id="{DDEA813B-C73D-3A7C-D9C5-E611538193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9" name="Oval 1583">
                <a:extLst>
                  <a:ext uri="{FF2B5EF4-FFF2-40B4-BE49-F238E27FC236}">
                    <a16:creationId xmlns:a16="http://schemas.microsoft.com/office/drawing/2014/main" id="{C524AE9F-1B6C-E9B3-D751-AC824966EC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0" name="Oval 1584">
                <a:extLst>
                  <a:ext uri="{FF2B5EF4-FFF2-40B4-BE49-F238E27FC236}">
                    <a16:creationId xmlns:a16="http://schemas.microsoft.com/office/drawing/2014/main" id="{3AD70CBA-9768-DCDB-1962-5F4664A0E3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1" name="Freeform 1585">
                <a:extLst>
                  <a:ext uri="{FF2B5EF4-FFF2-40B4-BE49-F238E27FC236}">
                    <a16:creationId xmlns:a16="http://schemas.microsoft.com/office/drawing/2014/main" id="{893C008C-04D1-2C7F-6A18-C2530D1EB2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" name="Freeform 1586">
                <a:extLst>
                  <a:ext uri="{FF2B5EF4-FFF2-40B4-BE49-F238E27FC236}">
                    <a16:creationId xmlns:a16="http://schemas.microsoft.com/office/drawing/2014/main" id="{36D2F756-595E-050C-7D31-E10E0930C3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587">
                <a:extLst>
                  <a:ext uri="{FF2B5EF4-FFF2-40B4-BE49-F238E27FC236}">
                    <a16:creationId xmlns:a16="http://schemas.microsoft.com/office/drawing/2014/main" id="{AFF7F332-84A3-4A24-A0ED-653D8F12BF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Oval 1588">
                <a:extLst>
                  <a:ext uri="{FF2B5EF4-FFF2-40B4-BE49-F238E27FC236}">
                    <a16:creationId xmlns:a16="http://schemas.microsoft.com/office/drawing/2014/main" id="{F54FBAE4-3604-0002-3969-92724AB2A1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8" name="Group 1589">
              <a:extLst>
                <a:ext uri="{FF2B5EF4-FFF2-40B4-BE49-F238E27FC236}">
                  <a16:creationId xmlns:a16="http://schemas.microsoft.com/office/drawing/2014/main" id="{84DCC99B-D3E0-C956-F8C0-0A5B6914AF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503" name="Oval 1590">
                <a:extLst>
                  <a:ext uri="{FF2B5EF4-FFF2-40B4-BE49-F238E27FC236}">
                    <a16:creationId xmlns:a16="http://schemas.microsoft.com/office/drawing/2014/main" id="{5931B6B6-5E21-7A2C-1F5C-6B0255AF70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4" name="Oval 1591">
                <a:extLst>
                  <a:ext uri="{FF2B5EF4-FFF2-40B4-BE49-F238E27FC236}">
                    <a16:creationId xmlns:a16="http://schemas.microsoft.com/office/drawing/2014/main" id="{8A295B85-2199-5170-F60A-8CBDDFF724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5" name="Freeform 1592">
                <a:extLst>
                  <a:ext uri="{FF2B5EF4-FFF2-40B4-BE49-F238E27FC236}">
                    <a16:creationId xmlns:a16="http://schemas.microsoft.com/office/drawing/2014/main" id="{582E1720-2397-F865-8163-FBFA7E1546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Freeform 1593">
                <a:extLst>
                  <a:ext uri="{FF2B5EF4-FFF2-40B4-BE49-F238E27FC236}">
                    <a16:creationId xmlns:a16="http://schemas.microsoft.com/office/drawing/2014/main" id="{78AE4AA7-2381-E7F3-A90D-06C889FB93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594">
                <a:extLst>
                  <a:ext uri="{FF2B5EF4-FFF2-40B4-BE49-F238E27FC236}">
                    <a16:creationId xmlns:a16="http://schemas.microsoft.com/office/drawing/2014/main" id="{1451C4BC-C21D-710C-E3E0-E143C2B9F9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Oval 1595">
                <a:extLst>
                  <a:ext uri="{FF2B5EF4-FFF2-40B4-BE49-F238E27FC236}">
                    <a16:creationId xmlns:a16="http://schemas.microsoft.com/office/drawing/2014/main" id="{7C30ABBB-E59C-1823-AC84-D2F1187145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9" name="Group 1596">
              <a:extLst>
                <a:ext uri="{FF2B5EF4-FFF2-40B4-BE49-F238E27FC236}">
                  <a16:creationId xmlns:a16="http://schemas.microsoft.com/office/drawing/2014/main" id="{A0BBE17C-F138-77A1-3EE2-41AB461DB1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7" name="Oval 1597">
                <a:extLst>
                  <a:ext uri="{FF2B5EF4-FFF2-40B4-BE49-F238E27FC236}">
                    <a16:creationId xmlns:a16="http://schemas.microsoft.com/office/drawing/2014/main" id="{8AE25267-FAB4-DDC8-621E-AA8EFE23CC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8" name="Oval 1598">
                <a:extLst>
                  <a:ext uri="{FF2B5EF4-FFF2-40B4-BE49-F238E27FC236}">
                    <a16:creationId xmlns:a16="http://schemas.microsoft.com/office/drawing/2014/main" id="{09697BA5-01D3-8737-9093-02B37EFBAF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9" name="Freeform 1599">
                <a:extLst>
                  <a:ext uri="{FF2B5EF4-FFF2-40B4-BE49-F238E27FC236}">
                    <a16:creationId xmlns:a16="http://schemas.microsoft.com/office/drawing/2014/main" id="{610596A3-DB92-3455-4EAC-0C5A83B031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Freeform 1600">
                <a:extLst>
                  <a:ext uri="{FF2B5EF4-FFF2-40B4-BE49-F238E27FC236}">
                    <a16:creationId xmlns:a16="http://schemas.microsoft.com/office/drawing/2014/main" id="{9E293DFF-22AF-5A2D-B1F3-3A5C4E202F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601">
                <a:extLst>
                  <a:ext uri="{FF2B5EF4-FFF2-40B4-BE49-F238E27FC236}">
                    <a16:creationId xmlns:a16="http://schemas.microsoft.com/office/drawing/2014/main" id="{64B36483-19FB-F4D4-EDD0-99835F9C0E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Oval 1602">
                <a:extLst>
                  <a:ext uri="{FF2B5EF4-FFF2-40B4-BE49-F238E27FC236}">
                    <a16:creationId xmlns:a16="http://schemas.microsoft.com/office/drawing/2014/main" id="{7725E950-5EAB-0561-80D1-E67EAC912F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90" name="Group 1603">
              <a:extLst>
                <a:ext uri="{FF2B5EF4-FFF2-40B4-BE49-F238E27FC236}">
                  <a16:creationId xmlns:a16="http://schemas.microsoft.com/office/drawing/2014/main" id="{6DDC262D-1466-A17D-0846-882C661CFA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91" name="Oval 1604">
                <a:extLst>
                  <a:ext uri="{FF2B5EF4-FFF2-40B4-BE49-F238E27FC236}">
                    <a16:creationId xmlns:a16="http://schemas.microsoft.com/office/drawing/2014/main" id="{7BA9E244-D8F2-CC4B-B141-EA317D6CDF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2" name="Oval 1605">
                <a:extLst>
                  <a:ext uri="{FF2B5EF4-FFF2-40B4-BE49-F238E27FC236}">
                    <a16:creationId xmlns:a16="http://schemas.microsoft.com/office/drawing/2014/main" id="{7EB9B9BF-9852-E717-893E-EB25E405D1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3" name="Freeform 1606">
                <a:extLst>
                  <a:ext uri="{FF2B5EF4-FFF2-40B4-BE49-F238E27FC236}">
                    <a16:creationId xmlns:a16="http://schemas.microsoft.com/office/drawing/2014/main" id="{08B8F798-937E-BEEB-268F-86285DB707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Freeform 1607">
                <a:extLst>
                  <a:ext uri="{FF2B5EF4-FFF2-40B4-BE49-F238E27FC236}">
                    <a16:creationId xmlns:a16="http://schemas.microsoft.com/office/drawing/2014/main" id="{AE5EFA8D-C9EA-7E4C-A810-99DD9BD5D8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608">
                <a:extLst>
                  <a:ext uri="{FF2B5EF4-FFF2-40B4-BE49-F238E27FC236}">
                    <a16:creationId xmlns:a16="http://schemas.microsoft.com/office/drawing/2014/main" id="{7AE8C958-D164-3906-3584-BD04D1ACA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Oval 1609">
                <a:extLst>
                  <a:ext uri="{FF2B5EF4-FFF2-40B4-BE49-F238E27FC236}">
                    <a16:creationId xmlns:a16="http://schemas.microsoft.com/office/drawing/2014/main" id="{74EBD654-4475-8CF9-E523-73A0D09F5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683" name="Group 2122">
            <a:extLst>
              <a:ext uri="{FF2B5EF4-FFF2-40B4-BE49-F238E27FC236}">
                <a16:creationId xmlns:a16="http://schemas.microsoft.com/office/drawing/2014/main" id="{DE38FC63-123B-0429-EE6C-7855982C7725}"/>
              </a:ext>
            </a:extLst>
          </p:cNvPr>
          <p:cNvGrpSpPr>
            <a:grpSpLocks/>
          </p:cNvGrpSpPr>
          <p:nvPr/>
        </p:nvGrpSpPr>
        <p:grpSpPr bwMode="auto">
          <a:xfrm>
            <a:off x="2763313" y="372733"/>
            <a:ext cx="406226" cy="476265"/>
            <a:chOff x="1931" y="2992"/>
            <a:chExt cx="614" cy="738"/>
          </a:xfrm>
        </p:grpSpPr>
        <p:sp>
          <p:nvSpPr>
            <p:cNvPr id="684" name="Freeform 2123">
              <a:extLst>
                <a:ext uri="{FF2B5EF4-FFF2-40B4-BE49-F238E27FC236}">
                  <a16:creationId xmlns:a16="http://schemas.microsoft.com/office/drawing/2014/main" id="{16D726DB-AF67-93C3-D8B5-528F61549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" name="Freeform 2124">
              <a:extLst>
                <a:ext uri="{FF2B5EF4-FFF2-40B4-BE49-F238E27FC236}">
                  <a16:creationId xmlns:a16="http://schemas.microsoft.com/office/drawing/2014/main" id="{3C08D948-39E1-020E-AA4B-3C224C942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" name="Freeform 2125">
              <a:extLst>
                <a:ext uri="{FF2B5EF4-FFF2-40B4-BE49-F238E27FC236}">
                  <a16:creationId xmlns:a16="http://schemas.microsoft.com/office/drawing/2014/main" id="{A84AB13B-FC45-5CB0-4B10-83B585D7B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" name="Freeform 2126">
              <a:extLst>
                <a:ext uri="{FF2B5EF4-FFF2-40B4-BE49-F238E27FC236}">
                  <a16:creationId xmlns:a16="http://schemas.microsoft.com/office/drawing/2014/main" id="{B6CE7C96-89E9-B617-625E-396815F36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" name="Freeform 2127">
              <a:extLst>
                <a:ext uri="{FF2B5EF4-FFF2-40B4-BE49-F238E27FC236}">
                  <a16:creationId xmlns:a16="http://schemas.microsoft.com/office/drawing/2014/main" id="{1C51D52D-508F-9B1D-D332-98CFE1241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" name="Freeform 2128">
              <a:extLst>
                <a:ext uri="{FF2B5EF4-FFF2-40B4-BE49-F238E27FC236}">
                  <a16:creationId xmlns:a16="http://schemas.microsoft.com/office/drawing/2014/main" id="{98A5A171-F83F-8D93-2425-5F3490E3D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" name="Freeform 2129">
              <a:extLst>
                <a:ext uri="{FF2B5EF4-FFF2-40B4-BE49-F238E27FC236}">
                  <a16:creationId xmlns:a16="http://schemas.microsoft.com/office/drawing/2014/main" id="{EDB3C79F-2FC4-0136-12AE-DDF1FC0E9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" name="Freeform 2130">
              <a:extLst>
                <a:ext uri="{FF2B5EF4-FFF2-40B4-BE49-F238E27FC236}">
                  <a16:creationId xmlns:a16="http://schemas.microsoft.com/office/drawing/2014/main" id="{03C13DE1-5364-0847-C9B0-BA1377256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" name="Freeform 2131">
              <a:extLst>
                <a:ext uri="{FF2B5EF4-FFF2-40B4-BE49-F238E27FC236}">
                  <a16:creationId xmlns:a16="http://schemas.microsoft.com/office/drawing/2014/main" id="{2E8ED10A-5B23-11AC-8A96-5D9D047B8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" name="Freeform 2132">
              <a:extLst>
                <a:ext uri="{FF2B5EF4-FFF2-40B4-BE49-F238E27FC236}">
                  <a16:creationId xmlns:a16="http://schemas.microsoft.com/office/drawing/2014/main" id="{A720534F-7A52-9886-942D-442B4C75C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" name="Freeform 2133">
              <a:extLst>
                <a:ext uri="{FF2B5EF4-FFF2-40B4-BE49-F238E27FC236}">
                  <a16:creationId xmlns:a16="http://schemas.microsoft.com/office/drawing/2014/main" id="{8C37AA20-AA00-066C-B7A5-408766C3F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5" name="Freeform 2134">
              <a:extLst>
                <a:ext uri="{FF2B5EF4-FFF2-40B4-BE49-F238E27FC236}">
                  <a16:creationId xmlns:a16="http://schemas.microsoft.com/office/drawing/2014/main" id="{EA9DCC86-6297-9146-E556-9571BD3AC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" name="Freeform 2135">
              <a:extLst>
                <a:ext uri="{FF2B5EF4-FFF2-40B4-BE49-F238E27FC236}">
                  <a16:creationId xmlns:a16="http://schemas.microsoft.com/office/drawing/2014/main" id="{73CB2135-FC34-38FC-51D5-AF8EC1918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" name="Freeform 2136">
              <a:extLst>
                <a:ext uri="{FF2B5EF4-FFF2-40B4-BE49-F238E27FC236}">
                  <a16:creationId xmlns:a16="http://schemas.microsoft.com/office/drawing/2014/main" id="{6D9BC0C6-D7E1-33C0-7090-B19998793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8" name="Freeform 2137">
              <a:extLst>
                <a:ext uri="{FF2B5EF4-FFF2-40B4-BE49-F238E27FC236}">
                  <a16:creationId xmlns:a16="http://schemas.microsoft.com/office/drawing/2014/main" id="{63D4E478-2347-3EC1-C220-0CAC1F590A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" name="Freeform 2138">
              <a:extLst>
                <a:ext uri="{FF2B5EF4-FFF2-40B4-BE49-F238E27FC236}">
                  <a16:creationId xmlns:a16="http://schemas.microsoft.com/office/drawing/2014/main" id="{C8D18749-8F14-9034-4FE8-57C687694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0" name="Freeform 2139">
              <a:extLst>
                <a:ext uri="{FF2B5EF4-FFF2-40B4-BE49-F238E27FC236}">
                  <a16:creationId xmlns:a16="http://schemas.microsoft.com/office/drawing/2014/main" id="{C0E8CCFC-ADC1-AEF3-2758-E5AA7F5B6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1" name="Freeform 2140">
              <a:extLst>
                <a:ext uri="{FF2B5EF4-FFF2-40B4-BE49-F238E27FC236}">
                  <a16:creationId xmlns:a16="http://schemas.microsoft.com/office/drawing/2014/main" id="{670B4380-0FB4-068C-7EF6-B512624D6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2" name="Freeform 2141">
              <a:extLst>
                <a:ext uri="{FF2B5EF4-FFF2-40B4-BE49-F238E27FC236}">
                  <a16:creationId xmlns:a16="http://schemas.microsoft.com/office/drawing/2014/main" id="{996DEE7A-0478-C070-8BC7-B3E363196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3" name="Freeform 2142">
              <a:extLst>
                <a:ext uri="{FF2B5EF4-FFF2-40B4-BE49-F238E27FC236}">
                  <a16:creationId xmlns:a16="http://schemas.microsoft.com/office/drawing/2014/main" id="{7C6AAE15-1733-36A7-3DDD-1D2852DF3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4" name="Freeform 2143">
              <a:extLst>
                <a:ext uri="{FF2B5EF4-FFF2-40B4-BE49-F238E27FC236}">
                  <a16:creationId xmlns:a16="http://schemas.microsoft.com/office/drawing/2014/main" id="{3503B3CB-575D-BCA2-E0D1-C9CAB659F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0" name="Group 1385">
            <a:extLst>
              <a:ext uri="{FF2B5EF4-FFF2-40B4-BE49-F238E27FC236}">
                <a16:creationId xmlns:a16="http://schemas.microsoft.com/office/drawing/2014/main" id="{AE02CEBA-C20E-72DD-0918-DD2236369DF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28619" y="445870"/>
            <a:ext cx="1141095" cy="340150"/>
            <a:chOff x="446" y="1196"/>
            <a:chExt cx="1048" cy="312"/>
          </a:xfrm>
        </p:grpSpPr>
        <p:grpSp>
          <p:nvGrpSpPr>
            <p:cNvPr id="871" name="Group 1386">
              <a:extLst>
                <a:ext uri="{FF2B5EF4-FFF2-40B4-BE49-F238E27FC236}">
                  <a16:creationId xmlns:a16="http://schemas.microsoft.com/office/drawing/2014/main" id="{00E9370A-0595-0019-33DE-B3885C7707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089" name="Oval 1387">
                <a:extLst>
                  <a:ext uri="{FF2B5EF4-FFF2-40B4-BE49-F238E27FC236}">
                    <a16:creationId xmlns:a16="http://schemas.microsoft.com/office/drawing/2014/main" id="{B1B48095-CC14-761F-57BB-BEA6ED8148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0" name="Oval 1388">
                <a:extLst>
                  <a:ext uri="{FF2B5EF4-FFF2-40B4-BE49-F238E27FC236}">
                    <a16:creationId xmlns:a16="http://schemas.microsoft.com/office/drawing/2014/main" id="{AFFBA87B-CC19-0401-6184-CA0AA345F2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1" name="Freeform 1389">
                <a:extLst>
                  <a:ext uri="{FF2B5EF4-FFF2-40B4-BE49-F238E27FC236}">
                    <a16:creationId xmlns:a16="http://schemas.microsoft.com/office/drawing/2014/main" id="{D3AB6142-93B2-F8D0-9FDF-679CC785AA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Freeform 1390">
                <a:extLst>
                  <a:ext uri="{FF2B5EF4-FFF2-40B4-BE49-F238E27FC236}">
                    <a16:creationId xmlns:a16="http://schemas.microsoft.com/office/drawing/2014/main" id="{F57BE3B2-4DB8-EF40-8A44-A07DA5815F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Freeform 1391">
                <a:extLst>
                  <a:ext uri="{FF2B5EF4-FFF2-40B4-BE49-F238E27FC236}">
                    <a16:creationId xmlns:a16="http://schemas.microsoft.com/office/drawing/2014/main" id="{35E7279D-DB6E-ADFD-7531-4C02C53E86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4" name="Oval 1392">
                <a:extLst>
                  <a:ext uri="{FF2B5EF4-FFF2-40B4-BE49-F238E27FC236}">
                    <a16:creationId xmlns:a16="http://schemas.microsoft.com/office/drawing/2014/main" id="{88BAE32C-7EF4-1B37-841A-2009E104EF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2" name="Group 1393">
              <a:extLst>
                <a:ext uri="{FF2B5EF4-FFF2-40B4-BE49-F238E27FC236}">
                  <a16:creationId xmlns:a16="http://schemas.microsoft.com/office/drawing/2014/main" id="{BD0391DC-ED11-7A3F-1A66-70C9679CD0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083" name="Oval 1394">
                <a:extLst>
                  <a:ext uri="{FF2B5EF4-FFF2-40B4-BE49-F238E27FC236}">
                    <a16:creationId xmlns:a16="http://schemas.microsoft.com/office/drawing/2014/main" id="{DD5C8D2E-03C4-2224-9913-F2A4505E5A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4" name="Oval 1395">
                <a:extLst>
                  <a:ext uri="{FF2B5EF4-FFF2-40B4-BE49-F238E27FC236}">
                    <a16:creationId xmlns:a16="http://schemas.microsoft.com/office/drawing/2014/main" id="{D5FB89DD-D774-AA0B-993B-D4ADD8FF2F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5" name="Freeform 1396">
                <a:extLst>
                  <a:ext uri="{FF2B5EF4-FFF2-40B4-BE49-F238E27FC236}">
                    <a16:creationId xmlns:a16="http://schemas.microsoft.com/office/drawing/2014/main" id="{3B60D964-CEEE-F454-668F-ACE0943595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 1397">
                <a:extLst>
                  <a:ext uri="{FF2B5EF4-FFF2-40B4-BE49-F238E27FC236}">
                    <a16:creationId xmlns:a16="http://schemas.microsoft.com/office/drawing/2014/main" id="{50FAFCE4-8964-3FD7-BB82-3AF48332EF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Freeform 1398">
                <a:extLst>
                  <a:ext uri="{FF2B5EF4-FFF2-40B4-BE49-F238E27FC236}">
                    <a16:creationId xmlns:a16="http://schemas.microsoft.com/office/drawing/2014/main" id="{4C92A8FF-CA5A-31A5-D32E-BF63A7A6AB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8" name="Oval 1399">
                <a:extLst>
                  <a:ext uri="{FF2B5EF4-FFF2-40B4-BE49-F238E27FC236}">
                    <a16:creationId xmlns:a16="http://schemas.microsoft.com/office/drawing/2014/main" id="{A5EF19A8-CC22-2796-2045-82102EE81F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3" name="Group 1400">
              <a:extLst>
                <a:ext uri="{FF2B5EF4-FFF2-40B4-BE49-F238E27FC236}">
                  <a16:creationId xmlns:a16="http://schemas.microsoft.com/office/drawing/2014/main" id="{C449CF53-C51C-039D-187D-1A0EE4FBD8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077" name="Oval 1401">
                <a:extLst>
                  <a:ext uri="{FF2B5EF4-FFF2-40B4-BE49-F238E27FC236}">
                    <a16:creationId xmlns:a16="http://schemas.microsoft.com/office/drawing/2014/main" id="{677FC319-E5A3-8F82-3105-CF6E852C13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8" name="Oval 1402">
                <a:extLst>
                  <a:ext uri="{FF2B5EF4-FFF2-40B4-BE49-F238E27FC236}">
                    <a16:creationId xmlns:a16="http://schemas.microsoft.com/office/drawing/2014/main" id="{2E40385F-0072-CDD6-0C25-DAE7C12085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9" name="Freeform 1403">
                <a:extLst>
                  <a:ext uri="{FF2B5EF4-FFF2-40B4-BE49-F238E27FC236}">
                    <a16:creationId xmlns:a16="http://schemas.microsoft.com/office/drawing/2014/main" id="{D0EFCE49-C984-DDCF-63BC-BA695CFE92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 1404">
                <a:extLst>
                  <a:ext uri="{FF2B5EF4-FFF2-40B4-BE49-F238E27FC236}">
                    <a16:creationId xmlns:a16="http://schemas.microsoft.com/office/drawing/2014/main" id="{3C9A235C-535F-8DDB-B5A5-94118DC315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Freeform 1405">
                <a:extLst>
                  <a:ext uri="{FF2B5EF4-FFF2-40B4-BE49-F238E27FC236}">
                    <a16:creationId xmlns:a16="http://schemas.microsoft.com/office/drawing/2014/main" id="{76B1802E-CECF-BE7D-1BDF-A39D6F590F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2" name="Oval 1406">
                <a:extLst>
                  <a:ext uri="{FF2B5EF4-FFF2-40B4-BE49-F238E27FC236}">
                    <a16:creationId xmlns:a16="http://schemas.microsoft.com/office/drawing/2014/main" id="{CADABCD6-497B-E5D3-5295-FB9C4E1187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4" name="Group 1407">
              <a:extLst>
                <a:ext uri="{FF2B5EF4-FFF2-40B4-BE49-F238E27FC236}">
                  <a16:creationId xmlns:a16="http://schemas.microsoft.com/office/drawing/2014/main" id="{7B766E5E-8318-27C6-5BA0-295542D776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071" name="Oval 1408">
                <a:extLst>
                  <a:ext uri="{FF2B5EF4-FFF2-40B4-BE49-F238E27FC236}">
                    <a16:creationId xmlns:a16="http://schemas.microsoft.com/office/drawing/2014/main" id="{54F2F992-9190-ACBF-240D-DBEAE64DA2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2" name="Oval 1409">
                <a:extLst>
                  <a:ext uri="{FF2B5EF4-FFF2-40B4-BE49-F238E27FC236}">
                    <a16:creationId xmlns:a16="http://schemas.microsoft.com/office/drawing/2014/main" id="{C8214933-4567-79A4-ABA9-CA67D8CF07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3" name="Freeform 1410">
                <a:extLst>
                  <a:ext uri="{FF2B5EF4-FFF2-40B4-BE49-F238E27FC236}">
                    <a16:creationId xmlns:a16="http://schemas.microsoft.com/office/drawing/2014/main" id="{A8BF42F4-0F95-433D-13BA-61E1003D1F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 1411">
                <a:extLst>
                  <a:ext uri="{FF2B5EF4-FFF2-40B4-BE49-F238E27FC236}">
                    <a16:creationId xmlns:a16="http://schemas.microsoft.com/office/drawing/2014/main" id="{FD62CA79-B22C-AD1E-5102-4990221F18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Freeform 1412">
                <a:extLst>
                  <a:ext uri="{FF2B5EF4-FFF2-40B4-BE49-F238E27FC236}">
                    <a16:creationId xmlns:a16="http://schemas.microsoft.com/office/drawing/2014/main" id="{C86FDD36-C232-2510-BE16-51D841E95D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6" name="Oval 1413">
                <a:extLst>
                  <a:ext uri="{FF2B5EF4-FFF2-40B4-BE49-F238E27FC236}">
                    <a16:creationId xmlns:a16="http://schemas.microsoft.com/office/drawing/2014/main" id="{9D0F0FDD-9F48-4A11-C985-59AD18F3FA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5" name="Group 1414">
              <a:extLst>
                <a:ext uri="{FF2B5EF4-FFF2-40B4-BE49-F238E27FC236}">
                  <a16:creationId xmlns:a16="http://schemas.microsoft.com/office/drawing/2014/main" id="{C6381956-D41F-A786-D1CF-3254A1BDE0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065" name="Oval 1415">
                <a:extLst>
                  <a:ext uri="{FF2B5EF4-FFF2-40B4-BE49-F238E27FC236}">
                    <a16:creationId xmlns:a16="http://schemas.microsoft.com/office/drawing/2014/main" id="{A8390D38-B36C-F481-843F-3DC8A2EFCF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6" name="Oval 1416">
                <a:extLst>
                  <a:ext uri="{FF2B5EF4-FFF2-40B4-BE49-F238E27FC236}">
                    <a16:creationId xmlns:a16="http://schemas.microsoft.com/office/drawing/2014/main" id="{4BB3465E-396F-5AED-EC8B-9EC71514B4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7" name="Freeform 1417">
                <a:extLst>
                  <a:ext uri="{FF2B5EF4-FFF2-40B4-BE49-F238E27FC236}">
                    <a16:creationId xmlns:a16="http://schemas.microsoft.com/office/drawing/2014/main" id="{891D11CA-9BF1-F68A-5983-D383911320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Freeform 1418">
                <a:extLst>
                  <a:ext uri="{FF2B5EF4-FFF2-40B4-BE49-F238E27FC236}">
                    <a16:creationId xmlns:a16="http://schemas.microsoft.com/office/drawing/2014/main" id="{4B15BF95-072D-E55E-5E1B-B4891E8BC6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Freeform 1419">
                <a:extLst>
                  <a:ext uri="{FF2B5EF4-FFF2-40B4-BE49-F238E27FC236}">
                    <a16:creationId xmlns:a16="http://schemas.microsoft.com/office/drawing/2014/main" id="{E8594BB4-F635-2F61-27E5-30D573EC10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0" name="Oval 1420">
                <a:extLst>
                  <a:ext uri="{FF2B5EF4-FFF2-40B4-BE49-F238E27FC236}">
                    <a16:creationId xmlns:a16="http://schemas.microsoft.com/office/drawing/2014/main" id="{F11772E6-2701-2597-776E-627B784048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6" name="Group 1421">
              <a:extLst>
                <a:ext uri="{FF2B5EF4-FFF2-40B4-BE49-F238E27FC236}">
                  <a16:creationId xmlns:a16="http://schemas.microsoft.com/office/drawing/2014/main" id="{08995A9C-26FD-DFA6-445C-16590EA97D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059" name="Oval 1422">
                <a:extLst>
                  <a:ext uri="{FF2B5EF4-FFF2-40B4-BE49-F238E27FC236}">
                    <a16:creationId xmlns:a16="http://schemas.microsoft.com/office/drawing/2014/main" id="{A5FF69A8-97C3-069A-C4A1-B472E4C586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0" name="Oval 1423">
                <a:extLst>
                  <a:ext uri="{FF2B5EF4-FFF2-40B4-BE49-F238E27FC236}">
                    <a16:creationId xmlns:a16="http://schemas.microsoft.com/office/drawing/2014/main" id="{C21DB874-1A6A-8BB6-9965-0D018F5D30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1" name="Freeform 1424">
                <a:extLst>
                  <a:ext uri="{FF2B5EF4-FFF2-40B4-BE49-F238E27FC236}">
                    <a16:creationId xmlns:a16="http://schemas.microsoft.com/office/drawing/2014/main" id="{42A53E63-5D33-1941-95E9-94B5A4D357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Freeform 1425">
                <a:extLst>
                  <a:ext uri="{FF2B5EF4-FFF2-40B4-BE49-F238E27FC236}">
                    <a16:creationId xmlns:a16="http://schemas.microsoft.com/office/drawing/2014/main" id="{22CB5FF5-0A80-252E-1AEA-8FFC861F10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Freeform 1426">
                <a:extLst>
                  <a:ext uri="{FF2B5EF4-FFF2-40B4-BE49-F238E27FC236}">
                    <a16:creationId xmlns:a16="http://schemas.microsoft.com/office/drawing/2014/main" id="{41C7C899-00E9-53F1-D5C1-D341098F76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" name="Oval 1427">
                <a:extLst>
                  <a:ext uri="{FF2B5EF4-FFF2-40B4-BE49-F238E27FC236}">
                    <a16:creationId xmlns:a16="http://schemas.microsoft.com/office/drawing/2014/main" id="{65DBDC34-9096-EEA3-F88D-FAEB8E5E29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7" name="Group 1428">
              <a:extLst>
                <a:ext uri="{FF2B5EF4-FFF2-40B4-BE49-F238E27FC236}">
                  <a16:creationId xmlns:a16="http://schemas.microsoft.com/office/drawing/2014/main" id="{4D34A7F9-08F2-DE41-427B-B35A5B9BCE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053" name="Oval 1429">
                <a:extLst>
                  <a:ext uri="{FF2B5EF4-FFF2-40B4-BE49-F238E27FC236}">
                    <a16:creationId xmlns:a16="http://schemas.microsoft.com/office/drawing/2014/main" id="{2247786F-781F-6B75-041A-1C7F0FDF2D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4" name="Oval 1430">
                <a:extLst>
                  <a:ext uri="{FF2B5EF4-FFF2-40B4-BE49-F238E27FC236}">
                    <a16:creationId xmlns:a16="http://schemas.microsoft.com/office/drawing/2014/main" id="{F4BC1C0E-5BA0-A8B9-3814-427FF29745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5" name="Freeform 1431">
                <a:extLst>
                  <a:ext uri="{FF2B5EF4-FFF2-40B4-BE49-F238E27FC236}">
                    <a16:creationId xmlns:a16="http://schemas.microsoft.com/office/drawing/2014/main" id="{0ACB1A55-9C3A-0E3D-735F-58276BD343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 1432">
                <a:extLst>
                  <a:ext uri="{FF2B5EF4-FFF2-40B4-BE49-F238E27FC236}">
                    <a16:creationId xmlns:a16="http://schemas.microsoft.com/office/drawing/2014/main" id="{D0125FED-21FE-711E-1358-9FD45A1DDC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Freeform 1433">
                <a:extLst>
                  <a:ext uri="{FF2B5EF4-FFF2-40B4-BE49-F238E27FC236}">
                    <a16:creationId xmlns:a16="http://schemas.microsoft.com/office/drawing/2014/main" id="{DB6D0FB3-569C-00A0-D258-14BD1CC370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" name="Oval 1434">
                <a:extLst>
                  <a:ext uri="{FF2B5EF4-FFF2-40B4-BE49-F238E27FC236}">
                    <a16:creationId xmlns:a16="http://schemas.microsoft.com/office/drawing/2014/main" id="{F00C3EE4-5D78-56AF-C1BA-98CB27C733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8" name="Group 1435">
              <a:extLst>
                <a:ext uri="{FF2B5EF4-FFF2-40B4-BE49-F238E27FC236}">
                  <a16:creationId xmlns:a16="http://schemas.microsoft.com/office/drawing/2014/main" id="{ABB332F5-21FF-CF89-BDDE-45865E5D1C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047" name="Oval 1436">
                <a:extLst>
                  <a:ext uri="{FF2B5EF4-FFF2-40B4-BE49-F238E27FC236}">
                    <a16:creationId xmlns:a16="http://schemas.microsoft.com/office/drawing/2014/main" id="{3C987497-24BE-30A1-2A2F-933BBF8B7F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8" name="Oval 1437">
                <a:extLst>
                  <a:ext uri="{FF2B5EF4-FFF2-40B4-BE49-F238E27FC236}">
                    <a16:creationId xmlns:a16="http://schemas.microsoft.com/office/drawing/2014/main" id="{BBCCC9EC-9EE9-2152-9E50-1FE77D16AC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9" name="Freeform 1438">
                <a:extLst>
                  <a:ext uri="{FF2B5EF4-FFF2-40B4-BE49-F238E27FC236}">
                    <a16:creationId xmlns:a16="http://schemas.microsoft.com/office/drawing/2014/main" id="{E9976091-5B58-7AE4-14E9-04095CE5F4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Freeform 1439">
                <a:extLst>
                  <a:ext uri="{FF2B5EF4-FFF2-40B4-BE49-F238E27FC236}">
                    <a16:creationId xmlns:a16="http://schemas.microsoft.com/office/drawing/2014/main" id="{767CE1C1-F992-3CE5-7ACA-2DECE2D21F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Freeform 1440">
                <a:extLst>
                  <a:ext uri="{FF2B5EF4-FFF2-40B4-BE49-F238E27FC236}">
                    <a16:creationId xmlns:a16="http://schemas.microsoft.com/office/drawing/2014/main" id="{57D83AAA-581D-DF3D-00D4-426E835232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" name="Oval 1441">
                <a:extLst>
                  <a:ext uri="{FF2B5EF4-FFF2-40B4-BE49-F238E27FC236}">
                    <a16:creationId xmlns:a16="http://schemas.microsoft.com/office/drawing/2014/main" id="{0C1CAE81-5984-72B2-C591-D660EFE11B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9" name="Group 1442">
              <a:extLst>
                <a:ext uri="{FF2B5EF4-FFF2-40B4-BE49-F238E27FC236}">
                  <a16:creationId xmlns:a16="http://schemas.microsoft.com/office/drawing/2014/main" id="{06578F40-CFDC-3DD7-47F2-DED7512DDC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041" name="Oval 1443">
                <a:extLst>
                  <a:ext uri="{FF2B5EF4-FFF2-40B4-BE49-F238E27FC236}">
                    <a16:creationId xmlns:a16="http://schemas.microsoft.com/office/drawing/2014/main" id="{92F42A05-740B-2EE7-A9E6-DC0C57EF28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2" name="Oval 1444">
                <a:extLst>
                  <a:ext uri="{FF2B5EF4-FFF2-40B4-BE49-F238E27FC236}">
                    <a16:creationId xmlns:a16="http://schemas.microsoft.com/office/drawing/2014/main" id="{E959CC1C-4377-A10A-C1C5-4501BF02D3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3" name="Freeform 1445">
                <a:extLst>
                  <a:ext uri="{FF2B5EF4-FFF2-40B4-BE49-F238E27FC236}">
                    <a16:creationId xmlns:a16="http://schemas.microsoft.com/office/drawing/2014/main" id="{9BD4A879-1AD0-E5D7-F1DE-19A8C6CF1C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Freeform 1446">
                <a:extLst>
                  <a:ext uri="{FF2B5EF4-FFF2-40B4-BE49-F238E27FC236}">
                    <a16:creationId xmlns:a16="http://schemas.microsoft.com/office/drawing/2014/main" id="{6133386E-917F-044D-0D94-3E3A721DB0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Freeform 1447">
                <a:extLst>
                  <a:ext uri="{FF2B5EF4-FFF2-40B4-BE49-F238E27FC236}">
                    <a16:creationId xmlns:a16="http://schemas.microsoft.com/office/drawing/2014/main" id="{70E7EF6B-0731-0DBD-EF0D-BE20367175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" name="Oval 1448">
                <a:extLst>
                  <a:ext uri="{FF2B5EF4-FFF2-40B4-BE49-F238E27FC236}">
                    <a16:creationId xmlns:a16="http://schemas.microsoft.com/office/drawing/2014/main" id="{C19E3BB3-9E0A-4039-8B28-D99CAF0BD0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0" name="Group 1449">
              <a:extLst>
                <a:ext uri="{FF2B5EF4-FFF2-40B4-BE49-F238E27FC236}">
                  <a16:creationId xmlns:a16="http://schemas.microsoft.com/office/drawing/2014/main" id="{3F4D0E86-DB7C-B3BA-F97E-4436B6146E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35" name="Oval 1450">
                <a:extLst>
                  <a:ext uri="{FF2B5EF4-FFF2-40B4-BE49-F238E27FC236}">
                    <a16:creationId xmlns:a16="http://schemas.microsoft.com/office/drawing/2014/main" id="{886F40E9-4717-95C0-6B4F-47937BA333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6" name="Oval 1451">
                <a:extLst>
                  <a:ext uri="{FF2B5EF4-FFF2-40B4-BE49-F238E27FC236}">
                    <a16:creationId xmlns:a16="http://schemas.microsoft.com/office/drawing/2014/main" id="{BDE82D27-5B70-3860-F91A-8F346CA3D8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7" name="Freeform 1452">
                <a:extLst>
                  <a:ext uri="{FF2B5EF4-FFF2-40B4-BE49-F238E27FC236}">
                    <a16:creationId xmlns:a16="http://schemas.microsoft.com/office/drawing/2014/main" id="{4EEF79C4-82CD-E294-4C14-AA05B29908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Freeform 1453">
                <a:extLst>
                  <a:ext uri="{FF2B5EF4-FFF2-40B4-BE49-F238E27FC236}">
                    <a16:creationId xmlns:a16="http://schemas.microsoft.com/office/drawing/2014/main" id="{FB122F3A-2498-E02E-E16C-284579287C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Freeform 1454">
                <a:extLst>
                  <a:ext uri="{FF2B5EF4-FFF2-40B4-BE49-F238E27FC236}">
                    <a16:creationId xmlns:a16="http://schemas.microsoft.com/office/drawing/2014/main" id="{148D5C4D-E2AC-8A03-0C2E-9D59D78B99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" name="Oval 1455">
                <a:extLst>
                  <a:ext uri="{FF2B5EF4-FFF2-40B4-BE49-F238E27FC236}">
                    <a16:creationId xmlns:a16="http://schemas.microsoft.com/office/drawing/2014/main" id="{3438EECA-F6B7-35BC-2631-1F71FA21CF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1" name="Group 1456">
              <a:extLst>
                <a:ext uri="{FF2B5EF4-FFF2-40B4-BE49-F238E27FC236}">
                  <a16:creationId xmlns:a16="http://schemas.microsoft.com/office/drawing/2014/main" id="{07CFC6BF-DD2A-4C24-72F6-D734986646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29" name="Oval 1457">
                <a:extLst>
                  <a:ext uri="{FF2B5EF4-FFF2-40B4-BE49-F238E27FC236}">
                    <a16:creationId xmlns:a16="http://schemas.microsoft.com/office/drawing/2014/main" id="{38C5F68E-58E8-2B56-6F0B-70F829757A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0" name="Oval 1458">
                <a:extLst>
                  <a:ext uri="{FF2B5EF4-FFF2-40B4-BE49-F238E27FC236}">
                    <a16:creationId xmlns:a16="http://schemas.microsoft.com/office/drawing/2014/main" id="{121D0B7E-088B-0221-BBAC-429836A95E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1" name="Freeform 1459">
                <a:extLst>
                  <a:ext uri="{FF2B5EF4-FFF2-40B4-BE49-F238E27FC236}">
                    <a16:creationId xmlns:a16="http://schemas.microsoft.com/office/drawing/2014/main" id="{16828214-2358-FB52-31FC-DDA8EE0D80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Freeform 1460">
                <a:extLst>
                  <a:ext uri="{FF2B5EF4-FFF2-40B4-BE49-F238E27FC236}">
                    <a16:creationId xmlns:a16="http://schemas.microsoft.com/office/drawing/2014/main" id="{F8D88EEA-3F38-93C9-FDFE-79BD327487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Freeform 1461">
                <a:extLst>
                  <a:ext uri="{FF2B5EF4-FFF2-40B4-BE49-F238E27FC236}">
                    <a16:creationId xmlns:a16="http://schemas.microsoft.com/office/drawing/2014/main" id="{FB188CBA-6A97-7A00-CF7B-A4BEF247FC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" name="Oval 1462">
                <a:extLst>
                  <a:ext uri="{FF2B5EF4-FFF2-40B4-BE49-F238E27FC236}">
                    <a16:creationId xmlns:a16="http://schemas.microsoft.com/office/drawing/2014/main" id="{6741471F-A7F7-6CB0-028B-B31F546B22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2" name="Group 1463">
              <a:extLst>
                <a:ext uri="{FF2B5EF4-FFF2-40B4-BE49-F238E27FC236}">
                  <a16:creationId xmlns:a16="http://schemas.microsoft.com/office/drawing/2014/main" id="{0F1586B1-8F0A-E95C-6E45-F104F1BF7F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23" name="Oval 1464">
                <a:extLst>
                  <a:ext uri="{FF2B5EF4-FFF2-40B4-BE49-F238E27FC236}">
                    <a16:creationId xmlns:a16="http://schemas.microsoft.com/office/drawing/2014/main" id="{BCB7EDAF-782C-79B2-1FF9-E8C1D8A0C1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4" name="Oval 1465">
                <a:extLst>
                  <a:ext uri="{FF2B5EF4-FFF2-40B4-BE49-F238E27FC236}">
                    <a16:creationId xmlns:a16="http://schemas.microsoft.com/office/drawing/2014/main" id="{9FC62BD0-B223-29B8-EC5E-9A0132B93B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5" name="Freeform 1466">
                <a:extLst>
                  <a:ext uri="{FF2B5EF4-FFF2-40B4-BE49-F238E27FC236}">
                    <a16:creationId xmlns:a16="http://schemas.microsoft.com/office/drawing/2014/main" id="{203CF4EA-58F4-9D66-B9DE-888ED390AE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" name="Freeform 1467">
                <a:extLst>
                  <a:ext uri="{FF2B5EF4-FFF2-40B4-BE49-F238E27FC236}">
                    <a16:creationId xmlns:a16="http://schemas.microsoft.com/office/drawing/2014/main" id="{9871815E-D2ED-1699-69D0-55CEB064C7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Freeform 1468">
                <a:extLst>
                  <a:ext uri="{FF2B5EF4-FFF2-40B4-BE49-F238E27FC236}">
                    <a16:creationId xmlns:a16="http://schemas.microsoft.com/office/drawing/2014/main" id="{EB18F168-3320-2E4F-6588-B79882EFC4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" name="Oval 1469">
                <a:extLst>
                  <a:ext uri="{FF2B5EF4-FFF2-40B4-BE49-F238E27FC236}">
                    <a16:creationId xmlns:a16="http://schemas.microsoft.com/office/drawing/2014/main" id="{92EEF8BC-E6A8-78AC-9D73-02B4E88DF9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3" name="Group 1470">
              <a:extLst>
                <a:ext uri="{FF2B5EF4-FFF2-40B4-BE49-F238E27FC236}">
                  <a16:creationId xmlns:a16="http://schemas.microsoft.com/office/drawing/2014/main" id="{82FE3C8A-A026-4463-1C1D-3504677EAA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17" name="Oval 1471">
                <a:extLst>
                  <a:ext uri="{FF2B5EF4-FFF2-40B4-BE49-F238E27FC236}">
                    <a16:creationId xmlns:a16="http://schemas.microsoft.com/office/drawing/2014/main" id="{C5DE7E29-E2C7-D105-D835-217C9778CD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8" name="Oval 1472">
                <a:extLst>
                  <a:ext uri="{FF2B5EF4-FFF2-40B4-BE49-F238E27FC236}">
                    <a16:creationId xmlns:a16="http://schemas.microsoft.com/office/drawing/2014/main" id="{80230CEC-3A70-5E8B-A8D5-79074234F8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9" name="Freeform 1473">
                <a:extLst>
                  <a:ext uri="{FF2B5EF4-FFF2-40B4-BE49-F238E27FC236}">
                    <a16:creationId xmlns:a16="http://schemas.microsoft.com/office/drawing/2014/main" id="{0E2D68F7-FFEC-BD82-AD9A-161D19C5D6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0" name="Freeform 1474">
                <a:extLst>
                  <a:ext uri="{FF2B5EF4-FFF2-40B4-BE49-F238E27FC236}">
                    <a16:creationId xmlns:a16="http://schemas.microsoft.com/office/drawing/2014/main" id="{E4D63F81-5C39-D588-AA18-375F113120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1" name="Freeform 1475">
                <a:extLst>
                  <a:ext uri="{FF2B5EF4-FFF2-40B4-BE49-F238E27FC236}">
                    <a16:creationId xmlns:a16="http://schemas.microsoft.com/office/drawing/2014/main" id="{2113FF17-7CB5-B244-6604-E86C3F482B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2" name="Oval 1476">
                <a:extLst>
                  <a:ext uri="{FF2B5EF4-FFF2-40B4-BE49-F238E27FC236}">
                    <a16:creationId xmlns:a16="http://schemas.microsoft.com/office/drawing/2014/main" id="{E1D0B1D6-B371-75FC-54CD-626C887246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4" name="Group 1477">
              <a:extLst>
                <a:ext uri="{FF2B5EF4-FFF2-40B4-BE49-F238E27FC236}">
                  <a16:creationId xmlns:a16="http://schemas.microsoft.com/office/drawing/2014/main" id="{0BDF7B5B-F4CC-8E08-65A6-F4493D810D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11" name="Oval 1478">
                <a:extLst>
                  <a:ext uri="{FF2B5EF4-FFF2-40B4-BE49-F238E27FC236}">
                    <a16:creationId xmlns:a16="http://schemas.microsoft.com/office/drawing/2014/main" id="{FEDECD70-D316-37EB-F4AB-ECD3E8965F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2" name="Oval 1479">
                <a:extLst>
                  <a:ext uri="{FF2B5EF4-FFF2-40B4-BE49-F238E27FC236}">
                    <a16:creationId xmlns:a16="http://schemas.microsoft.com/office/drawing/2014/main" id="{F4579D7D-2003-E91A-A47C-745B1A4703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3" name="Freeform 1480">
                <a:extLst>
                  <a:ext uri="{FF2B5EF4-FFF2-40B4-BE49-F238E27FC236}">
                    <a16:creationId xmlns:a16="http://schemas.microsoft.com/office/drawing/2014/main" id="{4A15FD7C-909E-7175-02E0-759E517895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4" name="Freeform 1481">
                <a:extLst>
                  <a:ext uri="{FF2B5EF4-FFF2-40B4-BE49-F238E27FC236}">
                    <a16:creationId xmlns:a16="http://schemas.microsoft.com/office/drawing/2014/main" id="{F06DA58C-D90D-D6C4-68C6-D817CC3BC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Freeform 1482">
                <a:extLst>
                  <a:ext uri="{FF2B5EF4-FFF2-40B4-BE49-F238E27FC236}">
                    <a16:creationId xmlns:a16="http://schemas.microsoft.com/office/drawing/2014/main" id="{E7AFF272-0875-3939-18D3-3FBB788965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6" name="Oval 1483">
                <a:extLst>
                  <a:ext uri="{FF2B5EF4-FFF2-40B4-BE49-F238E27FC236}">
                    <a16:creationId xmlns:a16="http://schemas.microsoft.com/office/drawing/2014/main" id="{113047A1-2319-505D-3A5D-D3E091BB75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5" name="Group 1484">
              <a:extLst>
                <a:ext uri="{FF2B5EF4-FFF2-40B4-BE49-F238E27FC236}">
                  <a16:creationId xmlns:a16="http://schemas.microsoft.com/office/drawing/2014/main" id="{73E7FDCA-1177-60F8-605E-0C5656B086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05" name="Oval 1485">
                <a:extLst>
                  <a:ext uri="{FF2B5EF4-FFF2-40B4-BE49-F238E27FC236}">
                    <a16:creationId xmlns:a16="http://schemas.microsoft.com/office/drawing/2014/main" id="{B12CE083-F5BB-56CA-1FFF-7D944B14D3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6" name="Oval 1486">
                <a:extLst>
                  <a:ext uri="{FF2B5EF4-FFF2-40B4-BE49-F238E27FC236}">
                    <a16:creationId xmlns:a16="http://schemas.microsoft.com/office/drawing/2014/main" id="{B4FB233E-A0FD-2D09-8483-A5B8519448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7" name="Freeform 1487">
                <a:extLst>
                  <a:ext uri="{FF2B5EF4-FFF2-40B4-BE49-F238E27FC236}">
                    <a16:creationId xmlns:a16="http://schemas.microsoft.com/office/drawing/2014/main" id="{890F747B-888F-5636-BD77-1F0BE72651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8" name="Freeform 1488">
                <a:extLst>
                  <a:ext uri="{FF2B5EF4-FFF2-40B4-BE49-F238E27FC236}">
                    <a16:creationId xmlns:a16="http://schemas.microsoft.com/office/drawing/2014/main" id="{9CB3538E-64CC-0007-5B98-7F045722EC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Freeform 1489">
                <a:extLst>
                  <a:ext uri="{FF2B5EF4-FFF2-40B4-BE49-F238E27FC236}">
                    <a16:creationId xmlns:a16="http://schemas.microsoft.com/office/drawing/2014/main" id="{15A578D3-105B-EFAC-F047-1A25BAA009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0" name="Oval 1490">
                <a:extLst>
                  <a:ext uri="{FF2B5EF4-FFF2-40B4-BE49-F238E27FC236}">
                    <a16:creationId xmlns:a16="http://schemas.microsoft.com/office/drawing/2014/main" id="{D481258D-0C54-704C-C8C9-FCF6D1D3A0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6" name="Group 1491">
              <a:extLst>
                <a:ext uri="{FF2B5EF4-FFF2-40B4-BE49-F238E27FC236}">
                  <a16:creationId xmlns:a16="http://schemas.microsoft.com/office/drawing/2014/main" id="{6F8FF010-3A91-AC61-D687-73778EEF2A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999" name="Oval 1492">
                <a:extLst>
                  <a:ext uri="{FF2B5EF4-FFF2-40B4-BE49-F238E27FC236}">
                    <a16:creationId xmlns:a16="http://schemas.microsoft.com/office/drawing/2014/main" id="{5E9C1A30-1B23-B0FA-6542-FFBD2B08E9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0" name="Oval 1493">
                <a:extLst>
                  <a:ext uri="{FF2B5EF4-FFF2-40B4-BE49-F238E27FC236}">
                    <a16:creationId xmlns:a16="http://schemas.microsoft.com/office/drawing/2014/main" id="{314686B2-4388-CFC2-F8B1-5E275D1B54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1" name="Freeform 1494">
                <a:extLst>
                  <a:ext uri="{FF2B5EF4-FFF2-40B4-BE49-F238E27FC236}">
                    <a16:creationId xmlns:a16="http://schemas.microsoft.com/office/drawing/2014/main" id="{D4B9A950-B84F-E2E2-1227-3808E9AFCD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2" name="Freeform 1495">
                <a:extLst>
                  <a:ext uri="{FF2B5EF4-FFF2-40B4-BE49-F238E27FC236}">
                    <a16:creationId xmlns:a16="http://schemas.microsoft.com/office/drawing/2014/main" id="{53C6323B-D8CB-97EC-46E5-B9A22D3BCD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Freeform 1496">
                <a:extLst>
                  <a:ext uri="{FF2B5EF4-FFF2-40B4-BE49-F238E27FC236}">
                    <a16:creationId xmlns:a16="http://schemas.microsoft.com/office/drawing/2014/main" id="{5EDA4607-CB28-57BD-EC0C-D229045C4F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" name="Oval 1497">
                <a:extLst>
                  <a:ext uri="{FF2B5EF4-FFF2-40B4-BE49-F238E27FC236}">
                    <a16:creationId xmlns:a16="http://schemas.microsoft.com/office/drawing/2014/main" id="{CEE7FBE0-1486-8B88-9CF3-356A13C426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7" name="Group 1498">
              <a:extLst>
                <a:ext uri="{FF2B5EF4-FFF2-40B4-BE49-F238E27FC236}">
                  <a16:creationId xmlns:a16="http://schemas.microsoft.com/office/drawing/2014/main" id="{24B62685-074C-DE88-0786-F6C4250E74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993" name="Oval 1499">
                <a:extLst>
                  <a:ext uri="{FF2B5EF4-FFF2-40B4-BE49-F238E27FC236}">
                    <a16:creationId xmlns:a16="http://schemas.microsoft.com/office/drawing/2014/main" id="{248B5B83-66FD-B07D-1675-486D2A7887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4" name="Oval 1500">
                <a:extLst>
                  <a:ext uri="{FF2B5EF4-FFF2-40B4-BE49-F238E27FC236}">
                    <a16:creationId xmlns:a16="http://schemas.microsoft.com/office/drawing/2014/main" id="{307114BA-605A-1081-1496-3651E98743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5" name="Freeform 1501">
                <a:extLst>
                  <a:ext uri="{FF2B5EF4-FFF2-40B4-BE49-F238E27FC236}">
                    <a16:creationId xmlns:a16="http://schemas.microsoft.com/office/drawing/2014/main" id="{3EC1E8A8-0C9D-7917-3A1E-FA72AFB95C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6" name="Freeform 1502">
                <a:extLst>
                  <a:ext uri="{FF2B5EF4-FFF2-40B4-BE49-F238E27FC236}">
                    <a16:creationId xmlns:a16="http://schemas.microsoft.com/office/drawing/2014/main" id="{F7067040-2F08-19E1-4D21-F3C73ECDB6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7" name="Freeform 1503">
                <a:extLst>
                  <a:ext uri="{FF2B5EF4-FFF2-40B4-BE49-F238E27FC236}">
                    <a16:creationId xmlns:a16="http://schemas.microsoft.com/office/drawing/2014/main" id="{850AF732-1A94-36D0-CC87-27EF4656B1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8" name="Oval 1504">
                <a:extLst>
                  <a:ext uri="{FF2B5EF4-FFF2-40B4-BE49-F238E27FC236}">
                    <a16:creationId xmlns:a16="http://schemas.microsoft.com/office/drawing/2014/main" id="{95AFF929-B171-65BE-B303-7CF80EAED7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8" name="Group 1505">
              <a:extLst>
                <a:ext uri="{FF2B5EF4-FFF2-40B4-BE49-F238E27FC236}">
                  <a16:creationId xmlns:a16="http://schemas.microsoft.com/office/drawing/2014/main" id="{A2E03725-1A5A-847B-97E2-1A22D20554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987" name="Oval 1506">
                <a:extLst>
                  <a:ext uri="{FF2B5EF4-FFF2-40B4-BE49-F238E27FC236}">
                    <a16:creationId xmlns:a16="http://schemas.microsoft.com/office/drawing/2014/main" id="{503269E7-EEBD-CD54-4455-EE9617861B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8" name="Oval 1507">
                <a:extLst>
                  <a:ext uri="{FF2B5EF4-FFF2-40B4-BE49-F238E27FC236}">
                    <a16:creationId xmlns:a16="http://schemas.microsoft.com/office/drawing/2014/main" id="{0E64675F-540E-9E39-E50E-3D25E04605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9" name="Freeform 1508">
                <a:extLst>
                  <a:ext uri="{FF2B5EF4-FFF2-40B4-BE49-F238E27FC236}">
                    <a16:creationId xmlns:a16="http://schemas.microsoft.com/office/drawing/2014/main" id="{7A933DD2-4163-031D-4EDD-5BCF646C0C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0" name="Freeform 1509">
                <a:extLst>
                  <a:ext uri="{FF2B5EF4-FFF2-40B4-BE49-F238E27FC236}">
                    <a16:creationId xmlns:a16="http://schemas.microsoft.com/office/drawing/2014/main" id="{AA494B50-CD3C-B9D8-A26F-3F734E646D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1" name="Freeform 1510">
                <a:extLst>
                  <a:ext uri="{FF2B5EF4-FFF2-40B4-BE49-F238E27FC236}">
                    <a16:creationId xmlns:a16="http://schemas.microsoft.com/office/drawing/2014/main" id="{1101650D-8253-2822-5F0E-D5D6B9000D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2" name="Oval 1511">
                <a:extLst>
                  <a:ext uri="{FF2B5EF4-FFF2-40B4-BE49-F238E27FC236}">
                    <a16:creationId xmlns:a16="http://schemas.microsoft.com/office/drawing/2014/main" id="{31385259-0ED6-80B9-2FDD-A484E9E68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9" name="Group 1512">
              <a:extLst>
                <a:ext uri="{FF2B5EF4-FFF2-40B4-BE49-F238E27FC236}">
                  <a16:creationId xmlns:a16="http://schemas.microsoft.com/office/drawing/2014/main" id="{52470218-8008-395E-8D07-64C93874B5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981" name="Oval 1513">
                <a:extLst>
                  <a:ext uri="{FF2B5EF4-FFF2-40B4-BE49-F238E27FC236}">
                    <a16:creationId xmlns:a16="http://schemas.microsoft.com/office/drawing/2014/main" id="{5C9BC759-2D70-075C-9B4C-BBBE44A387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2" name="Oval 1514">
                <a:extLst>
                  <a:ext uri="{FF2B5EF4-FFF2-40B4-BE49-F238E27FC236}">
                    <a16:creationId xmlns:a16="http://schemas.microsoft.com/office/drawing/2014/main" id="{F984F8F3-6110-2C4B-297D-3ACC5AF8E3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3" name="Freeform 1515">
                <a:extLst>
                  <a:ext uri="{FF2B5EF4-FFF2-40B4-BE49-F238E27FC236}">
                    <a16:creationId xmlns:a16="http://schemas.microsoft.com/office/drawing/2014/main" id="{258437A7-C26C-E9F1-3F58-D33A32B9B4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" name="Freeform 1516">
                <a:extLst>
                  <a:ext uri="{FF2B5EF4-FFF2-40B4-BE49-F238E27FC236}">
                    <a16:creationId xmlns:a16="http://schemas.microsoft.com/office/drawing/2014/main" id="{5260091B-354B-A5BF-BFD2-072AD44758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" name="Freeform 1517">
                <a:extLst>
                  <a:ext uri="{FF2B5EF4-FFF2-40B4-BE49-F238E27FC236}">
                    <a16:creationId xmlns:a16="http://schemas.microsoft.com/office/drawing/2014/main" id="{44D7267A-1223-A3D0-9583-0A56E76D4B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" name="Oval 1518">
                <a:extLst>
                  <a:ext uri="{FF2B5EF4-FFF2-40B4-BE49-F238E27FC236}">
                    <a16:creationId xmlns:a16="http://schemas.microsoft.com/office/drawing/2014/main" id="{F4509AE1-0B4B-94B4-7E02-C767B50457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0" name="Group 1519">
              <a:extLst>
                <a:ext uri="{FF2B5EF4-FFF2-40B4-BE49-F238E27FC236}">
                  <a16:creationId xmlns:a16="http://schemas.microsoft.com/office/drawing/2014/main" id="{D5578DAB-8098-01CD-AF50-72D0E106E0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975" name="Oval 1520">
                <a:extLst>
                  <a:ext uri="{FF2B5EF4-FFF2-40B4-BE49-F238E27FC236}">
                    <a16:creationId xmlns:a16="http://schemas.microsoft.com/office/drawing/2014/main" id="{75DB32F8-9467-0E98-D6D1-51970E59DB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6" name="Oval 1521">
                <a:extLst>
                  <a:ext uri="{FF2B5EF4-FFF2-40B4-BE49-F238E27FC236}">
                    <a16:creationId xmlns:a16="http://schemas.microsoft.com/office/drawing/2014/main" id="{71621BE3-C714-11F0-C86D-07BBB8BA6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7" name="Freeform 1522">
                <a:extLst>
                  <a:ext uri="{FF2B5EF4-FFF2-40B4-BE49-F238E27FC236}">
                    <a16:creationId xmlns:a16="http://schemas.microsoft.com/office/drawing/2014/main" id="{3001408D-EE2D-CD38-0ACB-36F2286C30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8" name="Freeform 1523">
                <a:extLst>
                  <a:ext uri="{FF2B5EF4-FFF2-40B4-BE49-F238E27FC236}">
                    <a16:creationId xmlns:a16="http://schemas.microsoft.com/office/drawing/2014/main" id="{14C20593-4697-77B7-B56D-AD6E13E7BC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9" name="Freeform 1524">
                <a:extLst>
                  <a:ext uri="{FF2B5EF4-FFF2-40B4-BE49-F238E27FC236}">
                    <a16:creationId xmlns:a16="http://schemas.microsoft.com/office/drawing/2014/main" id="{C8C72DF0-E67E-F374-083D-396A74ADFE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0" name="Oval 1525">
                <a:extLst>
                  <a:ext uri="{FF2B5EF4-FFF2-40B4-BE49-F238E27FC236}">
                    <a16:creationId xmlns:a16="http://schemas.microsoft.com/office/drawing/2014/main" id="{1D08E441-3208-5CC1-BC30-50259CEE1C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1" name="Group 1526">
              <a:extLst>
                <a:ext uri="{FF2B5EF4-FFF2-40B4-BE49-F238E27FC236}">
                  <a16:creationId xmlns:a16="http://schemas.microsoft.com/office/drawing/2014/main" id="{4CA12916-E680-F4D4-50AC-5A2FC1CD8D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969" name="Oval 1527">
                <a:extLst>
                  <a:ext uri="{FF2B5EF4-FFF2-40B4-BE49-F238E27FC236}">
                    <a16:creationId xmlns:a16="http://schemas.microsoft.com/office/drawing/2014/main" id="{05D22F3F-1987-9012-6C60-50351192A0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0" name="Oval 1528">
                <a:extLst>
                  <a:ext uri="{FF2B5EF4-FFF2-40B4-BE49-F238E27FC236}">
                    <a16:creationId xmlns:a16="http://schemas.microsoft.com/office/drawing/2014/main" id="{4B38F76B-E020-B7EF-89E0-429FCED5DC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1" name="Freeform 1529">
                <a:extLst>
                  <a:ext uri="{FF2B5EF4-FFF2-40B4-BE49-F238E27FC236}">
                    <a16:creationId xmlns:a16="http://schemas.microsoft.com/office/drawing/2014/main" id="{807F0961-E158-568B-A7C8-4DC8A8D165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" name="Freeform 1530">
                <a:extLst>
                  <a:ext uri="{FF2B5EF4-FFF2-40B4-BE49-F238E27FC236}">
                    <a16:creationId xmlns:a16="http://schemas.microsoft.com/office/drawing/2014/main" id="{BE920234-FBCE-842E-11CB-1CADA866BA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" name="Freeform 1531">
                <a:extLst>
                  <a:ext uri="{FF2B5EF4-FFF2-40B4-BE49-F238E27FC236}">
                    <a16:creationId xmlns:a16="http://schemas.microsoft.com/office/drawing/2014/main" id="{C8B02FF2-64A5-AECD-0873-2D7A54E9EC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4" name="Oval 1532">
                <a:extLst>
                  <a:ext uri="{FF2B5EF4-FFF2-40B4-BE49-F238E27FC236}">
                    <a16:creationId xmlns:a16="http://schemas.microsoft.com/office/drawing/2014/main" id="{0EFA3252-CACD-2F2C-14F0-E7FD5D7330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2" name="Group 1533">
              <a:extLst>
                <a:ext uri="{FF2B5EF4-FFF2-40B4-BE49-F238E27FC236}">
                  <a16:creationId xmlns:a16="http://schemas.microsoft.com/office/drawing/2014/main" id="{024DE832-A9AF-2155-39A7-98618C764E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63" name="Oval 1534">
                <a:extLst>
                  <a:ext uri="{FF2B5EF4-FFF2-40B4-BE49-F238E27FC236}">
                    <a16:creationId xmlns:a16="http://schemas.microsoft.com/office/drawing/2014/main" id="{8C7AEDE2-0967-F8E0-A8BC-8C636D594B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4" name="Oval 1535">
                <a:extLst>
                  <a:ext uri="{FF2B5EF4-FFF2-40B4-BE49-F238E27FC236}">
                    <a16:creationId xmlns:a16="http://schemas.microsoft.com/office/drawing/2014/main" id="{722FD874-914E-03EA-DB83-50F0B43016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5" name="Freeform 1536">
                <a:extLst>
                  <a:ext uri="{FF2B5EF4-FFF2-40B4-BE49-F238E27FC236}">
                    <a16:creationId xmlns:a16="http://schemas.microsoft.com/office/drawing/2014/main" id="{02A4D313-0BB1-222B-A7FB-84EE6B229E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6" name="Freeform 1537">
                <a:extLst>
                  <a:ext uri="{FF2B5EF4-FFF2-40B4-BE49-F238E27FC236}">
                    <a16:creationId xmlns:a16="http://schemas.microsoft.com/office/drawing/2014/main" id="{97E4243B-784B-9ED9-1C7E-89C5709CAB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7" name="Freeform 1538">
                <a:extLst>
                  <a:ext uri="{FF2B5EF4-FFF2-40B4-BE49-F238E27FC236}">
                    <a16:creationId xmlns:a16="http://schemas.microsoft.com/office/drawing/2014/main" id="{2C13815A-5504-A6EC-1C44-A6CBE9A8E3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8" name="Oval 1539">
                <a:extLst>
                  <a:ext uri="{FF2B5EF4-FFF2-40B4-BE49-F238E27FC236}">
                    <a16:creationId xmlns:a16="http://schemas.microsoft.com/office/drawing/2014/main" id="{0BB16BE1-F025-2B5C-980E-B5F9D6D310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3" name="Group 1540">
              <a:extLst>
                <a:ext uri="{FF2B5EF4-FFF2-40B4-BE49-F238E27FC236}">
                  <a16:creationId xmlns:a16="http://schemas.microsoft.com/office/drawing/2014/main" id="{3654DC2D-E876-B40E-0E28-041DFA694D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57" name="Oval 1541">
                <a:extLst>
                  <a:ext uri="{FF2B5EF4-FFF2-40B4-BE49-F238E27FC236}">
                    <a16:creationId xmlns:a16="http://schemas.microsoft.com/office/drawing/2014/main" id="{F805EDA5-7629-7ADD-9A16-E64531CE83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8" name="Oval 1542">
                <a:extLst>
                  <a:ext uri="{FF2B5EF4-FFF2-40B4-BE49-F238E27FC236}">
                    <a16:creationId xmlns:a16="http://schemas.microsoft.com/office/drawing/2014/main" id="{B058B917-003A-F072-3767-F0C37E5465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9" name="Freeform 1543">
                <a:extLst>
                  <a:ext uri="{FF2B5EF4-FFF2-40B4-BE49-F238E27FC236}">
                    <a16:creationId xmlns:a16="http://schemas.microsoft.com/office/drawing/2014/main" id="{3E75CC70-736E-8185-3359-97FE0629A1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0" name="Freeform 1544">
                <a:extLst>
                  <a:ext uri="{FF2B5EF4-FFF2-40B4-BE49-F238E27FC236}">
                    <a16:creationId xmlns:a16="http://schemas.microsoft.com/office/drawing/2014/main" id="{945FCCEB-257B-3F3A-8615-34DF4F3CB9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1" name="Freeform 1545">
                <a:extLst>
                  <a:ext uri="{FF2B5EF4-FFF2-40B4-BE49-F238E27FC236}">
                    <a16:creationId xmlns:a16="http://schemas.microsoft.com/office/drawing/2014/main" id="{8483223C-A398-4F30-8ABE-A4E26A65E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" name="Oval 1546">
                <a:extLst>
                  <a:ext uri="{FF2B5EF4-FFF2-40B4-BE49-F238E27FC236}">
                    <a16:creationId xmlns:a16="http://schemas.microsoft.com/office/drawing/2014/main" id="{6D30E43B-4D7F-1A29-386B-86CB2A3089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4" name="Group 1547">
              <a:extLst>
                <a:ext uri="{FF2B5EF4-FFF2-40B4-BE49-F238E27FC236}">
                  <a16:creationId xmlns:a16="http://schemas.microsoft.com/office/drawing/2014/main" id="{FBFD4D99-83C0-993B-EF4C-DE0B173865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951" name="Oval 1548">
                <a:extLst>
                  <a:ext uri="{FF2B5EF4-FFF2-40B4-BE49-F238E27FC236}">
                    <a16:creationId xmlns:a16="http://schemas.microsoft.com/office/drawing/2014/main" id="{6CAEBBD2-862A-EF85-607F-3144CC452E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2" name="Oval 1549">
                <a:extLst>
                  <a:ext uri="{FF2B5EF4-FFF2-40B4-BE49-F238E27FC236}">
                    <a16:creationId xmlns:a16="http://schemas.microsoft.com/office/drawing/2014/main" id="{C7E69992-A13E-7FCD-B88C-DFDC35E790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3" name="Freeform 1550">
                <a:extLst>
                  <a:ext uri="{FF2B5EF4-FFF2-40B4-BE49-F238E27FC236}">
                    <a16:creationId xmlns:a16="http://schemas.microsoft.com/office/drawing/2014/main" id="{8845A33D-25AC-D1D7-977E-10046434BC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4" name="Freeform 1551">
                <a:extLst>
                  <a:ext uri="{FF2B5EF4-FFF2-40B4-BE49-F238E27FC236}">
                    <a16:creationId xmlns:a16="http://schemas.microsoft.com/office/drawing/2014/main" id="{8FFDFB9D-39AC-CB43-5D51-73FD04C3C9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" name="Freeform 1552">
                <a:extLst>
                  <a:ext uri="{FF2B5EF4-FFF2-40B4-BE49-F238E27FC236}">
                    <a16:creationId xmlns:a16="http://schemas.microsoft.com/office/drawing/2014/main" id="{68D6160E-4FED-0153-A3A8-687B0F1F51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6" name="Oval 1553">
                <a:extLst>
                  <a:ext uri="{FF2B5EF4-FFF2-40B4-BE49-F238E27FC236}">
                    <a16:creationId xmlns:a16="http://schemas.microsoft.com/office/drawing/2014/main" id="{9A38E4E1-509D-62BF-7C71-FA1F8FB556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5" name="Group 1554">
              <a:extLst>
                <a:ext uri="{FF2B5EF4-FFF2-40B4-BE49-F238E27FC236}">
                  <a16:creationId xmlns:a16="http://schemas.microsoft.com/office/drawing/2014/main" id="{2762CAFF-1937-54B5-A444-4E5849A69D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945" name="Oval 1555">
                <a:extLst>
                  <a:ext uri="{FF2B5EF4-FFF2-40B4-BE49-F238E27FC236}">
                    <a16:creationId xmlns:a16="http://schemas.microsoft.com/office/drawing/2014/main" id="{2909EBEE-C9D2-EE9F-0CAD-1F5CE50DBF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6" name="Oval 1556">
                <a:extLst>
                  <a:ext uri="{FF2B5EF4-FFF2-40B4-BE49-F238E27FC236}">
                    <a16:creationId xmlns:a16="http://schemas.microsoft.com/office/drawing/2014/main" id="{CBA43EF5-EB55-24F9-1711-3A1001F0C5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7" name="Freeform 1557">
                <a:extLst>
                  <a:ext uri="{FF2B5EF4-FFF2-40B4-BE49-F238E27FC236}">
                    <a16:creationId xmlns:a16="http://schemas.microsoft.com/office/drawing/2014/main" id="{C197AFCB-D7CA-888F-F85E-C20C3F7D1E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8" name="Freeform 1558">
                <a:extLst>
                  <a:ext uri="{FF2B5EF4-FFF2-40B4-BE49-F238E27FC236}">
                    <a16:creationId xmlns:a16="http://schemas.microsoft.com/office/drawing/2014/main" id="{76C7A999-E27E-C382-7E98-BE3FA4080F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9" name="Freeform 1559">
                <a:extLst>
                  <a:ext uri="{FF2B5EF4-FFF2-40B4-BE49-F238E27FC236}">
                    <a16:creationId xmlns:a16="http://schemas.microsoft.com/office/drawing/2014/main" id="{28AF9074-96A5-D31F-6200-9B5581938F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0" name="Oval 1560">
                <a:extLst>
                  <a:ext uri="{FF2B5EF4-FFF2-40B4-BE49-F238E27FC236}">
                    <a16:creationId xmlns:a16="http://schemas.microsoft.com/office/drawing/2014/main" id="{21048CF5-6784-6876-C04C-8B5D15A737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6" name="Group 1561">
              <a:extLst>
                <a:ext uri="{FF2B5EF4-FFF2-40B4-BE49-F238E27FC236}">
                  <a16:creationId xmlns:a16="http://schemas.microsoft.com/office/drawing/2014/main" id="{CAC927DF-DF4E-C949-F6EC-CA954B98D4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39" name="Oval 1562">
                <a:extLst>
                  <a:ext uri="{FF2B5EF4-FFF2-40B4-BE49-F238E27FC236}">
                    <a16:creationId xmlns:a16="http://schemas.microsoft.com/office/drawing/2014/main" id="{B6DBD8DF-BF4C-3DDB-1F84-19AFA3B372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0" name="Oval 1563">
                <a:extLst>
                  <a:ext uri="{FF2B5EF4-FFF2-40B4-BE49-F238E27FC236}">
                    <a16:creationId xmlns:a16="http://schemas.microsoft.com/office/drawing/2014/main" id="{6D157EB2-F8C8-8F6C-E3E8-0189C9467A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1" name="Freeform 1564">
                <a:extLst>
                  <a:ext uri="{FF2B5EF4-FFF2-40B4-BE49-F238E27FC236}">
                    <a16:creationId xmlns:a16="http://schemas.microsoft.com/office/drawing/2014/main" id="{1241C0AD-9F9F-F830-26F8-4604EC1CD0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" name="Freeform 1565">
                <a:extLst>
                  <a:ext uri="{FF2B5EF4-FFF2-40B4-BE49-F238E27FC236}">
                    <a16:creationId xmlns:a16="http://schemas.microsoft.com/office/drawing/2014/main" id="{FB490D5E-1F5A-7D55-BAB7-5A51AD3306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" name="Freeform 1566">
                <a:extLst>
                  <a:ext uri="{FF2B5EF4-FFF2-40B4-BE49-F238E27FC236}">
                    <a16:creationId xmlns:a16="http://schemas.microsoft.com/office/drawing/2014/main" id="{B74150FF-14D3-CFC8-26E4-AFCCDADD40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" name="Oval 1567">
                <a:extLst>
                  <a:ext uri="{FF2B5EF4-FFF2-40B4-BE49-F238E27FC236}">
                    <a16:creationId xmlns:a16="http://schemas.microsoft.com/office/drawing/2014/main" id="{E2704DA2-8290-681E-E6E4-19F38C5027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7" name="Group 1568">
              <a:extLst>
                <a:ext uri="{FF2B5EF4-FFF2-40B4-BE49-F238E27FC236}">
                  <a16:creationId xmlns:a16="http://schemas.microsoft.com/office/drawing/2014/main" id="{1980C5DD-5436-CBB7-B7DC-EC9D3A847F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33" name="Oval 1569">
                <a:extLst>
                  <a:ext uri="{FF2B5EF4-FFF2-40B4-BE49-F238E27FC236}">
                    <a16:creationId xmlns:a16="http://schemas.microsoft.com/office/drawing/2014/main" id="{144013FD-ECB3-8991-F977-4053DB4F89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4" name="Oval 1570">
                <a:extLst>
                  <a:ext uri="{FF2B5EF4-FFF2-40B4-BE49-F238E27FC236}">
                    <a16:creationId xmlns:a16="http://schemas.microsoft.com/office/drawing/2014/main" id="{CB1D286E-68D1-8699-EAD0-DD590A0532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5" name="Freeform 1571">
                <a:extLst>
                  <a:ext uri="{FF2B5EF4-FFF2-40B4-BE49-F238E27FC236}">
                    <a16:creationId xmlns:a16="http://schemas.microsoft.com/office/drawing/2014/main" id="{351B43AF-D1A8-87F7-E434-164DCDAD2E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" name="Freeform 1572">
                <a:extLst>
                  <a:ext uri="{FF2B5EF4-FFF2-40B4-BE49-F238E27FC236}">
                    <a16:creationId xmlns:a16="http://schemas.microsoft.com/office/drawing/2014/main" id="{750BEA45-F029-6E73-A5E3-4A8804644E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7" name="Freeform 1573">
                <a:extLst>
                  <a:ext uri="{FF2B5EF4-FFF2-40B4-BE49-F238E27FC236}">
                    <a16:creationId xmlns:a16="http://schemas.microsoft.com/office/drawing/2014/main" id="{EF9E196F-C79C-AE80-CD14-D79B40A4B6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8" name="Oval 1574">
                <a:extLst>
                  <a:ext uri="{FF2B5EF4-FFF2-40B4-BE49-F238E27FC236}">
                    <a16:creationId xmlns:a16="http://schemas.microsoft.com/office/drawing/2014/main" id="{BC198C3F-0C98-3E74-2F00-F52C148E57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8" name="Group 1575">
              <a:extLst>
                <a:ext uri="{FF2B5EF4-FFF2-40B4-BE49-F238E27FC236}">
                  <a16:creationId xmlns:a16="http://schemas.microsoft.com/office/drawing/2014/main" id="{A7DD4759-2656-71D8-83DF-7BC78A1490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27" name="Oval 1576">
                <a:extLst>
                  <a:ext uri="{FF2B5EF4-FFF2-40B4-BE49-F238E27FC236}">
                    <a16:creationId xmlns:a16="http://schemas.microsoft.com/office/drawing/2014/main" id="{AA11348F-E20F-D053-966F-7AB73C4284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8" name="Oval 1577">
                <a:extLst>
                  <a:ext uri="{FF2B5EF4-FFF2-40B4-BE49-F238E27FC236}">
                    <a16:creationId xmlns:a16="http://schemas.microsoft.com/office/drawing/2014/main" id="{006A2A96-40A3-70E1-5508-942969AB59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9" name="Freeform 1578">
                <a:extLst>
                  <a:ext uri="{FF2B5EF4-FFF2-40B4-BE49-F238E27FC236}">
                    <a16:creationId xmlns:a16="http://schemas.microsoft.com/office/drawing/2014/main" id="{1619DE7F-A99B-2572-5FBB-7169125D26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" name="Freeform 1579">
                <a:extLst>
                  <a:ext uri="{FF2B5EF4-FFF2-40B4-BE49-F238E27FC236}">
                    <a16:creationId xmlns:a16="http://schemas.microsoft.com/office/drawing/2014/main" id="{A0F9FFC5-DC81-BA37-7505-16E7E5F43E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Freeform 1580">
                <a:extLst>
                  <a:ext uri="{FF2B5EF4-FFF2-40B4-BE49-F238E27FC236}">
                    <a16:creationId xmlns:a16="http://schemas.microsoft.com/office/drawing/2014/main" id="{BCE86D68-9619-6DEC-CA48-8D977719FD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" name="Oval 1581">
                <a:extLst>
                  <a:ext uri="{FF2B5EF4-FFF2-40B4-BE49-F238E27FC236}">
                    <a16:creationId xmlns:a16="http://schemas.microsoft.com/office/drawing/2014/main" id="{278A5856-A66C-F2D8-7F9B-959AF6B2A8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9" name="Group 1582">
              <a:extLst>
                <a:ext uri="{FF2B5EF4-FFF2-40B4-BE49-F238E27FC236}">
                  <a16:creationId xmlns:a16="http://schemas.microsoft.com/office/drawing/2014/main" id="{A9B23363-50D3-6AD3-1C0A-1F7272D1AF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21" name="Oval 1583">
                <a:extLst>
                  <a:ext uri="{FF2B5EF4-FFF2-40B4-BE49-F238E27FC236}">
                    <a16:creationId xmlns:a16="http://schemas.microsoft.com/office/drawing/2014/main" id="{881944FE-05B9-8460-A8EB-282ED20390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2" name="Oval 1584">
                <a:extLst>
                  <a:ext uri="{FF2B5EF4-FFF2-40B4-BE49-F238E27FC236}">
                    <a16:creationId xmlns:a16="http://schemas.microsoft.com/office/drawing/2014/main" id="{1A2AB240-1F2E-7D43-21A5-BC32A93E81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3" name="Freeform 1585">
                <a:extLst>
                  <a:ext uri="{FF2B5EF4-FFF2-40B4-BE49-F238E27FC236}">
                    <a16:creationId xmlns:a16="http://schemas.microsoft.com/office/drawing/2014/main" id="{7D186183-1EB4-FA07-79BF-2764BEA56E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" name="Freeform 1586">
                <a:extLst>
                  <a:ext uri="{FF2B5EF4-FFF2-40B4-BE49-F238E27FC236}">
                    <a16:creationId xmlns:a16="http://schemas.microsoft.com/office/drawing/2014/main" id="{4F7346E9-6F38-3AF7-4A01-CCB996CE0B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Freeform 1587">
                <a:extLst>
                  <a:ext uri="{FF2B5EF4-FFF2-40B4-BE49-F238E27FC236}">
                    <a16:creationId xmlns:a16="http://schemas.microsoft.com/office/drawing/2014/main" id="{21A57058-F082-50EA-8F7D-799A71DF92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" name="Oval 1588">
                <a:extLst>
                  <a:ext uri="{FF2B5EF4-FFF2-40B4-BE49-F238E27FC236}">
                    <a16:creationId xmlns:a16="http://schemas.microsoft.com/office/drawing/2014/main" id="{7685FFC0-73D2-976B-E388-8FDD62DDE1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0" name="Group 1589">
              <a:extLst>
                <a:ext uri="{FF2B5EF4-FFF2-40B4-BE49-F238E27FC236}">
                  <a16:creationId xmlns:a16="http://schemas.microsoft.com/office/drawing/2014/main" id="{6A5FBCBE-CF61-DACC-462F-0D5D11AFA2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15" name="Oval 1590">
                <a:extLst>
                  <a:ext uri="{FF2B5EF4-FFF2-40B4-BE49-F238E27FC236}">
                    <a16:creationId xmlns:a16="http://schemas.microsoft.com/office/drawing/2014/main" id="{77E4ECB6-6A74-FF05-1E17-5B43596B2C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6" name="Oval 1591">
                <a:extLst>
                  <a:ext uri="{FF2B5EF4-FFF2-40B4-BE49-F238E27FC236}">
                    <a16:creationId xmlns:a16="http://schemas.microsoft.com/office/drawing/2014/main" id="{DCEC1C26-609A-FA5D-3F62-386547BD9A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" name="Freeform 1592">
                <a:extLst>
                  <a:ext uri="{FF2B5EF4-FFF2-40B4-BE49-F238E27FC236}">
                    <a16:creationId xmlns:a16="http://schemas.microsoft.com/office/drawing/2014/main" id="{412EABDB-7D28-F828-429A-745A688C3B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" name="Freeform 1593">
                <a:extLst>
                  <a:ext uri="{FF2B5EF4-FFF2-40B4-BE49-F238E27FC236}">
                    <a16:creationId xmlns:a16="http://schemas.microsoft.com/office/drawing/2014/main" id="{3F62D322-6B96-FD0E-EB15-C2516B9008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" name="Freeform 1594">
                <a:extLst>
                  <a:ext uri="{FF2B5EF4-FFF2-40B4-BE49-F238E27FC236}">
                    <a16:creationId xmlns:a16="http://schemas.microsoft.com/office/drawing/2014/main" id="{875203B5-26E0-A3AA-B234-CEF37E1722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" name="Oval 1595">
                <a:extLst>
                  <a:ext uri="{FF2B5EF4-FFF2-40B4-BE49-F238E27FC236}">
                    <a16:creationId xmlns:a16="http://schemas.microsoft.com/office/drawing/2014/main" id="{3C493F72-9511-7670-82A3-953C33FDCD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1" name="Group 1596">
              <a:extLst>
                <a:ext uri="{FF2B5EF4-FFF2-40B4-BE49-F238E27FC236}">
                  <a16:creationId xmlns:a16="http://schemas.microsoft.com/office/drawing/2014/main" id="{D40632C5-94AA-3E8C-2A2A-7EACAACC5D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09" name="Oval 1597">
                <a:extLst>
                  <a:ext uri="{FF2B5EF4-FFF2-40B4-BE49-F238E27FC236}">
                    <a16:creationId xmlns:a16="http://schemas.microsoft.com/office/drawing/2014/main" id="{99DCF706-9FBB-BAB1-7D84-19E069D015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0" name="Oval 1598">
                <a:extLst>
                  <a:ext uri="{FF2B5EF4-FFF2-40B4-BE49-F238E27FC236}">
                    <a16:creationId xmlns:a16="http://schemas.microsoft.com/office/drawing/2014/main" id="{F04ABFCB-1834-D340-C284-9D9D2E854C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1" name="Freeform 1599">
                <a:extLst>
                  <a:ext uri="{FF2B5EF4-FFF2-40B4-BE49-F238E27FC236}">
                    <a16:creationId xmlns:a16="http://schemas.microsoft.com/office/drawing/2014/main" id="{ACAFB1F2-F648-D71B-4B48-7C67D6BBD8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" name="Freeform 1600">
                <a:extLst>
                  <a:ext uri="{FF2B5EF4-FFF2-40B4-BE49-F238E27FC236}">
                    <a16:creationId xmlns:a16="http://schemas.microsoft.com/office/drawing/2014/main" id="{8287F46E-CB30-F4EC-BA1C-DF9ADDD8A3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" name="Freeform 1601">
                <a:extLst>
                  <a:ext uri="{FF2B5EF4-FFF2-40B4-BE49-F238E27FC236}">
                    <a16:creationId xmlns:a16="http://schemas.microsoft.com/office/drawing/2014/main" id="{385D16A3-44E7-C10A-F3C3-D8921FFA25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" name="Oval 1602">
                <a:extLst>
                  <a:ext uri="{FF2B5EF4-FFF2-40B4-BE49-F238E27FC236}">
                    <a16:creationId xmlns:a16="http://schemas.microsoft.com/office/drawing/2014/main" id="{B03E5DBC-C5B1-326D-E2A0-09E2C59B6E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2" name="Group 1603">
              <a:extLst>
                <a:ext uri="{FF2B5EF4-FFF2-40B4-BE49-F238E27FC236}">
                  <a16:creationId xmlns:a16="http://schemas.microsoft.com/office/drawing/2014/main" id="{05051FDF-B760-7F81-373F-3FFDB65CB5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03" name="Oval 1604">
                <a:extLst>
                  <a:ext uri="{FF2B5EF4-FFF2-40B4-BE49-F238E27FC236}">
                    <a16:creationId xmlns:a16="http://schemas.microsoft.com/office/drawing/2014/main" id="{9847D931-BE3F-D38B-3352-2C653123F5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4" name="Oval 1605">
                <a:extLst>
                  <a:ext uri="{FF2B5EF4-FFF2-40B4-BE49-F238E27FC236}">
                    <a16:creationId xmlns:a16="http://schemas.microsoft.com/office/drawing/2014/main" id="{8CC1DD14-7B34-0E60-88F1-71FF5B81F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5" name="Freeform 1606">
                <a:extLst>
                  <a:ext uri="{FF2B5EF4-FFF2-40B4-BE49-F238E27FC236}">
                    <a16:creationId xmlns:a16="http://schemas.microsoft.com/office/drawing/2014/main" id="{1BCAD4EF-E308-E62B-BC3C-022552A363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" name="Freeform 1607">
                <a:extLst>
                  <a:ext uri="{FF2B5EF4-FFF2-40B4-BE49-F238E27FC236}">
                    <a16:creationId xmlns:a16="http://schemas.microsoft.com/office/drawing/2014/main" id="{6F3494FA-ACE5-68DA-C825-D8BB1D96E6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" name="Freeform 1608">
                <a:extLst>
                  <a:ext uri="{FF2B5EF4-FFF2-40B4-BE49-F238E27FC236}">
                    <a16:creationId xmlns:a16="http://schemas.microsoft.com/office/drawing/2014/main" id="{B01981F6-C070-F8E4-218A-2B61B4626B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" name="Oval 1609">
                <a:extLst>
                  <a:ext uri="{FF2B5EF4-FFF2-40B4-BE49-F238E27FC236}">
                    <a16:creationId xmlns:a16="http://schemas.microsoft.com/office/drawing/2014/main" id="{47979021-6921-6FC9-5B21-95FE818283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095" name="Group 1385">
            <a:extLst>
              <a:ext uri="{FF2B5EF4-FFF2-40B4-BE49-F238E27FC236}">
                <a16:creationId xmlns:a16="http://schemas.microsoft.com/office/drawing/2014/main" id="{13F292E8-87FA-5ABF-9320-06BDB3033A5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1096" name="Group 1386">
              <a:extLst>
                <a:ext uri="{FF2B5EF4-FFF2-40B4-BE49-F238E27FC236}">
                  <a16:creationId xmlns:a16="http://schemas.microsoft.com/office/drawing/2014/main" id="{A4732C7F-7B78-D022-CD17-628863004E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14" name="Oval 1387">
                <a:extLst>
                  <a:ext uri="{FF2B5EF4-FFF2-40B4-BE49-F238E27FC236}">
                    <a16:creationId xmlns:a16="http://schemas.microsoft.com/office/drawing/2014/main" id="{A59A1A47-DAE9-1023-E663-6328FAE615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5" name="Oval 1388">
                <a:extLst>
                  <a:ext uri="{FF2B5EF4-FFF2-40B4-BE49-F238E27FC236}">
                    <a16:creationId xmlns:a16="http://schemas.microsoft.com/office/drawing/2014/main" id="{6CB4605B-9EC6-456B-0B19-32422F771C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6" name="Freeform 1389">
                <a:extLst>
                  <a:ext uri="{FF2B5EF4-FFF2-40B4-BE49-F238E27FC236}">
                    <a16:creationId xmlns:a16="http://schemas.microsoft.com/office/drawing/2014/main" id="{1BAF8458-41DE-7822-0777-195D7610A0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7" name="Freeform 1390">
                <a:extLst>
                  <a:ext uri="{FF2B5EF4-FFF2-40B4-BE49-F238E27FC236}">
                    <a16:creationId xmlns:a16="http://schemas.microsoft.com/office/drawing/2014/main" id="{70C24D3C-D115-FDBC-93E9-F11435A003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Freeform 1391">
                <a:extLst>
                  <a:ext uri="{FF2B5EF4-FFF2-40B4-BE49-F238E27FC236}">
                    <a16:creationId xmlns:a16="http://schemas.microsoft.com/office/drawing/2014/main" id="{DDDE7BC5-C672-46A7-A6BD-4B36123B2B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9" name="Oval 1392">
                <a:extLst>
                  <a:ext uri="{FF2B5EF4-FFF2-40B4-BE49-F238E27FC236}">
                    <a16:creationId xmlns:a16="http://schemas.microsoft.com/office/drawing/2014/main" id="{2AC46DA8-C2C7-FA60-B087-C7B3301CFC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97" name="Group 1393">
              <a:extLst>
                <a:ext uri="{FF2B5EF4-FFF2-40B4-BE49-F238E27FC236}">
                  <a16:creationId xmlns:a16="http://schemas.microsoft.com/office/drawing/2014/main" id="{FA9CCE2B-8671-9A96-C592-9EFDFDE1E6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08" name="Oval 1394">
                <a:extLst>
                  <a:ext uri="{FF2B5EF4-FFF2-40B4-BE49-F238E27FC236}">
                    <a16:creationId xmlns:a16="http://schemas.microsoft.com/office/drawing/2014/main" id="{6108F12B-F887-C9C9-9101-D58F7C862E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9" name="Oval 1395">
                <a:extLst>
                  <a:ext uri="{FF2B5EF4-FFF2-40B4-BE49-F238E27FC236}">
                    <a16:creationId xmlns:a16="http://schemas.microsoft.com/office/drawing/2014/main" id="{BB87B961-ECCF-6901-2C25-3BB4C9C49A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0" name="Freeform 1396">
                <a:extLst>
                  <a:ext uri="{FF2B5EF4-FFF2-40B4-BE49-F238E27FC236}">
                    <a16:creationId xmlns:a16="http://schemas.microsoft.com/office/drawing/2014/main" id="{8EC30715-ECE8-B931-97B3-7B3E5F0AB7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" name="Freeform 1397">
                <a:extLst>
                  <a:ext uri="{FF2B5EF4-FFF2-40B4-BE49-F238E27FC236}">
                    <a16:creationId xmlns:a16="http://schemas.microsoft.com/office/drawing/2014/main" id="{AB08425A-7D82-1F5D-C806-FB0E7D659E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Freeform 1398">
                <a:extLst>
                  <a:ext uri="{FF2B5EF4-FFF2-40B4-BE49-F238E27FC236}">
                    <a16:creationId xmlns:a16="http://schemas.microsoft.com/office/drawing/2014/main" id="{157E537C-0771-2CCB-A6A5-7DC27C40DA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3" name="Oval 1399">
                <a:extLst>
                  <a:ext uri="{FF2B5EF4-FFF2-40B4-BE49-F238E27FC236}">
                    <a16:creationId xmlns:a16="http://schemas.microsoft.com/office/drawing/2014/main" id="{586B240E-82A8-7AB7-E859-0E133FE03B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98" name="Group 1400">
              <a:extLst>
                <a:ext uri="{FF2B5EF4-FFF2-40B4-BE49-F238E27FC236}">
                  <a16:creationId xmlns:a16="http://schemas.microsoft.com/office/drawing/2014/main" id="{171E7460-F9E2-6FDA-7ABA-61DC4E5A1A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02" name="Oval 1401">
                <a:extLst>
                  <a:ext uri="{FF2B5EF4-FFF2-40B4-BE49-F238E27FC236}">
                    <a16:creationId xmlns:a16="http://schemas.microsoft.com/office/drawing/2014/main" id="{C22FE479-56B1-D215-9EF5-D6970A8C32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3" name="Oval 1402">
                <a:extLst>
                  <a:ext uri="{FF2B5EF4-FFF2-40B4-BE49-F238E27FC236}">
                    <a16:creationId xmlns:a16="http://schemas.microsoft.com/office/drawing/2014/main" id="{34A1BA35-A03E-D8EA-9BDB-EE3320D452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4" name="Freeform 1403">
                <a:extLst>
                  <a:ext uri="{FF2B5EF4-FFF2-40B4-BE49-F238E27FC236}">
                    <a16:creationId xmlns:a16="http://schemas.microsoft.com/office/drawing/2014/main" id="{273AAEC8-AFB4-18E8-9F18-B1C69CB1BF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5" name="Freeform 1404">
                <a:extLst>
                  <a:ext uri="{FF2B5EF4-FFF2-40B4-BE49-F238E27FC236}">
                    <a16:creationId xmlns:a16="http://schemas.microsoft.com/office/drawing/2014/main" id="{E398171E-D814-83DA-2484-BA954CA1F7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Freeform 1405">
                <a:extLst>
                  <a:ext uri="{FF2B5EF4-FFF2-40B4-BE49-F238E27FC236}">
                    <a16:creationId xmlns:a16="http://schemas.microsoft.com/office/drawing/2014/main" id="{FF1A27BB-666F-C3CD-7CDD-C290EDF15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7" name="Oval 1406">
                <a:extLst>
                  <a:ext uri="{FF2B5EF4-FFF2-40B4-BE49-F238E27FC236}">
                    <a16:creationId xmlns:a16="http://schemas.microsoft.com/office/drawing/2014/main" id="{FF28F181-9260-E2E7-88FF-E745F55124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99" name="Group 1407">
              <a:extLst>
                <a:ext uri="{FF2B5EF4-FFF2-40B4-BE49-F238E27FC236}">
                  <a16:creationId xmlns:a16="http://schemas.microsoft.com/office/drawing/2014/main" id="{A04F10EE-F986-A922-45FC-36B5568954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296" name="Oval 1408">
                <a:extLst>
                  <a:ext uri="{FF2B5EF4-FFF2-40B4-BE49-F238E27FC236}">
                    <a16:creationId xmlns:a16="http://schemas.microsoft.com/office/drawing/2014/main" id="{33EA1B36-F28A-19F1-64D1-D1D0C51193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7" name="Oval 1409">
                <a:extLst>
                  <a:ext uri="{FF2B5EF4-FFF2-40B4-BE49-F238E27FC236}">
                    <a16:creationId xmlns:a16="http://schemas.microsoft.com/office/drawing/2014/main" id="{31821ADD-2998-0C33-1993-7D078043A3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8" name="Freeform 1410">
                <a:extLst>
                  <a:ext uri="{FF2B5EF4-FFF2-40B4-BE49-F238E27FC236}">
                    <a16:creationId xmlns:a16="http://schemas.microsoft.com/office/drawing/2014/main" id="{B86C67B8-CEEF-E979-E627-73C2076A17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9" name="Freeform 1411">
                <a:extLst>
                  <a:ext uri="{FF2B5EF4-FFF2-40B4-BE49-F238E27FC236}">
                    <a16:creationId xmlns:a16="http://schemas.microsoft.com/office/drawing/2014/main" id="{F9815D22-D857-2FF2-C339-923E544F58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Freeform 1412">
                <a:extLst>
                  <a:ext uri="{FF2B5EF4-FFF2-40B4-BE49-F238E27FC236}">
                    <a16:creationId xmlns:a16="http://schemas.microsoft.com/office/drawing/2014/main" id="{2427ABC8-AEAA-7712-A8F5-61B623C558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1" name="Oval 1413">
                <a:extLst>
                  <a:ext uri="{FF2B5EF4-FFF2-40B4-BE49-F238E27FC236}">
                    <a16:creationId xmlns:a16="http://schemas.microsoft.com/office/drawing/2014/main" id="{9815D669-CDC3-6024-0B44-FA931A4F1E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0" name="Group 1414">
              <a:extLst>
                <a:ext uri="{FF2B5EF4-FFF2-40B4-BE49-F238E27FC236}">
                  <a16:creationId xmlns:a16="http://schemas.microsoft.com/office/drawing/2014/main" id="{245B78B8-0ED2-1557-F6F1-C2977E1D5C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290" name="Oval 1415">
                <a:extLst>
                  <a:ext uri="{FF2B5EF4-FFF2-40B4-BE49-F238E27FC236}">
                    <a16:creationId xmlns:a16="http://schemas.microsoft.com/office/drawing/2014/main" id="{8C4D3BF6-8260-8F95-D780-8257124954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1" name="Oval 1416">
                <a:extLst>
                  <a:ext uri="{FF2B5EF4-FFF2-40B4-BE49-F238E27FC236}">
                    <a16:creationId xmlns:a16="http://schemas.microsoft.com/office/drawing/2014/main" id="{D794699A-D933-B8DD-04A6-4E933B174E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2" name="Freeform 1417">
                <a:extLst>
                  <a:ext uri="{FF2B5EF4-FFF2-40B4-BE49-F238E27FC236}">
                    <a16:creationId xmlns:a16="http://schemas.microsoft.com/office/drawing/2014/main" id="{62A73E5A-1BC2-A0D7-9913-878EC9FD8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3" name="Freeform 1418">
                <a:extLst>
                  <a:ext uri="{FF2B5EF4-FFF2-40B4-BE49-F238E27FC236}">
                    <a16:creationId xmlns:a16="http://schemas.microsoft.com/office/drawing/2014/main" id="{296C4C4A-E234-D491-4968-07D6488B60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Freeform 1419">
                <a:extLst>
                  <a:ext uri="{FF2B5EF4-FFF2-40B4-BE49-F238E27FC236}">
                    <a16:creationId xmlns:a16="http://schemas.microsoft.com/office/drawing/2014/main" id="{EFFCA5DD-2836-8804-2238-B83ED6ECF4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5" name="Oval 1420">
                <a:extLst>
                  <a:ext uri="{FF2B5EF4-FFF2-40B4-BE49-F238E27FC236}">
                    <a16:creationId xmlns:a16="http://schemas.microsoft.com/office/drawing/2014/main" id="{019982D2-74B5-CA6A-866C-5F21EC01C2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1" name="Group 1421">
              <a:extLst>
                <a:ext uri="{FF2B5EF4-FFF2-40B4-BE49-F238E27FC236}">
                  <a16:creationId xmlns:a16="http://schemas.microsoft.com/office/drawing/2014/main" id="{42B8C197-EFB7-17B8-E337-23FC000331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284" name="Oval 1422">
                <a:extLst>
                  <a:ext uri="{FF2B5EF4-FFF2-40B4-BE49-F238E27FC236}">
                    <a16:creationId xmlns:a16="http://schemas.microsoft.com/office/drawing/2014/main" id="{7C61F1A0-5F59-5235-1F3F-E01FD99205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5" name="Oval 1423">
                <a:extLst>
                  <a:ext uri="{FF2B5EF4-FFF2-40B4-BE49-F238E27FC236}">
                    <a16:creationId xmlns:a16="http://schemas.microsoft.com/office/drawing/2014/main" id="{2C6E0975-BE53-5678-E715-14FBF474C2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6" name="Freeform 1424">
                <a:extLst>
                  <a:ext uri="{FF2B5EF4-FFF2-40B4-BE49-F238E27FC236}">
                    <a16:creationId xmlns:a16="http://schemas.microsoft.com/office/drawing/2014/main" id="{0E04A2C1-D382-CBF8-1883-A756ED7A3E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7" name="Freeform 1425">
                <a:extLst>
                  <a:ext uri="{FF2B5EF4-FFF2-40B4-BE49-F238E27FC236}">
                    <a16:creationId xmlns:a16="http://schemas.microsoft.com/office/drawing/2014/main" id="{30FBEAFE-6D73-0E14-668E-697AF0CC1B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Freeform 1426">
                <a:extLst>
                  <a:ext uri="{FF2B5EF4-FFF2-40B4-BE49-F238E27FC236}">
                    <a16:creationId xmlns:a16="http://schemas.microsoft.com/office/drawing/2014/main" id="{135AD4CC-6625-5EB3-FADF-F3EFC8EC3A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9" name="Oval 1427">
                <a:extLst>
                  <a:ext uri="{FF2B5EF4-FFF2-40B4-BE49-F238E27FC236}">
                    <a16:creationId xmlns:a16="http://schemas.microsoft.com/office/drawing/2014/main" id="{3D74F7BE-88DA-3555-27D3-BD616F132A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2" name="Group 1428">
              <a:extLst>
                <a:ext uri="{FF2B5EF4-FFF2-40B4-BE49-F238E27FC236}">
                  <a16:creationId xmlns:a16="http://schemas.microsoft.com/office/drawing/2014/main" id="{1AF5CEC5-1FA8-6ACE-2025-CC071ABA91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278" name="Oval 1429">
                <a:extLst>
                  <a:ext uri="{FF2B5EF4-FFF2-40B4-BE49-F238E27FC236}">
                    <a16:creationId xmlns:a16="http://schemas.microsoft.com/office/drawing/2014/main" id="{BEEAA9C2-2558-D5BE-FFD3-C1982ADCB1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9" name="Oval 1430">
                <a:extLst>
                  <a:ext uri="{FF2B5EF4-FFF2-40B4-BE49-F238E27FC236}">
                    <a16:creationId xmlns:a16="http://schemas.microsoft.com/office/drawing/2014/main" id="{92AE758E-D49C-2333-B086-2134B12B08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0" name="Freeform 1431">
                <a:extLst>
                  <a:ext uri="{FF2B5EF4-FFF2-40B4-BE49-F238E27FC236}">
                    <a16:creationId xmlns:a16="http://schemas.microsoft.com/office/drawing/2014/main" id="{D4B31A61-207A-8EEB-A871-E2A714A2BD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" name="Freeform 1432">
                <a:extLst>
                  <a:ext uri="{FF2B5EF4-FFF2-40B4-BE49-F238E27FC236}">
                    <a16:creationId xmlns:a16="http://schemas.microsoft.com/office/drawing/2014/main" id="{3604C7FF-11E9-DA46-4E2C-7339335CED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Freeform 1433">
                <a:extLst>
                  <a:ext uri="{FF2B5EF4-FFF2-40B4-BE49-F238E27FC236}">
                    <a16:creationId xmlns:a16="http://schemas.microsoft.com/office/drawing/2014/main" id="{2ADAA06D-926F-0EDF-E80B-A4D17AF720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" name="Oval 1434">
                <a:extLst>
                  <a:ext uri="{FF2B5EF4-FFF2-40B4-BE49-F238E27FC236}">
                    <a16:creationId xmlns:a16="http://schemas.microsoft.com/office/drawing/2014/main" id="{CD2153A3-9C25-94CE-01BC-8758C558FC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3" name="Group 1435">
              <a:extLst>
                <a:ext uri="{FF2B5EF4-FFF2-40B4-BE49-F238E27FC236}">
                  <a16:creationId xmlns:a16="http://schemas.microsoft.com/office/drawing/2014/main" id="{B3FAD6BF-3DBC-7F5C-AE84-37D708A77F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272" name="Oval 1436">
                <a:extLst>
                  <a:ext uri="{FF2B5EF4-FFF2-40B4-BE49-F238E27FC236}">
                    <a16:creationId xmlns:a16="http://schemas.microsoft.com/office/drawing/2014/main" id="{F046D4D1-2CFF-1C55-BDBA-559C540A84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3" name="Oval 1437">
                <a:extLst>
                  <a:ext uri="{FF2B5EF4-FFF2-40B4-BE49-F238E27FC236}">
                    <a16:creationId xmlns:a16="http://schemas.microsoft.com/office/drawing/2014/main" id="{85DE0FC0-861A-F12C-C948-711E799ED8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4" name="Freeform 1438">
                <a:extLst>
                  <a:ext uri="{FF2B5EF4-FFF2-40B4-BE49-F238E27FC236}">
                    <a16:creationId xmlns:a16="http://schemas.microsoft.com/office/drawing/2014/main" id="{D6294F9C-C6ED-5A80-0145-9963216BFC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" name="Freeform 1439">
                <a:extLst>
                  <a:ext uri="{FF2B5EF4-FFF2-40B4-BE49-F238E27FC236}">
                    <a16:creationId xmlns:a16="http://schemas.microsoft.com/office/drawing/2014/main" id="{3F58644B-B7C6-06CF-5131-BDD093A6B9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" name="Freeform 1440">
                <a:extLst>
                  <a:ext uri="{FF2B5EF4-FFF2-40B4-BE49-F238E27FC236}">
                    <a16:creationId xmlns:a16="http://schemas.microsoft.com/office/drawing/2014/main" id="{23E9733D-9A31-A3C0-F19C-EB90754E9A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" name="Oval 1441">
                <a:extLst>
                  <a:ext uri="{FF2B5EF4-FFF2-40B4-BE49-F238E27FC236}">
                    <a16:creationId xmlns:a16="http://schemas.microsoft.com/office/drawing/2014/main" id="{0DC6F7C1-715E-377A-7639-D8C7DA2058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4" name="Group 1442">
              <a:extLst>
                <a:ext uri="{FF2B5EF4-FFF2-40B4-BE49-F238E27FC236}">
                  <a16:creationId xmlns:a16="http://schemas.microsoft.com/office/drawing/2014/main" id="{C4F09871-BE1B-E6CA-DA0C-1A4C06AFBF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266" name="Oval 1443">
                <a:extLst>
                  <a:ext uri="{FF2B5EF4-FFF2-40B4-BE49-F238E27FC236}">
                    <a16:creationId xmlns:a16="http://schemas.microsoft.com/office/drawing/2014/main" id="{9590C2F6-8FDE-D8EC-7D3A-9A4F49EDEA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7" name="Oval 1444">
                <a:extLst>
                  <a:ext uri="{FF2B5EF4-FFF2-40B4-BE49-F238E27FC236}">
                    <a16:creationId xmlns:a16="http://schemas.microsoft.com/office/drawing/2014/main" id="{6D238101-DB18-C60F-6FAE-27BB38DEF9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8" name="Freeform 1445">
                <a:extLst>
                  <a:ext uri="{FF2B5EF4-FFF2-40B4-BE49-F238E27FC236}">
                    <a16:creationId xmlns:a16="http://schemas.microsoft.com/office/drawing/2014/main" id="{94A5D669-4B91-96F9-09A5-9A905256AD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" name="Freeform 1446">
                <a:extLst>
                  <a:ext uri="{FF2B5EF4-FFF2-40B4-BE49-F238E27FC236}">
                    <a16:creationId xmlns:a16="http://schemas.microsoft.com/office/drawing/2014/main" id="{9BEB32D3-E230-F69D-801E-D043A4FD7B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" name="Freeform 1447">
                <a:extLst>
                  <a:ext uri="{FF2B5EF4-FFF2-40B4-BE49-F238E27FC236}">
                    <a16:creationId xmlns:a16="http://schemas.microsoft.com/office/drawing/2014/main" id="{477167AA-2ED4-CCBE-E996-E3E37B3828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" name="Oval 1448">
                <a:extLst>
                  <a:ext uri="{FF2B5EF4-FFF2-40B4-BE49-F238E27FC236}">
                    <a16:creationId xmlns:a16="http://schemas.microsoft.com/office/drawing/2014/main" id="{79277C76-7160-637A-9853-FA5C3AE518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5" name="Group 1449">
              <a:extLst>
                <a:ext uri="{FF2B5EF4-FFF2-40B4-BE49-F238E27FC236}">
                  <a16:creationId xmlns:a16="http://schemas.microsoft.com/office/drawing/2014/main" id="{54605C20-08A2-5326-C8E1-735B4151E2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260" name="Oval 1450">
                <a:extLst>
                  <a:ext uri="{FF2B5EF4-FFF2-40B4-BE49-F238E27FC236}">
                    <a16:creationId xmlns:a16="http://schemas.microsoft.com/office/drawing/2014/main" id="{2B765520-C74A-4CD5-D472-8FA015A8C4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1" name="Oval 1451">
                <a:extLst>
                  <a:ext uri="{FF2B5EF4-FFF2-40B4-BE49-F238E27FC236}">
                    <a16:creationId xmlns:a16="http://schemas.microsoft.com/office/drawing/2014/main" id="{3DB990CD-B72D-DFEB-A9DD-AD8B124826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2" name="Freeform 1452">
                <a:extLst>
                  <a:ext uri="{FF2B5EF4-FFF2-40B4-BE49-F238E27FC236}">
                    <a16:creationId xmlns:a16="http://schemas.microsoft.com/office/drawing/2014/main" id="{40244FB9-92F7-08FD-A6AB-B16DD0C1A7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" name="Freeform 1453">
                <a:extLst>
                  <a:ext uri="{FF2B5EF4-FFF2-40B4-BE49-F238E27FC236}">
                    <a16:creationId xmlns:a16="http://schemas.microsoft.com/office/drawing/2014/main" id="{7F3B9195-9E99-F262-BACA-CE7CB9108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" name="Freeform 1454">
                <a:extLst>
                  <a:ext uri="{FF2B5EF4-FFF2-40B4-BE49-F238E27FC236}">
                    <a16:creationId xmlns:a16="http://schemas.microsoft.com/office/drawing/2014/main" id="{730E064A-B785-12AF-CCC1-C3815021EA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" name="Oval 1455">
                <a:extLst>
                  <a:ext uri="{FF2B5EF4-FFF2-40B4-BE49-F238E27FC236}">
                    <a16:creationId xmlns:a16="http://schemas.microsoft.com/office/drawing/2014/main" id="{332FB14B-593E-1872-691B-9ADF79B610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6" name="Group 1456">
              <a:extLst>
                <a:ext uri="{FF2B5EF4-FFF2-40B4-BE49-F238E27FC236}">
                  <a16:creationId xmlns:a16="http://schemas.microsoft.com/office/drawing/2014/main" id="{A0E72D04-EFC1-364E-57F0-1E174945ED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254" name="Oval 1457">
                <a:extLst>
                  <a:ext uri="{FF2B5EF4-FFF2-40B4-BE49-F238E27FC236}">
                    <a16:creationId xmlns:a16="http://schemas.microsoft.com/office/drawing/2014/main" id="{E9EA13DA-696B-0B74-7011-2467037F0B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5" name="Oval 1458">
                <a:extLst>
                  <a:ext uri="{FF2B5EF4-FFF2-40B4-BE49-F238E27FC236}">
                    <a16:creationId xmlns:a16="http://schemas.microsoft.com/office/drawing/2014/main" id="{F71F5366-99D4-9319-C5EC-6FE80A3AC4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6" name="Freeform 1459">
                <a:extLst>
                  <a:ext uri="{FF2B5EF4-FFF2-40B4-BE49-F238E27FC236}">
                    <a16:creationId xmlns:a16="http://schemas.microsoft.com/office/drawing/2014/main" id="{3CE408FC-C702-6690-9F81-B8ED1D3F95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" name="Freeform 1460">
                <a:extLst>
                  <a:ext uri="{FF2B5EF4-FFF2-40B4-BE49-F238E27FC236}">
                    <a16:creationId xmlns:a16="http://schemas.microsoft.com/office/drawing/2014/main" id="{6706C053-FCE7-FF80-70F9-EB0AC36B4B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" name="Freeform 1461">
                <a:extLst>
                  <a:ext uri="{FF2B5EF4-FFF2-40B4-BE49-F238E27FC236}">
                    <a16:creationId xmlns:a16="http://schemas.microsoft.com/office/drawing/2014/main" id="{479151B5-8A21-2D29-CF39-2273C78523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" name="Oval 1462">
                <a:extLst>
                  <a:ext uri="{FF2B5EF4-FFF2-40B4-BE49-F238E27FC236}">
                    <a16:creationId xmlns:a16="http://schemas.microsoft.com/office/drawing/2014/main" id="{F274D592-ED91-D52D-0739-4D2BFC7F64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7" name="Group 1463">
              <a:extLst>
                <a:ext uri="{FF2B5EF4-FFF2-40B4-BE49-F238E27FC236}">
                  <a16:creationId xmlns:a16="http://schemas.microsoft.com/office/drawing/2014/main" id="{29F9A63B-EE98-5C0C-6635-A54224B32D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248" name="Oval 1464">
                <a:extLst>
                  <a:ext uri="{FF2B5EF4-FFF2-40B4-BE49-F238E27FC236}">
                    <a16:creationId xmlns:a16="http://schemas.microsoft.com/office/drawing/2014/main" id="{EB29282A-DD53-5BD3-9E75-8E69B65FCC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9" name="Oval 1465">
                <a:extLst>
                  <a:ext uri="{FF2B5EF4-FFF2-40B4-BE49-F238E27FC236}">
                    <a16:creationId xmlns:a16="http://schemas.microsoft.com/office/drawing/2014/main" id="{357AF7F3-0202-66D1-C3A3-875D1B1D5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0" name="Freeform 1466">
                <a:extLst>
                  <a:ext uri="{FF2B5EF4-FFF2-40B4-BE49-F238E27FC236}">
                    <a16:creationId xmlns:a16="http://schemas.microsoft.com/office/drawing/2014/main" id="{5D8BFE0E-7B60-9967-098D-0176485627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" name="Freeform 1467">
                <a:extLst>
                  <a:ext uri="{FF2B5EF4-FFF2-40B4-BE49-F238E27FC236}">
                    <a16:creationId xmlns:a16="http://schemas.microsoft.com/office/drawing/2014/main" id="{01D5E287-4739-5B14-37E2-FACC2EA939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" name="Freeform 1468">
                <a:extLst>
                  <a:ext uri="{FF2B5EF4-FFF2-40B4-BE49-F238E27FC236}">
                    <a16:creationId xmlns:a16="http://schemas.microsoft.com/office/drawing/2014/main" id="{93571A01-759C-B629-55F6-C69628C127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" name="Oval 1469">
                <a:extLst>
                  <a:ext uri="{FF2B5EF4-FFF2-40B4-BE49-F238E27FC236}">
                    <a16:creationId xmlns:a16="http://schemas.microsoft.com/office/drawing/2014/main" id="{6D4324AE-3476-863A-2A6E-5B23736777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8" name="Group 1470">
              <a:extLst>
                <a:ext uri="{FF2B5EF4-FFF2-40B4-BE49-F238E27FC236}">
                  <a16:creationId xmlns:a16="http://schemas.microsoft.com/office/drawing/2014/main" id="{A35BE3DE-1C92-3361-77EE-CFB46BF0F9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242" name="Oval 1471">
                <a:extLst>
                  <a:ext uri="{FF2B5EF4-FFF2-40B4-BE49-F238E27FC236}">
                    <a16:creationId xmlns:a16="http://schemas.microsoft.com/office/drawing/2014/main" id="{0CDED895-E5A2-E460-3AD7-BD63ACB83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3" name="Oval 1472">
                <a:extLst>
                  <a:ext uri="{FF2B5EF4-FFF2-40B4-BE49-F238E27FC236}">
                    <a16:creationId xmlns:a16="http://schemas.microsoft.com/office/drawing/2014/main" id="{307289C7-D4C0-EEF7-DF63-155D3CD5CB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4" name="Freeform 1473">
                <a:extLst>
                  <a:ext uri="{FF2B5EF4-FFF2-40B4-BE49-F238E27FC236}">
                    <a16:creationId xmlns:a16="http://schemas.microsoft.com/office/drawing/2014/main" id="{53D05F7D-4A19-E7C1-5C10-9396B45C41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" name="Freeform 1474">
                <a:extLst>
                  <a:ext uri="{FF2B5EF4-FFF2-40B4-BE49-F238E27FC236}">
                    <a16:creationId xmlns:a16="http://schemas.microsoft.com/office/drawing/2014/main" id="{EC076E79-4A66-AA00-E26E-5E81E14BEB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" name="Freeform 1475">
                <a:extLst>
                  <a:ext uri="{FF2B5EF4-FFF2-40B4-BE49-F238E27FC236}">
                    <a16:creationId xmlns:a16="http://schemas.microsoft.com/office/drawing/2014/main" id="{B6CFCBC1-2E32-F080-F280-5392AEF8DF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" name="Oval 1476">
                <a:extLst>
                  <a:ext uri="{FF2B5EF4-FFF2-40B4-BE49-F238E27FC236}">
                    <a16:creationId xmlns:a16="http://schemas.microsoft.com/office/drawing/2014/main" id="{A55208C3-6494-8BF2-5928-F1394DDCB1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09" name="Group 1477">
              <a:extLst>
                <a:ext uri="{FF2B5EF4-FFF2-40B4-BE49-F238E27FC236}">
                  <a16:creationId xmlns:a16="http://schemas.microsoft.com/office/drawing/2014/main" id="{A1A739F0-9B76-EC2D-D05E-3B6D628C2F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36" name="Oval 1478">
                <a:extLst>
                  <a:ext uri="{FF2B5EF4-FFF2-40B4-BE49-F238E27FC236}">
                    <a16:creationId xmlns:a16="http://schemas.microsoft.com/office/drawing/2014/main" id="{920F1C6C-CB03-52B1-B414-185847B57D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7" name="Oval 1479">
                <a:extLst>
                  <a:ext uri="{FF2B5EF4-FFF2-40B4-BE49-F238E27FC236}">
                    <a16:creationId xmlns:a16="http://schemas.microsoft.com/office/drawing/2014/main" id="{F3332C61-0149-11FA-6585-37E1AD25FE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8" name="Freeform 1480">
                <a:extLst>
                  <a:ext uri="{FF2B5EF4-FFF2-40B4-BE49-F238E27FC236}">
                    <a16:creationId xmlns:a16="http://schemas.microsoft.com/office/drawing/2014/main" id="{3669BF1B-793D-90E3-CFFF-C368C7900C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" name="Freeform 1481">
                <a:extLst>
                  <a:ext uri="{FF2B5EF4-FFF2-40B4-BE49-F238E27FC236}">
                    <a16:creationId xmlns:a16="http://schemas.microsoft.com/office/drawing/2014/main" id="{AC6187FB-B81E-2248-314D-446908E5CA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" name="Freeform 1482">
                <a:extLst>
                  <a:ext uri="{FF2B5EF4-FFF2-40B4-BE49-F238E27FC236}">
                    <a16:creationId xmlns:a16="http://schemas.microsoft.com/office/drawing/2014/main" id="{2B18894A-22F2-F086-2F60-119B9EB6BB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" name="Oval 1483">
                <a:extLst>
                  <a:ext uri="{FF2B5EF4-FFF2-40B4-BE49-F238E27FC236}">
                    <a16:creationId xmlns:a16="http://schemas.microsoft.com/office/drawing/2014/main" id="{32068E9F-BE00-BEDE-28B8-80B64D317A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0" name="Group 1484">
              <a:extLst>
                <a:ext uri="{FF2B5EF4-FFF2-40B4-BE49-F238E27FC236}">
                  <a16:creationId xmlns:a16="http://schemas.microsoft.com/office/drawing/2014/main" id="{06CA5B90-18D1-FC95-D9A1-DE352C3727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30" name="Oval 1485">
                <a:extLst>
                  <a:ext uri="{FF2B5EF4-FFF2-40B4-BE49-F238E27FC236}">
                    <a16:creationId xmlns:a16="http://schemas.microsoft.com/office/drawing/2014/main" id="{8E8426EB-D9BA-59E8-E971-AFF08DD37B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1" name="Oval 1486">
                <a:extLst>
                  <a:ext uri="{FF2B5EF4-FFF2-40B4-BE49-F238E27FC236}">
                    <a16:creationId xmlns:a16="http://schemas.microsoft.com/office/drawing/2014/main" id="{70CC0D3D-6536-EAD7-7242-E70C94B5AA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2" name="Freeform 1487">
                <a:extLst>
                  <a:ext uri="{FF2B5EF4-FFF2-40B4-BE49-F238E27FC236}">
                    <a16:creationId xmlns:a16="http://schemas.microsoft.com/office/drawing/2014/main" id="{BD641A1C-B9BD-AD22-F02F-817E438309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" name="Freeform 1488">
                <a:extLst>
                  <a:ext uri="{FF2B5EF4-FFF2-40B4-BE49-F238E27FC236}">
                    <a16:creationId xmlns:a16="http://schemas.microsoft.com/office/drawing/2014/main" id="{57AF1F62-B5AC-5E83-0B88-29CBC89D81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" name="Freeform 1489">
                <a:extLst>
                  <a:ext uri="{FF2B5EF4-FFF2-40B4-BE49-F238E27FC236}">
                    <a16:creationId xmlns:a16="http://schemas.microsoft.com/office/drawing/2014/main" id="{6E3690ED-D766-284A-0A3A-761CDBE7AD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" name="Oval 1490">
                <a:extLst>
                  <a:ext uri="{FF2B5EF4-FFF2-40B4-BE49-F238E27FC236}">
                    <a16:creationId xmlns:a16="http://schemas.microsoft.com/office/drawing/2014/main" id="{473BE2FF-E1B4-B468-E63C-80BF11C295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1" name="Group 1491">
              <a:extLst>
                <a:ext uri="{FF2B5EF4-FFF2-40B4-BE49-F238E27FC236}">
                  <a16:creationId xmlns:a16="http://schemas.microsoft.com/office/drawing/2014/main" id="{2D0E1113-A53B-A858-67F0-17351B2EA1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24" name="Oval 1492">
                <a:extLst>
                  <a:ext uri="{FF2B5EF4-FFF2-40B4-BE49-F238E27FC236}">
                    <a16:creationId xmlns:a16="http://schemas.microsoft.com/office/drawing/2014/main" id="{140498E5-857F-837D-3178-5C2CAD8223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5" name="Oval 1493">
                <a:extLst>
                  <a:ext uri="{FF2B5EF4-FFF2-40B4-BE49-F238E27FC236}">
                    <a16:creationId xmlns:a16="http://schemas.microsoft.com/office/drawing/2014/main" id="{58353B28-E7D0-F828-B15E-728D6F55A9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6" name="Freeform 1494">
                <a:extLst>
                  <a:ext uri="{FF2B5EF4-FFF2-40B4-BE49-F238E27FC236}">
                    <a16:creationId xmlns:a16="http://schemas.microsoft.com/office/drawing/2014/main" id="{CECA5560-8F3A-39C1-1AF7-284FA2D3A6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7" name="Freeform 1495">
                <a:extLst>
                  <a:ext uri="{FF2B5EF4-FFF2-40B4-BE49-F238E27FC236}">
                    <a16:creationId xmlns:a16="http://schemas.microsoft.com/office/drawing/2014/main" id="{E1F01AC5-DF66-D13E-C9C7-7C3CEAA587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8" name="Freeform 1496">
                <a:extLst>
                  <a:ext uri="{FF2B5EF4-FFF2-40B4-BE49-F238E27FC236}">
                    <a16:creationId xmlns:a16="http://schemas.microsoft.com/office/drawing/2014/main" id="{67ABAAA7-61F0-C82F-2AE7-E43B827627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9" name="Oval 1497">
                <a:extLst>
                  <a:ext uri="{FF2B5EF4-FFF2-40B4-BE49-F238E27FC236}">
                    <a16:creationId xmlns:a16="http://schemas.microsoft.com/office/drawing/2014/main" id="{F78D56C4-8631-31F5-2115-34D854B8D4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2" name="Group 1498">
              <a:extLst>
                <a:ext uri="{FF2B5EF4-FFF2-40B4-BE49-F238E27FC236}">
                  <a16:creationId xmlns:a16="http://schemas.microsoft.com/office/drawing/2014/main" id="{B2193C63-8DC2-1B2E-F972-A08B682A70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18" name="Oval 1499">
                <a:extLst>
                  <a:ext uri="{FF2B5EF4-FFF2-40B4-BE49-F238E27FC236}">
                    <a16:creationId xmlns:a16="http://schemas.microsoft.com/office/drawing/2014/main" id="{FDD8407F-FCEE-4ADE-119F-351A00898F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9" name="Oval 1500">
                <a:extLst>
                  <a:ext uri="{FF2B5EF4-FFF2-40B4-BE49-F238E27FC236}">
                    <a16:creationId xmlns:a16="http://schemas.microsoft.com/office/drawing/2014/main" id="{CA748FD8-A982-4CDF-252C-5D2C79B87C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0" name="Freeform 1501">
                <a:extLst>
                  <a:ext uri="{FF2B5EF4-FFF2-40B4-BE49-F238E27FC236}">
                    <a16:creationId xmlns:a16="http://schemas.microsoft.com/office/drawing/2014/main" id="{D88B4119-838C-7CD4-89E4-98A4B89811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1" name="Freeform 1502">
                <a:extLst>
                  <a:ext uri="{FF2B5EF4-FFF2-40B4-BE49-F238E27FC236}">
                    <a16:creationId xmlns:a16="http://schemas.microsoft.com/office/drawing/2014/main" id="{11585666-ECE3-AA85-FD8D-63F9764347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2" name="Freeform 1503">
                <a:extLst>
                  <a:ext uri="{FF2B5EF4-FFF2-40B4-BE49-F238E27FC236}">
                    <a16:creationId xmlns:a16="http://schemas.microsoft.com/office/drawing/2014/main" id="{7937F3FC-2BBE-F3A5-1F83-5F1121B31D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3" name="Oval 1504">
                <a:extLst>
                  <a:ext uri="{FF2B5EF4-FFF2-40B4-BE49-F238E27FC236}">
                    <a16:creationId xmlns:a16="http://schemas.microsoft.com/office/drawing/2014/main" id="{79CB2F00-0FDA-24CC-06D8-1C14F09EB0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3" name="Group 1505">
              <a:extLst>
                <a:ext uri="{FF2B5EF4-FFF2-40B4-BE49-F238E27FC236}">
                  <a16:creationId xmlns:a16="http://schemas.microsoft.com/office/drawing/2014/main" id="{A9AD3FDC-E4B2-8396-7AAD-5F54E88E40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12" name="Oval 1506">
                <a:extLst>
                  <a:ext uri="{FF2B5EF4-FFF2-40B4-BE49-F238E27FC236}">
                    <a16:creationId xmlns:a16="http://schemas.microsoft.com/office/drawing/2014/main" id="{6FE951C3-737B-AD7C-BB37-B1FF5E7B88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3" name="Oval 1507">
                <a:extLst>
                  <a:ext uri="{FF2B5EF4-FFF2-40B4-BE49-F238E27FC236}">
                    <a16:creationId xmlns:a16="http://schemas.microsoft.com/office/drawing/2014/main" id="{0B35C862-D453-05B7-8799-83FC05EE14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4" name="Freeform 1508">
                <a:extLst>
                  <a:ext uri="{FF2B5EF4-FFF2-40B4-BE49-F238E27FC236}">
                    <a16:creationId xmlns:a16="http://schemas.microsoft.com/office/drawing/2014/main" id="{74A297F4-1950-F580-AF16-0C38B6BA0F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" name="Freeform 1509">
                <a:extLst>
                  <a:ext uri="{FF2B5EF4-FFF2-40B4-BE49-F238E27FC236}">
                    <a16:creationId xmlns:a16="http://schemas.microsoft.com/office/drawing/2014/main" id="{FBBDC3E9-F13C-ACA1-C8F2-2A2883AD33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6" name="Freeform 1510">
                <a:extLst>
                  <a:ext uri="{FF2B5EF4-FFF2-40B4-BE49-F238E27FC236}">
                    <a16:creationId xmlns:a16="http://schemas.microsoft.com/office/drawing/2014/main" id="{5F778163-C65A-6C09-C9F4-0908A22535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7" name="Oval 1511">
                <a:extLst>
                  <a:ext uri="{FF2B5EF4-FFF2-40B4-BE49-F238E27FC236}">
                    <a16:creationId xmlns:a16="http://schemas.microsoft.com/office/drawing/2014/main" id="{145798AA-BCD6-F35A-051B-5F9FAA0E86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4" name="Group 1512">
              <a:extLst>
                <a:ext uri="{FF2B5EF4-FFF2-40B4-BE49-F238E27FC236}">
                  <a16:creationId xmlns:a16="http://schemas.microsoft.com/office/drawing/2014/main" id="{682AFEDE-3F2C-7CF2-F0FE-4DCBCB08A3F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06" name="Oval 1513">
                <a:extLst>
                  <a:ext uri="{FF2B5EF4-FFF2-40B4-BE49-F238E27FC236}">
                    <a16:creationId xmlns:a16="http://schemas.microsoft.com/office/drawing/2014/main" id="{D16B7254-53A4-EE42-E576-C29F03D10D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7" name="Oval 1514">
                <a:extLst>
                  <a:ext uri="{FF2B5EF4-FFF2-40B4-BE49-F238E27FC236}">
                    <a16:creationId xmlns:a16="http://schemas.microsoft.com/office/drawing/2014/main" id="{943D0572-D59F-4F45-CA94-E1886E3F84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8" name="Freeform 1515">
                <a:extLst>
                  <a:ext uri="{FF2B5EF4-FFF2-40B4-BE49-F238E27FC236}">
                    <a16:creationId xmlns:a16="http://schemas.microsoft.com/office/drawing/2014/main" id="{37989574-685A-C1CA-F376-400C2C6832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9" name="Freeform 1516">
                <a:extLst>
                  <a:ext uri="{FF2B5EF4-FFF2-40B4-BE49-F238E27FC236}">
                    <a16:creationId xmlns:a16="http://schemas.microsoft.com/office/drawing/2014/main" id="{628DEBD2-AF31-4685-48F1-C51EF4A2E4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Freeform 1517">
                <a:extLst>
                  <a:ext uri="{FF2B5EF4-FFF2-40B4-BE49-F238E27FC236}">
                    <a16:creationId xmlns:a16="http://schemas.microsoft.com/office/drawing/2014/main" id="{3F3DC4DF-EB47-9D11-2A38-5D576AD837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1" name="Oval 1518">
                <a:extLst>
                  <a:ext uri="{FF2B5EF4-FFF2-40B4-BE49-F238E27FC236}">
                    <a16:creationId xmlns:a16="http://schemas.microsoft.com/office/drawing/2014/main" id="{B3C620EB-751C-3F2D-8042-B3602736E2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5" name="Group 1519">
              <a:extLst>
                <a:ext uri="{FF2B5EF4-FFF2-40B4-BE49-F238E27FC236}">
                  <a16:creationId xmlns:a16="http://schemas.microsoft.com/office/drawing/2014/main" id="{77F692D1-7618-AFEB-8A22-1DF4836D7D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00" name="Oval 1520">
                <a:extLst>
                  <a:ext uri="{FF2B5EF4-FFF2-40B4-BE49-F238E27FC236}">
                    <a16:creationId xmlns:a16="http://schemas.microsoft.com/office/drawing/2014/main" id="{B111BC8A-5C57-7089-909A-F719275F2C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1" name="Oval 1521">
                <a:extLst>
                  <a:ext uri="{FF2B5EF4-FFF2-40B4-BE49-F238E27FC236}">
                    <a16:creationId xmlns:a16="http://schemas.microsoft.com/office/drawing/2014/main" id="{2A8F91E1-E560-6C7C-BE55-9386770F00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2" name="Freeform 1522">
                <a:extLst>
                  <a:ext uri="{FF2B5EF4-FFF2-40B4-BE49-F238E27FC236}">
                    <a16:creationId xmlns:a16="http://schemas.microsoft.com/office/drawing/2014/main" id="{A0582C15-62C5-3146-3F0D-4BED4A29D2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3" name="Freeform 1523">
                <a:extLst>
                  <a:ext uri="{FF2B5EF4-FFF2-40B4-BE49-F238E27FC236}">
                    <a16:creationId xmlns:a16="http://schemas.microsoft.com/office/drawing/2014/main" id="{1036BFE2-53AF-5A04-1C25-5E0B832B8A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Freeform 1524">
                <a:extLst>
                  <a:ext uri="{FF2B5EF4-FFF2-40B4-BE49-F238E27FC236}">
                    <a16:creationId xmlns:a16="http://schemas.microsoft.com/office/drawing/2014/main" id="{7D73FC2D-BC70-9553-3AF3-9786E41D45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5" name="Oval 1525">
                <a:extLst>
                  <a:ext uri="{FF2B5EF4-FFF2-40B4-BE49-F238E27FC236}">
                    <a16:creationId xmlns:a16="http://schemas.microsoft.com/office/drawing/2014/main" id="{08F55210-0FD3-83C1-318F-58DC6EFD62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6" name="Group 1526">
              <a:extLst>
                <a:ext uri="{FF2B5EF4-FFF2-40B4-BE49-F238E27FC236}">
                  <a16:creationId xmlns:a16="http://schemas.microsoft.com/office/drawing/2014/main" id="{1105B1C9-7E2C-CF37-71B6-2566D2F09C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194" name="Oval 1527">
                <a:extLst>
                  <a:ext uri="{FF2B5EF4-FFF2-40B4-BE49-F238E27FC236}">
                    <a16:creationId xmlns:a16="http://schemas.microsoft.com/office/drawing/2014/main" id="{970FE7F1-A8CD-CC49-F9B2-8B15F0546C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5" name="Oval 1528">
                <a:extLst>
                  <a:ext uri="{FF2B5EF4-FFF2-40B4-BE49-F238E27FC236}">
                    <a16:creationId xmlns:a16="http://schemas.microsoft.com/office/drawing/2014/main" id="{4F6C8129-23BA-A703-2E72-0CFCD87363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6" name="Freeform 1529">
                <a:extLst>
                  <a:ext uri="{FF2B5EF4-FFF2-40B4-BE49-F238E27FC236}">
                    <a16:creationId xmlns:a16="http://schemas.microsoft.com/office/drawing/2014/main" id="{C7C8D110-971F-9AA9-B158-C8161C8CD4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7" name="Freeform 1530">
                <a:extLst>
                  <a:ext uri="{FF2B5EF4-FFF2-40B4-BE49-F238E27FC236}">
                    <a16:creationId xmlns:a16="http://schemas.microsoft.com/office/drawing/2014/main" id="{8A61C2D5-FF11-B51D-81FC-F462F5BB66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8" name="Freeform 1531">
                <a:extLst>
                  <a:ext uri="{FF2B5EF4-FFF2-40B4-BE49-F238E27FC236}">
                    <a16:creationId xmlns:a16="http://schemas.microsoft.com/office/drawing/2014/main" id="{F21D8946-93D9-A123-0C2A-6D2D57C89A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9" name="Oval 1532">
                <a:extLst>
                  <a:ext uri="{FF2B5EF4-FFF2-40B4-BE49-F238E27FC236}">
                    <a16:creationId xmlns:a16="http://schemas.microsoft.com/office/drawing/2014/main" id="{DFA18993-EC87-B433-71D1-6D874C754D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7" name="Group 1533">
              <a:extLst>
                <a:ext uri="{FF2B5EF4-FFF2-40B4-BE49-F238E27FC236}">
                  <a16:creationId xmlns:a16="http://schemas.microsoft.com/office/drawing/2014/main" id="{918A0C38-3B07-4E35-6590-EEBC2FBFE8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188" name="Oval 1534">
                <a:extLst>
                  <a:ext uri="{FF2B5EF4-FFF2-40B4-BE49-F238E27FC236}">
                    <a16:creationId xmlns:a16="http://schemas.microsoft.com/office/drawing/2014/main" id="{2F82C2AA-1E9D-4817-2FDD-0BBA47A7FB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9" name="Oval 1535">
                <a:extLst>
                  <a:ext uri="{FF2B5EF4-FFF2-40B4-BE49-F238E27FC236}">
                    <a16:creationId xmlns:a16="http://schemas.microsoft.com/office/drawing/2014/main" id="{56454136-C956-69EA-829E-A141286E97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0" name="Freeform 1536">
                <a:extLst>
                  <a:ext uri="{FF2B5EF4-FFF2-40B4-BE49-F238E27FC236}">
                    <a16:creationId xmlns:a16="http://schemas.microsoft.com/office/drawing/2014/main" id="{D7C296EE-F475-4406-4633-BE62E1B525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1" name="Freeform 1537">
                <a:extLst>
                  <a:ext uri="{FF2B5EF4-FFF2-40B4-BE49-F238E27FC236}">
                    <a16:creationId xmlns:a16="http://schemas.microsoft.com/office/drawing/2014/main" id="{21A592D4-C0CF-BFAF-230A-A1E4CF66F6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2" name="Freeform 1538">
                <a:extLst>
                  <a:ext uri="{FF2B5EF4-FFF2-40B4-BE49-F238E27FC236}">
                    <a16:creationId xmlns:a16="http://schemas.microsoft.com/office/drawing/2014/main" id="{7C5E5CD1-7879-BAC5-8D27-3D34E7E292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3" name="Oval 1539">
                <a:extLst>
                  <a:ext uri="{FF2B5EF4-FFF2-40B4-BE49-F238E27FC236}">
                    <a16:creationId xmlns:a16="http://schemas.microsoft.com/office/drawing/2014/main" id="{D175C459-78B2-9671-5CCF-AEA375636C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8" name="Group 1540">
              <a:extLst>
                <a:ext uri="{FF2B5EF4-FFF2-40B4-BE49-F238E27FC236}">
                  <a16:creationId xmlns:a16="http://schemas.microsoft.com/office/drawing/2014/main" id="{EED64A2E-037F-8CAD-C967-F44CB15761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182" name="Oval 1541">
                <a:extLst>
                  <a:ext uri="{FF2B5EF4-FFF2-40B4-BE49-F238E27FC236}">
                    <a16:creationId xmlns:a16="http://schemas.microsoft.com/office/drawing/2014/main" id="{7561F81F-1FB3-36BB-A67E-94B3AF9186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3" name="Oval 1542">
                <a:extLst>
                  <a:ext uri="{FF2B5EF4-FFF2-40B4-BE49-F238E27FC236}">
                    <a16:creationId xmlns:a16="http://schemas.microsoft.com/office/drawing/2014/main" id="{9C93EEE6-57BD-5C89-9F99-1C3979E5B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4" name="Freeform 1543">
                <a:extLst>
                  <a:ext uri="{FF2B5EF4-FFF2-40B4-BE49-F238E27FC236}">
                    <a16:creationId xmlns:a16="http://schemas.microsoft.com/office/drawing/2014/main" id="{4AE591FD-991D-ED19-6FD6-FE68FF119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5" name="Freeform 1544">
                <a:extLst>
                  <a:ext uri="{FF2B5EF4-FFF2-40B4-BE49-F238E27FC236}">
                    <a16:creationId xmlns:a16="http://schemas.microsoft.com/office/drawing/2014/main" id="{F4A3BD9E-2FB6-7144-BD67-0652BB2EDC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6" name="Freeform 1545">
                <a:extLst>
                  <a:ext uri="{FF2B5EF4-FFF2-40B4-BE49-F238E27FC236}">
                    <a16:creationId xmlns:a16="http://schemas.microsoft.com/office/drawing/2014/main" id="{7A370C33-5CD2-6E10-C661-29D2FDE5B1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Oval 1546">
                <a:extLst>
                  <a:ext uri="{FF2B5EF4-FFF2-40B4-BE49-F238E27FC236}">
                    <a16:creationId xmlns:a16="http://schemas.microsoft.com/office/drawing/2014/main" id="{E3A3BF06-C724-984C-F829-940C50362F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19" name="Group 1547">
              <a:extLst>
                <a:ext uri="{FF2B5EF4-FFF2-40B4-BE49-F238E27FC236}">
                  <a16:creationId xmlns:a16="http://schemas.microsoft.com/office/drawing/2014/main" id="{B19EDF22-1024-104E-4305-EC7D44E8BF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176" name="Oval 1548">
                <a:extLst>
                  <a:ext uri="{FF2B5EF4-FFF2-40B4-BE49-F238E27FC236}">
                    <a16:creationId xmlns:a16="http://schemas.microsoft.com/office/drawing/2014/main" id="{202CCDDF-9427-3BB4-837B-F0FD288799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7" name="Oval 1549">
                <a:extLst>
                  <a:ext uri="{FF2B5EF4-FFF2-40B4-BE49-F238E27FC236}">
                    <a16:creationId xmlns:a16="http://schemas.microsoft.com/office/drawing/2014/main" id="{C06720CA-DA9A-A283-C1B9-80CC93D79A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8" name="Freeform 1550">
                <a:extLst>
                  <a:ext uri="{FF2B5EF4-FFF2-40B4-BE49-F238E27FC236}">
                    <a16:creationId xmlns:a16="http://schemas.microsoft.com/office/drawing/2014/main" id="{0D5E06AE-9EDD-655A-0F4E-5D556F26C5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9" name="Freeform 1551">
                <a:extLst>
                  <a:ext uri="{FF2B5EF4-FFF2-40B4-BE49-F238E27FC236}">
                    <a16:creationId xmlns:a16="http://schemas.microsoft.com/office/drawing/2014/main" id="{D9352893-7E77-93BD-FD54-AE78836F1B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0" name="Freeform 1552">
                <a:extLst>
                  <a:ext uri="{FF2B5EF4-FFF2-40B4-BE49-F238E27FC236}">
                    <a16:creationId xmlns:a16="http://schemas.microsoft.com/office/drawing/2014/main" id="{402B0BB0-1388-3912-4D03-A4F1CE8128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1" name="Oval 1553">
                <a:extLst>
                  <a:ext uri="{FF2B5EF4-FFF2-40B4-BE49-F238E27FC236}">
                    <a16:creationId xmlns:a16="http://schemas.microsoft.com/office/drawing/2014/main" id="{45739F99-5906-A2BB-44C5-75FFE788F6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20" name="Group 1554">
              <a:extLst>
                <a:ext uri="{FF2B5EF4-FFF2-40B4-BE49-F238E27FC236}">
                  <a16:creationId xmlns:a16="http://schemas.microsoft.com/office/drawing/2014/main" id="{C90D501B-6EF8-EC65-B4EE-E0F0F6604E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170" name="Oval 1555">
                <a:extLst>
                  <a:ext uri="{FF2B5EF4-FFF2-40B4-BE49-F238E27FC236}">
                    <a16:creationId xmlns:a16="http://schemas.microsoft.com/office/drawing/2014/main" id="{B5657CE1-C96B-3C7E-512F-04A8457D83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1" name="Oval 1556">
                <a:extLst>
                  <a:ext uri="{FF2B5EF4-FFF2-40B4-BE49-F238E27FC236}">
                    <a16:creationId xmlns:a16="http://schemas.microsoft.com/office/drawing/2014/main" id="{55D9F44A-4174-E9F6-3FD1-548B68724E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2" name="Freeform 1557">
                <a:extLst>
                  <a:ext uri="{FF2B5EF4-FFF2-40B4-BE49-F238E27FC236}">
                    <a16:creationId xmlns:a16="http://schemas.microsoft.com/office/drawing/2014/main" id="{5C2DDBF9-8929-ECD3-191E-598136E087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3" name="Freeform 1558">
                <a:extLst>
                  <a:ext uri="{FF2B5EF4-FFF2-40B4-BE49-F238E27FC236}">
                    <a16:creationId xmlns:a16="http://schemas.microsoft.com/office/drawing/2014/main" id="{6E7F04F8-3B5B-4645-606F-8648ACE985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4" name="Freeform 1559">
                <a:extLst>
                  <a:ext uri="{FF2B5EF4-FFF2-40B4-BE49-F238E27FC236}">
                    <a16:creationId xmlns:a16="http://schemas.microsoft.com/office/drawing/2014/main" id="{4B5E5F0D-4689-6696-6AD0-D6E304B0A9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5" name="Oval 1560">
                <a:extLst>
                  <a:ext uri="{FF2B5EF4-FFF2-40B4-BE49-F238E27FC236}">
                    <a16:creationId xmlns:a16="http://schemas.microsoft.com/office/drawing/2014/main" id="{1C0A57DF-BE1A-1DEB-E3C3-26580C278A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21" name="Group 1561">
              <a:extLst>
                <a:ext uri="{FF2B5EF4-FFF2-40B4-BE49-F238E27FC236}">
                  <a16:creationId xmlns:a16="http://schemas.microsoft.com/office/drawing/2014/main" id="{3767DDFD-8BF4-7FB7-D013-276456E4D3F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164" name="Oval 1562">
                <a:extLst>
                  <a:ext uri="{FF2B5EF4-FFF2-40B4-BE49-F238E27FC236}">
                    <a16:creationId xmlns:a16="http://schemas.microsoft.com/office/drawing/2014/main" id="{E78337CF-B663-F279-34A8-0F5428D1CA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5" name="Oval 1563">
                <a:extLst>
                  <a:ext uri="{FF2B5EF4-FFF2-40B4-BE49-F238E27FC236}">
                    <a16:creationId xmlns:a16="http://schemas.microsoft.com/office/drawing/2014/main" id="{4BCECD23-E751-0BC8-9CEC-6386667856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6" name="Freeform 1564">
                <a:extLst>
                  <a:ext uri="{FF2B5EF4-FFF2-40B4-BE49-F238E27FC236}">
                    <a16:creationId xmlns:a16="http://schemas.microsoft.com/office/drawing/2014/main" id="{65F59744-FB2F-F7AA-39ED-CE8852708E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" name="Freeform 1565">
                <a:extLst>
                  <a:ext uri="{FF2B5EF4-FFF2-40B4-BE49-F238E27FC236}">
                    <a16:creationId xmlns:a16="http://schemas.microsoft.com/office/drawing/2014/main" id="{67FF14F3-9CDC-AEDC-1FBB-9AE2BD7D7A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" name="Freeform 1566">
                <a:extLst>
                  <a:ext uri="{FF2B5EF4-FFF2-40B4-BE49-F238E27FC236}">
                    <a16:creationId xmlns:a16="http://schemas.microsoft.com/office/drawing/2014/main" id="{9F9DEE78-57E2-F20F-E3DF-5980393620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" name="Oval 1567">
                <a:extLst>
                  <a:ext uri="{FF2B5EF4-FFF2-40B4-BE49-F238E27FC236}">
                    <a16:creationId xmlns:a16="http://schemas.microsoft.com/office/drawing/2014/main" id="{602817E9-BE15-F0F7-7D41-225F25F93C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22" name="Group 1568">
              <a:extLst>
                <a:ext uri="{FF2B5EF4-FFF2-40B4-BE49-F238E27FC236}">
                  <a16:creationId xmlns:a16="http://schemas.microsoft.com/office/drawing/2014/main" id="{89E3DC5F-9CA9-0D26-5620-68423B7D06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158" name="Oval 1569">
                <a:extLst>
                  <a:ext uri="{FF2B5EF4-FFF2-40B4-BE49-F238E27FC236}">
                    <a16:creationId xmlns:a16="http://schemas.microsoft.com/office/drawing/2014/main" id="{67F3BE27-05DF-7042-DC8B-EFB1DF839F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9" name="Oval 1570">
                <a:extLst>
                  <a:ext uri="{FF2B5EF4-FFF2-40B4-BE49-F238E27FC236}">
                    <a16:creationId xmlns:a16="http://schemas.microsoft.com/office/drawing/2014/main" id="{6EF72ED5-58FB-DC3E-531A-E126B014F7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0" name="Freeform 1571">
                <a:extLst>
                  <a:ext uri="{FF2B5EF4-FFF2-40B4-BE49-F238E27FC236}">
                    <a16:creationId xmlns:a16="http://schemas.microsoft.com/office/drawing/2014/main" id="{B67E71C6-4A91-0233-BC3C-8DD730EE0E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" name="Freeform 1572">
                <a:extLst>
                  <a:ext uri="{FF2B5EF4-FFF2-40B4-BE49-F238E27FC236}">
                    <a16:creationId xmlns:a16="http://schemas.microsoft.com/office/drawing/2014/main" id="{C4A2704C-B623-FFFF-BE7E-894F132111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" name="Freeform 1573">
                <a:extLst>
                  <a:ext uri="{FF2B5EF4-FFF2-40B4-BE49-F238E27FC236}">
                    <a16:creationId xmlns:a16="http://schemas.microsoft.com/office/drawing/2014/main" id="{4C61BEAE-6202-D61C-20E0-18148EB58A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" name="Oval 1574">
                <a:extLst>
                  <a:ext uri="{FF2B5EF4-FFF2-40B4-BE49-F238E27FC236}">
                    <a16:creationId xmlns:a16="http://schemas.microsoft.com/office/drawing/2014/main" id="{6CC86448-BB85-4FA0-C06B-B10FBA4A8C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23" name="Group 1575">
              <a:extLst>
                <a:ext uri="{FF2B5EF4-FFF2-40B4-BE49-F238E27FC236}">
                  <a16:creationId xmlns:a16="http://schemas.microsoft.com/office/drawing/2014/main" id="{2131ABD9-ACD6-D726-5EDB-68C4E41147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152" name="Oval 1576">
                <a:extLst>
                  <a:ext uri="{FF2B5EF4-FFF2-40B4-BE49-F238E27FC236}">
                    <a16:creationId xmlns:a16="http://schemas.microsoft.com/office/drawing/2014/main" id="{F67415F9-12F1-FB39-6024-0935CB01DE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3" name="Oval 1577">
                <a:extLst>
                  <a:ext uri="{FF2B5EF4-FFF2-40B4-BE49-F238E27FC236}">
                    <a16:creationId xmlns:a16="http://schemas.microsoft.com/office/drawing/2014/main" id="{B59C3A09-00A4-F21E-3C23-F51237A4E5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4" name="Freeform 1578">
                <a:extLst>
                  <a:ext uri="{FF2B5EF4-FFF2-40B4-BE49-F238E27FC236}">
                    <a16:creationId xmlns:a16="http://schemas.microsoft.com/office/drawing/2014/main" id="{F57B5C59-F021-96F2-35FC-0840388304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" name="Freeform 1579">
                <a:extLst>
                  <a:ext uri="{FF2B5EF4-FFF2-40B4-BE49-F238E27FC236}">
                    <a16:creationId xmlns:a16="http://schemas.microsoft.com/office/drawing/2014/main" id="{1CE7D479-92CE-85AA-61CF-AC6CA05743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" name="Freeform 1580">
                <a:extLst>
                  <a:ext uri="{FF2B5EF4-FFF2-40B4-BE49-F238E27FC236}">
                    <a16:creationId xmlns:a16="http://schemas.microsoft.com/office/drawing/2014/main" id="{754E41BF-A690-B654-349B-17E64CAA2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" name="Oval 1581">
                <a:extLst>
                  <a:ext uri="{FF2B5EF4-FFF2-40B4-BE49-F238E27FC236}">
                    <a16:creationId xmlns:a16="http://schemas.microsoft.com/office/drawing/2014/main" id="{3192C060-AE8D-9F30-ED8F-F2069B76AE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24" name="Group 1582">
              <a:extLst>
                <a:ext uri="{FF2B5EF4-FFF2-40B4-BE49-F238E27FC236}">
                  <a16:creationId xmlns:a16="http://schemas.microsoft.com/office/drawing/2014/main" id="{1ABF0D40-D3A3-D5DC-E3C6-54CE127D6C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146" name="Oval 1583">
                <a:extLst>
                  <a:ext uri="{FF2B5EF4-FFF2-40B4-BE49-F238E27FC236}">
                    <a16:creationId xmlns:a16="http://schemas.microsoft.com/office/drawing/2014/main" id="{A1B1CBCC-E4CF-A681-9653-3418C0CDA9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7" name="Oval 1584">
                <a:extLst>
                  <a:ext uri="{FF2B5EF4-FFF2-40B4-BE49-F238E27FC236}">
                    <a16:creationId xmlns:a16="http://schemas.microsoft.com/office/drawing/2014/main" id="{C518205C-50B4-C9E7-09FD-837F79F337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8" name="Freeform 1585">
                <a:extLst>
                  <a:ext uri="{FF2B5EF4-FFF2-40B4-BE49-F238E27FC236}">
                    <a16:creationId xmlns:a16="http://schemas.microsoft.com/office/drawing/2014/main" id="{076C4A67-468A-55ED-C7B3-E4587C1B64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" name="Freeform 1586">
                <a:extLst>
                  <a:ext uri="{FF2B5EF4-FFF2-40B4-BE49-F238E27FC236}">
                    <a16:creationId xmlns:a16="http://schemas.microsoft.com/office/drawing/2014/main" id="{73192314-CB4C-9C59-7DD8-1182E122D3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" name="Freeform 1587">
                <a:extLst>
                  <a:ext uri="{FF2B5EF4-FFF2-40B4-BE49-F238E27FC236}">
                    <a16:creationId xmlns:a16="http://schemas.microsoft.com/office/drawing/2014/main" id="{EF45B619-6CC4-F294-A40F-D1F76E12AC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Oval 1588">
                <a:extLst>
                  <a:ext uri="{FF2B5EF4-FFF2-40B4-BE49-F238E27FC236}">
                    <a16:creationId xmlns:a16="http://schemas.microsoft.com/office/drawing/2014/main" id="{DC0B3D0C-2626-A6B1-7B38-5E8292D020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25" name="Group 1589">
              <a:extLst>
                <a:ext uri="{FF2B5EF4-FFF2-40B4-BE49-F238E27FC236}">
                  <a16:creationId xmlns:a16="http://schemas.microsoft.com/office/drawing/2014/main" id="{E441E432-2569-B774-4BE2-0B017BE3FA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40" name="Oval 1590">
                <a:extLst>
                  <a:ext uri="{FF2B5EF4-FFF2-40B4-BE49-F238E27FC236}">
                    <a16:creationId xmlns:a16="http://schemas.microsoft.com/office/drawing/2014/main" id="{41F74F6D-F1D4-5735-62D3-1B13ECFD84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1" name="Oval 1591">
                <a:extLst>
                  <a:ext uri="{FF2B5EF4-FFF2-40B4-BE49-F238E27FC236}">
                    <a16:creationId xmlns:a16="http://schemas.microsoft.com/office/drawing/2014/main" id="{480F42A8-F16F-A35F-D757-92D6DED40E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2" name="Freeform 1592">
                <a:extLst>
                  <a:ext uri="{FF2B5EF4-FFF2-40B4-BE49-F238E27FC236}">
                    <a16:creationId xmlns:a16="http://schemas.microsoft.com/office/drawing/2014/main" id="{F5CA849C-758F-9C4E-8B9B-B34CB8D02A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" name="Freeform 1593">
                <a:extLst>
                  <a:ext uri="{FF2B5EF4-FFF2-40B4-BE49-F238E27FC236}">
                    <a16:creationId xmlns:a16="http://schemas.microsoft.com/office/drawing/2014/main" id="{9E5E0553-4743-B89A-B634-1C5E8E2E6A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" name="Freeform 1594">
                <a:extLst>
                  <a:ext uri="{FF2B5EF4-FFF2-40B4-BE49-F238E27FC236}">
                    <a16:creationId xmlns:a16="http://schemas.microsoft.com/office/drawing/2014/main" id="{CECCDD60-F22D-122C-A4AE-92DA7D100E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Oval 1595">
                <a:extLst>
                  <a:ext uri="{FF2B5EF4-FFF2-40B4-BE49-F238E27FC236}">
                    <a16:creationId xmlns:a16="http://schemas.microsoft.com/office/drawing/2014/main" id="{397EFA6B-9D37-DB18-E0E8-9FB6A7B4C3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26" name="Group 1596">
              <a:extLst>
                <a:ext uri="{FF2B5EF4-FFF2-40B4-BE49-F238E27FC236}">
                  <a16:creationId xmlns:a16="http://schemas.microsoft.com/office/drawing/2014/main" id="{23809AD6-762D-FFC7-B121-4AA6563408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34" name="Oval 1597">
                <a:extLst>
                  <a:ext uri="{FF2B5EF4-FFF2-40B4-BE49-F238E27FC236}">
                    <a16:creationId xmlns:a16="http://schemas.microsoft.com/office/drawing/2014/main" id="{106A68FB-2365-31BB-CE7D-A884ED87E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5" name="Oval 1598">
                <a:extLst>
                  <a:ext uri="{FF2B5EF4-FFF2-40B4-BE49-F238E27FC236}">
                    <a16:creationId xmlns:a16="http://schemas.microsoft.com/office/drawing/2014/main" id="{C4B94161-3D32-7A67-AA86-D380F6C542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6" name="Freeform 1599">
                <a:extLst>
                  <a:ext uri="{FF2B5EF4-FFF2-40B4-BE49-F238E27FC236}">
                    <a16:creationId xmlns:a16="http://schemas.microsoft.com/office/drawing/2014/main" id="{BC42F041-8EBC-2B31-EB4C-CD7924E961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" name="Freeform 1600">
                <a:extLst>
                  <a:ext uri="{FF2B5EF4-FFF2-40B4-BE49-F238E27FC236}">
                    <a16:creationId xmlns:a16="http://schemas.microsoft.com/office/drawing/2014/main" id="{41C0BA4B-3AC1-5866-CD50-CDB414D263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" name="Freeform 1601">
                <a:extLst>
                  <a:ext uri="{FF2B5EF4-FFF2-40B4-BE49-F238E27FC236}">
                    <a16:creationId xmlns:a16="http://schemas.microsoft.com/office/drawing/2014/main" id="{6AA2C527-0A0D-CFB8-BAE5-FFC1F42EA0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Oval 1602">
                <a:extLst>
                  <a:ext uri="{FF2B5EF4-FFF2-40B4-BE49-F238E27FC236}">
                    <a16:creationId xmlns:a16="http://schemas.microsoft.com/office/drawing/2014/main" id="{CCA63BF7-8602-4481-45F2-E45DAD6714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27" name="Group 1603">
              <a:extLst>
                <a:ext uri="{FF2B5EF4-FFF2-40B4-BE49-F238E27FC236}">
                  <a16:creationId xmlns:a16="http://schemas.microsoft.com/office/drawing/2014/main" id="{0BB8EDB8-AE0A-72C0-8801-A7DCB5C996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28" name="Oval 1604">
                <a:extLst>
                  <a:ext uri="{FF2B5EF4-FFF2-40B4-BE49-F238E27FC236}">
                    <a16:creationId xmlns:a16="http://schemas.microsoft.com/office/drawing/2014/main" id="{DE0A55BC-B2CC-99E1-0D1B-912B897627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9" name="Oval 1605">
                <a:extLst>
                  <a:ext uri="{FF2B5EF4-FFF2-40B4-BE49-F238E27FC236}">
                    <a16:creationId xmlns:a16="http://schemas.microsoft.com/office/drawing/2014/main" id="{E2B46D9C-F6B4-74CB-1A97-89EE0255DD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0" name="Freeform 1606">
                <a:extLst>
                  <a:ext uri="{FF2B5EF4-FFF2-40B4-BE49-F238E27FC236}">
                    <a16:creationId xmlns:a16="http://schemas.microsoft.com/office/drawing/2014/main" id="{051E0480-7A8B-CDD8-1525-E1B31A4293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" name="Freeform 1607">
                <a:extLst>
                  <a:ext uri="{FF2B5EF4-FFF2-40B4-BE49-F238E27FC236}">
                    <a16:creationId xmlns:a16="http://schemas.microsoft.com/office/drawing/2014/main" id="{E8C801EE-9423-9DAA-D084-AA028F1A7C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" name="Freeform 1608">
                <a:extLst>
                  <a:ext uri="{FF2B5EF4-FFF2-40B4-BE49-F238E27FC236}">
                    <a16:creationId xmlns:a16="http://schemas.microsoft.com/office/drawing/2014/main" id="{E3A08367-7FB0-3CB0-DC9A-39343C4257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Oval 1609">
                <a:extLst>
                  <a:ext uri="{FF2B5EF4-FFF2-40B4-BE49-F238E27FC236}">
                    <a16:creationId xmlns:a16="http://schemas.microsoft.com/office/drawing/2014/main" id="{84D4A939-83FE-79DE-9E02-8A0FA39528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20" name="Group 1385">
            <a:extLst>
              <a:ext uri="{FF2B5EF4-FFF2-40B4-BE49-F238E27FC236}">
                <a16:creationId xmlns:a16="http://schemas.microsoft.com/office/drawing/2014/main" id="{403AA5D5-14D8-18E6-8C51-4F11F3DB98B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321" name="Group 1386">
              <a:extLst>
                <a:ext uri="{FF2B5EF4-FFF2-40B4-BE49-F238E27FC236}">
                  <a16:creationId xmlns:a16="http://schemas.microsoft.com/office/drawing/2014/main" id="{1BEEDD58-2121-7425-CEEA-4659E3E0F8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539" name="Oval 1387">
                <a:extLst>
                  <a:ext uri="{FF2B5EF4-FFF2-40B4-BE49-F238E27FC236}">
                    <a16:creationId xmlns:a16="http://schemas.microsoft.com/office/drawing/2014/main" id="{C8E3E4EE-3A33-FE97-32D6-65F28D95CD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0" name="Oval 1388">
                <a:extLst>
                  <a:ext uri="{FF2B5EF4-FFF2-40B4-BE49-F238E27FC236}">
                    <a16:creationId xmlns:a16="http://schemas.microsoft.com/office/drawing/2014/main" id="{6F7A9502-8424-FB03-B96F-70DD8EE369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1" name="Freeform 1389">
                <a:extLst>
                  <a:ext uri="{FF2B5EF4-FFF2-40B4-BE49-F238E27FC236}">
                    <a16:creationId xmlns:a16="http://schemas.microsoft.com/office/drawing/2014/main" id="{D30B85AE-A8F6-B360-CD56-1201DD430B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" name="Freeform 1390">
                <a:extLst>
                  <a:ext uri="{FF2B5EF4-FFF2-40B4-BE49-F238E27FC236}">
                    <a16:creationId xmlns:a16="http://schemas.microsoft.com/office/drawing/2014/main" id="{A5BFC9DC-3866-F62F-8690-E6D70BE3AA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Freeform 1391">
                <a:extLst>
                  <a:ext uri="{FF2B5EF4-FFF2-40B4-BE49-F238E27FC236}">
                    <a16:creationId xmlns:a16="http://schemas.microsoft.com/office/drawing/2014/main" id="{14A24BB6-EAC4-F0D9-B117-8972ADF491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" name="Oval 1392">
                <a:extLst>
                  <a:ext uri="{FF2B5EF4-FFF2-40B4-BE49-F238E27FC236}">
                    <a16:creationId xmlns:a16="http://schemas.microsoft.com/office/drawing/2014/main" id="{3D2E4C9E-A80B-592D-05C5-917F9E25F5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22" name="Group 1393">
              <a:extLst>
                <a:ext uri="{FF2B5EF4-FFF2-40B4-BE49-F238E27FC236}">
                  <a16:creationId xmlns:a16="http://schemas.microsoft.com/office/drawing/2014/main" id="{0277D1AF-F900-88FA-6A50-2403E5E2EF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533" name="Oval 1394">
                <a:extLst>
                  <a:ext uri="{FF2B5EF4-FFF2-40B4-BE49-F238E27FC236}">
                    <a16:creationId xmlns:a16="http://schemas.microsoft.com/office/drawing/2014/main" id="{BBB947AB-EA26-7093-7B39-F8B89CD0E8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4" name="Oval 1395">
                <a:extLst>
                  <a:ext uri="{FF2B5EF4-FFF2-40B4-BE49-F238E27FC236}">
                    <a16:creationId xmlns:a16="http://schemas.microsoft.com/office/drawing/2014/main" id="{955D4177-BC1D-9DEC-028F-51B83C7B4C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5" name="Freeform 1396">
                <a:extLst>
                  <a:ext uri="{FF2B5EF4-FFF2-40B4-BE49-F238E27FC236}">
                    <a16:creationId xmlns:a16="http://schemas.microsoft.com/office/drawing/2014/main" id="{26F83B44-C18B-4DE2-88C7-54E278E080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" name="Freeform 1397">
                <a:extLst>
                  <a:ext uri="{FF2B5EF4-FFF2-40B4-BE49-F238E27FC236}">
                    <a16:creationId xmlns:a16="http://schemas.microsoft.com/office/drawing/2014/main" id="{0E2B10DF-0CDE-5031-B815-3A55BFF45A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Freeform 1398">
                <a:extLst>
                  <a:ext uri="{FF2B5EF4-FFF2-40B4-BE49-F238E27FC236}">
                    <a16:creationId xmlns:a16="http://schemas.microsoft.com/office/drawing/2014/main" id="{160E24CC-ACB4-F3C6-B02D-79BDF0D538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" name="Oval 1399">
                <a:extLst>
                  <a:ext uri="{FF2B5EF4-FFF2-40B4-BE49-F238E27FC236}">
                    <a16:creationId xmlns:a16="http://schemas.microsoft.com/office/drawing/2014/main" id="{0167BA9C-B9E9-0CB2-0FAF-5350907B17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23" name="Group 1400">
              <a:extLst>
                <a:ext uri="{FF2B5EF4-FFF2-40B4-BE49-F238E27FC236}">
                  <a16:creationId xmlns:a16="http://schemas.microsoft.com/office/drawing/2014/main" id="{405AEB2A-9CB3-DA00-CAB2-07E996CCED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527" name="Oval 1401">
                <a:extLst>
                  <a:ext uri="{FF2B5EF4-FFF2-40B4-BE49-F238E27FC236}">
                    <a16:creationId xmlns:a16="http://schemas.microsoft.com/office/drawing/2014/main" id="{22D9C02F-D583-3E1D-F538-49C08C36B9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8" name="Oval 1402">
                <a:extLst>
                  <a:ext uri="{FF2B5EF4-FFF2-40B4-BE49-F238E27FC236}">
                    <a16:creationId xmlns:a16="http://schemas.microsoft.com/office/drawing/2014/main" id="{B7C26A2F-32A1-64EE-516D-74B959B8E4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9" name="Freeform 1403">
                <a:extLst>
                  <a:ext uri="{FF2B5EF4-FFF2-40B4-BE49-F238E27FC236}">
                    <a16:creationId xmlns:a16="http://schemas.microsoft.com/office/drawing/2014/main" id="{2EA0CC7C-6754-87F6-0319-AFBEC995BA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0" name="Freeform 1404">
                <a:extLst>
                  <a:ext uri="{FF2B5EF4-FFF2-40B4-BE49-F238E27FC236}">
                    <a16:creationId xmlns:a16="http://schemas.microsoft.com/office/drawing/2014/main" id="{8B5D3F30-058F-1733-A95E-F51669F5E0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Freeform 1405">
                <a:extLst>
                  <a:ext uri="{FF2B5EF4-FFF2-40B4-BE49-F238E27FC236}">
                    <a16:creationId xmlns:a16="http://schemas.microsoft.com/office/drawing/2014/main" id="{C88C93B6-E2CD-C9A0-0E40-4FDA942F2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2" name="Oval 1406">
                <a:extLst>
                  <a:ext uri="{FF2B5EF4-FFF2-40B4-BE49-F238E27FC236}">
                    <a16:creationId xmlns:a16="http://schemas.microsoft.com/office/drawing/2014/main" id="{2AD46B53-8294-4A27-FA8B-EDB36EB689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24" name="Group 1407">
              <a:extLst>
                <a:ext uri="{FF2B5EF4-FFF2-40B4-BE49-F238E27FC236}">
                  <a16:creationId xmlns:a16="http://schemas.microsoft.com/office/drawing/2014/main" id="{19CBEEC4-9370-19F8-2BB5-1AEFCBEB07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521" name="Oval 1408">
                <a:extLst>
                  <a:ext uri="{FF2B5EF4-FFF2-40B4-BE49-F238E27FC236}">
                    <a16:creationId xmlns:a16="http://schemas.microsoft.com/office/drawing/2014/main" id="{3642B952-43B0-BF15-52F7-B17DE15517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2" name="Oval 1409">
                <a:extLst>
                  <a:ext uri="{FF2B5EF4-FFF2-40B4-BE49-F238E27FC236}">
                    <a16:creationId xmlns:a16="http://schemas.microsoft.com/office/drawing/2014/main" id="{D1D1E800-7609-F957-72A4-06343FCF91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3" name="Freeform 1410">
                <a:extLst>
                  <a:ext uri="{FF2B5EF4-FFF2-40B4-BE49-F238E27FC236}">
                    <a16:creationId xmlns:a16="http://schemas.microsoft.com/office/drawing/2014/main" id="{F26C53A6-02EF-550E-08A0-1749F2F0AF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4" name="Freeform 1411">
                <a:extLst>
                  <a:ext uri="{FF2B5EF4-FFF2-40B4-BE49-F238E27FC236}">
                    <a16:creationId xmlns:a16="http://schemas.microsoft.com/office/drawing/2014/main" id="{8AFB747E-4937-2859-D14E-5FA10E7689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Freeform 1412">
                <a:extLst>
                  <a:ext uri="{FF2B5EF4-FFF2-40B4-BE49-F238E27FC236}">
                    <a16:creationId xmlns:a16="http://schemas.microsoft.com/office/drawing/2014/main" id="{84F5AF2A-C57B-261E-D855-9ADFC03DE6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6" name="Oval 1413">
                <a:extLst>
                  <a:ext uri="{FF2B5EF4-FFF2-40B4-BE49-F238E27FC236}">
                    <a16:creationId xmlns:a16="http://schemas.microsoft.com/office/drawing/2014/main" id="{CABC49D7-6717-7AD2-1113-5C6DC25EE5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25" name="Group 1414">
              <a:extLst>
                <a:ext uri="{FF2B5EF4-FFF2-40B4-BE49-F238E27FC236}">
                  <a16:creationId xmlns:a16="http://schemas.microsoft.com/office/drawing/2014/main" id="{5FCACDED-12C5-640D-6045-201857D224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515" name="Oval 1415">
                <a:extLst>
                  <a:ext uri="{FF2B5EF4-FFF2-40B4-BE49-F238E27FC236}">
                    <a16:creationId xmlns:a16="http://schemas.microsoft.com/office/drawing/2014/main" id="{564A7B50-DCA0-ABFB-B315-F4997DDA08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6" name="Oval 1416">
                <a:extLst>
                  <a:ext uri="{FF2B5EF4-FFF2-40B4-BE49-F238E27FC236}">
                    <a16:creationId xmlns:a16="http://schemas.microsoft.com/office/drawing/2014/main" id="{A28848B3-3DC9-7516-9AEA-416E3C0BFF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7" name="Freeform 1417">
                <a:extLst>
                  <a:ext uri="{FF2B5EF4-FFF2-40B4-BE49-F238E27FC236}">
                    <a16:creationId xmlns:a16="http://schemas.microsoft.com/office/drawing/2014/main" id="{3BCE9ADB-3E4B-B895-65D7-CB869A06C9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8" name="Freeform 1418">
                <a:extLst>
                  <a:ext uri="{FF2B5EF4-FFF2-40B4-BE49-F238E27FC236}">
                    <a16:creationId xmlns:a16="http://schemas.microsoft.com/office/drawing/2014/main" id="{B75671F7-FC7B-6E3C-BCEF-CCD33E113E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Freeform 1419">
                <a:extLst>
                  <a:ext uri="{FF2B5EF4-FFF2-40B4-BE49-F238E27FC236}">
                    <a16:creationId xmlns:a16="http://schemas.microsoft.com/office/drawing/2014/main" id="{1A3500C7-B260-E7CE-96A9-DBD4DC72E8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0" name="Oval 1420">
                <a:extLst>
                  <a:ext uri="{FF2B5EF4-FFF2-40B4-BE49-F238E27FC236}">
                    <a16:creationId xmlns:a16="http://schemas.microsoft.com/office/drawing/2014/main" id="{56F2524B-2E2E-DD94-F777-EB9D8E0C82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26" name="Group 1421">
              <a:extLst>
                <a:ext uri="{FF2B5EF4-FFF2-40B4-BE49-F238E27FC236}">
                  <a16:creationId xmlns:a16="http://schemas.microsoft.com/office/drawing/2014/main" id="{F6C7A497-C4C9-4AFD-DEA5-44BE450BAF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509" name="Oval 1422">
                <a:extLst>
                  <a:ext uri="{FF2B5EF4-FFF2-40B4-BE49-F238E27FC236}">
                    <a16:creationId xmlns:a16="http://schemas.microsoft.com/office/drawing/2014/main" id="{EE2E50EB-E215-E2F0-F7B2-789688D742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0" name="Oval 1423">
                <a:extLst>
                  <a:ext uri="{FF2B5EF4-FFF2-40B4-BE49-F238E27FC236}">
                    <a16:creationId xmlns:a16="http://schemas.microsoft.com/office/drawing/2014/main" id="{7BC61DAA-4ED0-FDAB-062C-FDA98193E8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1" name="Freeform 1424">
                <a:extLst>
                  <a:ext uri="{FF2B5EF4-FFF2-40B4-BE49-F238E27FC236}">
                    <a16:creationId xmlns:a16="http://schemas.microsoft.com/office/drawing/2014/main" id="{DE9A880A-5530-F457-9CE0-FE322D6859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2" name="Freeform 1425">
                <a:extLst>
                  <a:ext uri="{FF2B5EF4-FFF2-40B4-BE49-F238E27FC236}">
                    <a16:creationId xmlns:a16="http://schemas.microsoft.com/office/drawing/2014/main" id="{253594EC-127C-3608-17AF-2C7AB753E1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Freeform 1426">
                <a:extLst>
                  <a:ext uri="{FF2B5EF4-FFF2-40B4-BE49-F238E27FC236}">
                    <a16:creationId xmlns:a16="http://schemas.microsoft.com/office/drawing/2014/main" id="{78B75099-0CCA-09EF-D87F-873984F025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4" name="Oval 1427">
                <a:extLst>
                  <a:ext uri="{FF2B5EF4-FFF2-40B4-BE49-F238E27FC236}">
                    <a16:creationId xmlns:a16="http://schemas.microsoft.com/office/drawing/2014/main" id="{CD38BB2D-697C-47C0-38D8-34C0F87BFC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27" name="Group 1428">
              <a:extLst>
                <a:ext uri="{FF2B5EF4-FFF2-40B4-BE49-F238E27FC236}">
                  <a16:creationId xmlns:a16="http://schemas.microsoft.com/office/drawing/2014/main" id="{1E1FFB04-EA7D-2CE6-FC0E-61BC83A38A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03" name="Oval 1429">
                <a:extLst>
                  <a:ext uri="{FF2B5EF4-FFF2-40B4-BE49-F238E27FC236}">
                    <a16:creationId xmlns:a16="http://schemas.microsoft.com/office/drawing/2014/main" id="{DBDE7CBD-0231-2A5C-37AF-CA93423F58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4" name="Oval 1430">
                <a:extLst>
                  <a:ext uri="{FF2B5EF4-FFF2-40B4-BE49-F238E27FC236}">
                    <a16:creationId xmlns:a16="http://schemas.microsoft.com/office/drawing/2014/main" id="{4A01AB8B-C67D-D6AB-B87E-371766D7EB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5" name="Freeform 1431">
                <a:extLst>
                  <a:ext uri="{FF2B5EF4-FFF2-40B4-BE49-F238E27FC236}">
                    <a16:creationId xmlns:a16="http://schemas.microsoft.com/office/drawing/2014/main" id="{89CFBEF3-03C1-51F1-CE1E-90218D529F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6" name="Freeform 1432">
                <a:extLst>
                  <a:ext uri="{FF2B5EF4-FFF2-40B4-BE49-F238E27FC236}">
                    <a16:creationId xmlns:a16="http://schemas.microsoft.com/office/drawing/2014/main" id="{43393FA0-692C-2CA8-771A-FF9AE7EBFB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Freeform 1433">
                <a:extLst>
                  <a:ext uri="{FF2B5EF4-FFF2-40B4-BE49-F238E27FC236}">
                    <a16:creationId xmlns:a16="http://schemas.microsoft.com/office/drawing/2014/main" id="{6DCE0DFA-1F04-DB74-952E-976A1E15BE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8" name="Oval 1434">
                <a:extLst>
                  <a:ext uri="{FF2B5EF4-FFF2-40B4-BE49-F238E27FC236}">
                    <a16:creationId xmlns:a16="http://schemas.microsoft.com/office/drawing/2014/main" id="{6610BC43-03D1-04B8-ADB0-A1A29DC95F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28" name="Group 1435">
              <a:extLst>
                <a:ext uri="{FF2B5EF4-FFF2-40B4-BE49-F238E27FC236}">
                  <a16:creationId xmlns:a16="http://schemas.microsoft.com/office/drawing/2014/main" id="{F327FD37-274A-4A4B-EBD3-62F024CA4D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497" name="Oval 1436">
                <a:extLst>
                  <a:ext uri="{FF2B5EF4-FFF2-40B4-BE49-F238E27FC236}">
                    <a16:creationId xmlns:a16="http://schemas.microsoft.com/office/drawing/2014/main" id="{39C51A79-77DF-BC78-43B0-F917336AAC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8" name="Oval 1437">
                <a:extLst>
                  <a:ext uri="{FF2B5EF4-FFF2-40B4-BE49-F238E27FC236}">
                    <a16:creationId xmlns:a16="http://schemas.microsoft.com/office/drawing/2014/main" id="{434C7238-A6BB-D395-88A2-8B4ED7DE6C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9" name="Freeform 1438">
                <a:extLst>
                  <a:ext uri="{FF2B5EF4-FFF2-40B4-BE49-F238E27FC236}">
                    <a16:creationId xmlns:a16="http://schemas.microsoft.com/office/drawing/2014/main" id="{5FFDACDA-4A2B-DE86-9918-BC1DFAB56A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0" name="Freeform 1439">
                <a:extLst>
                  <a:ext uri="{FF2B5EF4-FFF2-40B4-BE49-F238E27FC236}">
                    <a16:creationId xmlns:a16="http://schemas.microsoft.com/office/drawing/2014/main" id="{5E079EFE-7AD2-779B-DBAC-73E54E5B9D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Freeform 1440">
                <a:extLst>
                  <a:ext uri="{FF2B5EF4-FFF2-40B4-BE49-F238E27FC236}">
                    <a16:creationId xmlns:a16="http://schemas.microsoft.com/office/drawing/2014/main" id="{C3807FA2-76E1-2830-A377-047066A5C7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2" name="Oval 1441">
                <a:extLst>
                  <a:ext uri="{FF2B5EF4-FFF2-40B4-BE49-F238E27FC236}">
                    <a16:creationId xmlns:a16="http://schemas.microsoft.com/office/drawing/2014/main" id="{2BA2E7FF-2518-8FBF-8DC1-83823C03DE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29" name="Group 1442">
              <a:extLst>
                <a:ext uri="{FF2B5EF4-FFF2-40B4-BE49-F238E27FC236}">
                  <a16:creationId xmlns:a16="http://schemas.microsoft.com/office/drawing/2014/main" id="{E9797266-3939-71A6-BFE5-4058738B10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491" name="Oval 1443">
                <a:extLst>
                  <a:ext uri="{FF2B5EF4-FFF2-40B4-BE49-F238E27FC236}">
                    <a16:creationId xmlns:a16="http://schemas.microsoft.com/office/drawing/2014/main" id="{FC3C023D-C606-C184-1D6F-10FC0E036C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2" name="Oval 1444">
                <a:extLst>
                  <a:ext uri="{FF2B5EF4-FFF2-40B4-BE49-F238E27FC236}">
                    <a16:creationId xmlns:a16="http://schemas.microsoft.com/office/drawing/2014/main" id="{B553AA67-707C-4074-4E5A-4A7882A893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3" name="Freeform 1445">
                <a:extLst>
                  <a:ext uri="{FF2B5EF4-FFF2-40B4-BE49-F238E27FC236}">
                    <a16:creationId xmlns:a16="http://schemas.microsoft.com/office/drawing/2014/main" id="{24BAFA91-863A-84B9-23B9-93927C455C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4" name="Freeform 1446">
                <a:extLst>
                  <a:ext uri="{FF2B5EF4-FFF2-40B4-BE49-F238E27FC236}">
                    <a16:creationId xmlns:a16="http://schemas.microsoft.com/office/drawing/2014/main" id="{DBFBC684-1BA5-4EED-6400-27D9A9A0D8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Freeform 1447">
                <a:extLst>
                  <a:ext uri="{FF2B5EF4-FFF2-40B4-BE49-F238E27FC236}">
                    <a16:creationId xmlns:a16="http://schemas.microsoft.com/office/drawing/2014/main" id="{F2429297-4733-2F66-5B2B-8527349884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6" name="Oval 1448">
                <a:extLst>
                  <a:ext uri="{FF2B5EF4-FFF2-40B4-BE49-F238E27FC236}">
                    <a16:creationId xmlns:a16="http://schemas.microsoft.com/office/drawing/2014/main" id="{60B05F24-8A76-4FF5-1617-D3DBDDA40C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0" name="Group 1449">
              <a:extLst>
                <a:ext uri="{FF2B5EF4-FFF2-40B4-BE49-F238E27FC236}">
                  <a16:creationId xmlns:a16="http://schemas.microsoft.com/office/drawing/2014/main" id="{8C9B9850-27A8-8109-88F4-22CA3AFAC7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485" name="Oval 1450">
                <a:extLst>
                  <a:ext uri="{FF2B5EF4-FFF2-40B4-BE49-F238E27FC236}">
                    <a16:creationId xmlns:a16="http://schemas.microsoft.com/office/drawing/2014/main" id="{FC7DDC44-8B86-3FA5-4E93-B0799F0FEC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6" name="Oval 1451">
                <a:extLst>
                  <a:ext uri="{FF2B5EF4-FFF2-40B4-BE49-F238E27FC236}">
                    <a16:creationId xmlns:a16="http://schemas.microsoft.com/office/drawing/2014/main" id="{906D9F14-2A99-ED18-C9EF-ED7DC492B3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7" name="Freeform 1452">
                <a:extLst>
                  <a:ext uri="{FF2B5EF4-FFF2-40B4-BE49-F238E27FC236}">
                    <a16:creationId xmlns:a16="http://schemas.microsoft.com/office/drawing/2014/main" id="{46F8C71F-4962-BC60-B72B-28BE25879B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8" name="Freeform 1453">
                <a:extLst>
                  <a:ext uri="{FF2B5EF4-FFF2-40B4-BE49-F238E27FC236}">
                    <a16:creationId xmlns:a16="http://schemas.microsoft.com/office/drawing/2014/main" id="{6B31F089-CB9D-281D-8541-83D9844AE2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Freeform 1454">
                <a:extLst>
                  <a:ext uri="{FF2B5EF4-FFF2-40B4-BE49-F238E27FC236}">
                    <a16:creationId xmlns:a16="http://schemas.microsoft.com/office/drawing/2014/main" id="{C3E009AB-7650-D765-395A-F04DFA651A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0" name="Oval 1455">
                <a:extLst>
                  <a:ext uri="{FF2B5EF4-FFF2-40B4-BE49-F238E27FC236}">
                    <a16:creationId xmlns:a16="http://schemas.microsoft.com/office/drawing/2014/main" id="{D7D5D7FF-1085-69F0-C92D-43B6E2A47D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1" name="Group 1456">
              <a:extLst>
                <a:ext uri="{FF2B5EF4-FFF2-40B4-BE49-F238E27FC236}">
                  <a16:creationId xmlns:a16="http://schemas.microsoft.com/office/drawing/2014/main" id="{53146BD1-26C3-E569-3D0D-553BCA7A9D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479" name="Oval 1457">
                <a:extLst>
                  <a:ext uri="{FF2B5EF4-FFF2-40B4-BE49-F238E27FC236}">
                    <a16:creationId xmlns:a16="http://schemas.microsoft.com/office/drawing/2014/main" id="{14AA4315-574A-7406-55C6-8347D52247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0" name="Oval 1458">
                <a:extLst>
                  <a:ext uri="{FF2B5EF4-FFF2-40B4-BE49-F238E27FC236}">
                    <a16:creationId xmlns:a16="http://schemas.microsoft.com/office/drawing/2014/main" id="{78D470C3-4B5A-7F1F-2695-0FAD52A7CD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1" name="Freeform 1459">
                <a:extLst>
                  <a:ext uri="{FF2B5EF4-FFF2-40B4-BE49-F238E27FC236}">
                    <a16:creationId xmlns:a16="http://schemas.microsoft.com/office/drawing/2014/main" id="{4BA98656-436C-2446-626B-1989141E85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2" name="Freeform 1460">
                <a:extLst>
                  <a:ext uri="{FF2B5EF4-FFF2-40B4-BE49-F238E27FC236}">
                    <a16:creationId xmlns:a16="http://schemas.microsoft.com/office/drawing/2014/main" id="{BD89E79E-3903-BFD1-67F0-D4210BBD2F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Freeform 1461">
                <a:extLst>
                  <a:ext uri="{FF2B5EF4-FFF2-40B4-BE49-F238E27FC236}">
                    <a16:creationId xmlns:a16="http://schemas.microsoft.com/office/drawing/2014/main" id="{86835B13-24A7-E44A-8C83-98A801041B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4" name="Oval 1462">
                <a:extLst>
                  <a:ext uri="{FF2B5EF4-FFF2-40B4-BE49-F238E27FC236}">
                    <a16:creationId xmlns:a16="http://schemas.microsoft.com/office/drawing/2014/main" id="{1E0CDEC6-E518-DB66-79B7-D0CC950F68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2" name="Group 1463">
              <a:extLst>
                <a:ext uri="{FF2B5EF4-FFF2-40B4-BE49-F238E27FC236}">
                  <a16:creationId xmlns:a16="http://schemas.microsoft.com/office/drawing/2014/main" id="{D0CE5051-F367-AEBA-72AF-5896BF417B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473" name="Oval 1464">
                <a:extLst>
                  <a:ext uri="{FF2B5EF4-FFF2-40B4-BE49-F238E27FC236}">
                    <a16:creationId xmlns:a16="http://schemas.microsoft.com/office/drawing/2014/main" id="{73D1A1B4-ECE6-6EAB-5B66-E7DA6B3473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4" name="Oval 1465">
                <a:extLst>
                  <a:ext uri="{FF2B5EF4-FFF2-40B4-BE49-F238E27FC236}">
                    <a16:creationId xmlns:a16="http://schemas.microsoft.com/office/drawing/2014/main" id="{7FDB6EF9-04A3-BEF1-3BB3-C7AE41E28B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5" name="Freeform 1466">
                <a:extLst>
                  <a:ext uri="{FF2B5EF4-FFF2-40B4-BE49-F238E27FC236}">
                    <a16:creationId xmlns:a16="http://schemas.microsoft.com/office/drawing/2014/main" id="{6563BE11-2258-BEE6-69E8-5A8461C63F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6" name="Freeform 1467">
                <a:extLst>
                  <a:ext uri="{FF2B5EF4-FFF2-40B4-BE49-F238E27FC236}">
                    <a16:creationId xmlns:a16="http://schemas.microsoft.com/office/drawing/2014/main" id="{9E36E4A2-185E-DA3A-FF46-7E403028EE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Freeform 1468">
                <a:extLst>
                  <a:ext uri="{FF2B5EF4-FFF2-40B4-BE49-F238E27FC236}">
                    <a16:creationId xmlns:a16="http://schemas.microsoft.com/office/drawing/2014/main" id="{65FD2BC6-47C1-AB03-AA51-D228A4215B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8" name="Oval 1469">
                <a:extLst>
                  <a:ext uri="{FF2B5EF4-FFF2-40B4-BE49-F238E27FC236}">
                    <a16:creationId xmlns:a16="http://schemas.microsoft.com/office/drawing/2014/main" id="{741DE8D3-5F9F-7FAC-533E-E937F38CF6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3" name="Group 1470">
              <a:extLst>
                <a:ext uri="{FF2B5EF4-FFF2-40B4-BE49-F238E27FC236}">
                  <a16:creationId xmlns:a16="http://schemas.microsoft.com/office/drawing/2014/main" id="{38238345-79AE-EBCD-69AA-F4B52DBF0F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467" name="Oval 1471">
                <a:extLst>
                  <a:ext uri="{FF2B5EF4-FFF2-40B4-BE49-F238E27FC236}">
                    <a16:creationId xmlns:a16="http://schemas.microsoft.com/office/drawing/2014/main" id="{D3DF6B9F-8E57-DBBE-35BC-098DBC0908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8" name="Oval 1472">
                <a:extLst>
                  <a:ext uri="{FF2B5EF4-FFF2-40B4-BE49-F238E27FC236}">
                    <a16:creationId xmlns:a16="http://schemas.microsoft.com/office/drawing/2014/main" id="{410D6740-7823-23D6-2014-99F5E384EB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9" name="Freeform 1473">
                <a:extLst>
                  <a:ext uri="{FF2B5EF4-FFF2-40B4-BE49-F238E27FC236}">
                    <a16:creationId xmlns:a16="http://schemas.microsoft.com/office/drawing/2014/main" id="{D69699AD-626F-90B7-D7B5-E753B74BD1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0" name="Freeform 1474">
                <a:extLst>
                  <a:ext uri="{FF2B5EF4-FFF2-40B4-BE49-F238E27FC236}">
                    <a16:creationId xmlns:a16="http://schemas.microsoft.com/office/drawing/2014/main" id="{54EAB0EF-3831-1CE6-2F0B-7CF7FEC710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Freeform 1475">
                <a:extLst>
                  <a:ext uri="{FF2B5EF4-FFF2-40B4-BE49-F238E27FC236}">
                    <a16:creationId xmlns:a16="http://schemas.microsoft.com/office/drawing/2014/main" id="{968B3309-CF6D-3236-0ED6-371D83DDBF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2" name="Oval 1476">
                <a:extLst>
                  <a:ext uri="{FF2B5EF4-FFF2-40B4-BE49-F238E27FC236}">
                    <a16:creationId xmlns:a16="http://schemas.microsoft.com/office/drawing/2014/main" id="{47C546FD-B56D-9A4E-BC09-ECDD0BF8BB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4" name="Group 1477">
              <a:extLst>
                <a:ext uri="{FF2B5EF4-FFF2-40B4-BE49-F238E27FC236}">
                  <a16:creationId xmlns:a16="http://schemas.microsoft.com/office/drawing/2014/main" id="{97FCD229-463A-FC0A-DF76-405871D34E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61" name="Oval 1478">
                <a:extLst>
                  <a:ext uri="{FF2B5EF4-FFF2-40B4-BE49-F238E27FC236}">
                    <a16:creationId xmlns:a16="http://schemas.microsoft.com/office/drawing/2014/main" id="{D12893D9-589F-F7EC-687A-CF5A5F92BB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2" name="Oval 1479">
                <a:extLst>
                  <a:ext uri="{FF2B5EF4-FFF2-40B4-BE49-F238E27FC236}">
                    <a16:creationId xmlns:a16="http://schemas.microsoft.com/office/drawing/2014/main" id="{B3CC2F94-7419-B0F7-BCDE-4F63ED5D6C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3" name="Freeform 1480">
                <a:extLst>
                  <a:ext uri="{FF2B5EF4-FFF2-40B4-BE49-F238E27FC236}">
                    <a16:creationId xmlns:a16="http://schemas.microsoft.com/office/drawing/2014/main" id="{D66E3DF3-73E0-EAE5-75B8-33F3F0B5C7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" name="Freeform 1481">
                <a:extLst>
                  <a:ext uri="{FF2B5EF4-FFF2-40B4-BE49-F238E27FC236}">
                    <a16:creationId xmlns:a16="http://schemas.microsoft.com/office/drawing/2014/main" id="{9D0A38CC-EE4E-49EA-75DE-BD6AD30537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Freeform 1482">
                <a:extLst>
                  <a:ext uri="{FF2B5EF4-FFF2-40B4-BE49-F238E27FC236}">
                    <a16:creationId xmlns:a16="http://schemas.microsoft.com/office/drawing/2014/main" id="{BAED339E-7DB9-D697-E755-43F7F8B27C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" name="Oval 1483">
                <a:extLst>
                  <a:ext uri="{FF2B5EF4-FFF2-40B4-BE49-F238E27FC236}">
                    <a16:creationId xmlns:a16="http://schemas.microsoft.com/office/drawing/2014/main" id="{F3424501-DFE5-56CE-E10A-CD0D8289B6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5" name="Group 1484">
              <a:extLst>
                <a:ext uri="{FF2B5EF4-FFF2-40B4-BE49-F238E27FC236}">
                  <a16:creationId xmlns:a16="http://schemas.microsoft.com/office/drawing/2014/main" id="{761E5C76-B1CA-3982-6D5B-E9E4880801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455" name="Oval 1485">
                <a:extLst>
                  <a:ext uri="{FF2B5EF4-FFF2-40B4-BE49-F238E27FC236}">
                    <a16:creationId xmlns:a16="http://schemas.microsoft.com/office/drawing/2014/main" id="{59117068-82AF-3284-4055-01C5C87111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6" name="Oval 1486">
                <a:extLst>
                  <a:ext uri="{FF2B5EF4-FFF2-40B4-BE49-F238E27FC236}">
                    <a16:creationId xmlns:a16="http://schemas.microsoft.com/office/drawing/2014/main" id="{D5FC826A-1AAC-A192-B2DB-20847D2471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7" name="Freeform 1487">
                <a:extLst>
                  <a:ext uri="{FF2B5EF4-FFF2-40B4-BE49-F238E27FC236}">
                    <a16:creationId xmlns:a16="http://schemas.microsoft.com/office/drawing/2014/main" id="{BFBA9F46-8DF3-189A-CB9D-4B6920C408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" name="Freeform 1488">
                <a:extLst>
                  <a:ext uri="{FF2B5EF4-FFF2-40B4-BE49-F238E27FC236}">
                    <a16:creationId xmlns:a16="http://schemas.microsoft.com/office/drawing/2014/main" id="{11A2889B-3554-860C-7859-B3AAA7EF75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Freeform 1489">
                <a:extLst>
                  <a:ext uri="{FF2B5EF4-FFF2-40B4-BE49-F238E27FC236}">
                    <a16:creationId xmlns:a16="http://schemas.microsoft.com/office/drawing/2014/main" id="{A6A2501E-7BF2-6873-BABD-6B36796D29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" name="Oval 1490">
                <a:extLst>
                  <a:ext uri="{FF2B5EF4-FFF2-40B4-BE49-F238E27FC236}">
                    <a16:creationId xmlns:a16="http://schemas.microsoft.com/office/drawing/2014/main" id="{DE68A2D2-96C6-375B-8A28-C1EE360FE5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6" name="Group 1491">
              <a:extLst>
                <a:ext uri="{FF2B5EF4-FFF2-40B4-BE49-F238E27FC236}">
                  <a16:creationId xmlns:a16="http://schemas.microsoft.com/office/drawing/2014/main" id="{2A62A3C1-87AA-A7C7-A76C-10C88E87FC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449" name="Oval 1492">
                <a:extLst>
                  <a:ext uri="{FF2B5EF4-FFF2-40B4-BE49-F238E27FC236}">
                    <a16:creationId xmlns:a16="http://schemas.microsoft.com/office/drawing/2014/main" id="{7E12D737-C05E-8A5B-1535-8984FB00A0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0" name="Oval 1493">
                <a:extLst>
                  <a:ext uri="{FF2B5EF4-FFF2-40B4-BE49-F238E27FC236}">
                    <a16:creationId xmlns:a16="http://schemas.microsoft.com/office/drawing/2014/main" id="{1032DC8E-B3C5-DBB8-2B0E-8D3C8A3D07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1" name="Freeform 1494">
                <a:extLst>
                  <a:ext uri="{FF2B5EF4-FFF2-40B4-BE49-F238E27FC236}">
                    <a16:creationId xmlns:a16="http://schemas.microsoft.com/office/drawing/2014/main" id="{797FC0E4-F392-3D6B-B2AE-8A3E396D83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" name="Freeform 1495">
                <a:extLst>
                  <a:ext uri="{FF2B5EF4-FFF2-40B4-BE49-F238E27FC236}">
                    <a16:creationId xmlns:a16="http://schemas.microsoft.com/office/drawing/2014/main" id="{E9B95676-8980-CCBE-1B84-0FE785D70B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Freeform 1496">
                <a:extLst>
                  <a:ext uri="{FF2B5EF4-FFF2-40B4-BE49-F238E27FC236}">
                    <a16:creationId xmlns:a16="http://schemas.microsoft.com/office/drawing/2014/main" id="{B8480047-E919-7E62-D34A-13788A1B21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" name="Oval 1497">
                <a:extLst>
                  <a:ext uri="{FF2B5EF4-FFF2-40B4-BE49-F238E27FC236}">
                    <a16:creationId xmlns:a16="http://schemas.microsoft.com/office/drawing/2014/main" id="{8A3A0E37-DF43-9853-BBCF-7087012095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7" name="Group 1498">
              <a:extLst>
                <a:ext uri="{FF2B5EF4-FFF2-40B4-BE49-F238E27FC236}">
                  <a16:creationId xmlns:a16="http://schemas.microsoft.com/office/drawing/2014/main" id="{14A5C2D5-4F90-A088-FF90-7FEB53A6D5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443" name="Oval 1499">
                <a:extLst>
                  <a:ext uri="{FF2B5EF4-FFF2-40B4-BE49-F238E27FC236}">
                    <a16:creationId xmlns:a16="http://schemas.microsoft.com/office/drawing/2014/main" id="{34F72F7B-13C1-F6EA-7A38-6CE241A2D3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4" name="Oval 1500">
                <a:extLst>
                  <a:ext uri="{FF2B5EF4-FFF2-40B4-BE49-F238E27FC236}">
                    <a16:creationId xmlns:a16="http://schemas.microsoft.com/office/drawing/2014/main" id="{8C68523B-5B6C-F2E0-D819-2F9574C110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5" name="Freeform 1501">
                <a:extLst>
                  <a:ext uri="{FF2B5EF4-FFF2-40B4-BE49-F238E27FC236}">
                    <a16:creationId xmlns:a16="http://schemas.microsoft.com/office/drawing/2014/main" id="{CF78D462-7A17-E4DA-F73B-F6497D3AB7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" name="Freeform 1502">
                <a:extLst>
                  <a:ext uri="{FF2B5EF4-FFF2-40B4-BE49-F238E27FC236}">
                    <a16:creationId xmlns:a16="http://schemas.microsoft.com/office/drawing/2014/main" id="{6043AFB5-1AB9-F017-26F2-4B2A6B5FC0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" name="Freeform 1503">
                <a:extLst>
                  <a:ext uri="{FF2B5EF4-FFF2-40B4-BE49-F238E27FC236}">
                    <a16:creationId xmlns:a16="http://schemas.microsoft.com/office/drawing/2014/main" id="{AB24C4BF-FFE4-36FA-87E2-B9DC1A758B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" name="Oval 1504">
                <a:extLst>
                  <a:ext uri="{FF2B5EF4-FFF2-40B4-BE49-F238E27FC236}">
                    <a16:creationId xmlns:a16="http://schemas.microsoft.com/office/drawing/2014/main" id="{6156E742-70BB-CE94-305A-3E325B79F4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8" name="Group 1505">
              <a:extLst>
                <a:ext uri="{FF2B5EF4-FFF2-40B4-BE49-F238E27FC236}">
                  <a16:creationId xmlns:a16="http://schemas.microsoft.com/office/drawing/2014/main" id="{67D994C2-ACF9-1C00-77B8-4B2E48CD78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437" name="Oval 1506">
                <a:extLst>
                  <a:ext uri="{FF2B5EF4-FFF2-40B4-BE49-F238E27FC236}">
                    <a16:creationId xmlns:a16="http://schemas.microsoft.com/office/drawing/2014/main" id="{98736525-8D3A-45BE-563E-902A432953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8" name="Oval 1507">
                <a:extLst>
                  <a:ext uri="{FF2B5EF4-FFF2-40B4-BE49-F238E27FC236}">
                    <a16:creationId xmlns:a16="http://schemas.microsoft.com/office/drawing/2014/main" id="{866E4F65-BF06-E30B-46EE-912081810D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9" name="Freeform 1508">
                <a:extLst>
                  <a:ext uri="{FF2B5EF4-FFF2-40B4-BE49-F238E27FC236}">
                    <a16:creationId xmlns:a16="http://schemas.microsoft.com/office/drawing/2014/main" id="{F2E7D804-1166-69AB-D215-0FB53D3609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" name="Freeform 1509">
                <a:extLst>
                  <a:ext uri="{FF2B5EF4-FFF2-40B4-BE49-F238E27FC236}">
                    <a16:creationId xmlns:a16="http://schemas.microsoft.com/office/drawing/2014/main" id="{240DC8D5-9FFB-3D2A-DB9B-F982D4C146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" name="Freeform 1510">
                <a:extLst>
                  <a:ext uri="{FF2B5EF4-FFF2-40B4-BE49-F238E27FC236}">
                    <a16:creationId xmlns:a16="http://schemas.microsoft.com/office/drawing/2014/main" id="{5C2B50F9-CDF1-1C26-EC4A-215F3041DA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" name="Oval 1511">
                <a:extLst>
                  <a:ext uri="{FF2B5EF4-FFF2-40B4-BE49-F238E27FC236}">
                    <a16:creationId xmlns:a16="http://schemas.microsoft.com/office/drawing/2014/main" id="{55B1ECEC-906B-F0FE-AC22-4AF2D0C5BA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39" name="Group 1512">
              <a:extLst>
                <a:ext uri="{FF2B5EF4-FFF2-40B4-BE49-F238E27FC236}">
                  <a16:creationId xmlns:a16="http://schemas.microsoft.com/office/drawing/2014/main" id="{E6A07D9E-5452-8E99-19D3-7031016953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431" name="Oval 1513">
                <a:extLst>
                  <a:ext uri="{FF2B5EF4-FFF2-40B4-BE49-F238E27FC236}">
                    <a16:creationId xmlns:a16="http://schemas.microsoft.com/office/drawing/2014/main" id="{75DAB31D-7EEB-6CEE-828D-14DE9DC919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2" name="Oval 1514">
                <a:extLst>
                  <a:ext uri="{FF2B5EF4-FFF2-40B4-BE49-F238E27FC236}">
                    <a16:creationId xmlns:a16="http://schemas.microsoft.com/office/drawing/2014/main" id="{2507231E-5785-E5C1-A4A0-9CCE089839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3" name="Freeform 1515">
                <a:extLst>
                  <a:ext uri="{FF2B5EF4-FFF2-40B4-BE49-F238E27FC236}">
                    <a16:creationId xmlns:a16="http://schemas.microsoft.com/office/drawing/2014/main" id="{05A028C7-D7BC-0340-B981-F5141D3116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" name="Freeform 1516">
                <a:extLst>
                  <a:ext uri="{FF2B5EF4-FFF2-40B4-BE49-F238E27FC236}">
                    <a16:creationId xmlns:a16="http://schemas.microsoft.com/office/drawing/2014/main" id="{D6CEB56B-8911-85E2-7EA7-F68EEA5B1C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" name="Freeform 1517">
                <a:extLst>
                  <a:ext uri="{FF2B5EF4-FFF2-40B4-BE49-F238E27FC236}">
                    <a16:creationId xmlns:a16="http://schemas.microsoft.com/office/drawing/2014/main" id="{7B0FD693-1866-1B3F-B467-148880B875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" name="Oval 1518">
                <a:extLst>
                  <a:ext uri="{FF2B5EF4-FFF2-40B4-BE49-F238E27FC236}">
                    <a16:creationId xmlns:a16="http://schemas.microsoft.com/office/drawing/2014/main" id="{7A8FEBCC-AB76-2411-C5DD-948DAC2052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0" name="Group 1519">
              <a:extLst>
                <a:ext uri="{FF2B5EF4-FFF2-40B4-BE49-F238E27FC236}">
                  <a16:creationId xmlns:a16="http://schemas.microsoft.com/office/drawing/2014/main" id="{C3C390A4-55E9-DA22-8CDF-EE3D9DBFD2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425" name="Oval 1520">
                <a:extLst>
                  <a:ext uri="{FF2B5EF4-FFF2-40B4-BE49-F238E27FC236}">
                    <a16:creationId xmlns:a16="http://schemas.microsoft.com/office/drawing/2014/main" id="{C9A29EA4-6DB5-A3E3-5D18-A570EE4C5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6" name="Oval 1521">
                <a:extLst>
                  <a:ext uri="{FF2B5EF4-FFF2-40B4-BE49-F238E27FC236}">
                    <a16:creationId xmlns:a16="http://schemas.microsoft.com/office/drawing/2014/main" id="{99E36CEB-72C1-914F-B657-9B125019FB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7" name="Freeform 1522">
                <a:extLst>
                  <a:ext uri="{FF2B5EF4-FFF2-40B4-BE49-F238E27FC236}">
                    <a16:creationId xmlns:a16="http://schemas.microsoft.com/office/drawing/2014/main" id="{9D9B6DAB-20A8-8168-7C68-E4033995C7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" name="Freeform 1523">
                <a:extLst>
                  <a:ext uri="{FF2B5EF4-FFF2-40B4-BE49-F238E27FC236}">
                    <a16:creationId xmlns:a16="http://schemas.microsoft.com/office/drawing/2014/main" id="{B07D9C9E-0294-1A69-51EE-303A84A6FF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" name="Freeform 1524">
                <a:extLst>
                  <a:ext uri="{FF2B5EF4-FFF2-40B4-BE49-F238E27FC236}">
                    <a16:creationId xmlns:a16="http://schemas.microsoft.com/office/drawing/2014/main" id="{E9009A40-CA12-3145-7A59-196B8509F8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0" name="Oval 1525">
                <a:extLst>
                  <a:ext uri="{FF2B5EF4-FFF2-40B4-BE49-F238E27FC236}">
                    <a16:creationId xmlns:a16="http://schemas.microsoft.com/office/drawing/2014/main" id="{1A952179-91F0-6FBC-BB9A-ED7D038073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1" name="Group 1526">
              <a:extLst>
                <a:ext uri="{FF2B5EF4-FFF2-40B4-BE49-F238E27FC236}">
                  <a16:creationId xmlns:a16="http://schemas.microsoft.com/office/drawing/2014/main" id="{6F0A25CD-E7EE-99A2-803C-723596FCD0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419" name="Oval 1527">
                <a:extLst>
                  <a:ext uri="{FF2B5EF4-FFF2-40B4-BE49-F238E27FC236}">
                    <a16:creationId xmlns:a16="http://schemas.microsoft.com/office/drawing/2014/main" id="{BF0BD636-B1FB-1C3A-38E1-C24491C88A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0" name="Oval 1528">
                <a:extLst>
                  <a:ext uri="{FF2B5EF4-FFF2-40B4-BE49-F238E27FC236}">
                    <a16:creationId xmlns:a16="http://schemas.microsoft.com/office/drawing/2014/main" id="{258310BE-7C27-7EA8-C5D4-50DC22064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1" name="Freeform 1529">
                <a:extLst>
                  <a:ext uri="{FF2B5EF4-FFF2-40B4-BE49-F238E27FC236}">
                    <a16:creationId xmlns:a16="http://schemas.microsoft.com/office/drawing/2014/main" id="{5F8091F0-5B1E-7754-B27C-0AB733D1A8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" name="Freeform 1530">
                <a:extLst>
                  <a:ext uri="{FF2B5EF4-FFF2-40B4-BE49-F238E27FC236}">
                    <a16:creationId xmlns:a16="http://schemas.microsoft.com/office/drawing/2014/main" id="{852DDCFA-8A24-CC97-09A8-3F1C86CBBA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" name="Freeform 1531">
                <a:extLst>
                  <a:ext uri="{FF2B5EF4-FFF2-40B4-BE49-F238E27FC236}">
                    <a16:creationId xmlns:a16="http://schemas.microsoft.com/office/drawing/2014/main" id="{C486F952-AFB1-0F8E-3FF0-26988735EB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" name="Oval 1532">
                <a:extLst>
                  <a:ext uri="{FF2B5EF4-FFF2-40B4-BE49-F238E27FC236}">
                    <a16:creationId xmlns:a16="http://schemas.microsoft.com/office/drawing/2014/main" id="{D8F22FBE-92C9-93EB-F302-61A9DC5CA6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2" name="Group 1533">
              <a:extLst>
                <a:ext uri="{FF2B5EF4-FFF2-40B4-BE49-F238E27FC236}">
                  <a16:creationId xmlns:a16="http://schemas.microsoft.com/office/drawing/2014/main" id="{886F0C70-A017-48DF-D8F5-8AED7117EC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413" name="Oval 1534">
                <a:extLst>
                  <a:ext uri="{FF2B5EF4-FFF2-40B4-BE49-F238E27FC236}">
                    <a16:creationId xmlns:a16="http://schemas.microsoft.com/office/drawing/2014/main" id="{E481EEA8-7CF7-A691-C3F4-62838D3404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4" name="Oval 1535">
                <a:extLst>
                  <a:ext uri="{FF2B5EF4-FFF2-40B4-BE49-F238E27FC236}">
                    <a16:creationId xmlns:a16="http://schemas.microsoft.com/office/drawing/2014/main" id="{706AC89A-F197-E4DB-3471-8A66A26221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5" name="Freeform 1536">
                <a:extLst>
                  <a:ext uri="{FF2B5EF4-FFF2-40B4-BE49-F238E27FC236}">
                    <a16:creationId xmlns:a16="http://schemas.microsoft.com/office/drawing/2014/main" id="{76212FEE-1BF1-FAD2-75EB-7158FD2E4C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" name="Freeform 1537">
                <a:extLst>
                  <a:ext uri="{FF2B5EF4-FFF2-40B4-BE49-F238E27FC236}">
                    <a16:creationId xmlns:a16="http://schemas.microsoft.com/office/drawing/2014/main" id="{B70DC2E8-BD62-40D6-8055-E9A540586B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" name="Freeform 1538">
                <a:extLst>
                  <a:ext uri="{FF2B5EF4-FFF2-40B4-BE49-F238E27FC236}">
                    <a16:creationId xmlns:a16="http://schemas.microsoft.com/office/drawing/2014/main" id="{CA34F5E5-04CA-3C8E-E3BC-2D17B36F95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" name="Oval 1539">
                <a:extLst>
                  <a:ext uri="{FF2B5EF4-FFF2-40B4-BE49-F238E27FC236}">
                    <a16:creationId xmlns:a16="http://schemas.microsoft.com/office/drawing/2014/main" id="{E041FF80-3BB1-5EBF-6130-12DB48B527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3" name="Group 1540">
              <a:extLst>
                <a:ext uri="{FF2B5EF4-FFF2-40B4-BE49-F238E27FC236}">
                  <a16:creationId xmlns:a16="http://schemas.microsoft.com/office/drawing/2014/main" id="{5C58B236-D411-E814-A1CF-250D8809085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07" name="Oval 1541">
                <a:extLst>
                  <a:ext uri="{FF2B5EF4-FFF2-40B4-BE49-F238E27FC236}">
                    <a16:creationId xmlns:a16="http://schemas.microsoft.com/office/drawing/2014/main" id="{5405F30E-00E9-806A-0887-121AD658A4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8" name="Oval 1542">
                <a:extLst>
                  <a:ext uri="{FF2B5EF4-FFF2-40B4-BE49-F238E27FC236}">
                    <a16:creationId xmlns:a16="http://schemas.microsoft.com/office/drawing/2014/main" id="{74F9BA4F-0AB3-502F-E8A7-641FAB5F02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9" name="Freeform 1543">
                <a:extLst>
                  <a:ext uri="{FF2B5EF4-FFF2-40B4-BE49-F238E27FC236}">
                    <a16:creationId xmlns:a16="http://schemas.microsoft.com/office/drawing/2014/main" id="{4DD564EE-C457-1840-BF20-C53619B331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0" name="Freeform 1544">
                <a:extLst>
                  <a:ext uri="{FF2B5EF4-FFF2-40B4-BE49-F238E27FC236}">
                    <a16:creationId xmlns:a16="http://schemas.microsoft.com/office/drawing/2014/main" id="{51A19E8F-1A7B-6575-2569-8B9F8521A8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1" name="Freeform 1545">
                <a:extLst>
                  <a:ext uri="{FF2B5EF4-FFF2-40B4-BE49-F238E27FC236}">
                    <a16:creationId xmlns:a16="http://schemas.microsoft.com/office/drawing/2014/main" id="{ED5FADB0-352E-C986-26CD-428FB35D09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2" name="Oval 1546">
                <a:extLst>
                  <a:ext uri="{FF2B5EF4-FFF2-40B4-BE49-F238E27FC236}">
                    <a16:creationId xmlns:a16="http://schemas.microsoft.com/office/drawing/2014/main" id="{023D4599-97D1-D6E0-8679-7A51B5B911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4" name="Group 1547">
              <a:extLst>
                <a:ext uri="{FF2B5EF4-FFF2-40B4-BE49-F238E27FC236}">
                  <a16:creationId xmlns:a16="http://schemas.microsoft.com/office/drawing/2014/main" id="{70FEFBAC-2A22-3B44-E7D6-7EF6B93D99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01" name="Oval 1548">
                <a:extLst>
                  <a:ext uri="{FF2B5EF4-FFF2-40B4-BE49-F238E27FC236}">
                    <a16:creationId xmlns:a16="http://schemas.microsoft.com/office/drawing/2014/main" id="{C4F62D82-0261-877C-3044-5191298B0E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2" name="Oval 1549">
                <a:extLst>
                  <a:ext uri="{FF2B5EF4-FFF2-40B4-BE49-F238E27FC236}">
                    <a16:creationId xmlns:a16="http://schemas.microsoft.com/office/drawing/2014/main" id="{B131566D-94BA-BF3C-B916-99EF1991C0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3" name="Freeform 1550">
                <a:extLst>
                  <a:ext uri="{FF2B5EF4-FFF2-40B4-BE49-F238E27FC236}">
                    <a16:creationId xmlns:a16="http://schemas.microsoft.com/office/drawing/2014/main" id="{3677E4F5-3FDB-9DF2-1C32-D315C54B56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4" name="Freeform 1551">
                <a:extLst>
                  <a:ext uri="{FF2B5EF4-FFF2-40B4-BE49-F238E27FC236}">
                    <a16:creationId xmlns:a16="http://schemas.microsoft.com/office/drawing/2014/main" id="{C8AF04F5-4B15-BB6D-C86E-DE23B4022A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5" name="Freeform 1552">
                <a:extLst>
                  <a:ext uri="{FF2B5EF4-FFF2-40B4-BE49-F238E27FC236}">
                    <a16:creationId xmlns:a16="http://schemas.microsoft.com/office/drawing/2014/main" id="{097663E6-A163-DC98-FE83-C165B3C797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6" name="Oval 1553">
                <a:extLst>
                  <a:ext uri="{FF2B5EF4-FFF2-40B4-BE49-F238E27FC236}">
                    <a16:creationId xmlns:a16="http://schemas.microsoft.com/office/drawing/2014/main" id="{D683E078-D6B2-7727-9D51-C7E23914D3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5" name="Group 1554">
              <a:extLst>
                <a:ext uri="{FF2B5EF4-FFF2-40B4-BE49-F238E27FC236}">
                  <a16:creationId xmlns:a16="http://schemas.microsoft.com/office/drawing/2014/main" id="{B1132EB9-4575-4C96-5625-16BFCEEAC2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395" name="Oval 1555">
                <a:extLst>
                  <a:ext uri="{FF2B5EF4-FFF2-40B4-BE49-F238E27FC236}">
                    <a16:creationId xmlns:a16="http://schemas.microsoft.com/office/drawing/2014/main" id="{08B1312A-0EB1-D2D6-1A2D-27913C7EB7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6" name="Oval 1556">
                <a:extLst>
                  <a:ext uri="{FF2B5EF4-FFF2-40B4-BE49-F238E27FC236}">
                    <a16:creationId xmlns:a16="http://schemas.microsoft.com/office/drawing/2014/main" id="{B53C7A4C-85EC-24A6-6710-A193E3D8FC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7" name="Freeform 1557">
                <a:extLst>
                  <a:ext uri="{FF2B5EF4-FFF2-40B4-BE49-F238E27FC236}">
                    <a16:creationId xmlns:a16="http://schemas.microsoft.com/office/drawing/2014/main" id="{D15E0F5E-87E8-4ADA-2569-FC979AED0E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8" name="Freeform 1558">
                <a:extLst>
                  <a:ext uri="{FF2B5EF4-FFF2-40B4-BE49-F238E27FC236}">
                    <a16:creationId xmlns:a16="http://schemas.microsoft.com/office/drawing/2014/main" id="{A147DF60-F601-F34F-9BB4-4284C9825E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9" name="Freeform 1559">
                <a:extLst>
                  <a:ext uri="{FF2B5EF4-FFF2-40B4-BE49-F238E27FC236}">
                    <a16:creationId xmlns:a16="http://schemas.microsoft.com/office/drawing/2014/main" id="{D7CB54E4-B4A2-6BF8-EF51-248B45A9D6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0" name="Oval 1560">
                <a:extLst>
                  <a:ext uri="{FF2B5EF4-FFF2-40B4-BE49-F238E27FC236}">
                    <a16:creationId xmlns:a16="http://schemas.microsoft.com/office/drawing/2014/main" id="{8B5DEE86-98D9-256E-9E3E-886323DBF5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6" name="Group 1561">
              <a:extLst>
                <a:ext uri="{FF2B5EF4-FFF2-40B4-BE49-F238E27FC236}">
                  <a16:creationId xmlns:a16="http://schemas.microsoft.com/office/drawing/2014/main" id="{5E356EF9-11B0-0888-115A-A381970059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389" name="Oval 1562">
                <a:extLst>
                  <a:ext uri="{FF2B5EF4-FFF2-40B4-BE49-F238E27FC236}">
                    <a16:creationId xmlns:a16="http://schemas.microsoft.com/office/drawing/2014/main" id="{CD0239E7-1C30-5029-F4A3-FE5E139FA0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0" name="Oval 1563">
                <a:extLst>
                  <a:ext uri="{FF2B5EF4-FFF2-40B4-BE49-F238E27FC236}">
                    <a16:creationId xmlns:a16="http://schemas.microsoft.com/office/drawing/2014/main" id="{C8C8E017-145A-975E-8FA0-40081E6FCB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1" name="Freeform 1564">
                <a:extLst>
                  <a:ext uri="{FF2B5EF4-FFF2-40B4-BE49-F238E27FC236}">
                    <a16:creationId xmlns:a16="http://schemas.microsoft.com/office/drawing/2014/main" id="{2B54B603-C89B-DB19-78AA-025014BCCD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2" name="Freeform 1565">
                <a:extLst>
                  <a:ext uri="{FF2B5EF4-FFF2-40B4-BE49-F238E27FC236}">
                    <a16:creationId xmlns:a16="http://schemas.microsoft.com/office/drawing/2014/main" id="{9849BAB3-315F-E0C6-0EBF-AE6069AE29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3" name="Freeform 1566">
                <a:extLst>
                  <a:ext uri="{FF2B5EF4-FFF2-40B4-BE49-F238E27FC236}">
                    <a16:creationId xmlns:a16="http://schemas.microsoft.com/office/drawing/2014/main" id="{091B07B4-0C81-6F6C-969C-CA1B635034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4" name="Oval 1567">
                <a:extLst>
                  <a:ext uri="{FF2B5EF4-FFF2-40B4-BE49-F238E27FC236}">
                    <a16:creationId xmlns:a16="http://schemas.microsoft.com/office/drawing/2014/main" id="{EABE5768-505D-3672-93ED-10C53AB2C8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7" name="Group 1568">
              <a:extLst>
                <a:ext uri="{FF2B5EF4-FFF2-40B4-BE49-F238E27FC236}">
                  <a16:creationId xmlns:a16="http://schemas.microsoft.com/office/drawing/2014/main" id="{19E88259-B09A-E0A4-3836-B97D39D539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383" name="Oval 1569">
                <a:extLst>
                  <a:ext uri="{FF2B5EF4-FFF2-40B4-BE49-F238E27FC236}">
                    <a16:creationId xmlns:a16="http://schemas.microsoft.com/office/drawing/2014/main" id="{51A3A3D3-75FC-99C2-7105-7CBEBAE8C8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4" name="Oval 1570">
                <a:extLst>
                  <a:ext uri="{FF2B5EF4-FFF2-40B4-BE49-F238E27FC236}">
                    <a16:creationId xmlns:a16="http://schemas.microsoft.com/office/drawing/2014/main" id="{F7DE12DA-E038-4764-9644-20471D7813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5" name="Freeform 1571">
                <a:extLst>
                  <a:ext uri="{FF2B5EF4-FFF2-40B4-BE49-F238E27FC236}">
                    <a16:creationId xmlns:a16="http://schemas.microsoft.com/office/drawing/2014/main" id="{4D82170D-4DE2-5ED1-C3C7-F5B1662F54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6" name="Freeform 1572">
                <a:extLst>
                  <a:ext uri="{FF2B5EF4-FFF2-40B4-BE49-F238E27FC236}">
                    <a16:creationId xmlns:a16="http://schemas.microsoft.com/office/drawing/2014/main" id="{B06D632B-400A-06D9-B336-0275D4E716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7" name="Freeform 1573">
                <a:extLst>
                  <a:ext uri="{FF2B5EF4-FFF2-40B4-BE49-F238E27FC236}">
                    <a16:creationId xmlns:a16="http://schemas.microsoft.com/office/drawing/2014/main" id="{8C8A89D2-AF9F-4D93-15F6-F2B3C950FE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8" name="Oval 1574">
                <a:extLst>
                  <a:ext uri="{FF2B5EF4-FFF2-40B4-BE49-F238E27FC236}">
                    <a16:creationId xmlns:a16="http://schemas.microsoft.com/office/drawing/2014/main" id="{28FDAC74-EAB7-7D87-B715-F21D8C8CAE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8" name="Group 1575">
              <a:extLst>
                <a:ext uri="{FF2B5EF4-FFF2-40B4-BE49-F238E27FC236}">
                  <a16:creationId xmlns:a16="http://schemas.microsoft.com/office/drawing/2014/main" id="{FFE4133C-8574-AB5D-E0DD-264403C712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377" name="Oval 1576">
                <a:extLst>
                  <a:ext uri="{FF2B5EF4-FFF2-40B4-BE49-F238E27FC236}">
                    <a16:creationId xmlns:a16="http://schemas.microsoft.com/office/drawing/2014/main" id="{59243144-39DD-E6B3-C93C-E87CF753ED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8" name="Oval 1577">
                <a:extLst>
                  <a:ext uri="{FF2B5EF4-FFF2-40B4-BE49-F238E27FC236}">
                    <a16:creationId xmlns:a16="http://schemas.microsoft.com/office/drawing/2014/main" id="{5B149EB3-F775-72D8-EE7B-714A302AB6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9" name="Freeform 1578">
                <a:extLst>
                  <a:ext uri="{FF2B5EF4-FFF2-40B4-BE49-F238E27FC236}">
                    <a16:creationId xmlns:a16="http://schemas.microsoft.com/office/drawing/2014/main" id="{5288A21C-8A6C-048A-B1FC-28101FE6BA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0" name="Freeform 1579">
                <a:extLst>
                  <a:ext uri="{FF2B5EF4-FFF2-40B4-BE49-F238E27FC236}">
                    <a16:creationId xmlns:a16="http://schemas.microsoft.com/office/drawing/2014/main" id="{02BDFBA0-6425-A09E-8C80-E9106AC9F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1" name="Freeform 1580">
                <a:extLst>
                  <a:ext uri="{FF2B5EF4-FFF2-40B4-BE49-F238E27FC236}">
                    <a16:creationId xmlns:a16="http://schemas.microsoft.com/office/drawing/2014/main" id="{FD783ECB-1B5B-AAE3-5457-D0FC6F5D55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2" name="Oval 1581">
                <a:extLst>
                  <a:ext uri="{FF2B5EF4-FFF2-40B4-BE49-F238E27FC236}">
                    <a16:creationId xmlns:a16="http://schemas.microsoft.com/office/drawing/2014/main" id="{1708DA20-A705-D1A5-40C7-143225502F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49" name="Group 1582">
              <a:extLst>
                <a:ext uri="{FF2B5EF4-FFF2-40B4-BE49-F238E27FC236}">
                  <a16:creationId xmlns:a16="http://schemas.microsoft.com/office/drawing/2014/main" id="{9F534E04-D91D-658F-8A4E-434A52ABD1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371" name="Oval 1583">
                <a:extLst>
                  <a:ext uri="{FF2B5EF4-FFF2-40B4-BE49-F238E27FC236}">
                    <a16:creationId xmlns:a16="http://schemas.microsoft.com/office/drawing/2014/main" id="{FB6E5885-D333-73D9-3E52-FF632573AE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2" name="Oval 1584">
                <a:extLst>
                  <a:ext uri="{FF2B5EF4-FFF2-40B4-BE49-F238E27FC236}">
                    <a16:creationId xmlns:a16="http://schemas.microsoft.com/office/drawing/2014/main" id="{8895C01B-90A0-B8CF-5469-A7611AFBB0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3" name="Freeform 1585">
                <a:extLst>
                  <a:ext uri="{FF2B5EF4-FFF2-40B4-BE49-F238E27FC236}">
                    <a16:creationId xmlns:a16="http://schemas.microsoft.com/office/drawing/2014/main" id="{FDFF1B19-A1F1-496A-BF92-528438B2AB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4" name="Freeform 1586">
                <a:extLst>
                  <a:ext uri="{FF2B5EF4-FFF2-40B4-BE49-F238E27FC236}">
                    <a16:creationId xmlns:a16="http://schemas.microsoft.com/office/drawing/2014/main" id="{5A3F25C7-71FB-3CDE-5FC6-623009D1A5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5" name="Freeform 1587">
                <a:extLst>
                  <a:ext uri="{FF2B5EF4-FFF2-40B4-BE49-F238E27FC236}">
                    <a16:creationId xmlns:a16="http://schemas.microsoft.com/office/drawing/2014/main" id="{8A3D7278-9011-60C6-9279-B588FFAA58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6" name="Oval 1588">
                <a:extLst>
                  <a:ext uri="{FF2B5EF4-FFF2-40B4-BE49-F238E27FC236}">
                    <a16:creationId xmlns:a16="http://schemas.microsoft.com/office/drawing/2014/main" id="{D4E8B9FC-F197-D943-8232-5612B04E3D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0" name="Group 1589">
              <a:extLst>
                <a:ext uri="{FF2B5EF4-FFF2-40B4-BE49-F238E27FC236}">
                  <a16:creationId xmlns:a16="http://schemas.microsoft.com/office/drawing/2014/main" id="{55E08EA3-2191-9F28-DB14-8C42AAC101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365" name="Oval 1590">
                <a:extLst>
                  <a:ext uri="{FF2B5EF4-FFF2-40B4-BE49-F238E27FC236}">
                    <a16:creationId xmlns:a16="http://schemas.microsoft.com/office/drawing/2014/main" id="{86716A8D-1028-83E0-A4F9-A8C5601303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6" name="Oval 1591">
                <a:extLst>
                  <a:ext uri="{FF2B5EF4-FFF2-40B4-BE49-F238E27FC236}">
                    <a16:creationId xmlns:a16="http://schemas.microsoft.com/office/drawing/2014/main" id="{2BF3404D-BE9A-CF6F-B37D-7F786D5884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7" name="Freeform 1592">
                <a:extLst>
                  <a:ext uri="{FF2B5EF4-FFF2-40B4-BE49-F238E27FC236}">
                    <a16:creationId xmlns:a16="http://schemas.microsoft.com/office/drawing/2014/main" id="{25321BFB-2903-706B-1992-E436042F53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8" name="Freeform 1593">
                <a:extLst>
                  <a:ext uri="{FF2B5EF4-FFF2-40B4-BE49-F238E27FC236}">
                    <a16:creationId xmlns:a16="http://schemas.microsoft.com/office/drawing/2014/main" id="{9124D3D9-A352-A374-E9AA-B20AE22921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9" name="Freeform 1594">
                <a:extLst>
                  <a:ext uri="{FF2B5EF4-FFF2-40B4-BE49-F238E27FC236}">
                    <a16:creationId xmlns:a16="http://schemas.microsoft.com/office/drawing/2014/main" id="{1A1C440B-AC1A-BF5F-41B1-8C254EC759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0" name="Oval 1595">
                <a:extLst>
                  <a:ext uri="{FF2B5EF4-FFF2-40B4-BE49-F238E27FC236}">
                    <a16:creationId xmlns:a16="http://schemas.microsoft.com/office/drawing/2014/main" id="{FA6AF32E-A6A8-D932-DE03-E15A00061A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1" name="Group 1596">
              <a:extLst>
                <a:ext uri="{FF2B5EF4-FFF2-40B4-BE49-F238E27FC236}">
                  <a16:creationId xmlns:a16="http://schemas.microsoft.com/office/drawing/2014/main" id="{37684F7B-3DA2-F689-4694-A66C863638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359" name="Oval 1597">
                <a:extLst>
                  <a:ext uri="{FF2B5EF4-FFF2-40B4-BE49-F238E27FC236}">
                    <a16:creationId xmlns:a16="http://schemas.microsoft.com/office/drawing/2014/main" id="{DE349142-9586-C5F8-8DA8-307C6621EA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0" name="Oval 1598">
                <a:extLst>
                  <a:ext uri="{FF2B5EF4-FFF2-40B4-BE49-F238E27FC236}">
                    <a16:creationId xmlns:a16="http://schemas.microsoft.com/office/drawing/2014/main" id="{14A3DACD-46C0-80ED-EF2F-B3CA70B93A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1" name="Freeform 1599">
                <a:extLst>
                  <a:ext uri="{FF2B5EF4-FFF2-40B4-BE49-F238E27FC236}">
                    <a16:creationId xmlns:a16="http://schemas.microsoft.com/office/drawing/2014/main" id="{DAD97ED8-5838-5BE4-4BD3-8F3336E678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" name="Freeform 1600">
                <a:extLst>
                  <a:ext uri="{FF2B5EF4-FFF2-40B4-BE49-F238E27FC236}">
                    <a16:creationId xmlns:a16="http://schemas.microsoft.com/office/drawing/2014/main" id="{15C2D270-D189-B83E-6086-5F6C7ABDD7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3" name="Freeform 1601">
                <a:extLst>
                  <a:ext uri="{FF2B5EF4-FFF2-40B4-BE49-F238E27FC236}">
                    <a16:creationId xmlns:a16="http://schemas.microsoft.com/office/drawing/2014/main" id="{22ABA471-1960-72A8-8F0E-D2C051736A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4" name="Oval 1602">
                <a:extLst>
                  <a:ext uri="{FF2B5EF4-FFF2-40B4-BE49-F238E27FC236}">
                    <a16:creationId xmlns:a16="http://schemas.microsoft.com/office/drawing/2014/main" id="{F7C990E2-1DB0-A8C0-4300-D37FF2F645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2" name="Group 1603">
              <a:extLst>
                <a:ext uri="{FF2B5EF4-FFF2-40B4-BE49-F238E27FC236}">
                  <a16:creationId xmlns:a16="http://schemas.microsoft.com/office/drawing/2014/main" id="{60AFA10A-4109-4AAA-9C9C-50D4AD72CA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353" name="Oval 1604">
                <a:extLst>
                  <a:ext uri="{FF2B5EF4-FFF2-40B4-BE49-F238E27FC236}">
                    <a16:creationId xmlns:a16="http://schemas.microsoft.com/office/drawing/2014/main" id="{E8A06DA5-1743-F5F3-AD3F-FA532D6684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4" name="Oval 1605">
                <a:extLst>
                  <a:ext uri="{FF2B5EF4-FFF2-40B4-BE49-F238E27FC236}">
                    <a16:creationId xmlns:a16="http://schemas.microsoft.com/office/drawing/2014/main" id="{7C2960E5-A3DD-AF97-0D52-C0AD454FAE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5" name="Freeform 1606">
                <a:extLst>
                  <a:ext uri="{FF2B5EF4-FFF2-40B4-BE49-F238E27FC236}">
                    <a16:creationId xmlns:a16="http://schemas.microsoft.com/office/drawing/2014/main" id="{331D75FA-D3F6-47DC-8CC0-1890303AFD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6" name="Freeform 1607">
                <a:extLst>
                  <a:ext uri="{FF2B5EF4-FFF2-40B4-BE49-F238E27FC236}">
                    <a16:creationId xmlns:a16="http://schemas.microsoft.com/office/drawing/2014/main" id="{BBEE1F96-41C3-AE1E-7C48-1C5755C263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7" name="Freeform 1608">
                <a:extLst>
                  <a:ext uri="{FF2B5EF4-FFF2-40B4-BE49-F238E27FC236}">
                    <a16:creationId xmlns:a16="http://schemas.microsoft.com/office/drawing/2014/main" id="{F814A1D9-0223-5989-8BA2-3BC8348A67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" name="Oval 1609">
                <a:extLst>
                  <a:ext uri="{FF2B5EF4-FFF2-40B4-BE49-F238E27FC236}">
                    <a16:creationId xmlns:a16="http://schemas.microsoft.com/office/drawing/2014/main" id="{843277B6-DECF-76E9-D7D9-AD11AAA50A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545" name="Group 1385">
            <a:extLst>
              <a:ext uri="{FF2B5EF4-FFF2-40B4-BE49-F238E27FC236}">
                <a16:creationId xmlns:a16="http://schemas.microsoft.com/office/drawing/2014/main" id="{4FA783E1-7F7D-712C-8AE9-A8245BFD180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2699" y="434550"/>
            <a:ext cx="1141095" cy="340150"/>
            <a:chOff x="446" y="1196"/>
            <a:chExt cx="1048" cy="312"/>
          </a:xfrm>
        </p:grpSpPr>
        <p:grpSp>
          <p:nvGrpSpPr>
            <p:cNvPr id="1546" name="Group 1386">
              <a:extLst>
                <a:ext uri="{FF2B5EF4-FFF2-40B4-BE49-F238E27FC236}">
                  <a16:creationId xmlns:a16="http://schemas.microsoft.com/office/drawing/2014/main" id="{395FD66C-1A67-ECB7-7EF1-269B02D9C7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764" name="Oval 1387">
                <a:extLst>
                  <a:ext uri="{FF2B5EF4-FFF2-40B4-BE49-F238E27FC236}">
                    <a16:creationId xmlns:a16="http://schemas.microsoft.com/office/drawing/2014/main" id="{6DFE74E2-4CF4-ACAF-B2D4-E94BBDB830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5" name="Oval 1388">
                <a:extLst>
                  <a:ext uri="{FF2B5EF4-FFF2-40B4-BE49-F238E27FC236}">
                    <a16:creationId xmlns:a16="http://schemas.microsoft.com/office/drawing/2014/main" id="{A4D136F0-68FE-D279-8C78-EC7651ACC1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6" name="Freeform 1389">
                <a:extLst>
                  <a:ext uri="{FF2B5EF4-FFF2-40B4-BE49-F238E27FC236}">
                    <a16:creationId xmlns:a16="http://schemas.microsoft.com/office/drawing/2014/main" id="{A5CE059E-1783-5E9C-AC5F-79BC644189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" name="Freeform 1390">
                <a:extLst>
                  <a:ext uri="{FF2B5EF4-FFF2-40B4-BE49-F238E27FC236}">
                    <a16:creationId xmlns:a16="http://schemas.microsoft.com/office/drawing/2014/main" id="{3AD79E1B-5604-F780-7B45-BF9CDCEEC2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" name="Freeform 1391">
                <a:extLst>
                  <a:ext uri="{FF2B5EF4-FFF2-40B4-BE49-F238E27FC236}">
                    <a16:creationId xmlns:a16="http://schemas.microsoft.com/office/drawing/2014/main" id="{12F7CDB2-9137-50C3-7710-16D74BD131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" name="Oval 1392">
                <a:extLst>
                  <a:ext uri="{FF2B5EF4-FFF2-40B4-BE49-F238E27FC236}">
                    <a16:creationId xmlns:a16="http://schemas.microsoft.com/office/drawing/2014/main" id="{A74E4A65-FDFA-E570-7E96-6E8F808FA6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47" name="Group 1393">
              <a:extLst>
                <a:ext uri="{FF2B5EF4-FFF2-40B4-BE49-F238E27FC236}">
                  <a16:creationId xmlns:a16="http://schemas.microsoft.com/office/drawing/2014/main" id="{5EFF69CF-902C-85AE-7C0D-01294C1DC3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758" name="Oval 1394">
                <a:extLst>
                  <a:ext uri="{FF2B5EF4-FFF2-40B4-BE49-F238E27FC236}">
                    <a16:creationId xmlns:a16="http://schemas.microsoft.com/office/drawing/2014/main" id="{BD701AE7-4CE2-E1BC-06CC-4932D06CCE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9" name="Oval 1395">
                <a:extLst>
                  <a:ext uri="{FF2B5EF4-FFF2-40B4-BE49-F238E27FC236}">
                    <a16:creationId xmlns:a16="http://schemas.microsoft.com/office/drawing/2014/main" id="{DD405640-D43B-6047-9F6D-71434CECBC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0" name="Freeform 1396">
                <a:extLst>
                  <a:ext uri="{FF2B5EF4-FFF2-40B4-BE49-F238E27FC236}">
                    <a16:creationId xmlns:a16="http://schemas.microsoft.com/office/drawing/2014/main" id="{9E014168-D855-6EE2-1CA5-F1963A3E08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" name="Freeform 1397">
                <a:extLst>
                  <a:ext uri="{FF2B5EF4-FFF2-40B4-BE49-F238E27FC236}">
                    <a16:creationId xmlns:a16="http://schemas.microsoft.com/office/drawing/2014/main" id="{191ECECA-54D3-F161-EC97-6805D4308D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" name="Freeform 1398">
                <a:extLst>
                  <a:ext uri="{FF2B5EF4-FFF2-40B4-BE49-F238E27FC236}">
                    <a16:creationId xmlns:a16="http://schemas.microsoft.com/office/drawing/2014/main" id="{96CC6DC2-957E-86E1-B127-23CC7264B5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" name="Oval 1399">
                <a:extLst>
                  <a:ext uri="{FF2B5EF4-FFF2-40B4-BE49-F238E27FC236}">
                    <a16:creationId xmlns:a16="http://schemas.microsoft.com/office/drawing/2014/main" id="{20703EF6-BFA8-AF9F-CBA8-C57DC100FF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48" name="Group 1400">
              <a:extLst>
                <a:ext uri="{FF2B5EF4-FFF2-40B4-BE49-F238E27FC236}">
                  <a16:creationId xmlns:a16="http://schemas.microsoft.com/office/drawing/2014/main" id="{B979D08E-4E5D-7B04-0F4F-0FB31BDC5D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752" name="Oval 1401">
                <a:extLst>
                  <a:ext uri="{FF2B5EF4-FFF2-40B4-BE49-F238E27FC236}">
                    <a16:creationId xmlns:a16="http://schemas.microsoft.com/office/drawing/2014/main" id="{70515E44-696B-D42E-1D8B-F9A87FE5DB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3" name="Oval 1402">
                <a:extLst>
                  <a:ext uri="{FF2B5EF4-FFF2-40B4-BE49-F238E27FC236}">
                    <a16:creationId xmlns:a16="http://schemas.microsoft.com/office/drawing/2014/main" id="{73772635-D048-9AF6-A341-A8F90D82B0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4" name="Freeform 1403">
                <a:extLst>
                  <a:ext uri="{FF2B5EF4-FFF2-40B4-BE49-F238E27FC236}">
                    <a16:creationId xmlns:a16="http://schemas.microsoft.com/office/drawing/2014/main" id="{B6885E4A-EBFB-1D99-2AF6-F3931D3D39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" name="Freeform 1404">
                <a:extLst>
                  <a:ext uri="{FF2B5EF4-FFF2-40B4-BE49-F238E27FC236}">
                    <a16:creationId xmlns:a16="http://schemas.microsoft.com/office/drawing/2014/main" id="{2FB118CF-E73D-BFA1-8EA5-2B76907933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" name="Freeform 1405">
                <a:extLst>
                  <a:ext uri="{FF2B5EF4-FFF2-40B4-BE49-F238E27FC236}">
                    <a16:creationId xmlns:a16="http://schemas.microsoft.com/office/drawing/2014/main" id="{A0329BC5-F8EF-66BF-C67C-9C2999C858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" name="Oval 1406">
                <a:extLst>
                  <a:ext uri="{FF2B5EF4-FFF2-40B4-BE49-F238E27FC236}">
                    <a16:creationId xmlns:a16="http://schemas.microsoft.com/office/drawing/2014/main" id="{37D443BD-2BCF-F831-0324-0FCE5F4CE3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49" name="Group 1407">
              <a:extLst>
                <a:ext uri="{FF2B5EF4-FFF2-40B4-BE49-F238E27FC236}">
                  <a16:creationId xmlns:a16="http://schemas.microsoft.com/office/drawing/2014/main" id="{94D1149D-6ED0-CAEF-D9C7-ABDA05719C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746" name="Oval 1408">
                <a:extLst>
                  <a:ext uri="{FF2B5EF4-FFF2-40B4-BE49-F238E27FC236}">
                    <a16:creationId xmlns:a16="http://schemas.microsoft.com/office/drawing/2014/main" id="{C3D3B0BB-6F9A-AA0B-FCB5-455B80E14F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47" name="Oval 1409">
                <a:extLst>
                  <a:ext uri="{FF2B5EF4-FFF2-40B4-BE49-F238E27FC236}">
                    <a16:creationId xmlns:a16="http://schemas.microsoft.com/office/drawing/2014/main" id="{839E1859-AAA6-6367-3B03-F9F0D8DCBB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48" name="Freeform 1410">
                <a:extLst>
                  <a:ext uri="{FF2B5EF4-FFF2-40B4-BE49-F238E27FC236}">
                    <a16:creationId xmlns:a16="http://schemas.microsoft.com/office/drawing/2014/main" id="{2A5B7D5E-2910-7678-CD23-0EB384D2CC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" name="Freeform 1411">
                <a:extLst>
                  <a:ext uri="{FF2B5EF4-FFF2-40B4-BE49-F238E27FC236}">
                    <a16:creationId xmlns:a16="http://schemas.microsoft.com/office/drawing/2014/main" id="{1EC8C579-8EAB-2600-B6B7-ABB02182D3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" name="Freeform 1412">
                <a:extLst>
                  <a:ext uri="{FF2B5EF4-FFF2-40B4-BE49-F238E27FC236}">
                    <a16:creationId xmlns:a16="http://schemas.microsoft.com/office/drawing/2014/main" id="{BF5C56B7-1854-7B57-08BA-9CEB0EF7CC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" name="Oval 1413">
                <a:extLst>
                  <a:ext uri="{FF2B5EF4-FFF2-40B4-BE49-F238E27FC236}">
                    <a16:creationId xmlns:a16="http://schemas.microsoft.com/office/drawing/2014/main" id="{728BDF18-F98F-1815-D558-89BCFF5C0D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0" name="Group 1414">
              <a:extLst>
                <a:ext uri="{FF2B5EF4-FFF2-40B4-BE49-F238E27FC236}">
                  <a16:creationId xmlns:a16="http://schemas.microsoft.com/office/drawing/2014/main" id="{9F7AF317-6B79-B7E7-64CD-94F96CDE87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740" name="Oval 1415">
                <a:extLst>
                  <a:ext uri="{FF2B5EF4-FFF2-40B4-BE49-F238E27FC236}">
                    <a16:creationId xmlns:a16="http://schemas.microsoft.com/office/drawing/2014/main" id="{EC9C9943-44CC-7BF8-828D-DD180BA58E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41" name="Oval 1416">
                <a:extLst>
                  <a:ext uri="{FF2B5EF4-FFF2-40B4-BE49-F238E27FC236}">
                    <a16:creationId xmlns:a16="http://schemas.microsoft.com/office/drawing/2014/main" id="{787F823B-9DDA-4131-404C-65FECC1317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42" name="Freeform 1417">
                <a:extLst>
                  <a:ext uri="{FF2B5EF4-FFF2-40B4-BE49-F238E27FC236}">
                    <a16:creationId xmlns:a16="http://schemas.microsoft.com/office/drawing/2014/main" id="{7DE949CA-2EF3-4F84-FE30-1172E2C4BC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" name="Freeform 1418">
                <a:extLst>
                  <a:ext uri="{FF2B5EF4-FFF2-40B4-BE49-F238E27FC236}">
                    <a16:creationId xmlns:a16="http://schemas.microsoft.com/office/drawing/2014/main" id="{8A996F1C-C6D8-86E4-5E4A-398EFBBB1F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" name="Freeform 1419">
                <a:extLst>
                  <a:ext uri="{FF2B5EF4-FFF2-40B4-BE49-F238E27FC236}">
                    <a16:creationId xmlns:a16="http://schemas.microsoft.com/office/drawing/2014/main" id="{01DF72A1-837E-7B17-4D5B-5691D94613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" name="Oval 1420">
                <a:extLst>
                  <a:ext uri="{FF2B5EF4-FFF2-40B4-BE49-F238E27FC236}">
                    <a16:creationId xmlns:a16="http://schemas.microsoft.com/office/drawing/2014/main" id="{EB8B842B-FB27-023C-CC19-96C5C2F899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1" name="Group 1421">
              <a:extLst>
                <a:ext uri="{FF2B5EF4-FFF2-40B4-BE49-F238E27FC236}">
                  <a16:creationId xmlns:a16="http://schemas.microsoft.com/office/drawing/2014/main" id="{8D206036-7B67-4F4C-90E7-A1ED95BC6F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734" name="Oval 1422">
                <a:extLst>
                  <a:ext uri="{FF2B5EF4-FFF2-40B4-BE49-F238E27FC236}">
                    <a16:creationId xmlns:a16="http://schemas.microsoft.com/office/drawing/2014/main" id="{51CABE82-FE84-69C8-DBAA-886ED62FB9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35" name="Oval 1423">
                <a:extLst>
                  <a:ext uri="{FF2B5EF4-FFF2-40B4-BE49-F238E27FC236}">
                    <a16:creationId xmlns:a16="http://schemas.microsoft.com/office/drawing/2014/main" id="{3A91B294-9292-B5B6-1C8E-8E86EDC057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36" name="Freeform 1424">
                <a:extLst>
                  <a:ext uri="{FF2B5EF4-FFF2-40B4-BE49-F238E27FC236}">
                    <a16:creationId xmlns:a16="http://schemas.microsoft.com/office/drawing/2014/main" id="{5317B689-AA02-C428-C683-5FE71F8222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7" name="Freeform 1425">
                <a:extLst>
                  <a:ext uri="{FF2B5EF4-FFF2-40B4-BE49-F238E27FC236}">
                    <a16:creationId xmlns:a16="http://schemas.microsoft.com/office/drawing/2014/main" id="{12715EF3-BA9F-0D80-AB4F-E009F95BA5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8" name="Freeform 1426">
                <a:extLst>
                  <a:ext uri="{FF2B5EF4-FFF2-40B4-BE49-F238E27FC236}">
                    <a16:creationId xmlns:a16="http://schemas.microsoft.com/office/drawing/2014/main" id="{EFCAE9B4-FA75-161D-20AC-9C00A4C94C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9" name="Oval 1427">
                <a:extLst>
                  <a:ext uri="{FF2B5EF4-FFF2-40B4-BE49-F238E27FC236}">
                    <a16:creationId xmlns:a16="http://schemas.microsoft.com/office/drawing/2014/main" id="{AC5C1154-4BE2-5248-3762-3C376BEA81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2" name="Group 1428">
              <a:extLst>
                <a:ext uri="{FF2B5EF4-FFF2-40B4-BE49-F238E27FC236}">
                  <a16:creationId xmlns:a16="http://schemas.microsoft.com/office/drawing/2014/main" id="{460DD86C-120C-789A-94B4-B5E64D25AF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728" name="Oval 1429">
                <a:extLst>
                  <a:ext uri="{FF2B5EF4-FFF2-40B4-BE49-F238E27FC236}">
                    <a16:creationId xmlns:a16="http://schemas.microsoft.com/office/drawing/2014/main" id="{DB582728-AA0D-56A8-E1DD-32861C58E7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29" name="Oval 1430">
                <a:extLst>
                  <a:ext uri="{FF2B5EF4-FFF2-40B4-BE49-F238E27FC236}">
                    <a16:creationId xmlns:a16="http://schemas.microsoft.com/office/drawing/2014/main" id="{3B9E89B0-B2EE-A671-35D1-16DE265B82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30" name="Freeform 1431">
                <a:extLst>
                  <a:ext uri="{FF2B5EF4-FFF2-40B4-BE49-F238E27FC236}">
                    <a16:creationId xmlns:a16="http://schemas.microsoft.com/office/drawing/2014/main" id="{64BFC7CB-FA33-3256-1A0E-C08DBA98D2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1" name="Freeform 1432">
                <a:extLst>
                  <a:ext uri="{FF2B5EF4-FFF2-40B4-BE49-F238E27FC236}">
                    <a16:creationId xmlns:a16="http://schemas.microsoft.com/office/drawing/2014/main" id="{1E0D1D9C-407A-200A-B728-FC54A6C01E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2" name="Freeform 1433">
                <a:extLst>
                  <a:ext uri="{FF2B5EF4-FFF2-40B4-BE49-F238E27FC236}">
                    <a16:creationId xmlns:a16="http://schemas.microsoft.com/office/drawing/2014/main" id="{E1590E02-515D-390A-1256-ABCC57C589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3" name="Oval 1434">
                <a:extLst>
                  <a:ext uri="{FF2B5EF4-FFF2-40B4-BE49-F238E27FC236}">
                    <a16:creationId xmlns:a16="http://schemas.microsoft.com/office/drawing/2014/main" id="{AA1D5944-F0F9-1F8A-3F4A-5B16F9C093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3" name="Group 1435">
              <a:extLst>
                <a:ext uri="{FF2B5EF4-FFF2-40B4-BE49-F238E27FC236}">
                  <a16:creationId xmlns:a16="http://schemas.microsoft.com/office/drawing/2014/main" id="{E52E1A9E-D57C-CAD6-2E75-43A55751CE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722" name="Oval 1436">
                <a:extLst>
                  <a:ext uri="{FF2B5EF4-FFF2-40B4-BE49-F238E27FC236}">
                    <a16:creationId xmlns:a16="http://schemas.microsoft.com/office/drawing/2014/main" id="{18B6873F-3404-58F7-934E-E04FF694EE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23" name="Oval 1437">
                <a:extLst>
                  <a:ext uri="{FF2B5EF4-FFF2-40B4-BE49-F238E27FC236}">
                    <a16:creationId xmlns:a16="http://schemas.microsoft.com/office/drawing/2014/main" id="{E78D7958-4CD3-CA3B-2ADC-0489C95293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24" name="Freeform 1438">
                <a:extLst>
                  <a:ext uri="{FF2B5EF4-FFF2-40B4-BE49-F238E27FC236}">
                    <a16:creationId xmlns:a16="http://schemas.microsoft.com/office/drawing/2014/main" id="{F7944664-E3E9-AD74-0ABF-E069E06394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5" name="Freeform 1439">
                <a:extLst>
                  <a:ext uri="{FF2B5EF4-FFF2-40B4-BE49-F238E27FC236}">
                    <a16:creationId xmlns:a16="http://schemas.microsoft.com/office/drawing/2014/main" id="{57FD49EB-C305-435D-E91F-A8F08FEB9D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6" name="Freeform 1440">
                <a:extLst>
                  <a:ext uri="{FF2B5EF4-FFF2-40B4-BE49-F238E27FC236}">
                    <a16:creationId xmlns:a16="http://schemas.microsoft.com/office/drawing/2014/main" id="{1B6CF8F7-343A-65B2-B05B-0339EB93C9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7" name="Oval 1441">
                <a:extLst>
                  <a:ext uri="{FF2B5EF4-FFF2-40B4-BE49-F238E27FC236}">
                    <a16:creationId xmlns:a16="http://schemas.microsoft.com/office/drawing/2014/main" id="{46B4002D-17BC-6740-34CE-D0F812AF9C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4" name="Group 1442">
              <a:extLst>
                <a:ext uri="{FF2B5EF4-FFF2-40B4-BE49-F238E27FC236}">
                  <a16:creationId xmlns:a16="http://schemas.microsoft.com/office/drawing/2014/main" id="{9DD057C7-4CED-78CA-B854-89476F7EBC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16" name="Oval 1443">
                <a:extLst>
                  <a:ext uri="{FF2B5EF4-FFF2-40B4-BE49-F238E27FC236}">
                    <a16:creationId xmlns:a16="http://schemas.microsoft.com/office/drawing/2014/main" id="{A0362118-A296-634F-001C-B3BB8C4E8B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17" name="Oval 1444">
                <a:extLst>
                  <a:ext uri="{FF2B5EF4-FFF2-40B4-BE49-F238E27FC236}">
                    <a16:creationId xmlns:a16="http://schemas.microsoft.com/office/drawing/2014/main" id="{1464430A-E48A-0F69-CDDE-642DF0625D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18" name="Freeform 1445">
                <a:extLst>
                  <a:ext uri="{FF2B5EF4-FFF2-40B4-BE49-F238E27FC236}">
                    <a16:creationId xmlns:a16="http://schemas.microsoft.com/office/drawing/2014/main" id="{7B70C1B3-6E9C-AA26-4028-5BE1B243BE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9" name="Freeform 1446">
                <a:extLst>
                  <a:ext uri="{FF2B5EF4-FFF2-40B4-BE49-F238E27FC236}">
                    <a16:creationId xmlns:a16="http://schemas.microsoft.com/office/drawing/2014/main" id="{BBAB3034-D752-8CE5-AF92-DCA5787DAD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0" name="Freeform 1447">
                <a:extLst>
                  <a:ext uri="{FF2B5EF4-FFF2-40B4-BE49-F238E27FC236}">
                    <a16:creationId xmlns:a16="http://schemas.microsoft.com/office/drawing/2014/main" id="{04BD72AD-C76F-F74B-1E54-231E9F80E3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1" name="Oval 1448">
                <a:extLst>
                  <a:ext uri="{FF2B5EF4-FFF2-40B4-BE49-F238E27FC236}">
                    <a16:creationId xmlns:a16="http://schemas.microsoft.com/office/drawing/2014/main" id="{FF178EDE-2153-D28F-27D1-EBCCDBFB3F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5" name="Group 1449">
              <a:extLst>
                <a:ext uri="{FF2B5EF4-FFF2-40B4-BE49-F238E27FC236}">
                  <a16:creationId xmlns:a16="http://schemas.microsoft.com/office/drawing/2014/main" id="{43E26F9E-14B9-C9EA-C957-95EA9224F6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710" name="Oval 1450">
                <a:extLst>
                  <a:ext uri="{FF2B5EF4-FFF2-40B4-BE49-F238E27FC236}">
                    <a16:creationId xmlns:a16="http://schemas.microsoft.com/office/drawing/2014/main" id="{AEC8BDCD-C2F2-916B-7D43-032B048FE8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11" name="Oval 1451">
                <a:extLst>
                  <a:ext uri="{FF2B5EF4-FFF2-40B4-BE49-F238E27FC236}">
                    <a16:creationId xmlns:a16="http://schemas.microsoft.com/office/drawing/2014/main" id="{B665AC73-FEB3-D10F-26D2-069FCE3FB9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12" name="Freeform 1452">
                <a:extLst>
                  <a:ext uri="{FF2B5EF4-FFF2-40B4-BE49-F238E27FC236}">
                    <a16:creationId xmlns:a16="http://schemas.microsoft.com/office/drawing/2014/main" id="{C953016E-D29C-BAE2-A532-378FE1C9A9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3" name="Freeform 1453">
                <a:extLst>
                  <a:ext uri="{FF2B5EF4-FFF2-40B4-BE49-F238E27FC236}">
                    <a16:creationId xmlns:a16="http://schemas.microsoft.com/office/drawing/2014/main" id="{86121D14-883C-F2A4-3F5D-5F6A7E75D9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4" name="Freeform 1454">
                <a:extLst>
                  <a:ext uri="{FF2B5EF4-FFF2-40B4-BE49-F238E27FC236}">
                    <a16:creationId xmlns:a16="http://schemas.microsoft.com/office/drawing/2014/main" id="{B3C96742-DC87-7CCC-CB27-CD82C2D5C3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5" name="Oval 1455">
                <a:extLst>
                  <a:ext uri="{FF2B5EF4-FFF2-40B4-BE49-F238E27FC236}">
                    <a16:creationId xmlns:a16="http://schemas.microsoft.com/office/drawing/2014/main" id="{AFE23A5C-D8C0-7995-CAEF-97CF816ED3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6" name="Group 1456">
              <a:extLst>
                <a:ext uri="{FF2B5EF4-FFF2-40B4-BE49-F238E27FC236}">
                  <a16:creationId xmlns:a16="http://schemas.microsoft.com/office/drawing/2014/main" id="{0A9F74FE-E39B-FA58-5887-5A7CB64DF1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704" name="Oval 1457">
                <a:extLst>
                  <a:ext uri="{FF2B5EF4-FFF2-40B4-BE49-F238E27FC236}">
                    <a16:creationId xmlns:a16="http://schemas.microsoft.com/office/drawing/2014/main" id="{AA5F7542-EF8D-1E1A-62FC-5B0E5F7E75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5" name="Oval 1458">
                <a:extLst>
                  <a:ext uri="{FF2B5EF4-FFF2-40B4-BE49-F238E27FC236}">
                    <a16:creationId xmlns:a16="http://schemas.microsoft.com/office/drawing/2014/main" id="{4582BE7A-9B95-DBB1-D552-070B38D216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6" name="Freeform 1459">
                <a:extLst>
                  <a:ext uri="{FF2B5EF4-FFF2-40B4-BE49-F238E27FC236}">
                    <a16:creationId xmlns:a16="http://schemas.microsoft.com/office/drawing/2014/main" id="{8508F6AF-1162-C2DB-182A-7A3BB0BE7D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7" name="Freeform 1460">
                <a:extLst>
                  <a:ext uri="{FF2B5EF4-FFF2-40B4-BE49-F238E27FC236}">
                    <a16:creationId xmlns:a16="http://schemas.microsoft.com/office/drawing/2014/main" id="{5D2F748A-3232-B3A8-0C6B-102381506F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8" name="Freeform 1461">
                <a:extLst>
                  <a:ext uri="{FF2B5EF4-FFF2-40B4-BE49-F238E27FC236}">
                    <a16:creationId xmlns:a16="http://schemas.microsoft.com/office/drawing/2014/main" id="{36A043EE-2A45-3AD6-EBB7-BAA70CB9E4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9" name="Oval 1462">
                <a:extLst>
                  <a:ext uri="{FF2B5EF4-FFF2-40B4-BE49-F238E27FC236}">
                    <a16:creationId xmlns:a16="http://schemas.microsoft.com/office/drawing/2014/main" id="{D7FDEE96-972A-C148-7E04-96B83744FC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7" name="Group 1463">
              <a:extLst>
                <a:ext uri="{FF2B5EF4-FFF2-40B4-BE49-F238E27FC236}">
                  <a16:creationId xmlns:a16="http://schemas.microsoft.com/office/drawing/2014/main" id="{3F65AA46-3E2B-A84A-67F6-1EF0343BE7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698" name="Oval 1464">
                <a:extLst>
                  <a:ext uri="{FF2B5EF4-FFF2-40B4-BE49-F238E27FC236}">
                    <a16:creationId xmlns:a16="http://schemas.microsoft.com/office/drawing/2014/main" id="{7D1381A4-C0A1-EACC-67B3-058F8DD453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9" name="Oval 1465">
                <a:extLst>
                  <a:ext uri="{FF2B5EF4-FFF2-40B4-BE49-F238E27FC236}">
                    <a16:creationId xmlns:a16="http://schemas.microsoft.com/office/drawing/2014/main" id="{0A9FF5EB-D32D-CB7C-3A79-705828C5D0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0" name="Freeform 1466">
                <a:extLst>
                  <a:ext uri="{FF2B5EF4-FFF2-40B4-BE49-F238E27FC236}">
                    <a16:creationId xmlns:a16="http://schemas.microsoft.com/office/drawing/2014/main" id="{46F9F6C1-E81F-515D-5257-7199567277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" name="Freeform 1467">
                <a:extLst>
                  <a:ext uri="{FF2B5EF4-FFF2-40B4-BE49-F238E27FC236}">
                    <a16:creationId xmlns:a16="http://schemas.microsoft.com/office/drawing/2014/main" id="{07974DB8-CF17-E315-6365-2BD0555339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2" name="Freeform 1468">
                <a:extLst>
                  <a:ext uri="{FF2B5EF4-FFF2-40B4-BE49-F238E27FC236}">
                    <a16:creationId xmlns:a16="http://schemas.microsoft.com/office/drawing/2014/main" id="{AA4C4D5E-B214-DB82-18EB-73497136DA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3" name="Oval 1469">
                <a:extLst>
                  <a:ext uri="{FF2B5EF4-FFF2-40B4-BE49-F238E27FC236}">
                    <a16:creationId xmlns:a16="http://schemas.microsoft.com/office/drawing/2014/main" id="{DFB55C46-E51F-6ABC-B5B4-A8943503A6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8" name="Group 1470">
              <a:extLst>
                <a:ext uri="{FF2B5EF4-FFF2-40B4-BE49-F238E27FC236}">
                  <a16:creationId xmlns:a16="http://schemas.microsoft.com/office/drawing/2014/main" id="{CFF4AD82-328B-64FD-A20A-6309A87657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692" name="Oval 1471">
                <a:extLst>
                  <a:ext uri="{FF2B5EF4-FFF2-40B4-BE49-F238E27FC236}">
                    <a16:creationId xmlns:a16="http://schemas.microsoft.com/office/drawing/2014/main" id="{EF4ACC5E-161E-4C9D-6929-B5DCB39422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3" name="Oval 1472">
                <a:extLst>
                  <a:ext uri="{FF2B5EF4-FFF2-40B4-BE49-F238E27FC236}">
                    <a16:creationId xmlns:a16="http://schemas.microsoft.com/office/drawing/2014/main" id="{BF844927-ED14-2802-7806-4EA892FB6F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4" name="Freeform 1473">
                <a:extLst>
                  <a:ext uri="{FF2B5EF4-FFF2-40B4-BE49-F238E27FC236}">
                    <a16:creationId xmlns:a16="http://schemas.microsoft.com/office/drawing/2014/main" id="{239B4960-B8B3-45DF-D271-E1890D255A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5" name="Freeform 1474">
                <a:extLst>
                  <a:ext uri="{FF2B5EF4-FFF2-40B4-BE49-F238E27FC236}">
                    <a16:creationId xmlns:a16="http://schemas.microsoft.com/office/drawing/2014/main" id="{CB4BC689-E862-435C-CA4E-277BAA04EA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6" name="Freeform 1475">
                <a:extLst>
                  <a:ext uri="{FF2B5EF4-FFF2-40B4-BE49-F238E27FC236}">
                    <a16:creationId xmlns:a16="http://schemas.microsoft.com/office/drawing/2014/main" id="{B18BE84F-1DB3-0177-8046-9DE2313C5C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7" name="Oval 1476">
                <a:extLst>
                  <a:ext uri="{FF2B5EF4-FFF2-40B4-BE49-F238E27FC236}">
                    <a16:creationId xmlns:a16="http://schemas.microsoft.com/office/drawing/2014/main" id="{E1817CF4-24CC-525D-0982-EC7FC3D92D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59" name="Group 1477">
              <a:extLst>
                <a:ext uri="{FF2B5EF4-FFF2-40B4-BE49-F238E27FC236}">
                  <a16:creationId xmlns:a16="http://schemas.microsoft.com/office/drawing/2014/main" id="{C58EF2B6-02E5-6A48-FD33-EC8581F37F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686" name="Oval 1478">
                <a:extLst>
                  <a:ext uri="{FF2B5EF4-FFF2-40B4-BE49-F238E27FC236}">
                    <a16:creationId xmlns:a16="http://schemas.microsoft.com/office/drawing/2014/main" id="{E913F948-6076-EFC1-8187-82F7CD5AFB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87" name="Oval 1479">
                <a:extLst>
                  <a:ext uri="{FF2B5EF4-FFF2-40B4-BE49-F238E27FC236}">
                    <a16:creationId xmlns:a16="http://schemas.microsoft.com/office/drawing/2014/main" id="{D3A04322-3CDC-2256-894F-6D2B17F192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88" name="Freeform 1480">
                <a:extLst>
                  <a:ext uri="{FF2B5EF4-FFF2-40B4-BE49-F238E27FC236}">
                    <a16:creationId xmlns:a16="http://schemas.microsoft.com/office/drawing/2014/main" id="{473DCF57-2505-9F8D-2B5C-CECE86252B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9" name="Freeform 1481">
                <a:extLst>
                  <a:ext uri="{FF2B5EF4-FFF2-40B4-BE49-F238E27FC236}">
                    <a16:creationId xmlns:a16="http://schemas.microsoft.com/office/drawing/2014/main" id="{53A1AE03-80D5-6059-47C0-69354BEA3F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0" name="Freeform 1482">
                <a:extLst>
                  <a:ext uri="{FF2B5EF4-FFF2-40B4-BE49-F238E27FC236}">
                    <a16:creationId xmlns:a16="http://schemas.microsoft.com/office/drawing/2014/main" id="{E2B535C7-FCCC-4F03-1BD9-304B82A7E7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1" name="Oval 1483">
                <a:extLst>
                  <a:ext uri="{FF2B5EF4-FFF2-40B4-BE49-F238E27FC236}">
                    <a16:creationId xmlns:a16="http://schemas.microsoft.com/office/drawing/2014/main" id="{B79E5F3A-22EA-BBEE-68B9-68454BBEB0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0" name="Group 1484">
              <a:extLst>
                <a:ext uri="{FF2B5EF4-FFF2-40B4-BE49-F238E27FC236}">
                  <a16:creationId xmlns:a16="http://schemas.microsoft.com/office/drawing/2014/main" id="{E6D9F78B-61F0-F387-DA79-90C160EFF7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680" name="Oval 1485">
                <a:extLst>
                  <a:ext uri="{FF2B5EF4-FFF2-40B4-BE49-F238E27FC236}">
                    <a16:creationId xmlns:a16="http://schemas.microsoft.com/office/drawing/2014/main" id="{0644585A-5785-856B-9145-C249F1A0AA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81" name="Oval 1486">
                <a:extLst>
                  <a:ext uri="{FF2B5EF4-FFF2-40B4-BE49-F238E27FC236}">
                    <a16:creationId xmlns:a16="http://schemas.microsoft.com/office/drawing/2014/main" id="{0D373029-DE63-E07D-0F74-2E4EDA6639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82" name="Freeform 1487">
                <a:extLst>
                  <a:ext uri="{FF2B5EF4-FFF2-40B4-BE49-F238E27FC236}">
                    <a16:creationId xmlns:a16="http://schemas.microsoft.com/office/drawing/2014/main" id="{046B65B4-C40A-2F13-93AD-CAC4449375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3" name="Freeform 1488">
                <a:extLst>
                  <a:ext uri="{FF2B5EF4-FFF2-40B4-BE49-F238E27FC236}">
                    <a16:creationId xmlns:a16="http://schemas.microsoft.com/office/drawing/2014/main" id="{686BCE35-1798-5E76-10A2-0022C1F9DA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4" name="Freeform 1489">
                <a:extLst>
                  <a:ext uri="{FF2B5EF4-FFF2-40B4-BE49-F238E27FC236}">
                    <a16:creationId xmlns:a16="http://schemas.microsoft.com/office/drawing/2014/main" id="{2FD14370-11F4-478A-ED91-17FBB0862B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5" name="Oval 1490">
                <a:extLst>
                  <a:ext uri="{FF2B5EF4-FFF2-40B4-BE49-F238E27FC236}">
                    <a16:creationId xmlns:a16="http://schemas.microsoft.com/office/drawing/2014/main" id="{3D9CF2E2-3B8C-5594-6D3D-D3FAB13714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1" name="Group 1491">
              <a:extLst>
                <a:ext uri="{FF2B5EF4-FFF2-40B4-BE49-F238E27FC236}">
                  <a16:creationId xmlns:a16="http://schemas.microsoft.com/office/drawing/2014/main" id="{AEA1574F-FF07-9117-BD8E-18BF77FF18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674" name="Oval 1492">
                <a:extLst>
                  <a:ext uri="{FF2B5EF4-FFF2-40B4-BE49-F238E27FC236}">
                    <a16:creationId xmlns:a16="http://schemas.microsoft.com/office/drawing/2014/main" id="{25668F55-B839-6335-8401-BAED477531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75" name="Oval 1493">
                <a:extLst>
                  <a:ext uri="{FF2B5EF4-FFF2-40B4-BE49-F238E27FC236}">
                    <a16:creationId xmlns:a16="http://schemas.microsoft.com/office/drawing/2014/main" id="{ACE5E971-EE0D-BF26-CFB8-EBCE6A86B1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76" name="Freeform 1494">
                <a:extLst>
                  <a:ext uri="{FF2B5EF4-FFF2-40B4-BE49-F238E27FC236}">
                    <a16:creationId xmlns:a16="http://schemas.microsoft.com/office/drawing/2014/main" id="{FD3DC3CB-F21B-66BD-9607-92434C726E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7" name="Freeform 1495">
                <a:extLst>
                  <a:ext uri="{FF2B5EF4-FFF2-40B4-BE49-F238E27FC236}">
                    <a16:creationId xmlns:a16="http://schemas.microsoft.com/office/drawing/2014/main" id="{B3C13987-EDCA-19EF-6F1C-67A683D62F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8" name="Freeform 1496">
                <a:extLst>
                  <a:ext uri="{FF2B5EF4-FFF2-40B4-BE49-F238E27FC236}">
                    <a16:creationId xmlns:a16="http://schemas.microsoft.com/office/drawing/2014/main" id="{E6F62ECA-BD81-2E9A-F75E-07166B83CF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9" name="Oval 1497">
                <a:extLst>
                  <a:ext uri="{FF2B5EF4-FFF2-40B4-BE49-F238E27FC236}">
                    <a16:creationId xmlns:a16="http://schemas.microsoft.com/office/drawing/2014/main" id="{3E619641-1182-DD50-7A18-5C0C1E4B0C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2" name="Group 1498">
              <a:extLst>
                <a:ext uri="{FF2B5EF4-FFF2-40B4-BE49-F238E27FC236}">
                  <a16:creationId xmlns:a16="http://schemas.microsoft.com/office/drawing/2014/main" id="{641BD4DE-A3A9-CD66-C82C-83FB8716D9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668" name="Oval 1499">
                <a:extLst>
                  <a:ext uri="{FF2B5EF4-FFF2-40B4-BE49-F238E27FC236}">
                    <a16:creationId xmlns:a16="http://schemas.microsoft.com/office/drawing/2014/main" id="{1A0D8A6F-229A-64B3-C518-2999D48A3D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69" name="Oval 1500">
                <a:extLst>
                  <a:ext uri="{FF2B5EF4-FFF2-40B4-BE49-F238E27FC236}">
                    <a16:creationId xmlns:a16="http://schemas.microsoft.com/office/drawing/2014/main" id="{AB4F72BD-510E-A9BD-887E-F3A0DA226C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70" name="Freeform 1501">
                <a:extLst>
                  <a:ext uri="{FF2B5EF4-FFF2-40B4-BE49-F238E27FC236}">
                    <a16:creationId xmlns:a16="http://schemas.microsoft.com/office/drawing/2014/main" id="{7ED8633E-9BC7-29B9-E5E1-6E36BA0DDB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1" name="Freeform 1502">
                <a:extLst>
                  <a:ext uri="{FF2B5EF4-FFF2-40B4-BE49-F238E27FC236}">
                    <a16:creationId xmlns:a16="http://schemas.microsoft.com/office/drawing/2014/main" id="{DDA00777-456E-E18D-C093-B001EAEB24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2" name="Freeform 1503">
                <a:extLst>
                  <a:ext uri="{FF2B5EF4-FFF2-40B4-BE49-F238E27FC236}">
                    <a16:creationId xmlns:a16="http://schemas.microsoft.com/office/drawing/2014/main" id="{B0396389-CB36-E195-141E-C2D4C099E7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3" name="Oval 1504">
                <a:extLst>
                  <a:ext uri="{FF2B5EF4-FFF2-40B4-BE49-F238E27FC236}">
                    <a16:creationId xmlns:a16="http://schemas.microsoft.com/office/drawing/2014/main" id="{915DDACF-D652-FF98-063E-222C640BFC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3" name="Group 1505">
              <a:extLst>
                <a:ext uri="{FF2B5EF4-FFF2-40B4-BE49-F238E27FC236}">
                  <a16:creationId xmlns:a16="http://schemas.microsoft.com/office/drawing/2014/main" id="{5E826643-2CD8-E61A-DBFF-DF7CED58F6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662" name="Oval 1506">
                <a:extLst>
                  <a:ext uri="{FF2B5EF4-FFF2-40B4-BE49-F238E27FC236}">
                    <a16:creationId xmlns:a16="http://schemas.microsoft.com/office/drawing/2014/main" id="{2226AD1D-E3CE-7009-F6E6-E2125F98D3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63" name="Oval 1507">
                <a:extLst>
                  <a:ext uri="{FF2B5EF4-FFF2-40B4-BE49-F238E27FC236}">
                    <a16:creationId xmlns:a16="http://schemas.microsoft.com/office/drawing/2014/main" id="{F856EBE9-8E2C-7354-3A16-3218E46C1C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64" name="Freeform 1508">
                <a:extLst>
                  <a:ext uri="{FF2B5EF4-FFF2-40B4-BE49-F238E27FC236}">
                    <a16:creationId xmlns:a16="http://schemas.microsoft.com/office/drawing/2014/main" id="{B118B080-AF7E-7B36-586E-9E2FC8CC4A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5" name="Freeform 1509">
                <a:extLst>
                  <a:ext uri="{FF2B5EF4-FFF2-40B4-BE49-F238E27FC236}">
                    <a16:creationId xmlns:a16="http://schemas.microsoft.com/office/drawing/2014/main" id="{2AE32CBA-E485-00FF-9D6D-AC2D7E3147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6" name="Freeform 1510">
                <a:extLst>
                  <a:ext uri="{FF2B5EF4-FFF2-40B4-BE49-F238E27FC236}">
                    <a16:creationId xmlns:a16="http://schemas.microsoft.com/office/drawing/2014/main" id="{BB702521-7B9A-3731-1ACD-8ABB9267A5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7" name="Oval 1511">
                <a:extLst>
                  <a:ext uri="{FF2B5EF4-FFF2-40B4-BE49-F238E27FC236}">
                    <a16:creationId xmlns:a16="http://schemas.microsoft.com/office/drawing/2014/main" id="{EB6641B8-D8EE-D296-C466-987EE8F79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4" name="Group 1512">
              <a:extLst>
                <a:ext uri="{FF2B5EF4-FFF2-40B4-BE49-F238E27FC236}">
                  <a16:creationId xmlns:a16="http://schemas.microsoft.com/office/drawing/2014/main" id="{05D6FC71-047A-8824-2AC9-934AB2A98F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656" name="Oval 1513">
                <a:extLst>
                  <a:ext uri="{FF2B5EF4-FFF2-40B4-BE49-F238E27FC236}">
                    <a16:creationId xmlns:a16="http://schemas.microsoft.com/office/drawing/2014/main" id="{71058FCE-F689-C2DF-D5F6-2A7E9AD35C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57" name="Oval 1514">
                <a:extLst>
                  <a:ext uri="{FF2B5EF4-FFF2-40B4-BE49-F238E27FC236}">
                    <a16:creationId xmlns:a16="http://schemas.microsoft.com/office/drawing/2014/main" id="{597629AE-78B1-94FD-F474-D6B80659D6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58" name="Freeform 1515">
                <a:extLst>
                  <a:ext uri="{FF2B5EF4-FFF2-40B4-BE49-F238E27FC236}">
                    <a16:creationId xmlns:a16="http://schemas.microsoft.com/office/drawing/2014/main" id="{507E39B8-00A1-28C9-D304-C0091F5B3F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9" name="Freeform 1516">
                <a:extLst>
                  <a:ext uri="{FF2B5EF4-FFF2-40B4-BE49-F238E27FC236}">
                    <a16:creationId xmlns:a16="http://schemas.microsoft.com/office/drawing/2014/main" id="{5729476B-C1CE-67B2-38FA-C7313AC206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0" name="Freeform 1517">
                <a:extLst>
                  <a:ext uri="{FF2B5EF4-FFF2-40B4-BE49-F238E27FC236}">
                    <a16:creationId xmlns:a16="http://schemas.microsoft.com/office/drawing/2014/main" id="{A5D682E7-1361-184D-99B3-9AD5A93105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1" name="Oval 1518">
                <a:extLst>
                  <a:ext uri="{FF2B5EF4-FFF2-40B4-BE49-F238E27FC236}">
                    <a16:creationId xmlns:a16="http://schemas.microsoft.com/office/drawing/2014/main" id="{D42951DC-F9CE-AD42-6B02-E14F3387BD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5" name="Group 1519">
              <a:extLst>
                <a:ext uri="{FF2B5EF4-FFF2-40B4-BE49-F238E27FC236}">
                  <a16:creationId xmlns:a16="http://schemas.microsoft.com/office/drawing/2014/main" id="{32ADA3F4-7D47-FD61-8B3D-6A234D3D3D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650" name="Oval 1520">
                <a:extLst>
                  <a:ext uri="{FF2B5EF4-FFF2-40B4-BE49-F238E27FC236}">
                    <a16:creationId xmlns:a16="http://schemas.microsoft.com/office/drawing/2014/main" id="{B471DC7C-97CC-CDAF-4717-002983AAF3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51" name="Oval 1521">
                <a:extLst>
                  <a:ext uri="{FF2B5EF4-FFF2-40B4-BE49-F238E27FC236}">
                    <a16:creationId xmlns:a16="http://schemas.microsoft.com/office/drawing/2014/main" id="{5BD474E8-40BE-BCAC-6C73-060BD1EFF4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52" name="Freeform 1522">
                <a:extLst>
                  <a:ext uri="{FF2B5EF4-FFF2-40B4-BE49-F238E27FC236}">
                    <a16:creationId xmlns:a16="http://schemas.microsoft.com/office/drawing/2014/main" id="{2C88B787-8C52-867F-CAE3-B5A661DA56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" name="Freeform 1523">
                <a:extLst>
                  <a:ext uri="{FF2B5EF4-FFF2-40B4-BE49-F238E27FC236}">
                    <a16:creationId xmlns:a16="http://schemas.microsoft.com/office/drawing/2014/main" id="{8F5E4F81-7F3A-2C4D-A393-A5FEAF28AA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" name="Freeform 1524">
                <a:extLst>
                  <a:ext uri="{FF2B5EF4-FFF2-40B4-BE49-F238E27FC236}">
                    <a16:creationId xmlns:a16="http://schemas.microsoft.com/office/drawing/2014/main" id="{C2B3EF54-FD76-AE81-BFF8-AAAE606DA1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" name="Oval 1525">
                <a:extLst>
                  <a:ext uri="{FF2B5EF4-FFF2-40B4-BE49-F238E27FC236}">
                    <a16:creationId xmlns:a16="http://schemas.microsoft.com/office/drawing/2014/main" id="{6F117865-03C6-1317-2C12-49A4E7636E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6" name="Group 1526">
              <a:extLst>
                <a:ext uri="{FF2B5EF4-FFF2-40B4-BE49-F238E27FC236}">
                  <a16:creationId xmlns:a16="http://schemas.microsoft.com/office/drawing/2014/main" id="{5EDD955C-D126-4CB3-57E2-AA2F630037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644" name="Oval 1527">
                <a:extLst>
                  <a:ext uri="{FF2B5EF4-FFF2-40B4-BE49-F238E27FC236}">
                    <a16:creationId xmlns:a16="http://schemas.microsoft.com/office/drawing/2014/main" id="{0B0B8A89-83BD-9348-551B-1E1704C291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5" name="Oval 1528">
                <a:extLst>
                  <a:ext uri="{FF2B5EF4-FFF2-40B4-BE49-F238E27FC236}">
                    <a16:creationId xmlns:a16="http://schemas.microsoft.com/office/drawing/2014/main" id="{6D275F88-5B6C-0516-B36D-952D4EB666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6" name="Freeform 1529">
                <a:extLst>
                  <a:ext uri="{FF2B5EF4-FFF2-40B4-BE49-F238E27FC236}">
                    <a16:creationId xmlns:a16="http://schemas.microsoft.com/office/drawing/2014/main" id="{E8C39606-807C-1A24-DF0B-E4C7938994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7" name="Freeform 1530">
                <a:extLst>
                  <a:ext uri="{FF2B5EF4-FFF2-40B4-BE49-F238E27FC236}">
                    <a16:creationId xmlns:a16="http://schemas.microsoft.com/office/drawing/2014/main" id="{30A21706-DB97-5127-C0E8-CF532BA9C9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8" name="Freeform 1531">
                <a:extLst>
                  <a:ext uri="{FF2B5EF4-FFF2-40B4-BE49-F238E27FC236}">
                    <a16:creationId xmlns:a16="http://schemas.microsoft.com/office/drawing/2014/main" id="{4CC955E6-B7AF-6651-78BE-B41B93C9E6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9" name="Oval 1532">
                <a:extLst>
                  <a:ext uri="{FF2B5EF4-FFF2-40B4-BE49-F238E27FC236}">
                    <a16:creationId xmlns:a16="http://schemas.microsoft.com/office/drawing/2014/main" id="{A39801C5-4F38-9372-7478-F2506E869D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7" name="Group 1533">
              <a:extLst>
                <a:ext uri="{FF2B5EF4-FFF2-40B4-BE49-F238E27FC236}">
                  <a16:creationId xmlns:a16="http://schemas.microsoft.com/office/drawing/2014/main" id="{A9E40E91-12E4-BC2D-872F-9FC5D12C16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638" name="Oval 1534">
                <a:extLst>
                  <a:ext uri="{FF2B5EF4-FFF2-40B4-BE49-F238E27FC236}">
                    <a16:creationId xmlns:a16="http://schemas.microsoft.com/office/drawing/2014/main" id="{69B56C76-DBFF-72D1-DA3D-BA92DA0212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9" name="Oval 1535">
                <a:extLst>
                  <a:ext uri="{FF2B5EF4-FFF2-40B4-BE49-F238E27FC236}">
                    <a16:creationId xmlns:a16="http://schemas.microsoft.com/office/drawing/2014/main" id="{E4E22CB7-24DB-C21B-F87A-C84944ED82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0" name="Freeform 1536">
                <a:extLst>
                  <a:ext uri="{FF2B5EF4-FFF2-40B4-BE49-F238E27FC236}">
                    <a16:creationId xmlns:a16="http://schemas.microsoft.com/office/drawing/2014/main" id="{BC6CD2CA-B397-B742-E1C9-607D408E32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" name="Freeform 1537">
                <a:extLst>
                  <a:ext uri="{FF2B5EF4-FFF2-40B4-BE49-F238E27FC236}">
                    <a16:creationId xmlns:a16="http://schemas.microsoft.com/office/drawing/2014/main" id="{63D341EE-BA88-ECFB-8A8D-851DF82FFC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" name="Freeform 1538">
                <a:extLst>
                  <a:ext uri="{FF2B5EF4-FFF2-40B4-BE49-F238E27FC236}">
                    <a16:creationId xmlns:a16="http://schemas.microsoft.com/office/drawing/2014/main" id="{195A47F1-A160-4E52-C7F5-37EB568EB9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3" name="Oval 1539">
                <a:extLst>
                  <a:ext uri="{FF2B5EF4-FFF2-40B4-BE49-F238E27FC236}">
                    <a16:creationId xmlns:a16="http://schemas.microsoft.com/office/drawing/2014/main" id="{2ADEDAAA-D689-9485-CCC9-E9397022DD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8" name="Group 1540">
              <a:extLst>
                <a:ext uri="{FF2B5EF4-FFF2-40B4-BE49-F238E27FC236}">
                  <a16:creationId xmlns:a16="http://schemas.microsoft.com/office/drawing/2014/main" id="{5357BDCC-C8BA-C6F6-3571-3CECC23955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632" name="Oval 1541">
                <a:extLst>
                  <a:ext uri="{FF2B5EF4-FFF2-40B4-BE49-F238E27FC236}">
                    <a16:creationId xmlns:a16="http://schemas.microsoft.com/office/drawing/2014/main" id="{DA57E384-CFED-63F0-34CA-6E97D19175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3" name="Oval 1542">
                <a:extLst>
                  <a:ext uri="{FF2B5EF4-FFF2-40B4-BE49-F238E27FC236}">
                    <a16:creationId xmlns:a16="http://schemas.microsoft.com/office/drawing/2014/main" id="{566A28F9-9139-1D79-9A20-E473BE2EC0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4" name="Freeform 1543">
                <a:extLst>
                  <a:ext uri="{FF2B5EF4-FFF2-40B4-BE49-F238E27FC236}">
                    <a16:creationId xmlns:a16="http://schemas.microsoft.com/office/drawing/2014/main" id="{2EFEF7B3-4143-AB96-783C-D1CA1A54A8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5" name="Freeform 1544">
                <a:extLst>
                  <a:ext uri="{FF2B5EF4-FFF2-40B4-BE49-F238E27FC236}">
                    <a16:creationId xmlns:a16="http://schemas.microsoft.com/office/drawing/2014/main" id="{192C46E9-F5C3-32F7-A553-D5A00760B1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6" name="Freeform 1545">
                <a:extLst>
                  <a:ext uri="{FF2B5EF4-FFF2-40B4-BE49-F238E27FC236}">
                    <a16:creationId xmlns:a16="http://schemas.microsoft.com/office/drawing/2014/main" id="{2EA943CD-2EE6-A7A1-C1DB-C698F32DBB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7" name="Oval 1546">
                <a:extLst>
                  <a:ext uri="{FF2B5EF4-FFF2-40B4-BE49-F238E27FC236}">
                    <a16:creationId xmlns:a16="http://schemas.microsoft.com/office/drawing/2014/main" id="{992718E4-16A6-CE38-40CB-439AFD7DB9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69" name="Group 1547">
              <a:extLst>
                <a:ext uri="{FF2B5EF4-FFF2-40B4-BE49-F238E27FC236}">
                  <a16:creationId xmlns:a16="http://schemas.microsoft.com/office/drawing/2014/main" id="{CD2A0E8C-C1B9-D2CD-7113-A8FB4FD01D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626" name="Oval 1548">
                <a:extLst>
                  <a:ext uri="{FF2B5EF4-FFF2-40B4-BE49-F238E27FC236}">
                    <a16:creationId xmlns:a16="http://schemas.microsoft.com/office/drawing/2014/main" id="{7F10F233-AD87-EDFA-0D9F-2822DB3EE9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7" name="Oval 1549">
                <a:extLst>
                  <a:ext uri="{FF2B5EF4-FFF2-40B4-BE49-F238E27FC236}">
                    <a16:creationId xmlns:a16="http://schemas.microsoft.com/office/drawing/2014/main" id="{8F3142D1-86EC-345E-2A7F-3812C9A9D9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8" name="Freeform 1550">
                <a:extLst>
                  <a:ext uri="{FF2B5EF4-FFF2-40B4-BE49-F238E27FC236}">
                    <a16:creationId xmlns:a16="http://schemas.microsoft.com/office/drawing/2014/main" id="{ECB13FCD-10F3-DDEE-9BBB-360E072026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9" name="Freeform 1551">
                <a:extLst>
                  <a:ext uri="{FF2B5EF4-FFF2-40B4-BE49-F238E27FC236}">
                    <a16:creationId xmlns:a16="http://schemas.microsoft.com/office/drawing/2014/main" id="{BF5325BC-684C-21EE-A79F-B864531C50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0" name="Freeform 1552">
                <a:extLst>
                  <a:ext uri="{FF2B5EF4-FFF2-40B4-BE49-F238E27FC236}">
                    <a16:creationId xmlns:a16="http://schemas.microsoft.com/office/drawing/2014/main" id="{BF1DF4AF-4C94-4BF7-08AD-162AF6D61F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1" name="Oval 1553">
                <a:extLst>
                  <a:ext uri="{FF2B5EF4-FFF2-40B4-BE49-F238E27FC236}">
                    <a16:creationId xmlns:a16="http://schemas.microsoft.com/office/drawing/2014/main" id="{D76331F2-BBF9-1C02-B39A-7FD418E215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70" name="Group 1554">
              <a:extLst>
                <a:ext uri="{FF2B5EF4-FFF2-40B4-BE49-F238E27FC236}">
                  <a16:creationId xmlns:a16="http://schemas.microsoft.com/office/drawing/2014/main" id="{31F023BC-CAFA-1120-47FA-3C1057D0A6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620" name="Oval 1555">
                <a:extLst>
                  <a:ext uri="{FF2B5EF4-FFF2-40B4-BE49-F238E27FC236}">
                    <a16:creationId xmlns:a16="http://schemas.microsoft.com/office/drawing/2014/main" id="{1499AF8E-B77C-86CF-C630-6DF6B22D69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1" name="Oval 1556">
                <a:extLst>
                  <a:ext uri="{FF2B5EF4-FFF2-40B4-BE49-F238E27FC236}">
                    <a16:creationId xmlns:a16="http://schemas.microsoft.com/office/drawing/2014/main" id="{41488C40-8984-AD1D-7F7D-0AD1BD815B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2" name="Freeform 1557">
                <a:extLst>
                  <a:ext uri="{FF2B5EF4-FFF2-40B4-BE49-F238E27FC236}">
                    <a16:creationId xmlns:a16="http://schemas.microsoft.com/office/drawing/2014/main" id="{C5F1702B-467C-18FA-C12E-CE10B941B1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3" name="Freeform 1558">
                <a:extLst>
                  <a:ext uri="{FF2B5EF4-FFF2-40B4-BE49-F238E27FC236}">
                    <a16:creationId xmlns:a16="http://schemas.microsoft.com/office/drawing/2014/main" id="{851C645E-55CF-1E22-7A08-780C60CE36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4" name="Freeform 1559">
                <a:extLst>
                  <a:ext uri="{FF2B5EF4-FFF2-40B4-BE49-F238E27FC236}">
                    <a16:creationId xmlns:a16="http://schemas.microsoft.com/office/drawing/2014/main" id="{04F3F68E-46E8-B36D-BF7E-789E6F752E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5" name="Oval 1560">
                <a:extLst>
                  <a:ext uri="{FF2B5EF4-FFF2-40B4-BE49-F238E27FC236}">
                    <a16:creationId xmlns:a16="http://schemas.microsoft.com/office/drawing/2014/main" id="{82A7FBFA-ACD5-8E4B-19EB-35B1B017A4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71" name="Group 1561">
              <a:extLst>
                <a:ext uri="{FF2B5EF4-FFF2-40B4-BE49-F238E27FC236}">
                  <a16:creationId xmlns:a16="http://schemas.microsoft.com/office/drawing/2014/main" id="{358D14B4-1D68-7F0D-3206-28D30C5F19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614" name="Oval 1562">
                <a:extLst>
                  <a:ext uri="{FF2B5EF4-FFF2-40B4-BE49-F238E27FC236}">
                    <a16:creationId xmlns:a16="http://schemas.microsoft.com/office/drawing/2014/main" id="{065AF990-C9D9-213D-B454-8CFC16C98E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5" name="Oval 1563">
                <a:extLst>
                  <a:ext uri="{FF2B5EF4-FFF2-40B4-BE49-F238E27FC236}">
                    <a16:creationId xmlns:a16="http://schemas.microsoft.com/office/drawing/2014/main" id="{92CFBEEE-F0E5-1F97-8306-AED2910A72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6" name="Freeform 1564">
                <a:extLst>
                  <a:ext uri="{FF2B5EF4-FFF2-40B4-BE49-F238E27FC236}">
                    <a16:creationId xmlns:a16="http://schemas.microsoft.com/office/drawing/2014/main" id="{3E9B54EF-D48B-CEE1-AB1F-5CED554362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7" name="Freeform 1565">
                <a:extLst>
                  <a:ext uri="{FF2B5EF4-FFF2-40B4-BE49-F238E27FC236}">
                    <a16:creationId xmlns:a16="http://schemas.microsoft.com/office/drawing/2014/main" id="{8EA98018-55B1-8B46-6DA1-49F5BF17CC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" name="Freeform 1566">
                <a:extLst>
                  <a:ext uri="{FF2B5EF4-FFF2-40B4-BE49-F238E27FC236}">
                    <a16:creationId xmlns:a16="http://schemas.microsoft.com/office/drawing/2014/main" id="{237C09DD-ED2D-5165-EBDD-DF38186B26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9" name="Oval 1567">
                <a:extLst>
                  <a:ext uri="{FF2B5EF4-FFF2-40B4-BE49-F238E27FC236}">
                    <a16:creationId xmlns:a16="http://schemas.microsoft.com/office/drawing/2014/main" id="{A945049F-9CA9-3203-1F81-0105EFF0EC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72" name="Group 1568">
              <a:extLst>
                <a:ext uri="{FF2B5EF4-FFF2-40B4-BE49-F238E27FC236}">
                  <a16:creationId xmlns:a16="http://schemas.microsoft.com/office/drawing/2014/main" id="{48BCD362-9575-D62E-C590-4724F07B27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608" name="Oval 1569">
                <a:extLst>
                  <a:ext uri="{FF2B5EF4-FFF2-40B4-BE49-F238E27FC236}">
                    <a16:creationId xmlns:a16="http://schemas.microsoft.com/office/drawing/2014/main" id="{3C5CBD97-3A48-602E-275D-79126D10E3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9" name="Oval 1570">
                <a:extLst>
                  <a:ext uri="{FF2B5EF4-FFF2-40B4-BE49-F238E27FC236}">
                    <a16:creationId xmlns:a16="http://schemas.microsoft.com/office/drawing/2014/main" id="{1E769CE7-A1D6-3D94-E756-C01483A930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0" name="Freeform 1571">
                <a:extLst>
                  <a:ext uri="{FF2B5EF4-FFF2-40B4-BE49-F238E27FC236}">
                    <a16:creationId xmlns:a16="http://schemas.microsoft.com/office/drawing/2014/main" id="{93761B1B-B6ED-9026-1A4D-5C28DC3829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1" name="Freeform 1572">
                <a:extLst>
                  <a:ext uri="{FF2B5EF4-FFF2-40B4-BE49-F238E27FC236}">
                    <a16:creationId xmlns:a16="http://schemas.microsoft.com/office/drawing/2014/main" id="{97DE036C-6A53-D359-CF6F-670D254863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2" name="Freeform 1573">
                <a:extLst>
                  <a:ext uri="{FF2B5EF4-FFF2-40B4-BE49-F238E27FC236}">
                    <a16:creationId xmlns:a16="http://schemas.microsoft.com/office/drawing/2014/main" id="{336E6CFA-FC44-0F8C-0EB9-8D0C419F57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3" name="Oval 1574">
                <a:extLst>
                  <a:ext uri="{FF2B5EF4-FFF2-40B4-BE49-F238E27FC236}">
                    <a16:creationId xmlns:a16="http://schemas.microsoft.com/office/drawing/2014/main" id="{9FAE7EC7-2F52-95DF-A145-8AC1098DD6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73" name="Group 1575">
              <a:extLst>
                <a:ext uri="{FF2B5EF4-FFF2-40B4-BE49-F238E27FC236}">
                  <a16:creationId xmlns:a16="http://schemas.microsoft.com/office/drawing/2014/main" id="{0C227FB5-8CFD-7ACF-5455-EC5205A70A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602" name="Oval 1576">
                <a:extLst>
                  <a:ext uri="{FF2B5EF4-FFF2-40B4-BE49-F238E27FC236}">
                    <a16:creationId xmlns:a16="http://schemas.microsoft.com/office/drawing/2014/main" id="{32AB4703-9505-841A-6CF5-656178260B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3" name="Oval 1577">
                <a:extLst>
                  <a:ext uri="{FF2B5EF4-FFF2-40B4-BE49-F238E27FC236}">
                    <a16:creationId xmlns:a16="http://schemas.microsoft.com/office/drawing/2014/main" id="{0CAB4DB3-5F2D-9775-EC70-BC0B082B28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4" name="Freeform 1578">
                <a:extLst>
                  <a:ext uri="{FF2B5EF4-FFF2-40B4-BE49-F238E27FC236}">
                    <a16:creationId xmlns:a16="http://schemas.microsoft.com/office/drawing/2014/main" id="{B61BAB4B-EE56-DFD4-FC62-5055E34A53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" name="Freeform 1579">
                <a:extLst>
                  <a:ext uri="{FF2B5EF4-FFF2-40B4-BE49-F238E27FC236}">
                    <a16:creationId xmlns:a16="http://schemas.microsoft.com/office/drawing/2014/main" id="{1A6C922C-1CCF-19ED-9903-D422618AE9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" name="Freeform 1580">
                <a:extLst>
                  <a:ext uri="{FF2B5EF4-FFF2-40B4-BE49-F238E27FC236}">
                    <a16:creationId xmlns:a16="http://schemas.microsoft.com/office/drawing/2014/main" id="{7068CBFF-EAA1-3C5C-688A-2D56572AAC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" name="Oval 1581">
                <a:extLst>
                  <a:ext uri="{FF2B5EF4-FFF2-40B4-BE49-F238E27FC236}">
                    <a16:creationId xmlns:a16="http://schemas.microsoft.com/office/drawing/2014/main" id="{182F2314-03DB-1CAC-3015-37E0FDA695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74" name="Group 1582">
              <a:extLst>
                <a:ext uri="{FF2B5EF4-FFF2-40B4-BE49-F238E27FC236}">
                  <a16:creationId xmlns:a16="http://schemas.microsoft.com/office/drawing/2014/main" id="{E90A9D48-881F-2ADE-22A8-4712B48BD8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596" name="Oval 1583">
                <a:extLst>
                  <a:ext uri="{FF2B5EF4-FFF2-40B4-BE49-F238E27FC236}">
                    <a16:creationId xmlns:a16="http://schemas.microsoft.com/office/drawing/2014/main" id="{88BFA912-4BD1-0B13-A5E3-CF3AFE3A4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7" name="Oval 1584">
                <a:extLst>
                  <a:ext uri="{FF2B5EF4-FFF2-40B4-BE49-F238E27FC236}">
                    <a16:creationId xmlns:a16="http://schemas.microsoft.com/office/drawing/2014/main" id="{CDBAF234-FF18-C2D3-0ECA-F63E004C09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8" name="Freeform 1585">
                <a:extLst>
                  <a:ext uri="{FF2B5EF4-FFF2-40B4-BE49-F238E27FC236}">
                    <a16:creationId xmlns:a16="http://schemas.microsoft.com/office/drawing/2014/main" id="{07613A42-8E84-E1A4-2F0C-5752BDEA3E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" name="Freeform 1586">
                <a:extLst>
                  <a:ext uri="{FF2B5EF4-FFF2-40B4-BE49-F238E27FC236}">
                    <a16:creationId xmlns:a16="http://schemas.microsoft.com/office/drawing/2014/main" id="{973FF642-EE54-13E4-7D5C-85C51DA776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" name="Freeform 1587">
                <a:extLst>
                  <a:ext uri="{FF2B5EF4-FFF2-40B4-BE49-F238E27FC236}">
                    <a16:creationId xmlns:a16="http://schemas.microsoft.com/office/drawing/2014/main" id="{D4BCAC05-6A57-B5D9-2757-EFBD8A182B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" name="Oval 1588">
                <a:extLst>
                  <a:ext uri="{FF2B5EF4-FFF2-40B4-BE49-F238E27FC236}">
                    <a16:creationId xmlns:a16="http://schemas.microsoft.com/office/drawing/2014/main" id="{90969252-F275-98F2-3FA8-CE4568DB00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75" name="Group 1589">
              <a:extLst>
                <a:ext uri="{FF2B5EF4-FFF2-40B4-BE49-F238E27FC236}">
                  <a16:creationId xmlns:a16="http://schemas.microsoft.com/office/drawing/2014/main" id="{469BAEB3-4A52-E09B-884F-FC8AC8BB6B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590" name="Oval 1590">
                <a:extLst>
                  <a:ext uri="{FF2B5EF4-FFF2-40B4-BE49-F238E27FC236}">
                    <a16:creationId xmlns:a16="http://schemas.microsoft.com/office/drawing/2014/main" id="{3A2A7893-D017-2624-19BC-EEB03C5A30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1" name="Oval 1591">
                <a:extLst>
                  <a:ext uri="{FF2B5EF4-FFF2-40B4-BE49-F238E27FC236}">
                    <a16:creationId xmlns:a16="http://schemas.microsoft.com/office/drawing/2014/main" id="{6264F47D-D446-01D5-E0DB-E51B0C519A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2" name="Freeform 1592">
                <a:extLst>
                  <a:ext uri="{FF2B5EF4-FFF2-40B4-BE49-F238E27FC236}">
                    <a16:creationId xmlns:a16="http://schemas.microsoft.com/office/drawing/2014/main" id="{9CAF47AC-62E0-3B7D-8A5A-383BB688C2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" name="Freeform 1593">
                <a:extLst>
                  <a:ext uri="{FF2B5EF4-FFF2-40B4-BE49-F238E27FC236}">
                    <a16:creationId xmlns:a16="http://schemas.microsoft.com/office/drawing/2014/main" id="{FBA26D6B-42F2-B86D-0F15-BC2C5AB10E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" name="Freeform 1594">
                <a:extLst>
                  <a:ext uri="{FF2B5EF4-FFF2-40B4-BE49-F238E27FC236}">
                    <a16:creationId xmlns:a16="http://schemas.microsoft.com/office/drawing/2014/main" id="{F252DF68-BCFB-34C7-DE4C-5AE2067E88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" name="Oval 1595">
                <a:extLst>
                  <a:ext uri="{FF2B5EF4-FFF2-40B4-BE49-F238E27FC236}">
                    <a16:creationId xmlns:a16="http://schemas.microsoft.com/office/drawing/2014/main" id="{8C4B1F34-A257-6096-2434-EB4865C1E1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76" name="Group 1596">
              <a:extLst>
                <a:ext uri="{FF2B5EF4-FFF2-40B4-BE49-F238E27FC236}">
                  <a16:creationId xmlns:a16="http://schemas.microsoft.com/office/drawing/2014/main" id="{F4DBF68C-C55D-D741-1521-AD12E57D36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584" name="Oval 1597">
                <a:extLst>
                  <a:ext uri="{FF2B5EF4-FFF2-40B4-BE49-F238E27FC236}">
                    <a16:creationId xmlns:a16="http://schemas.microsoft.com/office/drawing/2014/main" id="{4EFAB5E6-A101-6086-E03F-7B27A9CB8C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5" name="Oval 1598">
                <a:extLst>
                  <a:ext uri="{FF2B5EF4-FFF2-40B4-BE49-F238E27FC236}">
                    <a16:creationId xmlns:a16="http://schemas.microsoft.com/office/drawing/2014/main" id="{583F57D4-9A45-6809-C5D9-12D410A6B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6" name="Freeform 1599">
                <a:extLst>
                  <a:ext uri="{FF2B5EF4-FFF2-40B4-BE49-F238E27FC236}">
                    <a16:creationId xmlns:a16="http://schemas.microsoft.com/office/drawing/2014/main" id="{18F4A0F4-B648-70F2-C21A-F2E0210867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" name="Freeform 1600">
                <a:extLst>
                  <a:ext uri="{FF2B5EF4-FFF2-40B4-BE49-F238E27FC236}">
                    <a16:creationId xmlns:a16="http://schemas.microsoft.com/office/drawing/2014/main" id="{B2D604B3-47ED-1D5C-6241-F0398120D7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" name="Freeform 1601">
                <a:extLst>
                  <a:ext uri="{FF2B5EF4-FFF2-40B4-BE49-F238E27FC236}">
                    <a16:creationId xmlns:a16="http://schemas.microsoft.com/office/drawing/2014/main" id="{B847B771-9FDC-10D6-E76F-5E68B25FFB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" name="Oval 1602">
                <a:extLst>
                  <a:ext uri="{FF2B5EF4-FFF2-40B4-BE49-F238E27FC236}">
                    <a16:creationId xmlns:a16="http://schemas.microsoft.com/office/drawing/2014/main" id="{3D143BE8-4378-E300-8823-99E5F507C8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77" name="Group 1603">
              <a:extLst>
                <a:ext uri="{FF2B5EF4-FFF2-40B4-BE49-F238E27FC236}">
                  <a16:creationId xmlns:a16="http://schemas.microsoft.com/office/drawing/2014/main" id="{AAAA785C-D45F-55D9-D08F-7CE7441384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578" name="Oval 1604">
                <a:extLst>
                  <a:ext uri="{FF2B5EF4-FFF2-40B4-BE49-F238E27FC236}">
                    <a16:creationId xmlns:a16="http://schemas.microsoft.com/office/drawing/2014/main" id="{4B7E8ABC-9CF8-B8E6-1937-B751C21BBE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9" name="Oval 1605">
                <a:extLst>
                  <a:ext uri="{FF2B5EF4-FFF2-40B4-BE49-F238E27FC236}">
                    <a16:creationId xmlns:a16="http://schemas.microsoft.com/office/drawing/2014/main" id="{F583F21D-82A2-280C-415B-A8C23DC2FA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0" name="Freeform 1606">
                <a:extLst>
                  <a:ext uri="{FF2B5EF4-FFF2-40B4-BE49-F238E27FC236}">
                    <a16:creationId xmlns:a16="http://schemas.microsoft.com/office/drawing/2014/main" id="{C58CA936-0875-9C42-8232-F3F1086F14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" name="Freeform 1607">
                <a:extLst>
                  <a:ext uri="{FF2B5EF4-FFF2-40B4-BE49-F238E27FC236}">
                    <a16:creationId xmlns:a16="http://schemas.microsoft.com/office/drawing/2014/main" id="{D6E6AD12-417D-F1F2-4DDC-371E6ABBD1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" name="Freeform 1608">
                <a:extLst>
                  <a:ext uri="{FF2B5EF4-FFF2-40B4-BE49-F238E27FC236}">
                    <a16:creationId xmlns:a16="http://schemas.microsoft.com/office/drawing/2014/main" id="{FECB0C3C-5756-52CE-C600-778842ACD6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" name="Oval 1609">
                <a:extLst>
                  <a:ext uri="{FF2B5EF4-FFF2-40B4-BE49-F238E27FC236}">
                    <a16:creationId xmlns:a16="http://schemas.microsoft.com/office/drawing/2014/main" id="{E918B3D9-8ED3-ED25-DF7B-31D5FD4B98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723" name="Group 2318">
            <a:extLst>
              <a:ext uri="{FF2B5EF4-FFF2-40B4-BE49-F238E27FC236}">
                <a16:creationId xmlns:a16="http://schemas.microsoft.com/office/drawing/2014/main" id="{8BBE81EF-4EF1-7D8B-1F41-A55304C48F83}"/>
              </a:ext>
            </a:extLst>
          </p:cNvPr>
          <p:cNvGrpSpPr>
            <a:grpSpLocks/>
          </p:cNvGrpSpPr>
          <p:nvPr/>
        </p:nvGrpSpPr>
        <p:grpSpPr bwMode="auto">
          <a:xfrm>
            <a:off x="3627437" y="367918"/>
            <a:ext cx="304800" cy="485894"/>
            <a:chOff x="3256" y="2988"/>
            <a:chExt cx="478" cy="762"/>
          </a:xfrm>
        </p:grpSpPr>
        <p:sp>
          <p:nvSpPr>
            <p:cNvPr id="724" name="Freeform 2319">
              <a:extLst>
                <a:ext uri="{FF2B5EF4-FFF2-40B4-BE49-F238E27FC236}">
                  <a16:creationId xmlns:a16="http://schemas.microsoft.com/office/drawing/2014/main" id="{2C0B2E8E-4A0E-7F15-B5EF-82CB2EC6F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5" name="Freeform 2320">
              <a:extLst>
                <a:ext uri="{FF2B5EF4-FFF2-40B4-BE49-F238E27FC236}">
                  <a16:creationId xmlns:a16="http://schemas.microsoft.com/office/drawing/2014/main" id="{D2A41355-7C64-8B56-6AF7-B13925D1F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3031"/>
              <a:ext cx="130" cy="692"/>
            </a:xfrm>
            <a:custGeom>
              <a:avLst/>
              <a:gdLst>
                <a:gd name="T0" fmla="*/ 473 w 67"/>
                <a:gd name="T1" fmla="*/ 449 h 333"/>
                <a:gd name="T2" fmla="*/ 343 w 67"/>
                <a:gd name="T3" fmla="*/ 0 h 333"/>
                <a:gd name="T4" fmla="*/ 425 w 67"/>
                <a:gd name="T5" fmla="*/ 465 h 333"/>
                <a:gd name="T6" fmla="*/ 380 w 67"/>
                <a:gd name="T7" fmla="*/ 1174 h 333"/>
                <a:gd name="T8" fmla="*/ 211 w 67"/>
                <a:gd name="T9" fmla="*/ 1482 h 333"/>
                <a:gd name="T10" fmla="*/ 241 w 67"/>
                <a:gd name="T11" fmla="*/ 1914 h 333"/>
                <a:gd name="T12" fmla="*/ 264 w 67"/>
                <a:gd name="T13" fmla="*/ 2022 h 333"/>
                <a:gd name="T14" fmla="*/ 101 w 67"/>
                <a:gd name="T15" fmla="*/ 2620 h 333"/>
                <a:gd name="T16" fmla="*/ 0 w 67"/>
                <a:gd name="T17" fmla="*/ 2988 h 333"/>
                <a:gd name="T18" fmla="*/ 177 w 67"/>
                <a:gd name="T19" fmla="*/ 2583 h 333"/>
                <a:gd name="T20" fmla="*/ 373 w 67"/>
                <a:gd name="T21" fmla="*/ 2007 h 333"/>
                <a:gd name="T22" fmla="*/ 357 w 67"/>
                <a:gd name="T23" fmla="*/ 1904 h 333"/>
                <a:gd name="T24" fmla="*/ 285 w 67"/>
                <a:gd name="T25" fmla="*/ 1554 h 333"/>
                <a:gd name="T26" fmla="*/ 425 w 67"/>
                <a:gd name="T27" fmla="*/ 1382 h 333"/>
                <a:gd name="T28" fmla="*/ 468 w 67"/>
                <a:gd name="T29" fmla="*/ 1266 h 333"/>
                <a:gd name="T30" fmla="*/ 473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65" y="50"/>
                  </a:moveTo>
                  <a:cubicBezTo>
                    <a:pt x="63" y="30"/>
                    <a:pt x="57" y="12"/>
                    <a:pt x="47" y="0"/>
                  </a:cubicBezTo>
                  <a:cubicBezTo>
                    <a:pt x="52" y="10"/>
                    <a:pt x="55" y="19"/>
                    <a:pt x="58" y="52"/>
                  </a:cubicBezTo>
                  <a:cubicBezTo>
                    <a:pt x="60" y="74"/>
                    <a:pt x="54" y="89"/>
                    <a:pt x="52" y="131"/>
                  </a:cubicBezTo>
                  <a:cubicBezTo>
                    <a:pt x="51" y="147"/>
                    <a:pt x="36" y="148"/>
                    <a:pt x="29" y="165"/>
                  </a:cubicBezTo>
                  <a:cubicBezTo>
                    <a:pt x="22" y="182"/>
                    <a:pt x="22" y="201"/>
                    <a:pt x="33" y="213"/>
                  </a:cubicBezTo>
                  <a:cubicBezTo>
                    <a:pt x="35" y="217"/>
                    <a:pt x="38" y="220"/>
                    <a:pt x="36" y="225"/>
                  </a:cubicBezTo>
                  <a:cubicBezTo>
                    <a:pt x="34" y="231"/>
                    <a:pt x="14" y="292"/>
                    <a:pt x="14" y="292"/>
                  </a:cubicBezTo>
                  <a:cubicBezTo>
                    <a:pt x="7" y="312"/>
                    <a:pt x="6" y="320"/>
                    <a:pt x="0" y="333"/>
                  </a:cubicBezTo>
                  <a:cubicBezTo>
                    <a:pt x="7" y="325"/>
                    <a:pt x="15" y="311"/>
                    <a:pt x="24" y="288"/>
                  </a:cubicBezTo>
                  <a:cubicBezTo>
                    <a:pt x="24" y="288"/>
                    <a:pt x="49" y="229"/>
                    <a:pt x="51" y="224"/>
                  </a:cubicBezTo>
                  <a:cubicBezTo>
                    <a:pt x="53" y="218"/>
                    <a:pt x="53" y="215"/>
                    <a:pt x="49" y="212"/>
                  </a:cubicBezTo>
                  <a:cubicBezTo>
                    <a:pt x="38" y="203"/>
                    <a:pt x="34" y="187"/>
                    <a:pt x="39" y="173"/>
                  </a:cubicBezTo>
                  <a:cubicBezTo>
                    <a:pt x="43" y="165"/>
                    <a:pt x="50" y="157"/>
                    <a:pt x="58" y="154"/>
                  </a:cubicBezTo>
                  <a:cubicBezTo>
                    <a:pt x="63" y="152"/>
                    <a:pt x="63" y="147"/>
                    <a:pt x="64" y="141"/>
                  </a:cubicBezTo>
                  <a:cubicBezTo>
                    <a:pt x="66" y="99"/>
                    <a:pt x="67" y="72"/>
                    <a:pt x="65" y="50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6" name="Freeform 2321">
              <a:extLst>
                <a:ext uri="{FF2B5EF4-FFF2-40B4-BE49-F238E27FC236}">
                  <a16:creationId xmlns:a16="http://schemas.microsoft.com/office/drawing/2014/main" id="{793AA4A5-89F8-8FF4-207F-DA006CB9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3008"/>
              <a:ext cx="168" cy="722"/>
            </a:xfrm>
            <a:custGeom>
              <a:avLst/>
              <a:gdLst>
                <a:gd name="T0" fmla="*/ 268 w 86"/>
                <a:gd name="T1" fmla="*/ 3117 h 347"/>
                <a:gd name="T2" fmla="*/ 156 w 86"/>
                <a:gd name="T3" fmla="*/ 2468 h 347"/>
                <a:gd name="T4" fmla="*/ 352 w 86"/>
                <a:gd name="T5" fmla="*/ 874 h 347"/>
                <a:gd name="T6" fmla="*/ 553 w 86"/>
                <a:gd name="T7" fmla="*/ 44 h 347"/>
                <a:gd name="T8" fmla="*/ 641 w 86"/>
                <a:gd name="T9" fmla="*/ 52 h 347"/>
                <a:gd name="T10" fmla="*/ 447 w 86"/>
                <a:gd name="T11" fmla="*/ 25 h 347"/>
                <a:gd name="T12" fmla="*/ 225 w 86"/>
                <a:gd name="T13" fmla="*/ 849 h 347"/>
                <a:gd name="T14" fmla="*/ 104 w 86"/>
                <a:gd name="T15" fmla="*/ 2432 h 347"/>
                <a:gd name="T16" fmla="*/ 164 w 86"/>
                <a:gd name="T17" fmla="*/ 3100 h 347"/>
                <a:gd name="T18" fmla="*/ 268 w 86"/>
                <a:gd name="T19" fmla="*/ 3117 h 347"/>
                <a:gd name="T20" fmla="*/ 268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36" y="346"/>
                  </a:moveTo>
                  <a:cubicBezTo>
                    <a:pt x="9" y="338"/>
                    <a:pt x="7" y="322"/>
                    <a:pt x="21" y="274"/>
                  </a:cubicBezTo>
                  <a:cubicBezTo>
                    <a:pt x="35" y="227"/>
                    <a:pt x="55" y="140"/>
                    <a:pt x="47" y="97"/>
                  </a:cubicBezTo>
                  <a:cubicBezTo>
                    <a:pt x="38" y="54"/>
                    <a:pt x="40" y="14"/>
                    <a:pt x="74" y="5"/>
                  </a:cubicBezTo>
                  <a:cubicBezTo>
                    <a:pt x="77" y="5"/>
                    <a:pt x="82" y="5"/>
                    <a:pt x="86" y="6"/>
                  </a:cubicBezTo>
                  <a:cubicBezTo>
                    <a:pt x="79" y="3"/>
                    <a:pt x="70" y="0"/>
                    <a:pt x="60" y="3"/>
                  </a:cubicBezTo>
                  <a:cubicBezTo>
                    <a:pt x="26" y="11"/>
                    <a:pt x="22" y="51"/>
                    <a:pt x="30" y="94"/>
                  </a:cubicBezTo>
                  <a:cubicBezTo>
                    <a:pt x="38" y="137"/>
                    <a:pt x="28" y="222"/>
                    <a:pt x="14" y="270"/>
                  </a:cubicBezTo>
                  <a:cubicBezTo>
                    <a:pt x="0" y="317"/>
                    <a:pt x="0" y="335"/>
                    <a:pt x="22" y="344"/>
                  </a:cubicBezTo>
                  <a:cubicBezTo>
                    <a:pt x="28" y="347"/>
                    <a:pt x="31" y="347"/>
                    <a:pt x="36" y="346"/>
                  </a:cubicBezTo>
                  <a:cubicBezTo>
                    <a:pt x="36" y="346"/>
                    <a:pt x="36" y="346"/>
                    <a:pt x="36" y="34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" name="Freeform 2322">
              <a:extLst>
                <a:ext uri="{FF2B5EF4-FFF2-40B4-BE49-F238E27FC236}">
                  <a16:creationId xmlns:a16="http://schemas.microsoft.com/office/drawing/2014/main" id="{A27E4A6D-072C-6F8A-8499-BA220916E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015"/>
              <a:ext cx="90" cy="555"/>
            </a:xfrm>
            <a:custGeom>
              <a:avLst/>
              <a:gdLst>
                <a:gd name="T0" fmla="*/ 0 w 46"/>
                <a:gd name="T1" fmla="*/ 2399 h 267"/>
                <a:gd name="T2" fmla="*/ 119 w 46"/>
                <a:gd name="T3" fmla="*/ 817 h 267"/>
                <a:gd name="T4" fmla="*/ 344 w 46"/>
                <a:gd name="T5" fmla="*/ 0 h 267"/>
                <a:gd name="T6" fmla="*/ 133 w 46"/>
                <a:gd name="T7" fmla="*/ 574 h 267"/>
                <a:gd name="T8" fmla="*/ 0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0" y="267"/>
                  </a:moveTo>
                  <a:cubicBezTo>
                    <a:pt x="14" y="219"/>
                    <a:pt x="24" y="134"/>
                    <a:pt x="16" y="91"/>
                  </a:cubicBezTo>
                  <a:cubicBezTo>
                    <a:pt x="8" y="48"/>
                    <a:pt x="12" y="8"/>
                    <a:pt x="46" y="0"/>
                  </a:cubicBezTo>
                  <a:cubicBezTo>
                    <a:pt x="33" y="6"/>
                    <a:pt x="16" y="32"/>
                    <a:pt x="18" y="64"/>
                  </a:cubicBezTo>
                  <a:cubicBezTo>
                    <a:pt x="20" y="96"/>
                    <a:pt x="33" y="155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" name="Freeform 2323">
              <a:extLst>
                <a:ext uri="{FF2B5EF4-FFF2-40B4-BE49-F238E27FC236}">
                  <a16:creationId xmlns:a16="http://schemas.microsoft.com/office/drawing/2014/main" id="{0AC6B360-F268-7FEC-DFE9-D2805338D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" name="Freeform 2324">
              <a:extLst>
                <a:ext uri="{FF2B5EF4-FFF2-40B4-BE49-F238E27FC236}">
                  <a16:creationId xmlns:a16="http://schemas.microsoft.com/office/drawing/2014/main" id="{4E20F85D-BC72-0F83-B3E7-E15CEC27D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" name="Freeform 2325">
              <a:extLst>
                <a:ext uri="{FF2B5EF4-FFF2-40B4-BE49-F238E27FC236}">
                  <a16:creationId xmlns:a16="http://schemas.microsoft.com/office/drawing/2014/main" id="{A5C8BB33-EE98-333B-A802-56AABA69C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029"/>
              <a:ext cx="1" cy="632"/>
            </a:xfrm>
            <a:custGeom>
              <a:avLst/>
              <a:gdLst>
                <a:gd name="T0" fmla="*/ 0 w 1"/>
                <a:gd name="T1" fmla="*/ 632 h 632"/>
                <a:gd name="T2" fmla="*/ 0 w 1"/>
                <a:gd name="T3" fmla="*/ 0 h 632"/>
                <a:gd name="T4" fmla="*/ 0 w 1"/>
                <a:gd name="T5" fmla="*/ 632 h 6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2">
                  <a:moveTo>
                    <a:pt x="0" y="632"/>
                  </a:moveTo>
                  <a:lnTo>
                    <a:pt x="0" y="0"/>
                  </a:lnTo>
                  <a:lnTo>
                    <a:pt x="0" y="632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" name="Line 2326">
              <a:extLst>
                <a:ext uri="{FF2B5EF4-FFF2-40B4-BE49-F238E27FC236}">
                  <a16:creationId xmlns:a16="http://schemas.microsoft.com/office/drawing/2014/main" id="{4E76B2EE-8025-7483-969E-FE1AFABBA4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" name="Freeform 2327">
              <a:extLst>
                <a:ext uri="{FF2B5EF4-FFF2-40B4-BE49-F238E27FC236}">
                  <a16:creationId xmlns:a16="http://schemas.microsoft.com/office/drawing/2014/main" id="{723631C8-51E6-DA1A-426D-BF1E93EA7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3335"/>
              <a:ext cx="64" cy="212"/>
            </a:xfrm>
            <a:custGeom>
              <a:avLst/>
              <a:gdLst>
                <a:gd name="T0" fmla="*/ 155 w 33"/>
                <a:gd name="T1" fmla="*/ 648 h 102"/>
                <a:gd name="T2" fmla="*/ 140 w 33"/>
                <a:gd name="T3" fmla="*/ 609 h 102"/>
                <a:gd name="T4" fmla="*/ 37 w 33"/>
                <a:gd name="T5" fmla="*/ 341 h 102"/>
                <a:gd name="T6" fmla="*/ 109 w 33"/>
                <a:gd name="T7" fmla="*/ 133 h 102"/>
                <a:gd name="T8" fmla="*/ 225 w 33"/>
                <a:gd name="T9" fmla="*/ 0 h 102"/>
                <a:gd name="T10" fmla="*/ 72 w 33"/>
                <a:gd name="T11" fmla="*/ 133 h 102"/>
                <a:gd name="T12" fmla="*/ 0 w 33"/>
                <a:gd name="T13" fmla="*/ 349 h 102"/>
                <a:gd name="T14" fmla="*/ 109 w 33"/>
                <a:gd name="T15" fmla="*/ 626 h 102"/>
                <a:gd name="T16" fmla="*/ 116 w 33"/>
                <a:gd name="T17" fmla="*/ 700 h 102"/>
                <a:gd name="T18" fmla="*/ 72 w 33"/>
                <a:gd name="T19" fmla="*/ 917 h 102"/>
                <a:gd name="T20" fmla="*/ 155 w 33"/>
                <a:gd name="T21" fmla="*/ 648 h 10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102">
                  <a:moveTo>
                    <a:pt x="21" y="72"/>
                  </a:moveTo>
                  <a:cubicBezTo>
                    <a:pt x="22" y="70"/>
                    <a:pt x="20" y="68"/>
                    <a:pt x="19" y="68"/>
                  </a:cubicBezTo>
                  <a:cubicBezTo>
                    <a:pt x="11" y="61"/>
                    <a:pt x="5" y="49"/>
                    <a:pt x="5" y="38"/>
                  </a:cubicBezTo>
                  <a:cubicBezTo>
                    <a:pt x="5" y="29"/>
                    <a:pt x="9" y="21"/>
                    <a:pt x="15" y="15"/>
                  </a:cubicBezTo>
                  <a:cubicBezTo>
                    <a:pt x="20" y="11"/>
                    <a:pt x="33" y="5"/>
                    <a:pt x="31" y="0"/>
                  </a:cubicBezTo>
                  <a:cubicBezTo>
                    <a:pt x="31" y="3"/>
                    <a:pt x="17" y="8"/>
                    <a:pt x="10" y="15"/>
                  </a:cubicBezTo>
                  <a:cubicBezTo>
                    <a:pt x="4" y="21"/>
                    <a:pt x="0" y="28"/>
                    <a:pt x="0" y="39"/>
                  </a:cubicBezTo>
                  <a:cubicBezTo>
                    <a:pt x="0" y="49"/>
                    <a:pt x="6" y="63"/>
                    <a:pt x="15" y="70"/>
                  </a:cubicBezTo>
                  <a:cubicBezTo>
                    <a:pt x="16" y="71"/>
                    <a:pt x="17" y="74"/>
                    <a:pt x="16" y="78"/>
                  </a:cubicBezTo>
                  <a:cubicBezTo>
                    <a:pt x="15" y="83"/>
                    <a:pt x="13" y="91"/>
                    <a:pt x="10" y="102"/>
                  </a:cubicBezTo>
                  <a:cubicBezTo>
                    <a:pt x="14" y="93"/>
                    <a:pt x="20" y="79"/>
                    <a:pt x="21" y="7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3" name="Freeform 2328">
              <a:extLst>
                <a:ext uri="{FF2B5EF4-FFF2-40B4-BE49-F238E27FC236}">
                  <a16:creationId xmlns:a16="http://schemas.microsoft.com/office/drawing/2014/main" id="{8624E2FE-3082-E5E4-2DA4-AF9C07D90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3031"/>
              <a:ext cx="130" cy="692"/>
            </a:xfrm>
            <a:custGeom>
              <a:avLst/>
              <a:gdLst>
                <a:gd name="T0" fmla="*/ 16 w 67"/>
                <a:gd name="T1" fmla="*/ 449 h 333"/>
                <a:gd name="T2" fmla="*/ 147 w 67"/>
                <a:gd name="T3" fmla="*/ 0 h 333"/>
                <a:gd name="T4" fmla="*/ 64 w 67"/>
                <a:gd name="T5" fmla="*/ 465 h 333"/>
                <a:gd name="T6" fmla="*/ 109 w 67"/>
                <a:gd name="T7" fmla="*/ 1174 h 333"/>
                <a:gd name="T8" fmla="*/ 279 w 67"/>
                <a:gd name="T9" fmla="*/ 1482 h 333"/>
                <a:gd name="T10" fmla="*/ 248 w 67"/>
                <a:gd name="T11" fmla="*/ 1914 h 333"/>
                <a:gd name="T12" fmla="*/ 225 w 67"/>
                <a:gd name="T13" fmla="*/ 2022 h 333"/>
                <a:gd name="T14" fmla="*/ 388 w 67"/>
                <a:gd name="T15" fmla="*/ 2620 h 333"/>
                <a:gd name="T16" fmla="*/ 489 w 67"/>
                <a:gd name="T17" fmla="*/ 2988 h 333"/>
                <a:gd name="T18" fmla="*/ 312 w 67"/>
                <a:gd name="T19" fmla="*/ 2583 h 333"/>
                <a:gd name="T20" fmla="*/ 116 w 67"/>
                <a:gd name="T21" fmla="*/ 2007 h 333"/>
                <a:gd name="T22" fmla="*/ 132 w 67"/>
                <a:gd name="T23" fmla="*/ 1904 h 333"/>
                <a:gd name="T24" fmla="*/ 204 w 67"/>
                <a:gd name="T25" fmla="*/ 1554 h 333"/>
                <a:gd name="T26" fmla="*/ 64 w 67"/>
                <a:gd name="T27" fmla="*/ 1382 h 333"/>
                <a:gd name="T28" fmla="*/ 23 w 67"/>
                <a:gd name="T29" fmla="*/ 1266 h 333"/>
                <a:gd name="T30" fmla="*/ 16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2" y="50"/>
                  </a:moveTo>
                  <a:cubicBezTo>
                    <a:pt x="5" y="30"/>
                    <a:pt x="10" y="12"/>
                    <a:pt x="20" y="0"/>
                  </a:cubicBezTo>
                  <a:cubicBezTo>
                    <a:pt x="15" y="10"/>
                    <a:pt x="12" y="19"/>
                    <a:pt x="9" y="52"/>
                  </a:cubicBezTo>
                  <a:cubicBezTo>
                    <a:pt x="7" y="74"/>
                    <a:pt x="13" y="89"/>
                    <a:pt x="15" y="131"/>
                  </a:cubicBezTo>
                  <a:cubicBezTo>
                    <a:pt x="16" y="147"/>
                    <a:pt x="31" y="148"/>
                    <a:pt x="38" y="165"/>
                  </a:cubicBezTo>
                  <a:cubicBezTo>
                    <a:pt x="45" y="182"/>
                    <a:pt x="45" y="201"/>
                    <a:pt x="34" y="213"/>
                  </a:cubicBezTo>
                  <a:cubicBezTo>
                    <a:pt x="32" y="217"/>
                    <a:pt x="29" y="220"/>
                    <a:pt x="31" y="225"/>
                  </a:cubicBezTo>
                  <a:cubicBezTo>
                    <a:pt x="33" y="231"/>
                    <a:pt x="53" y="292"/>
                    <a:pt x="53" y="292"/>
                  </a:cubicBezTo>
                  <a:cubicBezTo>
                    <a:pt x="60" y="312"/>
                    <a:pt x="61" y="320"/>
                    <a:pt x="67" y="333"/>
                  </a:cubicBezTo>
                  <a:cubicBezTo>
                    <a:pt x="60" y="325"/>
                    <a:pt x="52" y="311"/>
                    <a:pt x="43" y="288"/>
                  </a:cubicBezTo>
                  <a:cubicBezTo>
                    <a:pt x="43" y="288"/>
                    <a:pt x="18" y="229"/>
                    <a:pt x="16" y="224"/>
                  </a:cubicBezTo>
                  <a:cubicBezTo>
                    <a:pt x="14" y="218"/>
                    <a:pt x="14" y="215"/>
                    <a:pt x="18" y="212"/>
                  </a:cubicBezTo>
                  <a:cubicBezTo>
                    <a:pt x="29" y="203"/>
                    <a:pt x="33" y="187"/>
                    <a:pt x="28" y="173"/>
                  </a:cubicBezTo>
                  <a:cubicBezTo>
                    <a:pt x="24" y="165"/>
                    <a:pt x="17" y="157"/>
                    <a:pt x="9" y="154"/>
                  </a:cubicBezTo>
                  <a:cubicBezTo>
                    <a:pt x="4" y="152"/>
                    <a:pt x="4" y="147"/>
                    <a:pt x="3" y="141"/>
                  </a:cubicBezTo>
                  <a:cubicBezTo>
                    <a:pt x="1" y="99"/>
                    <a:pt x="0" y="72"/>
                    <a:pt x="2" y="50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" name="Freeform 2329">
              <a:extLst>
                <a:ext uri="{FF2B5EF4-FFF2-40B4-BE49-F238E27FC236}">
                  <a16:creationId xmlns:a16="http://schemas.microsoft.com/office/drawing/2014/main" id="{B06C67BE-0854-4A3B-AFFA-4BC5D71CE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08"/>
              <a:ext cx="168" cy="722"/>
            </a:xfrm>
            <a:custGeom>
              <a:avLst/>
              <a:gdLst>
                <a:gd name="T0" fmla="*/ 373 w 86"/>
                <a:gd name="T1" fmla="*/ 3117 h 347"/>
                <a:gd name="T2" fmla="*/ 484 w 86"/>
                <a:gd name="T3" fmla="*/ 2468 h 347"/>
                <a:gd name="T4" fmla="*/ 289 w 86"/>
                <a:gd name="T5" fmla="*/ 874 h 347"/>
                <a:gd name="T6" fmla="*/ 88 w 86"/>
                <a:gd name="T7" fmla="*/ 44 h 347"/>
                <a:gd name="T8" fmla="*/ 0 w 86"/>
                <a:gd name="T9" fmla="*/ 52 h 347"/>
                <a:gd name="T10" fmla="*/ 195 w 86"/>
                <a:gd name="T11" fmla="*/ 25 h 347"/>
                <a:gd name="T12" fmla="*/ 416 w 86"/>
                <a:gd name="T13" fmla="*/ 849 h 347"/>
                <a:gd name="T14" fmla="*/ 537 w 86"/>
                <a:gd name="T15" fmla="*/ 2432 h 347"/>
                <a:gd name="T16" fmla="*/ 477 w 86"/>
                <a:gd name="T17" fmla="*/ 3100 h 347"/>
                <a:gd name="T18" fmla="*/ 373 w 86"/>
                <a:gd name="T19" fmla="*/ 3117 h 347"/>
                <a:gd name="T20" fmla="*/ 373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50" y="346"/>
                  </a:moveTo>
                  <a:cubicBezTo>
                    <a:pt x="77" y="338"/>
                    <a:pt x="79" y="322"/>
                    <a:pt x="65" y="274"/>
                  </a:cubicBezTo>
                  <a:cubicBezTo>
                    <a:pt x="51" y="227"/>
                    <a:pt x="31" y="140"/>
                    <a:pt x="39" y="97"/>
                  </a:cubicBezTo>
                  <a:cubicBezTo>
                    <a:pt x="48" y="54"/>
                    <a:pt x="46" y="14"/>
                    <a:pt x="12" y="5"/>
                  </a:cubicBezTo>
                  <a:cubicBezTo>
                    <a:pt x="9" y="5"/>
                    <a:pt x="4" y="5"/>
                    <a:pt x="0" y="6"/>
                  </a:cubicBezTo>
                  <a:cubicBezTo>
                    <a:pt x="7" y="3"/>
                    <a:pt x="16" y="0"/>
                    <a:pt x="26" y="3"/>
                  </a:cubicBezTo>
                  <a:cubicBezTo>
                    <a:pt x="60" y="11"/>
                    <a:pt x="64" y="51"/>
                    <a:pt x="56" y="94"/>
                  </a:cubicBezTo>
                  <a:cubicBezTo>
                    <a:pt x="48" y="137"/>
                    <a:pt x="58" y="222"/>
                    <a:pt x="72" y="270"/>
                  </a:cubicBezTo>
                  <a:cubicBezTo>
                    <a:pt x="86" y="317"/>
                    <a:pt x="86" y="335"/>
                    <a:pt x="64" y="344"/>
                  </a:cubicBezTo>
                  <a:cubicBezTo>
                    <a:pt x="58" y="347"/>
                    <a:pt x="55" y="347"/>
                    <a:pt x="50" y="346"/>
                  </a:cubicBezTo>
                  <a:cubicBezTo>
                    <a:pt x="50" y="346"/>
                    <a:pt x="50" y="346"/>
                    <a:pt x="50" y="34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" name="Freeform 2330">
              <a:extLst>
                <a:ext uri="{FF2B5EF4-FFF2-40B4-BE49-F238E27FC236}">
                  <a16:creationId xmlns:a16="http://schemas.microsoft.com/office/drawing/2014/main" id="{B57CB8AE-7A2D-6859-E0D6-4E99024C4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15"/>
              <a:ext cx="90" cy="555"/>
            </a:xfrm>
            <a:custGeom>
              <a:avLst/>
              <a:gdLst>
                <a:gd name="T0" fmla="*/ 344 w 46"/>
                <a:gd name="T1" fmla="*/ 2399 h 267"/>
                <a:gd name="T2" fmla="*/ 225 w 46"/>
                <a:gd name="T3" fmla="*/ 817 h 267"/>
                <a:gd name="T4" fmla="*/ 0 w 46"/>
                <a:gd name="T5" fmla="*/ 0 h 267"/>
                <a:gd name="T6" fmla="*/ 211 w 46"/>
                <a:gd name="T7" fmla="*/ 574 h 267"/>
                <a:gd name="T8" fmla="*/ 344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46" y="267"/>
                  </a:moveTo>
                  <a:cubicBezTo>
                    <a:pt x="32" y="219"/>
                    <a:pt x="22" y="134"/>
                    <a:pt x="30" y="91"/>
                  </a:cubicBezTo>
                  <a:cubicBezTo>
                    <a:pt x="38" y="48"/>
                    <a:pt x="34" y="8"/>
                    <a:pt x="0" y="0"/>
                  </a:cubicBezTo>
                  <a:cubicBezTo>
                    <a:pt x="13" y="6"/>
                    <a:pt x="30" y="32"/>
                    <a:pt x="28" y="64"/>
                  </a:cubicBezTo>
                  <a:cubicBezTo>
                    <a:pt x="26" y="96"/>
                    <a:pt x="13" y="155"/>
                    <a:pt x="46" y="267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" name="Freeform 2331">
              <a:extLst>
                <a:ext uri="{FF2B5EF4-FFF2-40B4-BE49-F238E27FC236}">
                  <a16:creationId xmlns:a16="http://schemas.microsoft.com/office/drawing/2014/main" id="{3C135A15-6122-0E39-8122-833281096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3085"/>
              <a:ext cx="70" cy="462"/>
            </a:xfrm>
            <a:custGeom>
              <a:avLst/>
              <a:gdLst>
                <a:gd name="T0" fmla="*/ 156 w 36"/>
                <a:gd name="T1" fmla="*/ 1711 h 222"/>
                <a:gd name="T2" fmla="*/ 264 w 36"/>
                <a:gd name="T3" fmla="*/ 1434 h 222"/>
                <a:gd name="T4" fmla="*/ 193 w 36"/>
                <a:gd name="T5" fmla="*/ 1217 h 222"/>
                <a:gd name="T6" fmla="*/ 72 w 36"/>
                <a:gd name="T7" fmla="*/ 1118 h 222"/>
                <a:gd name="T8" fmla="*/ 80 w 36"/>
                <a:gd name="T9" fmla="*/ 1118 h 222"/>
                <a:gd name="T10" fmla="*/ 60 w 36"/>
                <a:gd name="T11" fmla="*/ 1034 h 222"/>
                <a:gd name="T12" fmla="*/ 60 w 36"/>
                <a:gd name="T13" fmla="*/ 0 h 222"/>
                <a:gd name="T14" fmla="*/ 8 w 36"/>
                <a:gd name="T15" fmla="*/ 766 h 222"/>
                <a:gd name="T16" fmla="*/ 37 w 36"/>
                <a:gd name="T17" fmla="*/ 1082 h 222"/>
                <a:gd name="T18" fmla="*/ 37 w 36"/>
                <a:gd name="T19" fmla="*/ 1090 h 222"/>
                <a:gd name="T20" fmla="*/ 37 w 36"/>
                <a:gd name="T21" fmla="*/ 1101 h 222"/>
                <a:gd name="T22" fmla="*/ 37 w 36"/>
                <a:gd name="T23" fmla="*/ 1109 h 222"/>
                <a:gd name="T24" fmla="*/ 156 w 36"/>
                <a:gd name="T25" fmla="*/ 1217 h 222"/>
                <a:gd name="T26" fmla="*/ 228 w 36"/>
                <a:gd name="T27" fmla="*/ 1426 h 222"/>
                <a:gd name="T28" fmla="*/ 124 w 36"/>
                <a:gd name="T29" fmla="*/ 1694 h 222"/>
                <a:gd name="T30" fmla="*/ 109 w 36"/>
                <a:gd name="T31" fmla="*/ 1731 h 222"/>
                <a:gd name="T32" fmla="*/ 193 w 36"/>
                <a:gd name="T33" fmla="*/ 2000 h 222"/>
                <a:gd name="T34" fmla="*/ 148 w 36"/>
                <a:gd name="T35" fmla="*/ 1783 h 222"/>
                <a:gd name="T36" fmla="*/ 156 w 36"/>
                <a:gd name="T37" fmla="*/ 1711 h 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22">
                  <a:moveTo>
                    <a:pt x="21" y="190"/>
                  </a:moveTo>
                  <a:cubicBezTo>
                    <a:pt x="30" y="183"/>
                    <a:pt x="36" y="169"/>
                    <a:pt x="36" y="159"/>
                  </a:cubicBezTo>
                  <a:cubicBezTo>
                    <a:pt x="36" y="148"/>
                    <a:pt x="32" y="141"/>
                    <a:pt x="26" y="135"/>
                  </a:cubicBezTo>
                  <a:cubicBezTo>
                    <a:pt x="22" y="130"/>
                    <a:pt x="15" y="127"/>
                    <a:pt x="10" y="124"/>
                  </a:cubicBezTo>
                  <a:cubicBezTo>
                    <a:pt x="11" y="124"/>
                    <a:pt x="11" y="124"/>
                    <a:pt x="11" y="124"/>
                  </a:cubicBezTo>
                  <a:cubicBezTo>
                    <a:pt x="8" y="121"/>
                    <a:pt x="8" y="124"/>
                    <a:pt x="8" y="115"/>
                  </a:cubicBezTo>
                  <a:cubicBezTo>
                    <a:pt x="7" y="106"/>
                    <a:pt x="1" y="25"/>
                    <a:pt x="8" y="0"/>
                  </a:cubicBezTo>
                  <a:cubicBezTo>
                    <a:pt x="5" y="7"/>
                    <a:pt x="0" y="42"/>
                    <a:pt x="1" y="85"/>
                  </a:cubicBezTo>
                  <a:cubicBezTo>
                    <a:pt x="2" y="97"/>
                    <a:pt x="4" y="114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8" y="127"/>
                    <a:pt x="17" y="132"/>
                    <a:pt x="21" y="135"/>
                  </a:cubicBezTo>
                  <a:cubicBezTo>
                    <a:pt x="27" y="141"/>
                    <a:pt x="31" y="149"/>
                    <a:pt x="31" y="158"/>
                  </a:cubicBezTo>
                  <a:cubicBezTo>
                    <a:pt x="31" y="169"/>
                    <a:pt x="25" y="181"/>
                    <a:pt x="17" y="188"/>
                  </a:cubicBezTo>
                  <a:cubicBezTo>
                    <a:pt x="16" y="188"/>
                    <a:pt x="14" y="190"/>
                    <a:pt x="15" y="192"/>
                  </a:cubicBezTo>
                  <a:cubicBezTo>
                    <a:pt x="16" y="199"/>
                    <a:pt x="22" y="213"/>
                    <a:pt x="26" y="222"/>
                  </a:cubicBezTo>
                  <a:cubicBezTo>
                    <a:pt x="23" y="211"/>
                    <a:pt x="21" y="203"/>
                    <a:pt x="20" y="198"/>
                  </a:cubicBezTo>
                  <a:cubicBezTo>
                    <a:pt x="19" y="194"/>
                    <a:pt x="20" y="191"/>
                    <a:pt x="21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" name="Freeform 2332">
              <a:extLst>
                <a:ext uri="{FF2B5EF4-FFF2-40B4-BE49-F238E27FC236}">
                  <a16:creationId xmlns:a16="http://schemas.microsoft.com/office/drawing/2014/main" id="{F8049336-C922-C3DD-31EA-9EDE50EA4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17"/>
              <a:ext cx="33" cy="75"/>
            </a:xfrm>
            <a:custGeom>
              <a:avLst/>
              <a:gdLst>
                <a:gd name="T0" fmla="*/ 124 w 17"/>
                <a:gd name="T1" fmla="*/ 0 h 36"/>
                <a:gd name="T2" fmla="*/ 8 w 17"/>
                <a:gd name="T3" fmla="*/ 192 h 36"/>
                <a:gd name="T4" fmla="*/ 0 w 17"/>
                <a:gd name="T5" fmla="*/ 325 h 36"/>
                <a:gd name="T6" fmla="*/ 124 w 17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6">
                  <a:moveTo>
                    <a:pt x="17" y="0"/>
                  </a:moveTo>
                  <a:cubicBezTo>
                    <a:pt x="7" y="3"/>
                    <a:pt x="1" y="9"/>
                    <a:pt x="1" y="21"/>
                  </a:cubicBezTo>
                  <a:cubicBezTo>
                    <a:pt x="0" y="32"/>
                    <a:pt x="0" y="36"/>
                    <a:pt x="0" y="36"/>
                  </a:cubicBezTo>
                  <a:cubicBezTo>
                    <a:pt x="2" y="23"/>
                    <a:pt x="8" y="5"/>
                    <a:pt x="17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" name="Freeform 2333">
              <a:extLst>
                <a:ext uri="{FF2B5EF4-FFF2-40B4-BE49-F238E27FC236}">
                  <a16:creationId xmlns:a16="http://schemas.microsoft.com/office/drawing/2014/main" id="{DDE1B97D-ED4E-DC52-2467-4493F6E03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3509"/>
              <a:ext cx="84" cy="208"/>
            </a:xfrm>
            <a:custGeom>
              <a:avLst/>
              <a:gdLst>
                <a:gd name="T0" fmla="*/ 8 w 43"/>
                <a:gd name="T1" fmla="*/ 0 h 100"/>
                <a:gd name="T2" fmla="*/ 0 w 43"/>
                <a:gd name="T3" fmla="*/ 516 h 100"/>
                <a:gd name="T4" fmla="*/ 320 w 43"/>
                <a:gd name="T5" fmla="*/ 901 h 100"/>
                <a:gd name="T6" fmla="*/ 45 w 43"/>
                <a:gd name="T7" fmla="*/ 468 h 100"/>
                <a:gd name="T8" fmla="*/ 8 w 43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00">
                  <a:moveTo>
                    <a:pt x="1" y="0"/>
                  </a:moveTo>
                  <a:cubicBezTo>
                    <a:pt x="1" y="30"/>
                    <a:pt x="0" y="43"/>
                    <a:pt x="0" y="57"/>
                  </a:cubicBezTo>
                  <a:cubicBezTo>
                    <a:pt x="0" y="71"/>
                    <a:pt x="5" y="86"/>
                    <a:pt x="43" y="100"/>
                  </a:cubicBezTo>
                  <a:cubicBezTo>
                    <a:pt x="28" y="94"/>
                    <a:pt x="7" y="80"/>
                    <a:pt x="6" y="52"/>
                  </a:cubicBezTo>
                  <a:cubicBezTo>
                    <a:pt x="5" y="2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9" name="Freeform 2334">
              <a:extLst>
                <a:ext uri="{FF2B5EF4-FFF2-40B4-BE49-F238E27FC236}">
                  <a16:creationId xmlns:a16="http://schemas.microsoft.com/office/drawing/2014/main" id="{B2DD1B60-BE66-D8B4-2A9F-1A3D6B86EE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4" y="3017"/>
              <a:ext cx="294" cy="719"/>
            </a:xfrm>
            <a:custGeom>
              <a:avLst/>
              <a:gdLst>
                <a:gd name="T0" fmla="*/ 888 w 151"/>
                <a:gd name="T1" fmla="*/ 2647 h 346"/>
                <a:gd name="T2" fmla="*/ 680 w 151"/>
                <a:gd name="T3" fmla="*/ 2055 h 346"/>
                <a:gd name="T4" fmla="*/ 672 w 151"/>
                <a:gd name="T5" fmla="*/ 1999 h 346"/>
                <a:gd name="T6" fmla="*/ 672 w 151"/>
                <a:gd name="T7" fmla="*/ 1991 h 346"/>
                <a:gd name="T8" fmla="*/ 672 w 151"/>
                <a:gd name="T9" fmla="*/ 1982 h 346"/>
                <a:gd name="T10" fmla="*/ 680 w 151"/>
                <a:gd name="T11" fmla="*/ 1974 h 346"/>
                <a:gd name="T12" fmla="*/ 680 w 151"/>
                <a:gd name="T13" fmla="*/ 1974 h 346"/>
                <a:gd name="T14" fmla="*/ 685 w 151"/>
                <a:gd name="T15" fmla="*/ 1966 h 346"/>
                <a:gd name="T16" fmla="*/ 685 w 151"/>
                <a:gd name="T17" fmla="*/ 1955 h 346"/>
                <a:gd name="T18" fmla="*/ 701 w 151"/>
                <a:gd name="T19" fmla="*/ 1947 h 346"/>
                <a:gd name="T20" fmla="*/ 724 w 151"/>
                <a:gd name="T21" fmla="*/ 1922 h 346"/>
                <a:gd name="T22" fmla="*/ 740 w 151"/>
                <a:gd name="T23" fmla="*/ 1891 h 346"/>
                <a:gd name="T24" fmla="*/ 748 w 151"/>
                <a:gd name="T25" fmla="*/ 1883 h 346"/>
                <a:gd name="T26" fmla="*/ 761 w 151"/>
                <a:gd name="T27" fmla="*/ 1847 h 346"/>
                <a:gd name="T28" fmla="*/ 761 w 151"/>
                <a:gd name="T29" fmla="*/ 1847 h 346"/>
                <a:gd name="T30" fmla="*/ 765 w 151"/>
                <a:gd name="T31" fmla="*/ 1615 h 346"/>
                <a:gd name="T32" fmla="*/ 633 w 151"/>
                <a:gd name="T33" fmla="*/ 1463 h 346"/>
                <a:gd name="T34" fmla="*/ 592 w 151"/>
                <a:gd name="T35" fmla="*/ 1347 h 346"/>
                <a:gd name="T36" fmla="*/ 592 w 151"/>
                <a:gd name="T37" fmla="*/ 509 h 346"/>
                <a:gd name="T38" fmla="*/ 613 w 151"/>
                <a:gd name="T39" fmla="*/ 368 h 346"/>
                <a:gd name="T40" fmla="*/ 368 w 151"/>
                <a:gd name="T41" fmla="*/ 0 h 346"/>
                <a:gd name="T42" fmla="*/ 553 w 151"/>
                <a:gd name="T43" fmla="*/ 509 h 346"/>
                <a:gd name="T44" fmla="*/ 553 w 151"/>
                <a:gd name="T45" fmla="*/ 1347 h 346"/>
                <a:gd name="T46" fmla="*/ 508 w 151"/>
                <a:gd name="T47" fmla="*/ 1463 h 346"/>
                <a:gd name="T48" fmla="*/ 376 w 151"/>
                <a:gd name="T49" fmla="*/ 1615 h 346"/>
                <a:gd name="T50" fmla="*/ 444 w 151"/>
                <a:gd name="T51" fmla="*/ 1947 h 346"/>
                <a:gd name="T52" fmla="*/ 465 w 151"/>
                <a:gd name="T53" fmla="*/ 2055 h 346"/>
                <a:gd name="T54" fmla="*/ 397 w 151"/>
                <a:gd name="T55" fmla="*/ 2255 h 346"/>
                <a:gd name="T56" fmla="*/ 391 w 151"/>
                <a:gd name="T57" fmla="*/ 2271 h 346"/>
                <a:gd name="T58" fmla="*/ 391 w 151"/>
                <a:gd name="T59" fmla="*/ 2271 h 346"/>
                <a:gd name="T60" fmla="*/ 257 w 151"/>
                <a:gd name="T61" fmla="*/ 2631 h 346"/>
                <a:gd name="T62" fmla="*/ 257 w 151"/>
                <a:gd name="T63" fmla="*/ 2639 h 346"/>
                <a:gd name="T64" fmla="*/ 257 w 151"/>
                <a:gd name="T65" fmla="*/ 2647 h 346"/>
                <a:gd name="T66" fmla="*/ 251 w 151"/>
                <a:gd name="T67" fmla="*/ 2647 h 346"/>
                <a:gd name="T68" fmla="*/ 220 w 151"/>
                <a:gd name="T69" fmla="*/ 2737 h 346"/>
                <a:gd name="T70" fmla="*/ 220 w 151"/>
                <a:gd name="T71" fmla="*/ 2737 h 346"/>
                <a:gd name="T72" fmla="*/ 0 w 151"/>
                <a:gd name="T73" fmla="*/ 3105 h 346"/>
                <a:gd name="T74" fmla="*/ 37 w 151"/>
                <a:gd name="T75" fmla="*/ 3105 h 346"/>
                <a:gd name="T76" fmla="*/ 569 w 151"/>
                <a:gd name="T77" fmla="*/ 2755 h 346"/>
                <a:gd name="T78" fmla="*/ 569 w 151"/>
                <a:gd name="T79" fmla="*/ 1982 h 346"/>
                <a:gd name="T80" fmla="*/ 656 w 151"/>
                <a:gd name="T81" fmla="*/ 2124 h 346"/>
                <a:gd name="T82" fmla="*/ 709 w 151"/>
                <a:gd name="T83" fmla="*/ 2340 h 346"/>
                <a:gd name="T84" fmla="*/ 1114 w 151"/>
                <a:gd name="T85" fmla="*/ 3088 h 346"/>
                <a:gd name="T86" fmla="*/ 888 w 151"/>
                <a:gd name="T87" fmla="*/ 2647 h 346"/>
                <a:gd name="T88" fmla="*/ 493 w 151"/>
                <a:gd name="T89" fmla="*/ 2504 h 346"/>
                <a:gd name="T90" fmla="*/ 325 w 151"/>
                <a:gd name="T91" fmla="*/ 2828 h 346"/>
                <a:gd name="T92" fmla="*/ 524 w 151"/>
                <a:gd name="T93" fmla="*/ 2082 h 346"/>
                <a:gd name="T94" fmla="*/ 493 w 151"/>
                <a:gd name="T95" fmla="*/ 2504 h 3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1" h="346">
                  <a:moveTo>
                    <a:pt x="120" y="295"/>
                  </a:moveTo>
                  <a:cubicBezTo>
                    <a:pt x="120" y="295"/>
                    <a:pt x="94" y="235"/>
                    <a:pt x="92" y="229"/>
                  </a:cubicBezTo>
                  <a:cubicBezTo>
                    <a:pt x="91" y="227"/>
                    <a:pt x="91" y="225"/>
                    <a:pt x="91" y="223"/>
                  </a:cubicBezTo>
                  <a:cubicBezTo>
                    <a:pt x="91" y="223"/>
                    <a:pt x="91" y="222"/>
                    <a:pt x="91" y="222"/>
                  </a:cubicBezTo>
                  <a:cubicBezTo>
                    <a:pt x="91" y="222"/>
                    <a:pt x="91" y="222"/>
                    <a:pt x="91" y="221"/>
                  </a:cubicBezTo>
                  <a:cubicBezTo>
                    <a:pt x="91" y="221"/>
                    <a:pt x="91" y="221"/>
                    <a:pt x="92" y="220"/>
                  </a:cubicBezTo>
                  <a:cubicBezTo>
                    <a:pt x="92" y="220"/>
                    <a:pt x="92" y="220"/>
                    <a:pt x="92" y="220"/>
                  </a:cubicBezTo>
                  <a:cubicBezTo>
                    <a:pt x="92" y="219"/>
                    <a:pt x="92" y="219"/>
                    <a:pt x="93" y="219"/>
                  </a:cubicBezTo>
                  <a:cubicBezTo>
                    <a:pt x="93" y="219"/>
                    <a:pt x="93" y="218"/>
                    <a:pt x="93" y="218"/>
                  </a:cubicBezTo>
                  <a:cubicBezTo>
                    <a:pt x="94" y="218"/>
                    <a:pt x="94" y="217"/>
                    <a:pt x="95" y="217"/>
                  </a:cubicBezTo>
                  <a:cubicBezTo>
                    <a:pt x="96" y="216"/>
                    <a:pt x="97" y="215"/>
                    <a:pt x="98" y="214"/>
                  </a:cubicBezTo>
                  <a:cubicBezTo>
                    <a:pt x="99" y="213"/>
                    <a:pt x="99" y="212"/>
                    <a:pt x="100" y="211"/>
                  </a:cubicBezTo>
                  <a:cubicBezTo>
                    <a:pt x="100" y="211"/>
                    <a:pt x="101" y="210"/>
                    <a:pt x="101" y="210"/>
                  </a:cubicBezTo>
                  <a:cubicBezTo>
                    <a:pt x="102" y="209"/>
                    <a:pt x="102" y="208"/>
                    <a:pt x="103" y="206"/>
                  </a:cubicBezTo>
                  <a:cubicBezTo>
                    <a:pt x="103" y="206"/>
                    <a:pt x="103" y="206"/>
                    <a:pt x="103" y="206"/>
                  </a:cubicBezTo>
                  <a:cubicBezTo>
                    <a:pt x="107" y="198"/>
                    <a:pt x="108" y="189"/>
                    <a:pt x="104" y="180"/>
                  </a:cubicBezTo>
                  <a:cubicBezTo>
                    <a:pt x="101" y="172"/>
                    <a:pt x="94" y="166"/>
                    <a:pt x="86" y="163"/>
                  </a:cubicBezTo>
                  <a:cubicBezTo>
                    <a:pt x="80" y="161"/>
                    <a:pt x="80" y="156"/>
                    <a:pt x="80" y="150"/>
                  </a:cubicBezTo>
                  <a:cubicBezTo>
                    <a:pt x="78" y="108"/>
                    <a:pt x="78" y="79"/>
                    <a:pt x="80" y="57"/>
                  </a:cubicBezTo>
                  <a:cubicBezTo>
                    <a:pt x="81" y="51"/>
                    <a:pt x="82" y="46"/>
                    <a:pt x="83" y="41"/>
                  </a:cubicBezTo>
                  <a:cubicBezTo>
                    <a:pt x="76" y="26"/>
                    <a:pt x="65" y="9"/>
                    <a:pt x="50" y="0"/>
                  </a:cubicBezTo>
                  <a:cubicBezTo>
                    <a:pt x="65" y="11"/>
                    <a:pt x="72" y="33"/>
                    <a:pt x="75" y="57"/>
                  </a:cubicBezTo>
                  <a:cubicBezTo>
                    <a:pt x="77" y="79"/>
                    <a:pt x="77" y="108"/>
                    <a:pt x="75" y="150"/>
                  </a:cubicBezTo>
                  <a:cubicBezTo>
                    <a:pt x="75" y="156"/>
                    <a:pt x="74" y="161"/>
                    <a:pt x="69" y="163"/>
                  </a:cubicBezTo>
                  <a:cubicBezTo>
                    <a:pt x="61" y="166"/>
                    <a:pt x="54" y="172"/>
                    <a:pt x="51" y="180"/>
                  </a:cubicBezTo>
                  <a:cubicBezTo>
                    <a:pt x="45" y="194"/>
                    <a:pt x="50" y="208"/>
                    <a:pt x="60" y="217"/>
                  </a:cubicBezTo>
                  <a:cubicBezTo>
                    <a:pt x="64" y="220"/>
                    <a:pt x="65" y="223"/>
                    <a:pt x="63" y="229"/>
                  </a:cubicBezTo>
                  <a:cubicBezTo>
                    <a:pt x="62" y="231"/>
                    <a:pt x="59" y="239"/>
                    <a:pt x="54" y="251"/>
                  </a:cubicBezTo>
                  <a:cubicBezTo>
                    <a:pt x="54" y="251"/>
                    <a:pt x="54" y="252"/>
                    <a:pt x="53" y="253"/>
                  </a:cubicBezTo>
                  <a:cubicBezTo>
                    <a:pt x="53" y="253"/>
                    <a:pt x="53" y="253"/>
                    <a:pt x="53" y="253"/>
                  </a:cubicBezTo>
                  <a:cubicBezTo>
                    <a:pt x="44" y="277"/>
                    <a:pt x="38" y="285"/>
                    <a:pt x="35" y="293"/>
                  </a:cubicBezTo>
                  <a:cubicBezTo>
                    <a:pt x="35" y="293"/>
                    <a:pt x="35" y="294"/>
                    <a:pt x="35" y="294"/>
                  </a:cubicBezTo>
                  <a:cubicBezTo>
                    <a:pt x="35" y="294"/>
                    <a:pt x="35" y="294"/>
                    <a:pt x="35" y="295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33" y="299"/>
                    <a:pt x="31" y="302"/>
                    <a:pt x="30" y="305"/>
                  </a:cubicBezTo>
                  <a:cubicBezTo>
                    <a:pt x="30" y="305"/>
                    <a:pt x="30" y="305"/>
                    <a:pt x="30" y="305"/>
                  </a:cubicBezTo>
                  <a:cubicBezTo>
                    <a:pt x="19" y="331"/>
                    <a:pt x="10" y="343"/>
                    <a:pt x="0" y="346"/>
                  </a:cubicBezTo>
                  <a:cubicBezTo>
                    <a:pt x="5" y="346"/>
                    <a:pt x="5" y="346"/>
                    <a:pt x="5" y="346"/>
                  </a:cubicBezTo>
                  <a:cubicBezTo>
                    <a:pt x="27" y="345"/>
                    <a:pt x="67" y="329"/>
                    <a:pt x="77" y="307"/>
                  </a:cubicBezTo>
                  <a:cubicBezTo>
                    <a:pt x="77" y="221"/>
                    <a:pt x="77" y="221"/>
                    <a:pt x="77" y="221"/>
                  </a:cubicBezTo>
                  <a:cubicBezTo>
                    <a:pt x="79" y="224"/>
                    <a:pt x="86" y="229"/>
                    <a:pt x="89" y="237"/>
                  </a:cubicBezTo>
                  <a:cubicBezTo>
                    <a:pt x="90" y="242"/>
                    <a:pt x="93" y="249"/>
                    <a:pt x="96" y="261"/>
                  </a:cubicBezTo>
                  <a:cubicBezTo>
                    <a:pt x="106" y="290"/>
                    <a:pt x="127" y="335"/>
                    <a:pt x="151" y="344"/>
                  </a:cubicBezTo>
                  <a:cubicBezTo>
                    <a:pt x="141" y="338"/>
                    <a:pt x="132" y="323"/>
                    <a:pt x="120" y="295"/>
                  </a:cubicBezTo>
                  <a:close/>
                  <a:moveTo>
                    <a:pt x="67" y="279"/>
                  </a:moveTo>
                  <a:cubicBezTo>
                    <a:pt x="65" y="304"/>
                    <a:pt x="51" y="317"/>
                    <a:pt x="44" y="315"/>
                  </a:cubicBezTo>
                  <a:cubicBezTo>
                    <a:pt x="39" y="313"/>
                    <a:pt x="68" y="241"/>
                    <a:pt x="71" y="232"/>
                  </a:cubicBezTo>
                  <a:cubicBezTo>
                    <a:pt x="70" y="249"/>
                    <a:pt x="68" y="261"/>
                    <a:pt x="67" y="279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0" name="Freeform 2335">
              <a:extLst>
                <a:ext uri="{FF2B5EF4-FFF2-40B4-BE49-F238E27FC236}">
                  <a16:creationId xmlns:a16="http://schemas.microsoft.com/office/drawing/2014/main" id="{42209044-E8A0-F36A-26CD-8D364FC20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1" name="Freeform 2336">
              <a:extLst>
                <a:ext uri="{FF2B5EF4-FFF2-40B4-BE49-F238E27FC236}">
                  <a16:creationId xmlns:a16="http://schemas.microsoft.com/office/drawing/2014/main" id="{FC406056-D3BE-10D5-A68B-E831A72FC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2" name="Freeform 2337">
              <a:extLst>
                <a:ext uri="{FF2B5EF4-FFF2-40B4-BE49-F238E27FC236}">
                  <a16:creationId xmlns:a16="http://schemas.microsoft.com/office/drawing/2014/main" id="{EAF4C78D-4321-C560-82B9-A09F4AFB2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" name="Line 2338">
              <a:extLst>
                <a:ext uri="{FF2B5EF4-FFF2-40B4-BE49-F238E27FC236}">
                  <a16:creationId xmlns:a16="http://schemas.microsoft.com/office/drawing/2014/main" id="{986D9A53-EA45-1368-12D8-A6D520694B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5" name="Group 2216">
            <a:extLst>
              <a:ext uri="{FF2B5EF4-FFF2-40B4-BE49-F238E27FC236}">
                <a16:creationId xmlns:a16="http://schemas.microsoft.com/office/drawing/2014/main" id="{5E5E1068-973A-A2D8-031A-5D045B59C30E}"/>
              </a:ext>
            </a:extLst>
          </p:cNvPr>
          <p:cNvGrpSpPr>
            <a:grpSpLocks/>
          </p:cNvGrpSpPr>
          <p:nvPr/>
        </p:nvGrpSpPr>
        <p:grpSpPr bwMode="auto">
          <a:xfrm>
            <a:off x="3246120" y="373626"/>
            <a:ext cx="251460" cy="474478"/>
            <a:chOff x="2675" y="2993"/>
            <a:chExt cx="389" cy="734"/>
          </a:xfrm>
        </p:grpSpPr>
        <p:sp>
          <p:nvSpPr>
            <p:cNvPr id="706" name="Freeform 2217">
              <a:extLst>
                <a:ext uri="{FF2B5EF4-FFF2-40B4-BE49-F238E27FC236}">
                  <a16:creationId xmlns:a16="http://schemas.microsoft.com/office/drawing/2014/main" id="{C315BCFD-34C8-887A-CC0C-754D91E30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" name="Freeform 2218">
              <a:extLst>
                <a:ext uri="{FF2B5EF4-FFF2-40B4-BE49-F238E27FC236}">
                  <a16:creationId xmlns:a16="http://schemas.microsoft.com/office/drawing/2014/main" id="{CF113970-4ABB-CE4C-8A9D-F55F7E66C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26"/>
              <a:ext cx="90" cy="684"/>
            </a:xfrm>
            <a:custGeom>
              <a:avLst/>
              <a:gdLst>
                <a:gd name="T0" fmla="*/ 292 w 46"/>
                <a:gd name="T1" fmla="*/ 1759 h 329"/>
                <a:gd name="T2" fmla="*/ 211 w 46"/>
                <a:gd name="T3" fmla="*/ 1707 h 329"/>
                <a:gd name="T4" fmla="*/ 133 w 46"/>
                <a:gd name="T5" fmla="*/ 1349 h 329"/>
                <a:gd name="T6" fmla="*/ 276 w 46"/>
                <a:gd name="T7" fmla="*/ 1185 h 329"/>
                <a:gd name="T8" fmla="*/ 321 w 46"/>
                <a:gd name="T9" fmla="*/ 1069 h 329"/>
                <a:gd name="T10" fmla="*/ 321 w 46"/>
                <a:gd name="T11" fmla="*/ 493 h 329"/>
                <a:gd name="T12" fmla="*/ 119 w 46"/>
                <a:gd name="T13" fmla="*/ 0 h 329"/>
                <a:gd name="T14" fmla="*/ 219 w 46"/>
                <a:gd name="T15" fmla="*/ 393 h 329"/>
                <a:gd name="T16" fmla="*/ 219 w 46"/>
                <a:gd name="T17" fmla="*/ 998 h 329"/>
                <a:gd name="T18" fmla="*/ 149 w 46"/>
                <a:gd name="T19" fmla="*/ 1158 h 329"/>
                <a:gd name="T20" fmla="*/ 45 w 46"/>
                <a:gd name="T21" fmla="*/ 1349 h 329"/>
                <a:gd name="T22" fmla="*/ 112 w 46"/>
                <a:gd name="T23" fmla="*/ 1734 h 329"/>
                <a:gd name="T24" fmla="*/ 268 w 46"/>
                <a:gd name="T25" fmla="*/ 2499 h 329"/>
                <a:gd name="T26" fmla="*/ 233 w 46"/>
                <a:gd name="T27" fmla="*/ 2956 h 329"/>
                <a:gd name="T28" fmla="*/ 344 w 46"/>
                <a:gd name="T29" fmla="*/ 2551 h 329"/>
                <a:gd name="T30" fmla="*/ 329 w 46"/>
                <a:gd name="T31" fmla="*/ 1842 h 329"/>
                <a:gd name="T32" fmla="*/ 292 w 46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329">
                  <a:moveTo>
                    <a:pt x="39" y="196"/>
                  </a:moveTo>
                  <a:cubicBezTo>
                    <a:pt x="39" y="196"/>
                    <a:pt x="33" y="194"/>
                    <a:pt x="28" y="190"/>
                  </a:cubicBezTo>
                  <a:cubicBezTo>
                    <a:pt x="17" y="182"/>
                    <a:pt x="13" y="163"/>
                    <a:pt x="18" y="150"/>
                  </a:cubicBezTo>
                  <a:cubicBezTo>
                    <a:pt x="22" y="142"/>
                    <a:pt x="29" y="135"/>
                    <a:pt x="37" y="132"/>
                  </a:cubicBezTo>
                  <a:cubicBezTo>
                    <a:pt x="42" y="130"/>
                    <a:pt x="42" y="125"/>
                    <a:pt x="43" y="119"/>
                  </a:cubicBezTo>
                  <a:cubicBezTo>
                    <a:pt x="45" y="77"/>
                    <a:pt x="46" y="77"/>
                    <a:pt x="43" y="55"/>
                  </a:cubicBezTo>
                  <a:cubicBezTo>
                    <a:pt x="41" y="30"/>
                    <a:pt x="31" y="10"/>
                    <a:pt x="16" y="0"/>
                  </a:cubicBezTo>
                  <a:cubicBezTo>
                    <a:pt x="23" y="11"/>
                    <a:pt x="27" y="25"/>
                    <a:pt x="29" y="44"/>
                  </a:cubicBezTo>
                  <a:cubicBezTo>
                    <a:pt x="32" y="66"/>
                    <a:pt x="31" y="68"/>
                    <a:pt x="29" y="111"/>
                  </a:cubicBezTo>
                  <a:cubicBezTo>
                    <a:pt x="29" y="117"/>
                    <a:pt x="26" y="124"/>
                    <a:pt x="20" y="129"/>
                  </a:cubicBezTo>
                  <a:cubicBezTo>
                    <a:pt x="13" y="135"/>
                    <a:pt x="9" y="141"/>
                    <a:pt x="6" y="150"/>
                  </a:cubicBezTo>
                  <a:cubicBezTo>
                    <a:pt x="0" y="163"/>
                    <a:pt x="3" y="183"/>
                    <a:pt x="15" y="193"/>
                  </a:cubicBezTo>
                  <a:cubicBezTo>
                    <a:pt x="35" y="211"/>
                    <a:pt x="36" y="278"/>
                    <a:pt x="36" y="278"/>
                  </a:cubicBezTo>
                  <a:cubicBezTo>
                    <a:pt x="36" y="303"/>
                    <a:pt x="39" y="308"/>
                    <a:pt x="31" y="329"/>
                  </a:cubicBezTo>
                  <a:cubicBezTo>
                    <a:pt x="41" y="320"/>
                    <a:pt x="46" y="303"/>
                    <a:pt x="46" y="284"/>
                  </a:cubicBezTo>
                  <a:cubicBezTo>
                    <a:pt x="46" y="284"/>
                    <a:pt x="44" y="211"/>
                    <a:pt x="44" y="205"/>
                  </a:cubicBezTo>
                  <a:cubicBezTo>
                    <a:pt x="44" y="200"/>
                    <a:pt x="43" y="198"/>
                    <a:pt x="39" y="19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8" name="Freeform 2219">
              <a:extLst>
                <a:ext uri="{FF2B5EF4-FFF2-40B4-BE49-F238E27FC236}">
                  <a16:creationId xmlns:a16="http://schemas.microsoft.com/office/drawing/2014/main" id="{C3E5A09E-5D61-1939-C43F-34FA80054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09"/>
              <a:ext cx="133" cy="708"/>
            </a:xfrm>
            <a:custGeom>
              <a:avLst/>
              <a:gdLst>
                <a:gd name="T0" fmla="*/ 260 w 68"/>
                <a:gd name="T1" fmla="*/ 2584 h 340"/>
                <a:gd name="T2" fmla="*/ 203 w 68"/>
                <a:gd name="T3" fmla="*/ 877 h 340"/>
                <a:gd name="T4" fmla="*/ 405 w 68"/>
                <a:gd name="T5" fmla="*/ 44 h 340"/>
                <a:gd name="T6" fmla="*/ 405 w 68"/>
                <a:gd name="T7" fmla="*/ 44 h 340"/>
                <a:gd name="T8" fmla="*/ 260 w 68"/>
                <a:gd name="T9" fmla="*/ 44 h 340"/>
                <a:gd name="T10" fmla="*/ 61 w 68"/>
                <a:gd name="T11" fmla="*/ 877 h 340"/>
                <a:gd name="T12" fmla="*/ 211 w 68"/>
                <a:gd name="T13" fmla="*/ 2511 h 340"/>
                <a:gd name="T14" fmla="*/ 448 w 68"/>
                <a:gd name="T15" fmla="*/ 3069 h 340"/>
                <a:gd name="T16" fmla="*/ 509 w 68"/>
                <a:gd name="T17" fmla="*/ 3061 h 340"/>
                <a:gd name="T18" fmla="*/ 260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5" y="286"/>
                  </a:moveTo>
                  <a:cubicBezTo>
                    <a:pt x="33" y="263"/>
                    <a:pt x="33" y="133"/>
                    <a:pt x="27" y="97"/>
                  </a:cubicBezTo>
                  <a:cubicBezTo>
                    <a:pt x="19" y="54"/>
                    <a:pt x="14" y="0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3"/>
                    <a:pt x="42" y="3"/>
                    <a:pt x="35" y="5"/>
                  </a:cubicBezTo>
                  <a:cubicBezTo>
                    <a:pt x="1" y="13"/>
                    <a:pt x="0" y="54"/>
                    <a:pt x="8" y="97"/>
                  </a:cubicBezTo>
                  <a:cubicBezTo>
                    <a:pt x="14" y="133"/>
                    <a:pt x="26" y="256"/>
                    <a:pt x="28" y="278"/>
                  </a:cubicBezTo>
                  <a:cubicBezTo>
                    <a:pt x="33" y="327"/>
                    <a:pt x="36" y="340"/>
                    <a:pt x="60" y="340"/>
                  </a:cubicBezTo>
                  <a:cubicBezTo>
                    <a:pt x="63" y="340"/>
                    <a:pt x="65" y="340"/>
                    <a:pt x="68" y="339"/>
                  </a:cubicBezTo>
                  <a:cubicBezTo>
                    <a:pt x="54" y="336"/>
                    <a:pt x="39" y="326"/>
                    <a:pt x="35" y="28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9" name="Freeform 2220">
              <a:extLst>
                <a:ext uri="{FF2B5EF4-FFF2-40B4-BE49-F238E27FC236}">
                  <a16:creationId xmlns:a16="http://schemas.microsoft.com/office/drawing/2014/main" id="{C467C7A5-B944-8EB3-7BCA-C64E44D6F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20"/>
              <a:ext cx="68" cy="568"/>
            </a:xfrm>
            <a:custGeom>
              <a:avLst/>
              <a:gdLst>
                <a:gd name="T0" fmla="*/ 204 w 35"/>
                <a:gd name="T1" fmla="*/ 2459 h 273"/>
                <a:gd name="T2" fmla="*/ 60 w 35"/>
                <a:gd name="T3" fmla="*/ 826 h 273"/>
                <a:gd name="T4" fmla="*/ 256 w 35"/>
                <a:gd name="T5" fmla="*/ 0 h 273"/>
                <a:gd name="T6" fmla="*/ 72 w 35"/>
                <a:gd name="T7" fmla="*/ 485 h 273"/>
                <a:gd name="T8" fmla="*/ 204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28" y="273"/>
                  </a:moveTo>
                  <a:cubicBezTo>
                    <a:pt x="26" y="251"/>
                    <a:pt x="14" y="128"/>
                    <a:pt x="8" y="92"/>
                  </a:cubicBezTo>
                  <a:cubicBezTo>
                    <a:pt x="0" y="49"/>
                    <a:pt x="1" y="8"/>
                    <a:pt x="35" y="0"/>
                  </a:cubicBezTo>
                  <a:cubicBezTo>
                    <a:pt x="23" y="6"/>
                    <a:pt x="10" y="22"/>
                    <a:pt x="10" y="54"/>
                  </a:cubicBezTo>
                  <a:cubicBezTo>
                    <a:pt x="10" y="87"/>
                    <a:pt x="28" y="212"/>
                    <a:pt x="28" y="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0" name="Freeform 2221">
              <a:extLst>
                <a:ext uri="{FF2B5EF4-FFF2-40B4-BE49-F238E27FC236}">
                  <a16:creationId xmlns:a16="http://schemas.microsoft.com/office/drawing/2014/main" id="{BCDEE68A-3AB5-80A6-32F8-5B845FB2F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1" name="Freeform 2222">
              <a:extLst>
                <a:ext uri="{FF2B5EF4-FFF2-40B4-BE49-F238E27FC236}">
                  <a16:creationId xmlns:a16="http://schemas.microsoft.com/office/drawing/2014/main" id="{8F615752-E5F8-6E52-5D69-F62E9E00F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2" name="Freeform 2223">
              <a:extLst>
                <a:ext uri="{FF2B5EF4-FFF2-40B4-BE49-F238E27FC236}">
                  <a16:creationId xmlns:a16="http://schemas.microsoft.com/office/drawing/2014/main" id="{D875FD00-9076-8BD2-001B-55654562E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284"/>
              <a:ext cx="69" cy="343"/>
            </a:xfrm>
            <a:custGeom>
              <a:avLst/>
              <a:gdLst>
                <a:gd name="T0" fmla="*/ 260 w 35"/>
                <a:gd name="T1" fmla="*/ 1482 h 165"/>
                <a:gd name="T2" fmla="*/ 268 w 35"/>
                <a:gd name="T3" fmla="*/ 748 h 165"/>
                <a:gd name="T4" fmla="*/ 213 w 35"/>
                <a:gd name="T5" fmla="*/ 649 h 165"/>
                <a:gd name="T6" fmla="*/ 39 w 35"/>
                <a:gd name="T7" fmla="*/ 349 h 165"/>
                <a:gd name="T8" fmla="*/ 124 w 35"/>
                <a:gd name="T9" fmla="*/ 143 h 165"/>
                <a:gd name="T10" fmla="*/ 237 w 35"/>
                <a:gd name="T11" fmla="*/ 0 h 165"/>
                <a:gd name="T12" fmla="*/ 85 w 35"/>
                <a:gd name="T13" fmla="*/ 133 h 165"/>
                <a:gd name="T14" fmla="*/ 0 w 35"/>
                <a:gd name="T15" fmla="*/ 360 h 165"/>
                <a:gd name="T16" fmla="*/ 136 w 35"/>
                <a:gd name="T17" fmla="*/ 649 h 165"/>
                <a:gd name="T18" fmla="*/ 252 w 35"/>
                <a:gd name="T19" fmla="*/ 800 h 165"/>
                <a:gd name="T20" fmla="*/ 260 w 35"/>
                <a:gd name="T21" fmla="*/ 1482 h 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165">
                  <a:moveTo>
                    <a:pt x="34" y="165"/>
                  </a:moveTo>
                  <a:cubicBezTo>
                    <a:pt x="34" y="165"/>
                    <a:pt x="35" y="89"/>
                    <a:pt x="35" y="83"/>
                  </a:cubicBezTo>
                  <a:cubicBezTo>
                    <a:pt x="35" y="77"/>
                    <a:pt x="33" y="74"/>
                    <a:pt x="28" y="72"/>
                  </a:cubicBezTo>
                  <a:cubicBezTo>
                    <a:pt x="15" y="69"/>
                    <a:pt x="5" y="53"/>
                    <a:pt x="5" y="39"/>
                  </a:cubicBezTo>
                  <a:cubicBezTo>
                    <a:pt x="5" y="30"/>
                    <a:pt x="9" y="21"/>
                    <a:pt x="16" y="16"/>
                  </a:cubicBezTo>
                  <a:cubicBezTo>
                    <a:pt x="20" y="12"/>
                    <a:pt x="33" y="6"/>
                    <a:pt x="31" y="0"/>
                  </a:cubicBezTo>
                  <a:cubicBezTo>
                    <a:pt x="31" y="3"/>
                    <a:pt x="17" y="8"/>
                    <a:pt x="11" y="15"/>
                  </a:cubicBezTo>
                  <a:cubicBezTo>
                    <a:pt x="4" y="22"/>
                    <a:pt x="0" y="29"/>
                    <a:pt x="0" y="40"/>
                  </a:cubicBezTo>
                  <a:cubicBezTo>
                    <a:pt x="0" y="51"/>
                    <a:pt x="8" y="67"/>
                    <a:pt x="18" y="72"/>
                  </a:cubicBezTo>
                  <a:cubicBezTo>
                    <a:pt x="29" y="77"/>
                    <a:pt x="32" y="81"/>
                    <a:pt x="33" y="89"/>
                  </a:cubicBezTo>
                  <a:cubicBezTo>
                    <a:pt x="34" y="97"/>
                    <a:pt x="34" y="165"/>
                    <a:pt x="34" y="165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3" name="Freeform 2224">
              <a:extLst>
                <a:ext uri="{FF2B5EF4-FFF2-40B4-BE49-F238E27FC236}">
                  <a16:creationId xmlns:a16="http://schemas.microsoft.com/office/drawing/2014/main" id="{BEC0CBCC-904B-829A-0E1C-BF3AF9315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3026"/>
              <a:ext cx="88" cy="684"/>
            </a:xfrm>
            <a:custGeom>
              <a:avLst/>
              <a:gdLst>
                <a:gd name="T0" fmla="*/ 45 w 45"/>
                <a:gd name="T1" fmla="*/ 1759 h 329"/>
                <a:gd name="T2" fmla="*/ 133 w 45"/>
                <a:gd name="T3" fmla="*/ 1707 h 329"/>
                <a:gd name="T4" fmla="*/ 203 w 45"/>
                <a:gd name="T5" fmla="*/ 1349 h 329"/>
                <a:gd name="T6" fmla="*/ 68 w 45"/>
                <a:gd name="T7" fmla="*/ 1185 h 329"/>
                <a:gd name="T8" fmla="*/ 23 w 45"/>
                <a:gd name="T9" fmla="*/ 1069 h 329"/>
                <a:gd name="T10" fmla="*/ 16 w 45"/>
                <a:gd name="T11" fmla="*/ 493 h 329"/>
                <a:gd name="T12" fmla="*/ 225 w 45"/>
                <a:gd name="T13" fmla="*/ 0 h 329"/>
                <a:gd name="T14" fmla="*/ 127 w 45"/>
                <a:gd name="T15" fmla="*/ 393 h 329"/>
                <a:gd name="T16" fmla="*/ 127 w 45"/>
                <a:gd name="T17" fmla="*/ 998 h 329"/>
                <a:gd name="T18" fmla="*/ 196 w 45"/>
                <a:gd name="T19" fmla="*/ 1158 h 329"/>
                <a:gd name="T20" fmla="*/ 299 w 45"/>
                <a:gd name="T21" fmla="*/ 1349 h 329"/>
                <a:gd name="T22" fmla="*/ 225 w 45"/>
                <a:gd name="T23" fmla="*/ 1734 h 329"/>
                <a:gd name="T24" fmla="*/ 68 w 45"/>
                <a:gd name="T25" fmla="*/ 2499 h 329"/>
                <a:gd name="T26" fmla="*/ 111 w 45"/>
                <a:gd name="T27" fmla="*/ 2956 h 329"/>
                <a:gd name="T28" fmla="*/ 0 w 45"/>
                <a:gd name="T29" fmla="*/ 2551 h 329"/>
                <a:gd name="T30" fmla="*/ 8 w 45"/>
                <a:gd name="T31" fmla="*/ 1842 h 329"/>
                <a:gd name="T32" fmla="*/ 45 w 45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329">
                  <a:moveTo>
                    <a:pt x="6" y="196"/>
                  </a:moveTo>
                  <a:cubicBezTo>
                    <a:pt x="7" y="196"/>
                    <a:pt x="13" y="194"/>
                    <a:pt x="18" y="190"/>
                  </a:cubicBezTo>
                  <a:cubicBezTo>
                    <a:pt x="29" y="182"/>
                    <a:pt x="33" y="163"/>
                    <a:pt x="27" y="150"/>
                  </a:cubicBezTo>
                  <a:cubicBezTo>
                    <a:pt x="24" y="142"/>
                    <a:pt x="17" y="135"/>
                    <a:pt x="9" y="132"/>
                  </a:cubicBezTo>
                  <a:cubicBezTo>
                    <a:pt x="4" y="130"/>
                    <a:pt x="3" y="125"/>
                    <a:pt x="3" y="119"/>
                  </a:cubicBezTo>
                  <a:cubicBezTo>
                    <a:pt x="1" y="77"/>
                    <a:pt x="0" y="77"/>
                    <a:pt x="2" y="55"/>
                  </a:cubicBezTo>
                  <a:cubicBezTo>
                    <a:pt x="5" y="30"/>
                    <a:pt x="14" y="10"/>
                    <a:pt x="30" y="0"/>
                  </a:cubicBezTo>
                  <a:cubicBezTo>
                    <a:pt x="23" y="11"/>
                    <a:pt x="19" y="25"/>
                    <a:pt x="17" y="44"/>
                  </a:cubicBezTo>
                  <a:cubicBezTo>
                    <a:pt x="14" y="66"/>
                    <a:pt x="15" y="68"/>
                    <a:pt x="17" y="111"/>
                  </a:cubicBezTo>
                  <a:cubicBezTo>
                    <a:pt x="17" y="117"/>
                    <a:pt x="20" y="124"/>
                    <a:pt x="26" y="129"/>
                  </a:cubicBezTo>
                  <a:cubicBezTo>
                    <a:pt x="33" y="135"/>
                    <a:pt x="37" y="141"/>
                    <a:pt x="40" y="150"/>
                  </a:cubicBezTo>
                  <a:cubicBezTo>
                    <a:pt x="45" y="163"/>
                    <a:pt x="42" y="183"/>
                    <a:pt x="30" y="193"/>
                  </a:cubicBezTo>
                  <a:cubicBezTo>
                    <a:pt x="11" y="211"/>
                    <a:pt x="9" y="278"/>
                    <a:pt x="9" y="278"/>
                  </a:cubicBezTo>
                  <a:cubicBezTo>
                    <a:pt x="9" y="303"/>
                    <a:pt x="7" y="308"/>
                    <a:pt x="15" y="329"/>
                  </a:cubicBezTo>
                  <a:cubicBezTo>
                    <a:pt x="5" y="320"/>
                    <a:pt x="0" y="303"/>
                    <a:pt x="0" y="284"/>
                  </a:cubicBezTo>
                  <a:cubicBezTo>
                    <a:pt x="0" y="284"/>
                    <a:pt x="1" y="211"/>
                    <a:pt x="1" y="205"/>
                  </a:cubicBezTo>
                  <a:cubicBezTo>
                    <a:pt x="1" y="200"/>
                    <a:pt x="3" y="198"/>
                    <a:pt x="6" y="19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4" name="Freeform 2225">
              <a:extLst>
                <a:ext uri="{FF2B5EF4-FFF2-40B4-BE49-F238E27FC236}">
                  <a16:creationId xmlns:a16="http://schemas.microsoft.com/office/drawing/2014/main" id="{BC64A9E7-8660-F02E-675D-A67F5E6FC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3009"/>
              <a:ext cx="133" cy="708"/>
            </a:xfrm>
            <a:custGeom>
              <a:avLst/>
              <a:gdLst>
                <a:gd name="T0" fmla="*/ 241 w 68"/>
                <a:gd name="T1" fmla="*/ 2584 h 340"/>
                <a:gd name="T2" fmla="*/ 305 w 68"/>
                <a:gd name="T3" fmla="*/ 877 h 340"/>
                <a:gd name="T4" fmla="*/ 104 w 68"/>
                <a:gd name="T5" fmla="*/ 44 h 340"/>
                <a:gd name="T6" fmla="*/ 96 w 68"/>
                <a:gd name="T7" fmla="*/ 44 h 340"/>
                <a:gd name="T8" fmla="*/ 248 w 68"/>
                <a:gd name="T9" fmla="*/ 44 h 340"/>
                <a:gd name="T10" fmla="*/ 448 w 68"/>
                <a:gd name="T11" fmla="*/ 877 h 340"/>
                <a:gd name="T12" fmla="*/ 299 w 68"/>
                <a:gd name="T13" fmla="*/ 2511 h 340"/>
                <a:gd name="T14" fmla="*/ 61 w 68"/>
                <a:gd name="T15" fmla="*/ 3069 h 340"/>
                <a:gd name="T16" fmla="*/ 0 w 68"/>
                <a:gd name="T17" fmla="*/ 3061 h 340"/>
                <a:gd name="T18" fmla="*/ 241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2" y="286"/>
                  </a:moveTo>
                  <a:cubicBezTo>
                    <a:pt x="35" y="263"/>
                    <a:pt x="35" y="133"/>
                    <a:pt x="41" y="97"/>
                  </a:cubicBezTo>
                  <a:cubicBezTo>
                    <a:pt x="49" y="54"/>
                    <a:pt x="54" y="0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9" y="3"/>
                    <a:pt x="26" y="3"/>
                    <a:pt x="33" y="5"/>
                  </a:cubicBezTo>
                  <a:cubicBezTo>
                    <a:pt x="67" y="13"/>
                    <a:pt x="68" y="54"/>
                    <a:pt x="60" y="97"/>
                  </a:cubicBezTo>
                  <a:cubicBezTo>
                    <a:pt x="54" y="133"/>
                    <a:pt x="42" y="256"/>
                    <a:pt x="40" y="278"/>
                  </a:cubicBezTo>
                  <a:cubicBezTo>
                    <a:pt x="35" y="327"/>
                    <a:pt x="32" y="340"/>
                    <a:pt x="8" y="340"/>
                  </a:cubicBezTo>
                  <a:cubicBezTo>
                    <a:pt x="5" y="340"/>
                    <a:pt x="2" y="340"/>
                    <a:pt x="0" y="339"/>
                  </a:cubicBezTo>
                  <a:cubicBezTo>
                    <a:pt x="14" y="336"/>
                    <a:pt x="29" y="326"/>
                    <a:pt x="32" y="28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5" name="Freeform 2226">
              <a:extLst>
                <a:ext uri="{FF2B5EF4-FFF2-40B4-BE49-F238E27FC236}">
                  <a16:creationId xmlns:a16="http://schemas.microsoft.com/office/drawing/2014/main" id="{68D806B4-0373-8C57-996D-C1328B269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20"/>
              <a:ext cx="68" cy="568"/>
            </a:xfrm>
            <a:custGeom>
              <a:avLst/>
              <a:gdLst>
                <a:gd name="T0" fmla="*/ 52 w 35"/>
                <a:gd name="T1" fmla="*/ 2459 h 273"/>
                <a:gd name="T2" fmla="*/ 196 w 35"/>
                <a:gd name="T3" fmla="*/ 826 h 273"/>
                <a:gd name="T4" fmla="*/ 0 w 35"/>
                <a:gd name="T5" fmla="*/ 0 h 273"/>
                <a:gd name="T6" fmla="*/ 177 w 35"/>
                <a:gd name="T7" fmla="*/ 485 h 273"/>
                <a:gd name="T8" fmla="*/ 52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7" y="273"/>
                  </a:moveTo>
                  <a:cubicBezTo>
                    <a:pt x="9" y="251"/>
                    <a:pt x="21" y="128"/>
                    <a:pt x="27" y="92"/>
                  </a:cubicBezTo>
                  <a:cubicBezTo>
                    <a:pt x="35" y="49"/>
                    <a:pt x="34" y="8"/>
                    <a:pt x="0" y="0"/>
                  </a:cubicBezTo>
                  <a:cubicBezTo>
                    <a:pt x="12" y="6"/>
                    <a:pt x="24" y="22"/>
                    <a:pt x="24" y="54"/>
                  </a:cubicBezTo>
                  <a:cubicBezTo>
                    <a:pt x="24" y="87"/>
                    <a:pt x="7" y="212"/>
                    <a:pt x="7" y="27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" name="Freeform 2227">
              <a:extLst>
                <a:ext uri="{FF2B5EF4-FFF2-40B4-BE49-F238E27FC236}">
                  <a16:creationId xmlns:a16="http://schemas.microsoft.com/office/drawing/2014/main" id="{8C8A8E24-020C-FB31-0637-F054A54B1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032"/>
              <a:ext cx="127" cy="691"/>
            </a:xfrm>
            <a:custGeom>
              <a:avLst/>
              <a:gdLst>
                <a:gd name="T0" fmla="*/ 233 w 65"/>
                <a:gd name="T1" fmla="*/ 2851 h 332"/>
                <a:gd name="T2" fmla="*/ 297 w 65"/>
                <a:gd name="T3" fmla="*/ 2841 h 332"/>
                <a:gd name="T4" fmla="*/ 297 w 65"/>
                <a:gd name="T5" fmla="*/ 2833 h 332"/>
                <a:gd name="T6" fmla="*/ 275 w 65"/>
                <a:gd name="T7" fmla="*/ 2776 h 332"/>
                <a:gd name="T8" fmla="*/ 260 w 65"/>
                <a:gd name="T9" fmla="*/ 2724 h 332"/>
                <a:gd name="T10" fmla="*/ 260 w 65"/>
                <a:gd name="T11" fmla="*/ 2724 h 332"/>
                <a:gd name="T12" fmla="*/ 244 w 65"/>
                <a:gd name="T13" fmla="*/ 2608 h 332"/>
                <a:gd name="T14" fmla="*/ 244 w 65"/>
                <a:gd name="T15" fmla="*/ 2595 h 332"/>
                <a:gd name="T16" fmla="*/ 244 w 65"/>
                <a:gd name="T17" fmla="*/ 2535 h 332"/>
                <a:gd name="T18" fmla="*/ 244 w 65"/>
                <a:gd name="T19" fmla="*/ 2058 h 332"/>
                <a:gd name="T20" fmla="*/ 244 w 65"/>
                <a:gd name="T21" fmla="*/ 1819 h 332"/>
                <a:gd name="T22" fmla="*/ 283 w 65"/>
                <a:gd name="T23" fmla="*/ 1742 h 332"/>
                <a:gd name="T24" fmla="*/ 373 w 65"/>
                <a:gd name="T25" fmla="*/ 1686 h 332"/>
                <a:gd name="T26" fmla="*/ 440 w 65"/>
                <a:gd name="T27" fmla="*/ 1361 h 332"/>
                <a:gd name="T28" fmla="*/ 305 w 65"/>
                <a:gd name="T29" fmla="*/ 1201 h 332"/>
                <a:gd name="T30" fmla="*/ 260 w 65"/>
                <a:gd name="T31" fmla="*/ 1082 h 332"/>
                <a:gd name="T32" fmla="*/ 260 w 65"/>
                <a:gd name="T33" fmla="*/ 468 h 332"/>
                <a:gd name="T34" fmla="*/ 233 w 65"/>
                <a:gd name="T35" fmla="*/ 252 h 332"/>
                <a:gd name="T36" fmla="*/ 76 w 65"/>
                <a:gd name="T37" fmla="*/ 0 h 332"/>
                <a:gd name="T38" fmla="*/ 217 w 65"/>
                <a:gd name="T39" fmla="*/ 468 h 332"/>
                <a:gd name="T40" fmla="*/ 225 w 65"/>
                <a:gd name="T41" fmla="*/ 1082 h 332"/>
                <a:gd name="T42" fmla="*/ 180 w 65"/>
                <a:gd name="T43" fmla="*/ 1201 h 332"/>
                <a:gd name="T44" fmla="*/ 39 w 65"/>
                <a:gd name="T45" fmla="*/ 1361 h 332"/>
                <a:gd name="T46" fmla="*/ 111 w 65"/>
                <a:gd name="T47" fmla="*/ 1686 h 332"/>
                <a:gd name="T48" fmla="*/ 195 w 65"/>
                <a:gd name="T49" fmla="*/ 1742 h 332"/>
                <a:gd name="T50" fmla="*/ 233 w 65"/>
                <a:gd name="T51" fmla="*/ 1819 h 332"/>
                <a:gd name="T52" fmla="*/ 233 w 65"/>
                <a:gd name="T53" fmla="*/ 2058 h 332"/>
                <a:gd name="T54" fmla="*/ 240 w 65"/>
                <a:gd name="T55" fmla="*/ 2535 h 332"/>
                <a:gd name="T56" fmla="*/ 233 w 65"/>
                <a:gd name="T57" fmla="*/ 2595 h 332"/>
                <a:gd name="T58" fmla="*/ 233 w 65"/>
                <a:gd name="T59" fmla="*/ 2608 h 332"/>
                <a:gd name="T60" fmla="*/ 225 w 65"/>
                <a:gd name="T61" fmla="*/ 2668 h 332"/>
                <a:gd name="T62" fmla="*/ 225 w 65"/>
                <a:gd name="T63" fmla="*/ 2677 h 332"/>
                <a:gd name="T64" fmla="*/ 203 w 65"/>
                <a:gd name="T65" fmla="*/ 2785 h 332"/>
                <a:gd name="T66" fmla="*/ 39 w 65"/>
                <a:gd name="T67" fmla="*/ 2993 h 332"/>
                <a:gd name="T68" fmla="*/ 39 w 65"/>
                <a:gd name="T69" fmla="*/ 2993 h 332"/>
                <a:gd name="T70" fmla="*/ 39 w 65"/>
                <a:gd name="T71" fmla="*/ 2993 h 332"/>
                <a:gd name="T72" fmla="*/ 39 w 65"/>
                <a:gd name="T73" fmla="*/ 2993 h 332"/>
                <a:gd name="T74" fmla="*/ 39 w 65"/>
                <a:gd name="T75" fmla="*/ 2993 h 332"/>
                <a:gd name="T76" fmla="*/ 119 w 65"/>
                <a:gd name="T77" fmla="*/ 2976 h 332"/>
                <a:gd name="T78" fmla="*/ 233 w 65"/>
                <a:gd name="T79" fmla="*/ 2851 h 3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5" h="332">
                  <a:moveTo>
                    <a:pt x="31" y="316"/>
                  </a:moveTo>
                  <a:cubicBezTo>
                    <a:pt x="35" y="311"/>
                    <a:pt x="40" y="315"/>
                    <a:pt x="40" y="315"/>
                  </a:cubicBezTo>
                  <a:cubicBezTo>
                    <a:pt x="40" y="315"/>
                    <a:pt x="40" y="315"/>
                    <a:pt x="40" y="314"/>
                  </a:cubicBezTo>
                  <a:cubicBezTo>
                    <a:pt x="39" y="312"/>
                    <a:pt x="38" y="310"/>
                    <a:pt x="37" y="308"/>
                  </a:cubicBezTo>
                  <a:cubicBezTo>
                    <a:pt x="36" y="306"/>
                    <a:pt x="36" y="304"/>
                    <a:pt x="35" y="302"/>
                  </a:cubicBezTo>
                  <a:cubicBezTo>
                    <a:pt x="35" y="302"/>
                    <a:pt x="35" y="302"/>
                    <a:pt x="35" y="302"/>
                  </a:cubicBezTo>
                  <a:cubicBezTo>
                    <a:pt x="34" y="298"/>
                    <a:pt x="34" y="293"/>
                    <a:pt x="33" y="289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33" y="285"/>
                    <a:pt x="33" y="283"/>
                    <a:pt x="33" y="281"/>
                  </a:cubicBezTo>
                  <a:cubicBezTo>
                    <a:pt x="33" y="281"/>
                    <a:pt x="33" y="258"/>
                    <a:pt x="33" y="228"/>
                  </a:cubicBezTo>
                  <a:cubicBezTo>
                    <a:pt x="33" y="202"/>
                    <a:pt x="33" y="202"/>
                    <a:pt x="33" y="202"/>
                  </a:cubicBezTo>
                  <a:cubicBezTo>
                    <a:pt x="33" y="197"/>
                    <a:pt x="35" y="195"/>
                    <a:pt x="38" y="193"/>
                  </a:cubicBezTo>
                  <a:cubicBezTo>
                    <a:pt x="39" y="193"/>
                    <a:pt x="45" y="191"/>
                    <a:pt x="50" y="187"/>
                  </a:cubicBezTo>
                  <a:cubicBezTo>
                    <a:pt x="60" y="179"/>
                    <a:pt x="65" y="164"/>
                    <a:pt x="59" y="151"/>
                  </a:cubicBezTo>
                  <a:cubicBezTo>
                    <a:pt x="56" y="142"/>
                    <a:pt x="49" y="136"/>
                    <a:pt x="41" y="133"/>
                  </a:cubicBezTo>
                  <a:cubicBezTo>
                    <a:pt x="35" y="131"/>
                    <a:pt x="35" y="126"/>
                    <a:pt x="35" y="120"/>
                  </a:cubicBezTo>
                  <a:cubicBezTo>
                    <a:pt x="33" y="78"/>
                    <a:pt x="33" y="74"/>
                    <a:pt x="35" y="52"/>
                  </a:cubicBezTo>
                  <a:cubicBezTo>
                    <a:pt x="34" y="45"/>
                    <a:pt x="33" y="36"/>
                    <a:pt x="31" y="28"/>
                  </a:cubicBezTo>
                  <a:cubicBezTo>
                    <a:pt x="27" y="15"/>
                    <a:pt x="18" y="6"/>
                    <a:pt x="10" y="0"/>
                  </a:cubicBezTo>
                  <a:cubicBezTo>
                    <a:pt x="21" y="12"/>
                    <a:pt x="27" y="31"/>
                    <a:pt x="29" y="52"/>
                  </a:cubicBezTo>
                  <a:cubicBezTo>
                    <a:pt x="32" y="74"/>
                    <a:pt x="32" y="78"/>
                    <a:pt x="30" y="120"/>
                  </a:cubicBezTo>
                  <a:cubicBezTo>
                    <a:pt x="29" y="126"/>
                    <a:pt x="29" y="131"/>
                    <a:pt x="24" y="133"/>
                  </a:cubicBezTo>
                  <a:cubicBezTo>
                    <a:pt x="16" y="136"/>
                    <a:pt x="9" y="142"/>
                    <a:pt x="5" y="151"/>
                  </a:cubicBezTo>
                  <a:cubicBezTo>
                    <a:pt x="0" y="164"/>
                    <a:pt x="4" y="179"/>
                    <a:pt x="15" y="187"/>
                  </a:cubicBezTo>
                  <a:cubicBezTo>
                    <a:pt x="20" y="191"/>
                    <a:pt x="26" y="193"/>
                    <a:pt x="26" y="193"/>
                  </a:cubicBezTo>
                  <a:cubicBezTo>
                    <a:pt x="30" y="195"/>
                    <a:pt x="31" y="197"/>
                    <a:pt x="31" y="202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1" y="258"/>
                    <a:pt x="32" y="281"/>
                    <a:pt x="32" y="281"/>
                  </a:cubicBezTo>
                  <a:cubicBezTo>
                    <a:pt x="32" y="283"/>
                    <a:pt x="31" y="286"/>
                    <a:pt x="31" y="288"/>
                  </a:cubicBezTo>
                  <a:cubicBezTo>
                    <a:pt x="31" y="288"/>
                    <a:pt x="31" y="289"/>
                    <a:pt x="31" y="289"/>
                  </a:cubicBezTo>
                  <a:cubicBezTo>
                    <a:pt x="31" y="291"/>
                    <a:pt x="31" y="294"/>
                    <a:pt x="30" y="296"/>
                  </a:cubicBezTo>
                  <a:cubicBezTo>
                    <a:pt x="30" y="296"/>
                    <a:pt x="30" y="296"/>
                    <a:pt x="30" y="297"/>
                  </a:cubicBezTo>
                  <a:cubicBezTo>
                    <a:pt x="30" y="301"/>
                    <a:pt x="28" y="305"/>
                    <a:pt x="27" y="309"/>
                  </a:cubicBezTo>
                  <a:cubicBezTo>
                    <a:pt x="23" y="321"/>
                    <a:pt x="16" y="329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8" y="332"/>
                    <a:pt x="12" y="331"/>
                    <a:pt x="16" y="330"/>
                  </a:cubicBezTo>
                  <a:cubicBezTo>
                    <a:pt x="23" y="324"/>
                    <a:pt x="30" y="318"/>
                    <a:pt x="31" y="31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" name="Freeform 2228">
              <a:extLst>
                <a:ext uri="{FF2B5EF4-FFF2-40B4-BE49-F238E27FC236}">
                  <a16:creationId xmlns:a16="http://schemas.microsoft.com/office/drawing/2014/main" id="{11E0CDA8-2F71-8BE2-7B7C-1445C24C1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26"/>
              <a:ext cx="26" cy="73"/>
            </a:xfrm>
            <a:custGeom>
              <a:avLst/>
              <a:gdLst>
                <a:gd name="T0" fmla="*/ 104 w 13"/>
                <a:gd name="T1" fmla="*/ 0 h 35"/>
                <a:gd name="T2" fmla="*/ 8 w 13"/>
                <a:gd name="T3" fmla="*/ 100 h 35"/>
                <a:gd name="T4" fmla="*/ 0 w 13"/>
                <a:gd name="T5" fmla="*/ 317 h 35"/>
                <a:gd name="T6" fmla="*/ 104 w 1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6" y="2"/>
                    <a:pt x="1" y="5"/>
                    <a:pt x="1" y="11"/>
                  </a:cubicBezTo>
                  <a:cubicBezTo>
                    <a:pt x="0" y="17"/>
                    <a:pt x="0" y="31"/>
                    <a:pt x="0" y="35"/>
                  </a:cubicBezTo>
                  <a:cubicBezTo>
                    <a:pt x="1" y="30"/>
                    <a:pt x="1" y="4"/>
                    <a:pt x="13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" name="Freeform 2229">
              <a:extLst>
                <a:ext uri="{FF2B5EF4-FFF2-40B4-BE49-F238E27FC236}">
                  <a16:creationId xmlns:a16="http://schemas.microsoft.com/office/drawing/2014/main" id="{A7D5904A-942E-62E5-930A-3EF96B3F7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76"/>
              <a:ext cx="75" cy="551"/>
            </a:xfrm>
            <a:custGeom>
              <a:avLst/>
              <a:gdLst>
                <a:gd name="T0" fmla="*/ 207 w 38"/>
                <a:gd name="T1" fmla="*/ 1033 h 265"/>
                <a:gd name="T2" fmla="*/ 93 w 38"/>
                <a:gd name="T3" fmla="*/ 942 h 265"/>
                <a:gd name="T4" fmla="*/ 71 w 38"/>
                <a:gd name="T5" fmla="*/ 873 h 265"/>
                <a:gd name="T6" fmla="*/ 101 w 38"/>
                <a:gd name="T7" fmla="*/ 0 h 265"/>
                <a:gd name="T8" fmla="*/ 24 w 38"/>
                <a:gd name="T9" fmla="*/ 657 h 265"/>
                <a:gd name="T10" fmla="*/ 47 w 38"/>
                <a:gd name="T11" fmla="*/ 917 h 265"/>
                <a:gd name="T12" fmla="*/ 47 w 38"/>
                <a:gd name="T13" fmla="*/ 917 h 265"/>
                <a:gd name="T14" fmla="*/ 168 w 38"/>
                <a:gd name="T15" fmla="*/ 1042 h 265"/>
                <a:gd name="T16" fmla="*/ 253 w 38"/>
                <a:gd name="T17" fmla="*/ 1250 h 265"/>
                <a:gd name="T18" fmla="*/ 77 w 38"/>
                <a:gd name="T19" fmla="*/ 1547 h 265"/>
                <a:gd name="T20" fmla="*/ 24 w 38"/>
                <a:gd name="T21" fmla="*/ 1647 h 265"/>
                <a:gd name="T22" fmla="*/ 32 w 38"/>
                <a:gd name="T23" fmla="*/ 2383 h 265"/>
                <a:gd name="T24" fmla="*/ 39 w 38"/>
                <a:gd name="T25" fmla="*/ 1699 h 265"/>
                <a:gd name="T26" fmla="*/ 148 w 38"/>
                <a:gd name="T27" fmla="*/ 1547 h 265"/>
                <a:gd name="T28" fmla="*/ 292 w 38"/>
                <a:gd name="T29" fmla="*/ 1258 h 265"/>
                <a:gd name="T30" fmla="*/ 207 w 38"/>
                <a:gd name="T31" fmla="*/ 1033 h 2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265">
                  <a:moveTo>
                    <a:pt x="27" y="115"/>
                  </a:moveTo>
                  <a:cubicBezTo>
                    <a:pt x="23" y="111"/>
                    <a:pt x="17" y="108"/>
                    <a:pt x="12" y="105"/>
                  </a:cubicBezTo>
                  <a:cubicBezTo>
                    <a:pt x="11" y="104"/>
                    <a:pt x="10" y="102"/>
                    <a:pt x="9" y="97"/>
                  </a:cubicBezTo>
                  <a:cubicBezTo>
                    <a:pt x="9" y="88"/>
                    <a:pt x="0" y="35"/>
                    <a:pt x="13" y="0"/>
                  </a:cubicBezTo>
                  <a:cubicBezTo>
                    <a:pt x="11" y="6"/>
                    <a:pt x="2" y="29"/>
                    <a:pt x="3" y="73"/>
                  </a:cubicBezTo>
                  <a:cubicBezTo>
                    <a:pt x="4" y="87"/>
                    <a:pt x="6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8" y="107"/>
                    <a:pt x="18" y="112"/>
                    <a:pt x="22" y="116"/>
                  </a:cubicBezTo>
                  <a:cubicBezTo>
                    <a:pt x="29" y="121"/>
                    <a:pt x="33" y="130"/>
                    <a:pt x="33" y="139"/>
                  </a:cubicBezTo>
                  <a:cubicBezTo>
                    <a:pt x="33" y="153"/>
                    <a:pt x="23" y="169"/>
                    <a:pt x="10" y="172"/>
                  </a:cubicBezTo>
                  <a:cubicBezTo>
                    <a:pt x="5" y="174"/>
                    <a:pt x="3" y="177"/>
                    <a:pt x="3" y="183"/>
                  </a:cubicBezTo>
                  <a:cubicBezTo>
                    <a:pt x="3" y="189"/>
                    <a:pt x="4" y="265"/>
                    <a:pt x="4" y="265"/>
                  </a:cubicBezTo>
                  <a:cubicBezTo>
                    <a:pt x="4" y="265"/>
                    <a:pt x="4" y="197"/>
                    <a:pt x="5" y="189"/>
                  </a:cubicBezTo>
                  <a:cubicBezTo>
                    <a:pt x="6" y="181"/>
                    <a:pt x="9" y="177"/>
                    <a:pt x="19" y="172"/>
                  </a:cubicBezTo>
                  <a:cubicBezTo>
                    <a:pt x="30" y="167"/>
                    <a:pt x="38" y="151"/>
                    <a:pt x="38" y="140"/>
                  </a:cubicBezTo>
                  <a:cubicBezTo>
                    <a:pt x="38" y="129"/>
                    <a:pt x="34" y="122"/>
                    <a:pt x="27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" name="Freeform 2230">
              <a:extLst>
                <a:ext uri="{FF2B5EF4-FFF2-40B4-BE49-F238E27FC236}">
                  <a16:creationId xmlns:a16="http://schemas.microsoft.com/office/drawing/2014/main" id="{7B66E787-4622-6487-0B21-7240934A0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" name="Freeform 2231">
              <a:extLst>
                <a:ext uri="{FF2B5EF4-FFF2-40B4-BE49-F238E27FC236}">
                  <a16:creationId xmlns:a16="http://schemas.microsoft.com/office/drawing/2014/main" id="{287AF757-79E4-BFBB-542E-87DC2960E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" name="Freeform 2232">
              <a:extLst>
                <a:ext uri="{FF2B5EF4-FFF2-40B4-BE49-F238E27FC236}">
                  <a16:creationId xmlns:a16="http://schemas.microsoft.com/office/drawing/2014/main" id="{1B979C55-BD4F-76C4-243D-E1470C46E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" name="Freeform 2233">
              <a:extLst>
                <a:ext uri="{FF2B5EF4-FFF2-40B4-BE49-F238E27FC236}">
                  <a16:creationId xmlns:a16="http://schemas.microsoft.com/office/drawing/2014/main" id="{9EE8C816-67EA-947F-7B54-87EFF3029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36"/>
              <a:ext cx="3" cy="158"/>
            </a:xfrm>
            <a:custGeom>
              <a:avLst/>
              <a:gdLst>
                <a:gd name="T0" fmla="*/ 0 w 2"/>
                <a:gd name="T1" fmla="*/ 0 h 76"/>
                <a:gd name="T2" fmla="*/ 5 w 2"/>
                <a:gd name="T3" fmla="*/ 682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6">
                  <a:moveTo>
                    <a:pt x="0" y="0"/>
                  </a:moveTo>
                  <a:cubicBezTo>
                    <a:pt x="2" y="4"/>
                    <a:pt x="1" y="34"/>
                    <a:pt x="1" y="7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61" name="Group 2456">
            <a:extLst>
              <a:ext uri="{FF2B5EF4-FFF2-40B4-BE49-F238E27FC236}">
                <a16:creationId xmlns:a16="http://schemas.microsoft.com/office/drawing/2014/main" id="{4023A484-7BDF-5914-2B0F-5A55D06D6869}"/>
              </a:ext>
            </a:extLst>
          </p:cNvPr>
          <p:cNvGrpSpPr>
            <a:grpSpLocks/>
          </p:cNvGrpSpPr>
          <p:nvPr/>
        </p:nvGrpSpPr>
        <p:grpSpPr bwMode="auto">
          <a:xfrm>
            <a:off x="3330816" y="569918"/>
            <a:ext cx="83791" cy="88900"/>
            <a:chOff x="1239" y="2813"/>
            <a:chExt cx="271" cy="289"/>
          </a:xfrm>
        </p:grpSpPr>
        <p:sp>
          <p:nvSpPr>
            <p:cNvPr id="862" name="Oval 2457">
              <a:extLst>
                <a:ext uri="{FF2B5EF4-FFF2-40B4-BE49-F238E27FC236}">
                  <a16:creationId xmlns:a16="http://schemas.microsoft.com/office/drawing/2014/main" id="{1B6A8CA1-5B5B-4F73-4D83-835A64E22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863" name="Freeform 2458">
              <a:extLst>
                <a:ext uri="{FF2B5EF4-FFF2-40B4-BE49-F238E27FC236}">
                  <a16:creationId xmlns:a16="http://schemas.microsoft.com/office/drawing/2014/main" id="{15BFE6E5-5364-3F42-BF93-853C14880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4" name="Freeform 2459">
              <a:extLst>
                <a:ext uri="{FF2B5EF4-FFF2-40B4-BE49-F238E27FC236}">
                  <a16:creationId xmlns:a16="http://schemas.microsoft.com/office/drawing/2014/main" id="{3B6A3DB8-3A72-0E63-F95C-64A020116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5" name="Freeform 2460">
              <a:extLst>
                <a:ext uri="{FF2B5EF4-FFF2-40B4-BE49-F238E27FC236}">
                  <a16:creationId xmlns:a16="http://schemas.microsoft.com/office/drawing/2014/main" id="{B1EF7AD8-3484-5A46-4F80-B7A50E0F0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6" name="Oval 2461">
              <a:extLst>
                <a:ext uri="{FF2B5EF4-FFF2-40B4-BE49-F238E27FC236}">
                  <a16:creationId xmlns:a16="http://schemas.microsoft.com/office/drawing/2014/main" id="{70E9E5BA-D7EE-9381-800A-BC01EF7F8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867" name="Oval 2462">
              <a:extLst>
                <a:ext uri="{FF2B5EF4-FFF2-40B4-BE49-F238E27FC236}">
                  <a16:creationId xmlns:a16="http://schemas.microsoft.com/office/drawing/2014/main" id="{0C7E58E1-19E7-D901-BDA3-0F074A4C0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868" name="Oval 2463">
              <a:extLst>
                <a:ext uri="{FF2B5EF4-FFF2-40B4-BE49-F238E27FC236}">
                  <a16:creationId xmlns:a16="http://schemas.microsoft.com/office/drawing/2014/main" id="{C888B8C9-ADAF-E319-E72F-FC4C5D8FB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869" name="Oval 2464">
              <a:extLst>
                <a:ext uri="{FF2B5EF4-FFF2-40B4-BE49-F238E27FC236}">
                  <a16:creationId xmlns:a16="http://schemas.microsoft.com/office/drawing/2014/main" id="{11A2F3D6-344A-8423-1CD8-E79F9175F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770" name="Group 2456">
            <a:extLst>
              <a:ext uri="{FF2B5EF4-FFF2-40B4-BE49-F238E27FC236}">
                <a16:creationId xmlns:a16="http://schemas.microsoft.com/office/drawing/2014/main" id="{A4E5F42E-2434-7461-71D1-B184C0F6C090}"/>
              </a:ext>
            </a:extLst>
          </p:cNvPr>
          <p:cNvGrpSpPr>
            <a:grpSpLocks/>
          </p:cNvGrpSpPr>
          <p:nvPr/>
        </p:nvGrpSpPr>
        <p:grpSpPr bwMode="auto">
          <a:xfrm>
            <a:off x="2985727" y="161290"/>
            <a:ext cx="83791" cy="88900"/>
            <a:chOff x="1239" y="2813"/>
            <a:chExt cx="271" cy="289"/>
          </a:xfrm>
        </p:grpSpPr>
        <p:sp>
          <p:nvSpPr>
            <p:cNvPr id="1771" name="Oval 2457">
              <a:extLst>
                <a:ext uri="{FF2B5EF4-FFF2-40B4-BE49-F238E27FC236}">
                  <a16:creationId xmlns:a16="http://schemas.microsoft.com/office/drawing/2014/main" id="{DF319E69-8034-772D-4E19-5888EE8E5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72" name="Freeform 2458">
              <a:extLst>
                <a:ext uri="{FF2B5EF4-FFF2-40B4-BE49-F238E27FC236}">
                  <a16:creationId xmlns:a16="http://schemas.microsoft.com/office/drawing/2014/main" id="{E53F46BA-9EEB-E45D-9C84-16731E767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" name="Freeform 2459">
              <a:extLst>
                <a:ext uri="{FF2B5EF4-FFF2-40B4-BE49-F238E27FC236}">
                  <a16:creationId xmlns:a16="http://schemas.microsoft.com/office/drawing/2014/main" id="{90ABE5B3-0E81-7943-5F6F-CBF0B02F2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" name="Freeform 2460">
              <a:extLst>
                <a:ext uri="{FF2B5EF4-FFF2-40B4-BE49-F238E27FC236}">
                  <a16:creationId xmlns:a16="http://schemas.microsoft.com/office/drawing/2014/main" id="{2D5475A9-CA03-7803-7E3F-D3D45EBC7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" name="Oval 2461">
              <a:extLst>
                <a:ext uri="{FF2B5EF4-FFF2-40B4-BE49-F238E27FC236}">
                  <a16:creationId xmlns:a16="http://schemas.microsoft.com/office/drawing/2014/main" id="{12C55ECD-6581-9C13-1169-FF0961518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76" name="Oval 2462">
              <a:extLst>
                <a:ext uri="{FF2B5EF4-FFF2-40B4-BE49-F238E27FC236}">
                  <a16:creationId xmlns:a16="http://schemas.microsoft.com/office/drawing/2014/main" id="{E312027B-D00F-2455-8048-43F0C3AFE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77" name="Oval 2463">
              <a:extLst>
                <a:ext uri="{FF2B5EF4-FFF2-40B4-BE49-F238E27FC236}">
                  <a16:creationId xmlns:a16="http://schemas.microsoft.com/office/drawing/2014/main" id="{A226FB1C-AFA3-828B-D0BC-03A92769A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78" name="Oval 2464">
              <a:extLst>
                <a:ext uri="{FF2B5EF4-FFF2-40B4-BE49-F238E27FC236}">
                  <a16:creationId xmlns:a16="http://schemas.microsoft.com/office/drawing/2014/main" id="{B3742AEE-ABE4-7FD9-E561-107BF9A88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779" name="Group 2456">
            <a:extLst>
              <a:ext uri="{FF2B5EF4-FFF2-40B4-BE49-F238E27FC236}">
                <a16:creationId xmlns:a16="http://schemas.microsoft.com/office/drawing/2014/main" id="{306EB8C0-2FAB-DC13-794F-6DFFC3E158A4}"/>
              </a:ext>
            </a:extLst>
          </p:cNvPr>
          <p:cNvGrpSpPr>
            <a:grpSpLocks/>
          </p:cNvGrpSpPr>
          <p:nvPr/>
        </p:nvGrpSpPr>
        <p:grpSpPr bwMode="auto">
          <a:xfrm>
            <a:off x="2847340" y="58415"/>
            <a:ext cx="83791" cy="88900"/>
            <a:chOff x="1239" y="2813"/>
            <a:chExt cx="271" cy="289"/>
          </a:xfrm>
        </p:grpSpPr>
        <p:sp>
          <p:nvSpPr>
            <p:cNvPr id="1780" name="Oval 2457">
              <a:extLst>
                <a:ext uri="{FF2B5EF4-FFF2-40B4-BE49-F238E27FC236}">
                  <a16:creationId xmlns:a16="http://schemas.microsoft.com/office/drawing/2014/main" id="{E8BAEA29-CCC4-1878-44EF-FDE74E88F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81" name="Freeform 2458">
              <a:extLst>
                <a:ext uri="{FF2B5EF4-FFF2-40B4-BE49-F238E27FC236}">
                  <a16:creationId xmlns:a16="http://schemas.microsoft.com/office/drawing/2014/main" id="{BE7EAEF4-F8EE-E55E-81BC-3F12EF4EA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" name="Freeform 2459">
              <a:extLst>
                <a:ext uri="{FF2B5EF4-FFF2-40B4-BE49-F238E27FC236}">
                  <a16:creationId xmlns:a16="http://schemas.microsoft.com/office/drawing/2014/main" id="{D5DECF6F-46D3-59CA-392E-7F73B76F7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" name="Freeform 2460">
              <a:extLst>
                <a:ext uri="{FF2B5EF4-FFF2-40B4-BE49-F238E27FC236}">
                  <a16:creationId xmlns:a16="http://schemas.microsoft.com/office/drawing/2014/main" id="{0BDADA5E-24E2-900E-FDBB-BE529C4C0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4" name="Oval 2461">
              <a:extLst>
                <a:ext uri="{FF2B5EF4-FFF2-40B4-BE49-F238E27FC236}">
                  <a16:creationId xmlns:a16="http://schemas.microsoft.com/office/drawing/2014/main" id="{230010B7-94E3-46C7-4340-825E526F0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85" name="Oval 2462">
              <a:extLst>
                <a:ext uri="{FF2B5EF4-FFF2-40B4-BE49-F238E27FC236}">
                  <a16:creationId xmlns:a16="http://schemas.microsoft.com/office/drawing/2014/main" id="{0B3FB02E-3E45-7C46-6A41-070CA1C4B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86" name="Oval 2463">
              <a:extLst>
                <a:ext uri="{FF2B5EF4-FFF2-40B4-BE49-F238E27FC236}">
                  <a16:creationId xmlns:a16="http://schemas.microsoft.com/office/drawing/2014/main" id="{8EFA491F-552F-8617-8E84-AEEB4E789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87" name="Oval 2464">
              <a:extLst>
                <a:ext uri="{FF2B5EF4-FFF2-40B4-BE49-F238E27FC236}">
                  <a16:creationId xmlns:a16="http://schemas.microsoft.com/office/drawing/2014/main" id="{0D01C666-E3A5-9FCE-8ACD-FD64938CF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788" name="Group 2456">
            <a:extLst>
              <a:ext uri="{FF2B5EF4-FFF2-40B4-BE49-F238E27FC236}">
                <a16:creationId xmlns:a16="http://schemas.microsoft.com/office/drawing/2014/main" id="{65F43579-5B3C-C76B-1D96-D69D52DF9ABA}"/>
              </a:ext>
            </a:extLst>
          </p:cNvPr>
          <p:cNvGrpSpPr>
            <a:grpSpLocks/>
          </p:cNvGrpSpPr>
          <p:nvPr/>
        </p:nvGrpSpPr>
        <p:grpSpPr bwMode="auto">
          <a:xfrm>
            <a:off x="3619851" y="927090"/>
            <a:ext cx="83791" cy="88900"/>
            <a:chOff x="1239" y="2813"/>
            <a:chExt cx="271" cy="289"/>
          </a:xfrm>
        </p:grpSpPr>
        <p:sp>
          <p:nvSpPr>
            <p:cNvPr id="1789" name="Oval 2457">
              <a:extLst>
                <a:ext uri="{FF2B5EF4-FFF2-40B4-BE49-F238E27FC236}">
                  <a16:creationId xmlns:a16="http://schemas.microsoft.com/office/drawing/2014/main" id="{479FB4C7-C619-83F7-CC58-0576955D6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90" name="Freeform 2458">
              <a:extLst>
                <a:ext uri="{FF2B5EF4-FFF2-40B4-BE49-F238E27FC236}">
                  <a16:creationId xmlns:a16="http://schemas.microsoft.com/office/drawing/2014/main" id="{14C09079-95C3-25B1-38FA-DD307F36C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1" name="Freeform 2459">
              <a:extLst>
                <a:ext uri="{FF2B5EF4-FFF2-40B4-BE49-F238E27FC236}">
                  <a16:creationId xmlns:a16="http://schemas.microsoft.com/office/drawing/2014/main" id="{3736091A-7A66-7870-4733-E515306F0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2" name="Freeform 2460">
              <a:extLst>
                <a:ext uri="{FF2B5EF4-FFF2-40B4-BE49-F238E27FC236}">
                  <a16:creationId xmlns:a16="http://schemas.microsoft.com/office/drawing/2014/main" id="{B924C579-A20B-5F38-C793-AFF1AC81C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3" name="Oval 2461">
              <a:extLst>
                <a:ext uri="{FF2B5EF4-FFF2-40B4-BE49-F238E27FC236}">
                  <a16:creationId xmlns:a16="http://schemas.microsoft.com/office/drawing/2014/main" id="{655C05DF-4B5E-4244-0274-F07C2995C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94" name="Oval 2462">
              <a:extLst>
                <a:ext uri="{FF2B5EF4-FFF2-40B4-BE49-F238E27FC236}">
                  <a16:creationId xmlns:a16="http://schemas.microsoft.com/office/drawing/2014/main" id="{7A99DF21-07B9-A777-9091-220AF1920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95" name="Oval 2463">
              <a:extLst>
                <a:ext uri="{FF2B5EF4-FFF2-40B4-BE49-F238E27FC236}">
                  <a16:creationId xmlns:a16="http://schemas.microsoft.com/office/drawing/2014/main" id="{0BDFC491-057E-C703-A112-8C2633196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96" name="Oval 2464">
              <a:extLst>
                <a:ext uri="{FF2B5EF4-FFF2-40B4-BE49-F238E27FC236}">
                  <a16:creationId xmlns:a16="http://schemas.microsoft.com/office/drawing/2014/main" id="{BF672570-656A-9066-6516-B14C1D6F6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797" name="Group 2456">
            <a:extLst>
              <a:ext uri="{FF2B5EF4-FFF2-40B4-BE49-F238E27FC236}">
                <a16:creationId xmlns:a16="http://schemas.microsoft.com/office/drawing/2014/main" id="{848E1030-D3AD-3738-A44C-B1D2909BC57B}"/>
              </a:ext>
            </a:extLst>
          </p:cNvPr>
          <p:cNvGrpSpPr>
            <a:grpSpLocks/>
          </p:cNvGrpSpPr>
          <p:nvPr/>
        </p:nvGrpSpPr>
        <p:grpSpPr bwMode="auto">
          <a:xfrm>
            <a:off x="3071561" y="37394"/>
            <a:ext cx="83791" cy="88900"/>
            <a:chOff x="1239" y="2813"/>
            <a:chExt cx="271" cy="289"/>
          </a:xfrm>
        </p:grpSpPr>
        <p:sp>
          <p:nvSpPr>
            <p:cNvPr id="1798" name="Oval 2457">
              <a:extLst>
                <a:ext uri="{FF2B5EF4-FFF2-40B4-BE49-F238E27FC236}">
                  <a16:creationId xmlns:a16="http://schemas.microsoft.com/office/drawing/2014/main" id="{B4D54EA5-D7CE-29AA-0C03-C906EE110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99" name="Freeform 2458">
              <a:extLst>
                <a:ext uri="{FF2B5EF4-FFF2-40B4-BE49-F238E27FC236}">
                  <a16:creationId xmlns:a16="http://schemas.microsoft.com/office/drawing/2014/main" id="{9786873D-52B2-83AC-57EE-C939527AB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0" name="Freeform 2459">
              <a:extLst>
                <a:ext uri="{FF2B5EF4-FFF2-40B4-BE49-F238E27FC236}">
                  <a16:creationId xmlns:a16="http://schemas.microsoft.com/office/drawing/2014/main" id="{DBAD3B5E-CA14-52CF-3F2E-06ABC977A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1" name="Freeform 2460">
              <a:extLst>
                <a:ext uri="{FF2B5EF4-FFF2-40B4-BE49-F238E27FC236}">
                  <a16:creationId xmlns:a16="http://schemas.microsoft.com/office/drawing/2014/main" id="{9DA17327-78E5-927E-80C2-17B1A0370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2" name="Oval 2461">
              <a:extLst>
                <a:ext uri="{FF2B5EF4-FFF2-40B4-BE49-F238E27FC236}">
                  <a16:creationId xmlns:a16="http://schemas.microsoft.com/office/drawing/2014/main" id="{0E8B07C3-5320-3CE6-80D9-0404A9092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03" name="Oval 2462">
              <a:extLst>
                <a:ext uri="{FF2B5EF4-FFF2-40B4-BE49-F238E27FC236}">
                  <a16:creationId xmlns:a16="http://schemas.microsoft.com/office/drawing/2014/main" id="{11345077-C987-C8F1-E7C2-6C38C9199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04" name="Oval 2463">
              <a:extLst>
                <a:ext uri="{FF2B5EF4-FFF2-40B4-BE49-F238E27FC236}">
                  <a16:creationId xmlns:a16="http://schemas.microsoft.com/office/drawing/2014/main" id="{8B46ADC6-298C-2457-53A2-A853D563D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05" name="Oval 2464">
              <a:extLst>
                <a:ext uri="{FF2B5EF4-FFF2-40B4-BE49-F238E27FC236}">
                  <a16:creationId xmlns:a16="http://schemas.microsoft.com/office/drawing/2014/main" id="{C44401C8-B237-A074-686E-BE706426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815" name="Group 2456">
            <a:extLst>
              <a:ext uri="{FF2B5EF4-FFF2-40B4-BE49-F238E27FC236}">
                <a16:creationId xmlns:a16="http://schemas.microsoft.com/office/drawing/2014/main" id="{67B6EE1E-EAB4-AB79-B2E8-3997BD64062F}"/>
              </a:ext>
            </a:extLst>
          </p:cNvPr>
          <p:cNvGrpSpPr>
            <a:grpSpLocks/>
          </p:cNvGrpSpPr>
          <p:nvPr/>
        </p:nvGrpSpPr>
        <p:grpSpPr bwMode="auto">
          <a:xfrm>
            <a:off x="3859837" y="927090"/>
            <a:ext cx="83791" cy="88900"/>
            <a:chOff x="1239" y="2813"/>
            <a:chExt cx="271" cy="289"/>
          </a:xfrm>
        </p:grpSpPr>
        <p:sp>
          <p:nvSpPr>
            <p:cNvPr id="1816" name="Oval 2457">
              <a:extLst>
                <a:ext uri="{FF2B5EF4-FFF2-40B4-BE49-F238E27FC236}">
                  <a16:creationId xmlns:a16="http://schemas.microsoft.com/office/drawing/2014/main" id="{DC68CCD3-178C-02A4-DB3E-6837F169E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17" name="Freeform 2458">
              <a:extLst>
                <a:ext uri="{FF2B5EF4-FFF2-40B4-BE49-F238E27FC236}">
                  <a16:creationId xmlns:a16="http://schemas.microsoft.com/office/drawing/2014/main" id="{D0234E1E-807E-0BAF-6578-D5DE7AC0C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8" name="Freeform 2459">
              <a:extLst>
                <a:ext uri="{FF2B5EF4-FFF2-40B4-BE49-F238E27FC236}">
                  <a16:creationId xmlns:a16="http://schemas.microsoft.com/office/drawing/2014/main" id="{417713D0-2CF0-2808-C29D-BE58FE866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9" name="Freeform 2460">
              <a:extLst>
                <a:ext uri="{FF2B5EF4-FFF2-40B4-BE49-F238E27FC236}">
                  <a16:creationId xmlns:a16="http://schemas.microsoft.com/office/drawing/2014/main" id="{AF06C34F-55D9-453F-DF39-8E2F5EBB9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0" name="Oval 2461">
              <a:extLst>
                <a:ext uri="{FF2B5EF4-FFF2-40B4-BE49-F238E27FC236}">
                  <a16:creationId xmlns:a16="http://schemas.microsoft.com/office/drawing/2014/main" id="{F0B7FDD9-20A1-3361-23AF-F65DDFF04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21" name="Oval 2462">
              <a:extLst>
                <a:ext uri="{FF2B5EF4-FFF2-40B4-BE49-F238E27FC236}">
                  <a16:creationId xmlns:a16="http://schemas.microsoft.com/office/drawing/2014/main" id="{25291454-F02E-F5D5-FB43-6ECB06726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22" name="Oval 2463">
              <a:extLst>
                <a:ext uri="{FF2B5EF4-FFF2-40B4-BE49-F238E27FC236}">
                  <a16:creationId xmlns:a16="http://schemas.microsoft.com/office/drawing/2014/main" id="{9B29445A-24C3-8E9F-5694-6874A1076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23" name="Oval 2464">
              <a:extLst>
                <a:ext uri="{FF2B5EF4-FFF2-40B4-BE49-F238E27FC236}">
                  <a16:creationId xmlns:a16="http://schemas.microsoft.com/office/drawing/2014/main" id="{1E565EDF-993E-5F8A-0641-F17F0D329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cxnSp>
        <p:nvCxnSpPr>
          <p:cNvPr id="1825" name="Conector recto de flecha 1824">
            <a:extLst>
              <a:ext uri="{FF2B5EF4-FFF2-40B4-BE49-F238E27FC236}">
                <a16:creationId xmlns:a16="http://schemas.microsoft.com/office/drawing/2014/main" id="{39DA3AE7-DDA4-3223-0802-879421D38F86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779837" y="288675"/>
            <a:ext cx="0" cy="756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06" name="Group 2456">
            <a:extLst>
              <a:ext uri="{FF2B5EF4-FFF2-40B4-BE49-F238E27FC236}">
                <a16:creationId xmlns:a16="http://schemas.microsoft.com/office/drawing/2014/main" id="{1E9022C1-82C0-FEFC-5624-B4B704D3A85C}"/>
              </a:ext>
            </a:extLst>
          </p:cNvPr>
          <p:cNvGrpSpPr>
            <a:grpSpLocks/>
          </p:cNvGrpSpPr>
          <p:nvPr/>
        </p:nvGrpSpPr>
        <p:grpSpPr bwMode="auto">
          <a:xfrm>
            <a:off x="3737941" y="840735"/>
            <a:ext cx="83791" cy="88900"/>
            <a:chOff x="1239" y="2813"/>
            <a:chExt cx="271" cy="289"/>
          </a:xfrm>
        </p:grpSpPr>
        <p:sp>
          <p:nvSpPr>
            <p:cNvPr id="1807" name="Oval 2457">
              <a:extLst>
                <a:ext uri="{FF2B5EF4-FFF2-40B4-BE49-F238E27FC236}">
                  <a16:creationId xmlns:a16="http://schemas.microsoft.com/office/drawing/2014/main" id="{DF3A7B8C-A361-83F0-0DD9-62C6A1AC6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08" name="Freeform 2458">
              <a:extLst>
                <a:ext uri="{FF2B5EF4-FFF2-40B4-BE49-F238E27FC236}">
                  <a16:creationId xmlns:a16="http://schemas.microsoft.com/office/drawing/2014/main" id="{06627A63-5B88-A6AF-6CD0-D5F98D1E3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9" name="Freeform 2459">
              <a:extLst>
                <a:ext uri="{FF2B5EF4-FFF2-40B4-BE49-F238E27FC236}">
                  <a16:creationId xmlns:a16="http://schemas.microsoft.com/office/drawing/2014/main" id="{775CF7F4-42B6-778B-6BFB-BCF67B9C2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0" name="Freeform 2460">
              <a:extLst>
                <a:ext uri="{FF2B5EF4-FFF2-40B4-BE49-F238E27FC236}">
                  <a16:creationId xmlns:a16="http://schemas.microsoft.com/office/drawing/2014/main" id="{A6C65B68-21C0-4A07-D99B-08C26A536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1" name="Oval 2461">
              <a:extLst>
                <a:ext uri="{FF2B5EF4-FFF2-40B4-BE49-F238E27FC236}">
                  <a16:creationId xmlns:a16="http://schemas.microsoft.com/office/drawing/2014/main" id="{4C12F201-DE80-49C8-922D-0EC1727AA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12" name="Oval 2462">
              <a:extLst>
                <a:ext uri="{FF2B5EF4-FFF2-40B4-BE49-F238E27FC236}">
                  <a16:creationId xmlns:a16="http://schemas.microsoft.com/office/drawing/2014/main" id="{09819495-A7B8-818C-BDA8-9D1EB73B2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13" name="Oval 2463">
              <a:extLst>
                <a:ext uri="{FF2B5EF4-FFF2-40B4-BE49-F238E27FC236}">
                  <a16:creationId xmlns:a16="http://schemas.microsoft.com/office/drawing/2014/main" id="{A3571444-F627-19AB-4EEA-B66448378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14" name="Oval 2464">
              <a:extLst>
                <a:ext uri="{FF2B5EF4-FFF2-40B4-BE49-F238E27FC236}">
                  <a16:creationId xmlns:a16="http://schemas.microsoft.com/office/drawing/2014/main" id="{A3BBF102-B9FA-556F-DFB2-56DB35C62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829" name="CuadroTexto 1828">
            <a:extLst>
              <a:ext uri="{FF2B5EF4-FFF2-40B4-BE49-F238E27FC236}">
                <a16:creationId xmlns:a16="http://schemas.microsoft.com/office/drawing/2014/main" id="{1EDC2ADC-9BB3-7B3F-4D70-8887755CECCF}"/>
              </a:ext>
            </a:extLst>
          </p:cNvPr>
          <p:cNvSpPr txBox="1"/>
          <p:nvPr/>
        </p:nvSpPr>
        <p:spPr>
          <a:xfrm>
            <a:off x="3132063" y="1776618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Glucosa-6-fosfato</a:t>
            </a:r>
          </a:p>
        </p:txBody>
      </p:sp>
      <p:sp>
        <p:nvSpPr>
          <p:cNvPr id="1832" name="CuadroTexto 1831">
            <a:extLst>
              <a:ext uri="{FF2B5EF4-FFF2-40B4-BE49-F238E27FC236}">
                <a16:creationId xmlns:a16="http://schemas.microsoft.com/office/drawing/2014/main" id="{F464FB84-6161-0083-B63C-437E05A2F0FA}"/>
              </a:ext>
            </a:extLst>
          </p:cNvPr>
          <p:cNvSpPr txBox="1"/>
          <p:nvPr/>
        </p:nvSpPr>
        <p:spPr>
          <a:xfrm>
            <a:off x="1480158" y="1314238"/>
            <a:ext cx="15552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Hexoquinasa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(músculo)</a:t>
            </a:r>
          </a:p>
          <a:p>
            <a:pPr algn="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Glucoquinasa</a:t>
            </a:r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(hígado)</a:t>
            </a:r>
          </a:p>
        </p:txBody>
      </p:sp>
      <p:sp>
        <p:nvSpPr>
          <p:cNvPr id="1833" name="CuadroTexto 1832">
            <a:extLst>
              <a:ext uri="{FF2B5EF4-FFF2-40B4-BE49-F238E27FC236}">
                <a16:creationId xmlns:a16="http://schemas.microsoft.com/office/drawing/2014/main" id="{3C8B9728-D65E-58F0-EF52-A04D31543EC9}"/>
              </a:ext>
            </a:extLst>
          </p:cNvPr>
          <p:cNvSpPr txBox="1"/>
          <p:nvPr/>
        </p:nvSpPr>
        <p:spPr>
          <a:xfrm>
            <a:off x="2968237" y="1250432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834" name="CuadroTexto 1833">
            <a:extLst>
              <a:ext uri="{FF2B5EF4-FFF2-40B4-BE49-F238E27FC236}">
                <a16:creationId xmlns:a16="http://schemas.microsoft.com/office/drawing/2014/main" id="{8171E123-96F1-529C-E3CE-32F3AFCCAA9E}"/>
              </a:ext>
            </a:extLst>
          </p:cNvPr>
          <p:cNvSpPr txBox="1"/>
          <p:nvPr/>
        </p:nvSpPr>
        <p:spPr>
          <a:xfrm>
            <a:off x="2968237" y="1535307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836" name="Conector: curvado 1835">
            <a:extLst>
              <a:ext uri="{FF2B5EF4-FFF2-40B4-BE49-F238E27FC236}">
                <a16:creationId xmlns:a16="http://schemas.microsoft.com/office/drawing/2014/main" id="{97194D54-FB25-9B93-2F5D-17563DC93044}"/>
              </a:ext>
            </a:extLst>
          </p:cNvPr>
          <p:cNvCxnSpPr>
            <a:cxnSpLocks/>
            <a:stCxn id="1833" idx="3"/>
            <a:endCxn id="1834" idx="3"/>
          </p:cNvCxnSpPr>
          <p:nvPr/>
        </p:nvCxnSpPr>
        <p:spPr>
          <a:xfrm>
            <a:off x="3428618" y="1381237"/>
            <a:ext cx="16030" cy="284875"/>
          </a:xfrm>
          <a:prstGeom prst="curvedConnector3">
            <a:avLst>
              <a:gd name="adj1" fmla="val 11457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1" name="Conector recto de flecha 1830">
            <a:extLst>
              <a:ext uri="{FF2B5EF4-FFF2-40B4-BE49-F238E27FC236}">
                <a16:creationId xmlns:a16="http://schemas.microsoft.com/office/drawing/2014/main" id="{A52E182F-3838-E949-CE1C-A20D08F34357}"/>
              </a:ext>
            </a:extLst>
          </p:cNvPr>
          <p:cNvCxnSpPr>
            <a:cxnSpLocks/>
          </p:cNvCxnSpPr>
          <p:nvPr/>
        </p:nvCxnSpPr>
        <p:spPr>
          <a:xfrm>
            <a:off x="3615181" y="1306777"/>
            <a:ext cx="0" cy="46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7" name="CuadroTexto 1856">
            <a:extLst>
              <a:ext uri="{FF2B5EF4-FFF2-40B4-BE49-F238E27FC236}">
                <a16:creationId xmlns:a16="http://schemas.microsoft.com/office/drawing/2014/main" id="{76223582-BE57-9B38-ADC6-275BE66E0747}"/>
              </a:ext>
            </a:extLst>
          </p:cNvPr>
          <p:cNvSpPr txBox="1"/>
          <p:nvPr/>
        </p:nvSpPr>
        <p:spPr>
          <a:xfrm>
            <a:off x="4167799" y="1261689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858" name="CuadroTexto 1857">
            <a:extLst>
              <a:ext uri="{FF2B5EF4-FFF2-40B4-BE49-F238E27FC236}">
                <a16:creationId xmlns:a16="http://schemas.microsoft.com/office/drawing/2014/main" id="{A84C7A98-B18D-6489-1476-7C9F081625F1}"/>
              </a:ext>
            </a:extLst>
          </p:cNvPr>
          <p:cNvSpPr txBox="1"/>
          <p:nvPr/>
        </p:nvSpPr>
        <p:spPr>
          <a:xfrm>
            <a:off x="4171073" y="1530596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1859" name="Conector: curvado 1858">
            <a:extLst>
              <a:ext uri="{FF2B5EF4-FFF2-40B4-BE49-F238E27FC236}">
                <a16:creationId xmlns:a16="http://schemas.microsoft.com/office/drawing/2014/main" id="{34798BA7-36AD-40FB-BBFC-2798C307908B}"/>
              </a:ext>
            </a:extLst>
          </p:cNvPr>
          <p:cNvCxnSpPr>
            <a:cxnSpLocks/>
            <a:stCxn id="1858" idx="1"/>
            <a:endCxn id="1857" idx="1"/>
          </p:cNvCxnSpPr>
          <p:nvPr/>
        </p:nvCxnSpPr>
        <p:spPr>
          <a:xfrm rot="10800000">
            <a:off x="4167799" y="1392495"/>
            <a:ext cx="3274" cy="268907"/>
          </a:xfrm>
          <a:prstGeom prst="curvedConnector3">
            <a:avLst>
              <a:gd name="adj1" fmla="val 57741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9" name="Conector recto de flecha 1848">
            <a:extLst>
              <a:ext uri="{FF2B5EF4-FFF2-40B4-BE49-F238E27FC236}">
                <a16:creationId xmlns:a16="http://schemas.microsoft.com/office/drawing/2014/main" id="{CABB7C2F-DA33-9112-8D19-C5F39BA48A48}"/>
              </a:ext>
            </a:extLst>
          </p:cNvPr>
          <p:cNvCxnSpPr>
            <a:cxnSpLocks/>
          </p:cNvCxnSpPr>
          <p:nvPr/>
        </p:nvCxnSpPr>
        <p:spPr>
          <a:xfrm flipV="1">
            <a:off x="3979532" y="1306777"/>
            <a:ext cx="0" cy="4680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4" name="CuadroTexto 1863">
            <a:extLst>
              <a:ext uri="{FF2B5EF4-FFF2-40B4-BE49-F238E27FC236}">
                <a16:creationId xmlns:a16="http://schemas.microsoft.com/office/drawing/2014/main" id="{5ED48657-05A4-47F8-4321-73FDD56716E4}"/>
              </a:ext>
            </a:extLst>
          </p:cNvPr>
          <p:cNvSpPr txBox="1"/>
          <p:nvPr/>
        </p:nvSpPr>
        <p:spPr>
          <a:xfrm>
            <a:off x="4523471" y="1312497"/>
            <a:ext cx="12623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Glucosa-6-fosfatasa </a:t>
            </a:r>
            <a:r>
              <a:rPr lang="es-ES" sz="9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(hígado)</a:t>
            </a:r>
          </a:p>
        </p:txBody>
      </p:sp>
      <p:sp>
        <p:nvSpPr>
          <p:cNvPr id="1866" name="CuadroTexto 1865">
            <a:extLst>
              <a:ext uri="{FF2B5EF4-FFF2-40B4-BE49-F238E27FC236}">
                <a16:creationId xmlns:a16="http://schemas.microsoft.com/office/drawing/2014/main" id="{CC436AB4-D1C0-2BCD-C53D-B5D186116FAC}"/>
              </a:ext>
            </a:extLst>
          </p:cNvPr>
          <p:cNvSpPr txBox="1"/>
          <p:nvPr/>
        </p:nvSpPr>
        <p:spPr>
          <a:xfrm>
            <a:off x="3116832" y="2560941"/>
            <a:ext cx="13260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Fructosa-6-fosfato</a:t>
            </a:r>
          </a:p>
        </p:txBody>
      </p:sp>
      <p:cxnSp>
        <p:nvCxnSpPr>
          <p:cNvPr id="1868" name="Conector recto de flecha 1867">
            <a:extLst>
              <a:ext uri="{FF2B5EF4-FFF2-40B4-BE49-F238E27FC236}">
                <a16:creationId xmlns:a16="http://schemas.microsoft.com/office/drawing/2014/main" id="{0D3488FE-8060-430B-2B5A-33B81279E7E4}"/>
              </a:ext>
            </a:extLst>
          </p:cNvPr>
          <p:cNvCxnSpPr>
            <a:stCxn id="1829" idx="2"/>
            <a:endCxn id="1866" idx="0"/>
          </p:cNvCxnSpPr>
          <p:nvPr/>
        </p:nvCxnSpPr>
        <p:spPr>
          <a:xfrm flipH="1">
            <a:off x="3779834" y="2038228"/>
            <a:ext cx="3" cy="5227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69" name="CuadroTexto 1868">
            <a:extLst>
              <a:ext uri="{FF2B5EF4-FFF2-40B4-BE49-F238E27FC236}">
                <a16:creationId xmlns:a16="http://schemas.microsoft.com/office/drawing/2014/main" id="{2753E129-D624-8C02-226B-E7AB1DFDC739}"/>
              </a:ext>
            </a:extLst>
          </p:cNvPr>
          <p:cNvSpPr txBox="1"/>
          <p:nvPr/>
        </p:nvSpPr>
        <p:spPr>
          <a:xfrm>
            <a:off x="1847963" y="2171590"/>
            <a:ext cx="1716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Fosfohexosa</a:t>
            </a:r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isomerasa</a:t>
            </a:r>
          </a:p>
        </p:txBody>
      </p:sp>
      <p:sp>
        <p:nvSpPr>
          <p:cNvPr id="1871" name="CuadroTexto 1870">
            <a:extLst>
              <a:ext uri="{FF2B5EF4-FFF2-40B4-BE49-F238E27FC236}">
                <a16:creationId xmlns:a16="http://schemas.microsoft.com/office/drawing/2014/main" id="{13ECA8C5-DFAC-BC8C-A440-694F97010C68}"/>
              </a:ext>
            </a:extLst>
          </p:cNvPr>
          <p:cNvSpPr txBox="1"/>
          <p:nvPr/>
        </p:nvSpPr>
        <p:spPr>
          <a:xfrm>
            <a:off x="3015703" y="3290812"/>
            <a:ext cx="1553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Fructosa-1,6-bifosfato</a:t>
            </a:r>
          </a:p>
        </p:txBody>
      </p:sp>
      <p:sp>
        <p:nvSpPr>
          <p:cNvPr id="1872" name="CuadroTexto 1871">
            <a:extLst>
              <a:ext uri="{FF2B5EF4-FFF2-40B4-BE49-F238E27FC236}">
                <a16:creationId xmlns:a16="http://schemas.microsoft.com/office/drawing/2014/main" id="{D22FEFE8-D822-384E-0725-25F3C0B57D94}"/>
              </a:ext>
            </a:extLst>
          </p:cNvPr>
          <p:cNvSpPr txBox="1"/>
          <p:nvPr/>
        </p:nvSpPr>
        <p:spPr>
          <a:xfrm>
            <a:off x="1596722" y="2925153"/>
            <a:ext cx="14606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Fosfofructoquinasa I</a:t>
            </a:r>
          </a:p>
        </p:txBody>
      </p:sp>
      <p:sp>
        <p:nvSpPr>
          <p:cNvPr id="1873" name="CuadroTexto 1872">
            <a:extLst>
              <a:ext uri="{FF2B5EF4-FFF2-40B4-BE49-F238E27FC236}">
                <a16:creationId xmlns:a16="http://schemas.microsoft.com/office/drawing/2014/main" id="{F9B47CCC-6142-E4C2-D5A0-F29A1A556905}"/>
              </a:ext>
            </a:extLst>
          </p:cNvPr>
          <p:cNvSpPr txBox="1"/>
          <p:nvPr/>
        </p:nvSpPr>
        <p:spPr>
          <a:xfrm>
            <a:off x="2968237" y="2782056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874" name="CuadroTexto 1873">
            <a:extLst>
              <a:ext uri="{FF2B5EF4-FFF2-40B4-BE49-F238E27FC236}">
                <a16:creationId xmlns:a16="http://schemas.microsoft.com/office/drawing/2014/main" id="{561C46A0-2CFF-CF77-42CF-B823A8152F1F}"/>
              </a:ext>
            </a:extLst>
          </p:cNvPr>
          <p:cNvSpPr txBox="1"/>
          <p:nvPr/>
        </p:nvSpPr>
        <p:spPr>
          <a:xfrm>
            <a:off x="2950503" y="3073504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875" name="Conector: curvado 1874">
            <a:extLst>
              <a:ext uri="{FF2B5EF4-FFF2-40B4-BE49-F238E27FC236}">
                <a16:creationId xmlns:a16="http://schemas.microsoft.com/office/drawing/2014/main" id="{A6AE036E-9215-D941-B365-AAF02B66906F}"/>
              </a:ext>
            </a:extLst>
          </p:cNvPr>
          <p:cNvCxnSpPr>
            <a:cxnSpLocks/>
            <a:stCxn id="1873" idx="3"/>
            <a:endCxn id="1874" idx="3"/>
          </p:cNvCxnSpPr>
          <p:nvPr/>
        </p:nvCxnSpPr>
        <p:spPr>
          <a:xfrm flipH="1">
            <a:off x="3426914" y="2912861"/>
            <a:ext cx="1704" cy="291448"/>
          </a:xfrm>
          <a:prstGeom prst="curvedConnector3">
            <a:avLst>
              <a:gd name="adj1" fmla="val -109762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6" name="Conector recto de flecha 1875">
            <a:extLst>
              <a:ext uri="{FF2B5EF4-FFF2-40B4-BE49-F238E27FC236}">
                <a16:creationId xmlns:a16="http://schemas.microsoft.com/office/drawing/2014/main" id="{22A88BCA-8EC0-07AD-B493-F11CED99E174}"/>
              </a:ext>
            </a:extLst>
          </p:cNvPr>
          <p:cNvCxnSpPr>
            <a:cxnSpLocks/>
          </p:cNvCxnSpPr>
          <p:nvPr/>
        </p:nvCxnSpPr>
        <p:spPr>
          <a:xfrm>
            <a:off x="3615181" y="2822813"/>
            <a:ext cx="0" cy="46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7" name="CuadroTexto 1876">
            <a:extLst>
              <a:ext uri="{FF2B5EF4-FFF2-40B4-BE49-F238E27FC236}">
                <a16:creationId xmlns:a16="http://schemas.microsoft.com/office/drawing/2014/main" id="{5631BDB4-AF3E-1350-C652-F5BA4B239E1D}"/>
              </a:ext>
            </a:extLst>
          </p:cNvPr>
          <p:cNvSpPr txBox="1"/>
          <p:nvPr/>
        </p:nvSpPr>
        <p:spPr>
          <a:xfrm>
            <a:off x="4164630" y="2782056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878" name="CuadroTexto 1877">
            <a:extLst>
              <a:ext uri="{FF2B5EF4-FFF2-40B4-BE49-F238E27FC236}">
                <a16:creationId xmlns:a16="http://schemas.microsoft.com/office/drawing/2014/main" id="{30237B01-E31F-D1F4-2675-ADE296018AAC}"/>
              </a:ext>
            </a:extLst>
          </p:cNvPr>
          <p:cNvSpPr txBox="1"/>
          <p:nvPr/>
        </p:nvSpPr>
        <p:spPr>
          <a:xfrm>
            <a:off x="4171073" y="3070727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1879" name="Conector: curvado 1878">
            <a:extLst>
              <a:ext uri="{FF2B5EF4-FFF2-40B4-BE49-F238E27FC236}">
                <a16:creationId xmlns:a16="http://schemas.microsoft.com/office/drawing/2014/main" id="{C2FE57CF-0FD5-178C-AFA1-14C5BFBBB982}"/>
              </a:ext>
            </a:extLst>
          </p:cNvPr>
          <p:cNvCxnSpPr>
            <a:cxnSpLocks/>
            <a:stCxn id="1878" idx="1"/>
            <a:endCxn id="1877" idx="1"/>
          </p:cNvCxnSpPr>
          <p:nvPr/>
        </p:nvCxnSpPr>
        <p:spPr>
          <a:xfrm rot="10800000">
            <a:off x="4164631" y="2912862"/>
            <a:ext cx="6443" cy="288671"/>
          </a:xfrm>
          <a:prstGeom prst="curvedConnector3">
            <a:avLst>
              <a:gd name="adj1" fmla="val 293842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0" name="Conector recto de flecha 1879">
            <a:extLst>
              <a:ext uri="{FF2B5EF4-FFF2-40B4-BE49-F238E27FC236}">
                <a16:creationId xmlns:a16="http://schemas.microsoft.com/office/drawing/2014/main" id="{BDD57916-5ECC-E8F8-0AF6-2EAB5C8C6F45}"/>
              </a:ext>
            </a:extLst>
          </p:cNvPr>
          <p:cNvCxnSpPr>
            <a:cxnSpLocks/>
          </p:cNvCxnSpPr>
          <p:nvPr/>
        </p:nvCxnSpPr>
        <p:spPr>
          <a:xfrm flipV="1">
            <a:off x="3979532" y="2822831"/>
            <a:ext cx="0" cy="4680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1" name="CuadroTexto 1880">
            <a:extLst>
              <a:ext uri="{FF2B5EF4-FFF2-40B4-BE49-F238E27FC236}">
                <a16:creationId xmlns:a16="http://schemas.microsoft.com/office/drawing/2014/main" id="{0839EAAA-62F6-863C-BFFA-7827926D4132}"/>
              </a:ext>
            </a:extLst>
          </p:cNvPr>
          <p:cNvSpPr txBox="1"/>
          <p:nvPr/>
        </p:nvSpPr>
        <p:spPr>
          <a:xfrm>
            <a:off x="4427610" y="2835610"/>
            <a:ext cx="11488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Fructosa-1,6-bifosfatasa</a:t>
            </a:r>
          </a:p>
        </p:txBody>
      </p:sp>
      <p:cxnSp>
        <p:nvCxnSpPr>
          <p:cNvPr id="1884" name="Conector recto de flecha 1883">
            <a:extLst>
              <a:ext uri="{FF2B5EF4-FFF2-40B4-BE49-F238E27FC236}">
                <a16:creationId xmlns:a16="http://schemas.microsoft.com/office/drawing/2014/main" id="{8E6CAE44-ED41-690C-14C2-409204E18388}"/>
              </a:ext>
            </a:extLst>
          </p:cNvPr>
          <p:cNvCxnSpPr>
            <a:cxnSpLocks/>
            <a:stCxn id="1871" idx="2"/>
          </p:cNvCxnSpPr>
          <p:nvPr/>
        </p:nvCxnSpPr>
        <p:spPr>
          <a:xfrm>
            <a:off x="3792518" y="3552422"/>
            <a:ext cx="0" cy="4643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92" name="CuadroTexto 1891">
            <a:extLst>
              <a:ext uri="{FF2B5EF4-FFF2-40B4-BE49-F238E27FC236}">
                <a16:creationId xmlns:a16="http://schemas.microsoft.com/office/drawing/2014/main" id="{1EDAAAB4-4624-D69A-F794-D76EFDE4ACBF}"/>
              </a:ext>
            </a:extLst>
          </p:cNvPr>
          <p:cNvSpPr txBox="1"/>
          <p:nvPr/>
        </p:nvSpPr>
        <p:spPr>
          <a:xfrm>
            <a:off x="2869658" y="4746948"/>
            <a:ext cx="18982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Gliceraldehído-3-fosfato</a:t>
            </a:r>
          </a:p>
        </p:txBody>
      </p:sp>
      <p:sp>
        <p:nvSpPr>
          <p:cNvPr id="1897" name="CuadroTexto 1896">
            <a:extLst>
              <a:ext uri="{FF2B5EF4-FFF2-40B4-BE49-F238E27FC236}">
                <a16:creationId xmlns:a16="http://schemas.microsoft.com/office/drawing/2014/main" id="{5654317F-E297-65FD-FF4B-18F16EFAACA8}"/>
              </a:ext>
            </a:extLst>
          </p:cNvPr>
          <p:cNvSpPr txBox="1"/>
          <p:nvPr/>
        </p:nvSpPr>
        <p:spPr>
          <a:xfrm>
            <a:off x="2059174" y="4016771"/>
            <a:ext cx="18181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Dihidroxiacetona fosfato +</a:t>
            </a:r>
          </a:p>
        </p:txBody>
      </p:sp>
      <p:sp>
        <p:nvSpPr>
          <p:cNvPr id="1898" name="CuadroTexto 1897">
            <a:extLst>
              <a:ext uri="{FF2B5EF4-FFF2-40B4-BE49-F238E27FC236}">
                <a16:creationId xmlns:a16="http://schemas.microsoft.com/office/drawing/2014/main" id="{DB873B46-C757-7004-6ED3-2D837C82B37B}"/>
              </a:ext>
            </a:extLst>
          </p:cNvPr>
          <p:cNvSpPr txBox="1"/>
          <p:nvPr/>
        </p:nvSpPr>
        <p:spPr>
          <a:xfrm>
            <a:off x="3720034" y="4016771"/>
            <a:ext cx="16882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Gliceraldehído-3-fosfato</a:t>
            </a:r>
          </a:p>
        </p:txBody>
      </p:sp>
      <p:sp>
        <p:nvSpPr>
          <p:cNvPr id="1901" name="CuadroTexto 1900">
            <a:extLst>
              <a:ext uri="{FF2B5EF4-FFF2-40B4-BE49-F238E27FC236}">
                <a16:creationId xmlns:a16="http://schemas.microsoft.com/office/drawing/2014/main" id="{9F66A48B-DEB8-CCDC-6011-19F2A864B9CF}"/>
              </a:ext>
            </a:extLst>
          </p:cNvPr>
          <p:cNvSpPr txBox="1"/>
          <p:nvPr/>
        </p:nvSpPr>
        <p:spPr>
          <a:xfrm>
            <a:off x="1746146" y="4467792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Triosa fosfato isomerasa</a:t>
            </a:r>
          </a:p>
        </p:txBody>
      </p:sp>
      <p:sp>
        <p:nvSpPr>
          <p:cNvPr id="1905" name="CuadroTexto 1904">
            <a:extLst>
              <a:ext uri="{FF2B5EF4-FFF2-40B4-BE49-F238E27FC236}">
                <a16:creationId xmlns:a16="http://schemas.microsoft.com/office/drawing/2014/main" id="{4EE08A15-9E3D-C2E9-C2A0-62C42202984D}"/>
              </a:ext>
            </a:extLst>
          </p:cNvPr>
          <p:cNvSpPr txBox="1"/>
          <p:nvPr/>
        </p:nvSpPr>
        <p:spPr>
          <a:xfrm>
            <a:off x="3025951" y="5477125"/>
            <a:ext cx="1585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1,3-bifosfoglicerato</a:t>
            </a:r>
          </a:p>
        </p:txBody>
      </p:sp>
      <p:cxnSp>
        <p:nvCxnSpPr>
          <p:cNvPr id="1907" name="Conector recto de flecha 1906">
            <a:extLst>
              <a:ext uri="{FF2B5EF4-FFF2-40B4-BE49-F238E27FC236}">
                <a16:creationId xmlns:a16="http://schemas.microsoft.com/office/drawing/2014/main" id="{6CC63488-F9FF-3C2F-C978-7C827CDAC9F1}"/>
              </a:ext>
            </a:extLst>
          </p:cNvPr>
          <p:cNvCxnSpPr>
            <a:cxnSpLocks/>
            <a:stCxn id="1892" idx="2"/>
            <a:endCxn id="1905" idx="0"/>
          </p:cNvCxnSpPr>
          <p:nvPr/>
        </p:nvCxnSpPr>
        <p:spPr>
          <a:xfrm flipH="1">
            <a:off x="3818796" y="5008558"/>
            <a:ext cx="1" cy="4685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10" name="CuadroTexto 1909">
            <a:extLst>
              <a:ext uri="{FF2B5EF4-FFF2-40B4-BE49-F238E27FC236}">
                <a16:creationId xmlns:a16="http://schemas.microsoft.com/office/drawing/2014/main" id="{0C6E2987-AB4C-6672-EBA6-6E0C79C54C6E}"/>
              </a:ext>
            </a:extLst>
          </p:cNvPr>
          <p:cNvSpPr txBox="1"/>
          <p:nvPr/>
        </p:nvSpPr>
        <p:spPr>
          <a:xfrm>
            <a:off x="774401" y="5121317"/>
            <a:ext cx="27922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Gliceraldehído-3-fosfato deshidrogenasa</a:t>
            </a:r>
          </a:p>
        </p:txBody>
      </p:sp>
      <p:sp>
        <p:nvSpPr>
          <p:cNvPr id="1911" name="CuadroTexto 1910">
            <a:extLst>
              <a:ext uri="{FF2B5EF4-FFF2-40B4-BE49-F238E27FC236}">
                <a16:creationId xmlns:a16="http://schemas.microsoft.com/office/drawing/2014/main" id="{0D3C14EE-CEEB-6930-3E51-562F00DFC8D3}"/>
              </a:ext>
            </a:extLst>
          </p:cNvPr>
          <p:cNvSpPr txBox="1"/>
          <p:nvPr/>
        </p:nvSpPr>
        <p:spPr>
          <a:xfrm>
            <a:off x="2655209" y="4984693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912" name="CuadroTexto 1911">
            <a:extLst>
              <a:ext uri="{FF2B5EF4-FFF2-40B4-BE49-F238E27FC236}">
                <a16:creationId xmlns:a16="http://schemas.microsoft.com/office/drawing/2014/main" id="{DA995195-10E5-F31B-F9BF-7E3BD4A4BB6B}"/>
              </a:ext>
            </a:extLst>
          </p:cNvPr>
          <p:cNvSpPr txBox="1"/>
          <p:nvPr/>
        </p:nvSpPr>
        <p:spPr>
          <a:xfrm>
            <a:off x="2549348" y="5263849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913" name="Conector: curvado 1912">
            <a:extLst>
              <a:ext uri="{FF2B5EF4-FFF2-40B4-BE49-F238E27FC236}">
                <a16:creationId xmlns:a16="http://schemas.microsoft.com/office/drawing/2014/main" id="{A4565E03-FD23-66DE-4023-FE111837297C}"/>
              </a:ext>
            </a:extLst>
          </p:cNvPr>
          <p:cNvCxnSpPr>
            <a:cxnSpLocks/>
            <a:stCxn id="1911" idx="3"/>
            <a:endCxn id="1912" idx="3"/>
          </p:cNvCxnSpPr>
          <p:nvPr/>
        </p:nvCxnSpPr>
        <p:spPr>
          <a:xfrm>
            <a:off x="3591579" y="5115498"/>
            <a:ext cx="22277" cy="279156"/>
          </a:xfrm>
          <a:prstGeom prst="curvedConnector3">
            <a:avLst>
              <a:gd name="adj1" fmla="val 10303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8" name="CuadroTexto 1917">
            <a:extLst>
              <a:ext uri="{FF2B5EF4-FFF2-40B4-BE49-F238E27FC236}">
                <a16:creationId xmlns:a16="http://schemas.microsoft.com/office/drawing/2014/main" id="{5DD7B713-8C59-4BCF-F782-9C6B6F218035}"/>
              </a:ext>
            </a:extLst>
          </p:cNvPr>
          <p:cNvSpPr txBox="1"/>
          <p:nvPr/>
        </p:nvSpPr>
        <p:spPr>
          <a:xfrm>
            <a:off x="3084460" y="6206126"/>
            <a:ext cx="1468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3-bifosfoglicerato</a:t>
            </a:r>
          </a:p>
        </p:txBody>
      </p:sp>
      <p:cxnSp>
        <p:nvCxnSpPr>
          <p:cNvPr id="1919" name="Conector recto de flecha 1918">
            <a:extLst>
              <a:ext uri="{FF2B5EF4-FFF2-40B4-BE49-F238E27FC236}">
                <a16:creationId xmlns:a16="http://schemas.microsoft.com/office/drawing/2014/main" id="{B58995B3-C057-2D19-167B-50F87C085603}"/>
              </a:ext>
            </a:extLst>
          </p:cNvPr>
          <p:cNvCxnSpPr>
            <a:cxnSpLocks/>
            <a:stCxn id="1905" idx="2"/>
            <a:endCxn id="1918" idx="0"/>
          </p:cNvCxnSpPr>
          <p:nvPr/>
        </p:nvCxnSpPr>
        <p:spPr>
          <a:xfrm>
            <a:off x="3818796" y="5738735"/>
            <a:ext cx="0" cy="4673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3" name="CuadroTexto 1922">
            <a:extLst>
              <a:ext uri="{FF2B5EF4-FFF2-40B4-BE49-F238E27FC236}">
                <a16:creationId xmlns:a16="http://schemas.microsoft.com/office/drawing/2014/main" id="{7C4C9C3D-BD62-4F3C-DA77-865AC022F008}"/>
              </a:ext>
            </a:extLst>
          </p:cNvPr>
          <p:cNvSpPr txBox="1"/>
          <p:nvPr/>
        </p:nvSpPr>
        <p:spPr>
          <a:xfrm>
            <a:off x="1746146" y="5803692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Fosfoglicerato quinasa</a:t>
            </a:r>
          </a:p>
        </p:txBody>
      </p:sp>
      <p:sp>
        <p:nvSpPr>
          <p:cNvPr id="1924" name="CuadroTexto 1923">
            <a:extLst>
              <a:ext uri="{FF2B5EF4-FFF2-40B4-BE49-F238E27FC236}">
                <a16:creationId xmlns:a16="http://schemas.microsoft.com/office/drawing/2014/main" id="{21B5DB07-2A91-D428-E0C8-37D7235A482E}"/>
              </a:ext>
            </a:extLst>
          </p:cNvPr>
          <p:cNvSpPr txBox="1"/>
          <p:nvPr/>
        </p:nvSpPr>
        <p:spPr>
          <a:xfrm>
            <a:off x="2627902" y="5697143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5" name="CuadroTexto 1924">
            <a:extLst>
              <a:ext uri="{FF2B5EF4-FFF2-40B4-BE49-F238E27FC236}">
                <a16:creationId xmlns:a16="http://schemas.microsoft.com/office/drawing/2014/main" id="{F018EE19-E7B6-7775-61B6-589DD0CCF041}"/>
              </a:ext>
            </a:extLst>
          </p:cNvPr>
          <p:cNvSpPr txBox="1"/>
          <p:nvPr/>
        </p:nvSpPr>
        <p:spPr>
          <a:xfrm>
            <a:off x="2499764" y="5946224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26" name="Conector: curvado 1925">
            <a:extLst>
              <a:ext uri="{FF2B5EF4-FFF2-40B4-BE49-F238E27FC236}">
                <a16:creationId xmlns:a16="http://schemas.microsoft.com/office/drawing/2014/main" id="{7482664C-B0E3-52D8-D0DD-E0247E43147E}"/>
              </a:ext>
            </a:extLst>
          </p:cNvPr>
          <p:cNvCxnSpPr>
            <a:cxnSpLocks/>
            <a:stCxn id="1924" idx="3"/>
            <a:endCxn id="1925" idx="3"/>
          </p:cNvCxnSpPr>
          <p:nvPr/>
        </p:nvCxnSpPr>
        <p:spPr>
          <a:xfrm>
            <a:off x="3564272" y="5827948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8" name="CuadroTexto 1927">
            <a:extLst>
              <a:ext uri="{FF2B5EF4-FFF2-40B4-BE49-F238E27FC236}">
                <a16:creationId xmlns:a16="http://schemas.microsoft.com/office/drawing/2014/main" id="{71972433-4990-91B2-D44A-6AF5B87C1DB7}"/>
              </a:ext>
            </a:extLst>
          </p:cNvPr>
          <p:cNvSpPr txBox="1"/>
          <p:nvPr/>
        </p:nvSpPr>
        <p:spPr>
          <a:xfrm>
            <a:off x="3084460" y="6937016"/>
            <a:ext cx="1468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2-bifosfoglicerato</a:t>
            </a:r>
          </a:p>
        </p:txBody>
      </p:sp>
      <p:cxnSp>
        <p:nvCxnSpPr>
          <p:cNvPr id="1969" name="Conector: angular 1968">
            <a:extLst>
              <a:ext uri="{FF2B5EF4-FFF2-40B4-BE49-F238E27FC236}">
                <a16:creationId xmlns:a16="http://schemas.microsoft.com/office/drawing/2014/main" id="{C01B4D37-DC69-6EFE-C6D4-8A59CD6AF90D}"/>
              </a:ext>
            </a:extLst>
          </p:cNvPr>
          <p:cNvCxnSpPr>
            <a:stCxn id="1897" idx="2"/>
            <a:endCxn id="1898" idx="2"/>
          </p:cNvCxnSpPr>
          <p:nvPr/>
        </p:nvCxnSpPr>
        <p:spPr>
          <a:xfrm rot="16200000" flipH="1">
            <a:off x="3766206" y="3480411"/>
            <a:ext cx="12700" cy="1595939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9" name="Conector recto de flecha 1988">
            <a:extLst>
              <a:ext uri="{FF2B5EF4-FFF2-40B4-BE49-F238E27FC236}">
                <a16:creationId xmlns:a16="http://schemas.microsoft.com/office/drawing/2014/main" id="{C01D2684-FE0A-24C9-53C9-0BA850F3EB66}"/>
              </a:ext>
            </a:extLst>
          </p:cNvPr>
          <p:cNvCxnSpPr>
            <a:cxnSpLocks/>
            <a:stCxn id="1918" idx="2"/>
            <a:endCxn id="1928" idx="0"/>
          </p:cNvCxnSpPr>
          <p:nvPr/>
        </p:nvCxnSpPr>
        <p:spPr>
          <a:xfrm>
            <a:off x="3818796" y="6467736"/>
            <a:ext cx="0" cy="469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4" name="CuadroTexto 1993">
            <a:extLst>
              <a:ext uri="{FF2B5EF4-FFF2-40B4-BE49-F238E27FC236}">
                <a16:creationId xmlns:a16="http://schemas.microsoft.com/office/drawing/2014/main" id="{68D1CC60-68F0-4D13-5096-089944AE8AEA}"/>
              </a:ext>
            </a:extLst>
          </p:cNvPr>
          <p:cNvSpPr txBox="1"/>
          <p:nvPr/>
        </p:nvSpPr>
        <p:spPr>
          <a:xfrm>
            <a:off x="1746146" y="7277199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Enolasa</a:t>
            </a:r>
            <a:endParaRPr lang="es-E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95" name="Conector: curvado 1994">
            <a:extLst>
              <a:ext uri="{FF2B5EF4-FFF2-40B4-BE49-F238E27FC236}">
                <a16:creationId xmlns:a16="http://schemas.microsoft.com/office/drawing/2014/main" id="{4887F8FC-112F-1BD2-2D87-E1FB2B25FE09}"/>
              </a:ext>
            </a:extLst>
          </p:cNvPr>
          <p:cNvCxnSpPr>
            <a:cxnSpLocks/>
          </p:cNvCxnSpPr>
          <p:nvPr/>
        </p:nvCxnSpPr>
        <p:spPr>
          <a:xfrm>
            <a:off x="3564272" y="7313912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6" name="CuadroTexto 1995">
            <a:extLst>
              <a:ext uri="{FF2B5EF4-FFF2-40B4-BE49-F238E27FC236}">
                <a16:creationId xmlns:a16="http://schemas.microsoft.com/office/drawing/2014/main" id="{0F5ADBC3-922F-1CCD-F3D2-E1F9297C0C6A}"/>
              </a:ext>
            </a:extLst>
          </p:cNvPr>
          <p:cNvSpPr txBox="1"/>
          <p:nvPr/>
        </p:nvSpPr>
        <p:spPr>
          <a:xfrm>
            <a:off x="2506114" y="7432188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7" name="Rectángulo 1996">
            <a:extLst>
              <a:ext uri="{FF2B5EF4-FFF2-40B4-BE49-F238E27FC236}">
                <a16:creationId xmlns:a16="http://schemas.microsoft.com/office/drawing/2014/main" id="{8018262D-2460-14DB-7415-C08914E77DE1}"/>
              </a:ext>
            </a:extLst>
          </p:cNvPr>
          <p:cNvSpPr/>
          <p:nvPr/>
        </p:nvSpPr>
        <p:spPr>
          <a:xfrm>
            <a:off x="3564272" y="7251192"/>
            <a:ext cx="202857" cy="1555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98" name="Rectángulo 1997">
            <a:extLst>
              <a:ext uri="{FF2B5EF4-FFF2-40B4-BE49-F238E27FC236}">
                <a16:creationId xmlns:a16="http://schemas.microsoft.com/office/drawing/2014/main" id="{A2D2E2FF-C516-7534-98AF-7E291FCB29B3}"/>
              </a:ext>
            </a:extLst>
          </p:cNvPr>
          <p:cNvSpPr/>
          <p:nvPr/>
        </p:nvSpPr>
        <p:spPr>
          <a:xfrm>
            <a:off x="3597007" y="7327888"/>
            <a:ext cx="202857" cy="1096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00" name="CuadroTexto 1999">
            <a:extLst>
              <a:ext uri="{FF2B5EF4-FFF2-40B4-BE49-F238E27FC236}">
                <a16:creationId xmlns:a16="http://schemas.microsoft.com/office/drawing/2014/main" id="{514F4408-F703-B594-AAAA-F8E752B4E8D0}"/>
              </a:ext>
            </a:extLst>
          </p:cNvPr>
          <p:cNvSpPr txBox="1"/>
          <p:nvPr/>
        </p:nvSpPr>
        <p:spPr>
          <a:xfrm>
            <a:off x="3061637" y="7667906"/>
            <a:ext cx="15167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Fosfoenolpiruvato</a:t>
            </a:r>
          </a:p>
        </p:txBody>
      </p:sp>
      <p:cxnSp>
        <p:nvCxnSpPr>
          <p:cNvPr id="2001" name="Conector recto de flecha 2000">
            <a:extLst>
              <a:ext uri="{FF2B5EF4-FFF2-40B4-BE49-F238E27FC236}">
                <a16:creationId xmlns:a16="http://schemas.microsoft.com/office/drawing/2014/main" id="{E4D4CA6E-9F3A-2417-908D-F7B0A2637AE3}"/>
              </a:ext>
            </a:extLst>
          </p:cNvPr>
          <p:cNvCxnSpPr>
            <a:cxnSpLocks/>
            <a:stCxn id="1928" idx="2"/>
            <a:endCxn id="2000" idx="0"/>
          </p:cNvCxnSpPr>
          <p:nvPr/>
        </p:nvCxnSpPr>
        <p:spPr>
          <a:xfrm>
            <a:off x="3818796" y="7198626"/>
            <a:ext cx="1222" cy="469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05" name="CuadroTexto 2004">
            <a:extLst>
              <a:ext uri="{FF2B5EF4-FFF2-40B4-BE49-F238E27FC236}">
                <a16:creationId xmlns:a16="http://schemas.microsoft.com/office/drawing/2014/main" id="{9EEF5E62-F2F6-AAA0-B882-E6C1196FD329}"/>
              </a:ext>
            </a:extLst>
          </p:cNvPr>
          <p:cNvSpPr txBox="1"/>
          <p:nvPr/>
        </p:nvSpPr>
        <p:spPr>
          <a:xfrm>
            <a:off x="1746146" y="6571935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Fosfoglicerato </a:t>
            </a:r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mutasa</a:t>
            </a:r>
            <a:endParaRPr lang="es-E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7" name="CuadroTexto 2006">
            <a:extLst>
              <a:ext uri="{FF2B5EF4-FFF2-40B4-BE49-F238E27FC236}">
                <a16:creationId xmlns:a16="http://schemas.microsoft.com/office/drawing/2014/main" id="{C4C3C493-A422-EB23-54FF-53296A1BC792}"/>
              </a:ext>
            </a:extLst>
          </p:cNvPr>
          <p:cNvSpPr txBox="1"/>
          <p:nvPr/>
        </p:nvSpPr>
        <p:spPr>
          <a:xfrm>
            <a:off x="3362581" y="8396907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Piruvato</a:t>
            </a:r>
          </a:p>
        </p:txBody>
      </p:sp>
      <p:cxnSp>
        <p:nvCxnSpPr>
          <p:cNvPr id="2008" name="Conector recto de flecha 2007">
            <a:extLst>
              <a:ext uri="{FF2B5EF4-FFF2-40B4-BE49-F238E27FC236}">
                <a16:creationId xmlns:a16="http://schemas.microsoft.com/office/drawing/2014/main" id="{FCC2DAC2-DC15-E8CE-7E5D-0A4333B16146}"/>
              </a:ext>
            </a:extLst>
          </p:cNvPr>
          <p:cNvCxnSpPr>
            <a:cxnSpLocks/>
            <a:stCxn id="2000" idx="2"/>
            <a:endCxn id="2007" idx="0"/>
          </p:cNvCxnSpPr>
          <p:nvPr/>
        </p:nvCxnSpPr>
        <p:spPr>
          <a:xfrm flipH="1">
            <a:off x="3818796" y="7929516"/>
            <a:ext cx="1222" cy="4673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3" name="CuadroTexto 2012">
            <a:extLst>
              <a:ext uri="{FF2B5EF4-FFF2-40B4-BE49-F238E27FC236}">
                <a16:creationId xmlns:a16="http://schemas.microsoft.com/office/drawing/2014/main" id="{726DFF6E-08F8-192F-2D92-A10AE08ACAB2}"/>
              </a:ext>
            </a:extLst>
          </p:cNvPr>
          <p:cNvSpPr txBox="1"/>
          <p:nvPr/>
        </p:nvSpPr>
        <p:spPr>
          <a:xfrm>
            <a:off x="2634252" y="7894158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4" name="CuadroTexto 2013">
            <a:extLst>
              <a:ext uri="{FF2B5EF4-FFF2-40B4-BE49-F238E27FC236}">
                <a16:creationId xmlns:a16="http://schemas.microsoft.com/office/drawing/2014/main" id="{B9DD6379-6E94-2F57-FB1F-1A8E57D70752}"/>
              </a:ext>
            </a:extLst>
          </p:cNvPr>
          <p:cNvSpPr txBox="1"/>
          <p:nvPr/>
        </p:nvSpPr>
        <p:spPr>
          <a:xfrm>
            <a:off x="2506114" y="8143239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15" name="Conector: curvado 2014">
            <a:extLst>
              <a:ext uri="{FF2B5EF4-FFF2-40B4-BE49-F238E27FC236}">
                <a16:creationId xmlns:a16="http://schemas.microsoft.com/office/drawing/2014/main" id="{4624ED51-CD79-7048-81F0-8BBCA04FDB8F}"/>
              </a:ext>
            </a:extLst>
          </p:cNvPr>
          <p:cNvCxnSpPr>
            <a:cxnSpLocks/>
            <a:stCxn id="2013" idx="3"/>
            <a:endCxn id="2014" idx="3"/>
          </p:cNvCxnSpPr>
          <p:nvPr/>
        </p:nvCxnSpPr>
        <p:spPr>
          <a:xfrm>
            <a:off x="3570622" y="8024963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6" name="CuadroTexto 2015">
            <a:extLst>
              <a:ext uri="{FF2B5EF4-FFF2-40B4-BE49-F238E27FC236}">
                <a16:creationId xmlns:a16="http://schemas.microsoft.com/office/drawing/2014/main" id="{9C76CBAB-5EE6-6E91-3B8A-C9B12D6D6085}"/>
              </a:ext>
            </a:extLst>
          </p:cNvPr>
          <p:cNvSpPr txBox="1"/>
          <p:nvPr/>
        </p:nvSpPr>
        <p:spPr>
          <a:xfrm>
            <a:off x="1595797" y="8014728"/>
            <a:ext cx="1372440" cy="259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Piruvato quinasa</a:t>
            </a:r>
          </a:p>
        </p:txBody>
      </p:sp>
      <p:pic>
        <p:nvPicPr>
          <p:cNvPr id="2039" name="Imagen 2038">
            <a:extLst>
              <a:ext uri="{FF2B5EF4-FFF2-40B4-BE49-F238E27FC236}">
                <a16:creationId xmlns:a16="http://schemas.microsoft.com/office/drawing/2014/main" id="{16E483AA-9FA3-35F7-9752-619590E45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74609">
            <a:off x="-1750543" y="7090712"/>
            <a:ext cx="4405867" cy="4636238"/>
          </a:xfrm>
          <a:prstGeom prst="rect">
            <a:avLst/>
          </a:prstGeom>
        </p:spPr>
      </p:pic>
      <p:sp>
        <p:nvSpPr>
          <p:cNvPr id="2040" name="CuadroTexto 2039">
            <a:extLst>
              <a:ext uri="{FF2B5EF4-FFF2-40B4-BE49-F238E27FC236}">
                <a16:creationId xmlns:a16="http://schemas.microsoft.com/office/drawing/2014/main" id="{CF4C2CFC-9103-3364-9A7E-5B746361D51C}"/>
              </a:ext>
            </a:extLst>
          </p:cNvPr>
          <p:cNvSpPr txBox="1"/>
          <p:nvPr/>
        </p:nvSpPr>
        <p:spPr>
          <a:xfrm>
            <a:off x="421855" y="10428975"/>
            <a:ext cx="10583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Mitocondria</a:t>
            </a:r>
          </a:p>
        </p:txBody>
      </p:sp>
      <p:sp>
        <p:nvSpPr>
          <p:cNvPr id="2041" name="CuadroTexto 2040">
            <a:extLst>
              <a:ext uri="{FF2B5EF4-FFF2-40B4-BE49-F238E27FC236}">
                <a16:creationId xmlns:a16="http://schemas.microsoft.com/office/drawing/2014/main" id="{D0E42E9E-6CE3-2FEC-DC7C-65DDEBCF7DB4}"/>
              </a:ext>
            </a:extLst>
          </p:cNvPr>
          <p:cNvSpPr txBox="1"/>
          <p:nvPr/>
        </p:nvSpPr>
        <p:spPr>
          <a:xfrm>
            <a:off x="0" y="888402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2042" name="CuadroTexto 2041">
            <a:extLst>
              <a:ext uri="{FF2B5EF4-FFF2-40B4-BE49-F238E27FC236}">
                <a16:creationId xmlns:a16="http://schemas.microsoft.com/office/drawing/2014/main" id="{D82A4024-9B90-0156-9692-7DA012C2E3B8}"/>
              </a:ext>
            </a:extLst>
          </p:cNvPr>
          <p:cNvSpPr txBox="1"/>
          <p:nvPr/>
        </p:nvSpPr>
        <p:spPr>
          <a:xfrm>
            <a:off x="-28852" y="270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sp>
        <p:nvSpPr>
          <p:cNvPr id="2045" name="CuadroTexto 2044">
            <a:extLst>
              <a:ext uri="{FF2B5EF4-FFF2-40B4-BE49-F238E27FC236}">
                <a16:creationId xmlns:a16="http://schemas.microsoft.com/office/drawing/2014/main" id="{21399923-50E1-0639-8934-1E545A5821CA}"/>
              </a:ext>
            </a:extLst>
          </p:cNvPr>
          <p:cNvSpPr txBox="1"/>
          <p:nvPr/>
        </p:nvSpPr>
        <p:spPr>
          <a:xfrm>
            <a:off x="773532" y="9027224"/>
            <a:ext cx="607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</a:t>
            </a:r>
          </a:p>
        </p:txBody>
      </p:sp>
      <p:sp>
        <p:nvSpPr>
          <p:cNvPr id="2047" name="CuadroTexto 2046">
            <a:extLst>
              <a:ext uri="{FF2B5EF4-FFF2-40B4-BE49-F238E27FC236}">
                <a16:creationId xmlns:a16="http://schemas.microsoft.com/office/drawing/2014/main" id="{DA393996-D0CF-7946-27DA-363D9DCC154E}"/>
              </a:ext>
            </a:extLst>
          </p:cNvPr>
          <p:cNvSpPr txBox="1"/>
          <p:nvPr/>
        </p:nvSpPr>
        <p:spPr>
          <a:xfrm>
            <a:off x="972195" y="7055871"/>
            <a:ext cx="936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</a:p>
        </p:txBody>
      </p:sp>
      <p:sp>
        <p:nvSpPr>
          <p:cNvPr id="2051" name="CuadroTexto 2050">
            <a:extLst>
              <a:ext uri="{FF2B5EF4-FFF2-40B4-BE49-F238E27FC236}">
                <a16:creationId xmlns:a16="http://schemas.microsoft.com/office/drawing/2014/main" id="{628CAE49-B70F-2054-9944-57DAE51483F9}"/>
              </a:ext>
            </a:extLst>
          </p:cNvPr>
          <p:cNvSpPr txBox="1"/>
          <p:nvPr/>
        </p:nvSpPr>
        <p:spPr>
          <a:xfrm>
            <a:off x="609793" y="9384210"/>
            <a:ext cx="1364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Malato deshidrogenasa</a:t>
            </a:r>
          </a:p>
        </p:txBody>
      </p:sp>
      <p:sp>
        <p:nvSpPr>
          <p:cNvPr id="2052" name="CuadroTexto 2051">
            <a:extLst>
              <a:ext uri="{FF2B5EF4-FFF2-40B4-BE49-F238E27FC236}">
                <a16:creationId xmlns:a16="http://schemas.microsoft.com/office/drawing/2014/main" id="{196D33FF-69F1-DC93-F9FD-60F61084F97B}"/>
              </a:ext>
            </a:extLst>
          </p:cNvPr>
          <p:cNvSpPr txBox="1"/>
          <p:nvPr/>
        </p:nvSpPr>
        <p:spPr>
          <a:xfrm>
            <a:off x="397091" y="10059959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2054" name="Conector: curvado 2053">
            <a:extLst>
              <a:ext uri="{FF2B5EF4-FFF2-40B4-BE49-F238E27FC236}">
                <a16:creationId xmlns:a16="http://schemas.microsoft.com/office/drawing/2014/main" id="{4ED64258-129D-2936-953B-01860C52C10E}"/>
              </a:ext>
            </a:extLst>
          </p:cNvPr>
          <p:cNvCxnSpPr>
            <a:cxnSpLocks/>
          </p:cNvCxnSpPr>
          <p:nvPr/>
        </p:nvCxnSpPr>
        <p:spPr>
          <a:xfrm rot="16200000" flipV="1">
            <a:off x="443956" y="9722021"/>
            <a:ext cx="365349" cy="34402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3" name="CuadroTexto 2052">
            <a:extLst>
              <a:ext uri="{FF2B5EF4-FFF2-40B4-BE49-F238E27FC236}">
                <a16:creationId xmlns:a16="http://schemas.microsoft.com/office/drawing/2014/main" id="{6FB667E5-88FD-CBBE-4210-F9BE534631B3}"/>
              </a:ext>
            </a:extLst>
          </p:cNvPr>
          <p:cNvSpPr txBox="1"/>
          <p:nvPr/>
        </p:nvSpPr>
        <p:spPr>
          <a:xfrm>
            <a:off x="-22485" y="9563805"/>
            <a:ext cx="543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087" name="CuadroTexto 2086">
            <a:extLst>
              <a:ext uri="{FF2B5EF4-FFF2-40B4-BE49-F238E27FC236}">
                <a16:creationId xmlns:a16="http://schemas.microsoft.com/office/drawing/2014/main" id="{9ACC2B9A-B200-D010-9746-FD87DBEF9343}"/>
              </a:ext>
            </a:extLst>
          </p:cNvPr>
          <p:cNvSpPr txBox="1"/>
          <p:nvPr/>
        </p:nvSpPr>
        <p:spPr>
          <a:xfrm>
            <a:off x="1022848" y="7691593"/>
            <a:ext cx="1364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Malato deshidrogenasa</a:t>
            </a:r>
          </a:p>
        </p:txBody>
      </p:sp>
      <p:cxnSp>
        <p:nvCxnSpPr>
          <p:cNvPr id="2088" name="Conector: curvado 2087">
            <a:extLst>
              <a:ext uri="{FF2B5EF4-FFF2-40B4-BE49-F238E27FC236}">
                <a16:creationId xmlns:a16="http://schemas.microsoft.com/office/drawing/2014/main" id="{7053201F-298A-97E3-4B68-DCFB4B023B95}"/>
              </a:ext>
            </a:extLst>
          </p:cNvPr>
          <p:cNvCxnSpPr>
            <a:cxnSpLocks/>
          </p:cNvCxnSpPr>
          <p:nvPr/>
        </p:nvCxnSpPr>
        <p:spPr>
          <a:xfrm flipV="1">
            <a:off x="478446" y="6996400"/>
            <a:ext cx="91259" cy="29208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2" name="CuadroTexto 2091">
            <a:extLst>
              <a:ext uri="{FF2B5EF4-FFF2-40B4-BE49-F238E27FC236}">
                <a16:creationId xmlns:a16="http://schemas.microsoft.com/office/drawing/2014/main" id="{2435CF49-2F0E-51B6-EB29-CC0AB3E23332}"/>
              </a:ext>
            </a:extLst>
          </p:cNvPr>
          <p:cNvSpPr txBox="1"/>
          <p:nvPr/>
        </p:nvSpPr>
        <p:spPr>
          <a:xfrm>
            <a:off x="210631" y="6801005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093" name="CuadroTexto 2092">
            <a:extLst>
              <a:ext uri="{FF2B5EF4-FFF2-40B4-BE49-F238E27FC236}">
                <a16:creationId xmlns:a16="http://schemas.microsoft.com/office/drawing/2014/main" id="{3855039A-F703-6FED-108F-D2BB13735080}"/>
              </a:ext>
            </a:extLst>
          </p:cNvPr>
          <p:cNvSpPr txBox="1"/>
          <p:nvPr/>
        </p:nvSpPr>
        <p:spPr>
          <a:xfrm>
            <a:off x="48875" y="7223897"/>
            <a:ext cx="538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103" name="CuadroTexto 2102">
            <a:extLst>
              <a:ext uri="{FF2B5EF4-FFF2-40B4-BE49-F238E27FC236}">
                <a16:creationId xmlns:a16="http://schemas.microsoft.com/office/drawing/2014/main" id="{D3E5F618-DA2A-F85B-84F5-7212473A09E4}"/>
              </a:ext>
            </a:extLst>
          </p:cNvPr>
          <p:cNvSpPr txBox="1"/>
          <p:nvPr/>
        </p:nvSpPr>
        <p:spPr>
          <a:xfrm>
            <a:off x="1537591" y="9208189"/>
            <a:ext cx="8946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Piruvato carboxilasa</a:t>
            </a:r>
          </a:p>
        </p:txBody>
      </p:sp>
      <p:sp>
        <p:nvSpPr>
          <p:cNvPr id="2105" name="CuadroTexto 2104">
            <a:extLst>
              <a:ext uri="{FF2B5EF4-FFF2-40B4-BE49-F238E27FC236}">
                <a16:creationId xmlns:a16="http://schemas.microsoft.com/office/drawing/2014/main" id="{407F9DA9-CA3E-5B35-6C09-9F2D9B566F9F}"/>
              </a:ext>
            </a:extLst>
          </p:cNvPr>
          <p:cNvSpPr txBox="1"/>
          <p:nvPr/>
        </p:nvSpPr>
        <p:spPr>
          <a:xfrm>
            <a:off x="2365241" y="6831251"/>
            <a:ext cx="489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06" name="CuadroTexto 2105">
            <a:extLst>
              <a:ext uri="{FF2B5EF4-FFF2-40B4-BE49-F238E27FC236}">
                <a16:creationId xmlns:a16="http://schemas.microsoft.com/office/drawing/2014/main" id="{DD474CB8-3EC2-7B50-59A8-CA279A0737D7}"/>
              </a:ext>
            </a:extLst>
          </p:cNvPr>
          <p:cNvSpPr txBox="1"/>
          <p:nvPr/>
        </p:nvSpPr>
        <p:spPr>
          <a:xfrm>
            <a:off x="883007" y="9771169"/>
            <a:ext cx="936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</a:p>
        </p:txBody>
      </p:sp>
      <p:sp>
        <p:nvSpPr>
          <p:cNvPr id="2107" name="CuadroTexto 2106">
            <a:extLst>
              <a:ext uri="{FF2B5EF4-FFF2-40B4-BE49-F238E27FC236}">
                <a16:creationId xmlns:a16="http://schemas.microsoft.com/office/drawing/2014/main" id="{9A83A052-36D2-3DF1-B6E5-6365C34DC5FB}"/>
              </a:ext>
            </a:extLst>
          </p:cNvPr>
          <p:cNvSpPr txBox="1"/>
          <p:nvPr/>
        </p:nvSpPr>
        <p:spPr>
          <a:xfrm>
            <a:off x="1444831" y="8926052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</a:p>
        </p:txBody>
      </p:sp>
      <p:cxnSp>
        <p:nvCxnSpPr>
          <p:cNvPr id="2108" name="Conector: angular 2107">
            <a:extLst>
              <a:ext uri="{FF2B5EF4-FFF2-40B4-BE49-F238E27FC236}">
                <a16:creationId xmlns:a16="http://schemas.microsoft.com/office/drawing/2014/main" id="{423DF907-8BD1-E182-B377-0A6CA7D6159A}"/>
              </a:ext>
            </a:extLst>
          </p:cNvPr>
          <p:cNvCxnSpPr>
            <a:cxnSpLocks/>
            <a:stCxn id="2007" idx="1"/>
            <a:endCxn id="2107" idx="3"/>
          </p:cNvCxnSpPr>
          <p:nvPr/>
        </p:nvCxnSpPr>
        <p:spPr>
          <a:xfrm rot="10800000" flipV="1">
            <a:off x="2147267" y="8527711"/>
            <a:ext cx="1215314" cy="52914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48" name="CuadroTexto 2147">
            <a:extLst>
              <a:ext uri="{FF2B5EF4-FFF2-40B4-BE49-F238E27FC236}">
                <a16:creationId xmlns:a16="http://schemas.microsoft.com/office/drawing/2014/main" id="{16FABB74-2F2E-FD7F-8AE8-9A2AA57D2249}"/>
              </a:ext>
            </a:extLst>
          </p:cNvPr>
          <p:cNvSpPr txBox="1"/>
          <p:nvPr/>
        </p:nvSpPr>
        <p:spPr>
          <a:xfrm>
            <a:off x="2311706" y="9214933"/>
            <a:ext cx="88762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</a:t>
            </a:r>
          </a:p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65" name="Group 2074">
            <a:extLst>
              <a:ext uri="{FF2B5EF4-FFF2-40B4-BE49-F238E27FC236}">
                <a16:creationId xmlns:a16="http://schemas.microsoft.com/office/drawing/2014/main" id="{C2F60851-4D28-082D-D4AE-9AC448A88C96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2667090" y="8449715"/>
            <a:ext cx="307876" cy="314450"/>
            <a:chOff x="2317" y="1097"/>
            <a:chExt cx="464" cy="700"/>
          </a:xfrm>
        </p:grpSpPr>
        <p:sp>
          <p:nvSpPr>
            <p:cNvPr id="2166" name="Freeform 2075">
              <a:extLst>
                <a:ext uri="{FF2B5EF4-FFF2-40B4-BE49-F238E27FC236}">
                  <a16:creationId xmlns:a16="http://schemas.microsoft.com/office/drawing/2014/main" id="{ED20DAEC-BBC9-550A-4EE6-9563272E3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097"/>
              <a:ext cx="244" cy="700"/>
            </a:xfrm>
            <a:custGeom>
              <a:avLst/>
              <a:gdLst>
                <a:gd name="T0" fmla="*/ 893 w 118"/>
                <a:gd name="T1" fmla="*/ 810 h 317"/>
                <a:gd name="T2" fmla="*/ 984 w 118"/>
                <a:gd name="T3" fmla="*/ 375 h 317"/>
                <a:gd name="T4" fmla="*/ 713 w 118"/>
                <a:gd name="T5" fmla="*/ 33 h 317"/>
                <a:gd name="T6" fmla="*/ 17 w 118"/>
                <a:gd name="T7" fmla="*/ 1444 h 317"/>
                <a:gd name="T8" fmla="*/ 680 w 118"/>
                <a:gd name="T9" fmla="*/ 3359 h 317"/>
                <a:gd name="T10" fmla="*/ 910 w 118"/>
                <a:gd name="T11" fmla="*/ 2122 h 317"/>
                <a:gd name="T12" fmla="*/ 753 w 118"/>
                <a:gd name="T13" fmla="*/ 1789 h 317"/>
                <a:gd name="T14" fmla="*/ 645 w 118"/>
                <a:gd name="T15" fmla="*/ 1400 h 317"/>
                <a:gd name="T16" fmla="*/ 777 w 118"/>
                <a:gd name="T17" fmla="*/ 980 h 317"/>
                <a:gd name="T18" fmla="*/ 893 w 118"/>
                <a:gd name="T19" fmla="*/ 810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01" y="75"/>
                  </a:moveTo>
                  <a:cubicBezTo>
                    <a:pt x="107" y="65"/>
                    <a:pt x="111" y="52"/>
                    <a:pt x="111" y="35"/>
                  </a:cubicBezTo>
                  <a:cubicBezTo>
                    <a:pt x="111" y="10"/>
                    <a:pt x="93" y="5"/>
                    <a:pt x="81" y="3"/>
                  </a:cubicBezTo>
                  <a:cubicBezTo>
                    <a:pt x="48" y="0"/>
                    <a:pt x="5" y="53"/>
                    <a:pt x="2" y="134"/>
                  </a:cubicBezTo>
                  <a:cubicBezTo>
                    <a:pt x="0" y="214"/>
                    <a:pt x="32" y="308"/>
                    <a:pt x="77" y="312"/>
                  </a:cubicBezTo>
                  <a:cubicBezTo>
                    <a:pt x="118" y="317"/>
                    <a:pt x="117" y="243"/>
                    <a:pt x="103" y="197"/>
                  </a:cubicBezTo>
                  <a:cubicBezTo>
                    <a:pt x="99" y="185"/>
                    <a:pt x="89" y="172"/>
                    <a:pt x="85" y="166"/>
                  </a:cubicBezTo>
                  <a:cubicBezTo>
                    <a:pt x="78" y="158"/>
                    <a:pt x="73" y="145"/>
                    <a:pt x="73" y="130"/>
                  </a:cubicBezTo>
                  <a:cubicBezTo>
                    <a:pt x="73" y="113"/>
                    <a:pt x="79" y="98"/>
                    <a:pt x="88" y="91"/>
                  </a:cubicBezTo>
                  <a:cubicBezTo>
                    <a:pt x="91" y="88"/>
                    <a:pt x="98" y="81"/>
                    <a:pt x="101" y="75"/>
                  </a:cubicBezTo>
                  <a:close/>
                </a:path>
              </a:pathLst>
            </a:custGeom>
            <a:solidFill>
              <a:srgbClr val="D3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" name="Freeform 2076">
              <a:extLst>
                <a:ext uri="{FF2B5EF4-FFF2-40B4-BE49-F238E27FC236}">
                  <a16:creationId xmlns:a16="http://schemas.microsoft.com/office/drawing/2014/main" id="{C41889B1-5F6F-14AB-3E38-6B0086E47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1097"/>
              <a:ext cx="244" cy="700"/>
            </a:xfrm>
            <a:custGeom>
              <a:avLst/>
              <a:gdLst>
                <a:gd name="T0" fmla="*/ 141 w 118"/>
                <a:gd name="T1" fmla="*/ 810 h 317"/>
                <a:gd name="T2" fmla="*/ 60 w 118"/>
                <a:gd name="T3" fmla="*/ 375 h 317"/>
                <a:gd name="T4" fmla="*/ 316 w 118"/>
                <a:gd name="T5" fmla="*/ 33 h 317"/>
                <a:gd name="T6" fmla="*/ 1017 w 118"/>
                <a:gd name="T7" fmla="*/ 1444 h 317"/>
                <a:gd name="T8" fmla="*/ 356 w 118"/>
                <a:gd name="T9" fmla="*/ 3359 h 317"/>
                <a:gd name="T10" fmla="*/ 124 w 118"/>
                <a:gd name="T11" fmla="*/ 2122 h 317"/>
                <a:gd name="T12" fmla="*/ 292 w 118"/>
                <a:gd name="T13" fmla="*/ 1789 h 317"/>
                <a:gd name="T14" fmla="*/ 389 w 118"/>
                <a:gd name="T15" fmla="*/ 1400 h 317"/>
                <a:gd name="T16" fmla="*/ 265 w 118"/>
                <a:gd name="T17" fmla="*/ 980 h 317"/>
                <a:gd name="T18" fmla="*/ 141 w 118"/>
                <a:gd name="T19" fmla="*/ 810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6" y="75"/>
                  </a:moveTo>
                  <a:cubicBezTo>
                    <a:pt x="11" y="65"/>
                    <a:pt x="7" y="52"/>
                    <a:pt x="7" y="35"/>
                  </a:cubicBezTo>
                  <a:cubicBezTo>
                    <a:pt x="7" y="10"/>
                    <a:pt x="24" y="5"/>
                    <a:pt x="36" y="3"/>
                  </a:cubicBezTo>
                  <a:cubicBezTo>
                    <a:pt x="69" y="0"/>
                    <a:pt x="113" y="53"/>
                    <a:pt x="115" y="134"/>
                  </a:cubicBezTo>
                  <a:cubicBezTo>
                    <a:pt x="118" y="214"/>
                    <a:pt x="86" y="308"/>
                    <a:pt x="40" y="312"/>
                  </a:cubicBezTo>
                  <a:cubicBezTo>
                    <a:pt x="0" y="317"/>
                    <a:pt x="0" y="243"/>
                    <a:pt x="14" y="197"/>
                  </a:cubicBezTo>
                  <a:cubicBezTo>
                    <a:pt x="18" y="185"/>
                    <a:pt x="28" y="172"/>
                    <a:pt x="33" y="166"/>
                  </a:cubicBezTo>
                  <a:cubicBezTo>
                    <a:pt x="39" y="158"/>
                    <a:pt x="44" y="145"/>
                    <a:pt x="44" y="130"/>
                  </a:cubicBezTo>
                  <a:cubicBezTo>
                    <a:pt x="44" y="113"/>
                    <a:pt x="38" y="98"/>
                    <a:pt x="30" y="91"/>
                  </a:cubicBezTo>
                  <a:cubicBezTo>
                    <a:pt x="27" y="88"/>
                    <a:pt x="19" y="81"/>
                    <a:pt x="16" y="75"/>
                  </a:cubicBezTo>
                  <a:close/>
                </a:path>
              </a:pathLst>
            </a:custGeom>
            <a:solidFill>
              <a:srgbClr val="D3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" name="Freeform 2077">
              <a:extLst>
                <a:ext uri="{FF2B5EF4-FFF2-40B4-BE49-F238E27FC236}">
                  <a16:creationId xmlns:a16="http://schemas.microsoft.com/office/drawing/2014/main" id="{6F5CE495-267D-086A-A13C-7C11D9A78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1172"/>
              <a:ext cx="120" cy="610"/>
            </a:xfrm>
            <a:custGeom>
              <a:avLst/>
              <a:gdLst>
                <a:gd name="T0" fmla="*/ 52 w 58"/>
                <a:gd name="T1" fmla="*/ 9 h 276"/>
                <a:gd name="T2" fmla="*/ 159 w 58"/>
                <a:gd name="T3" fmla="*/ 444 h 276"/>
                <a:gd name="T4" fmla="*/ 283 w 58"/>
                <a:gd name="T5" fmla="*/ 614 h 276"/>
                <a:gd name="T6" fmla="*/ 408 w 58"/>
                <a:gd name="T7" fmla="*/ 1037 h 276"/>
                <a:gd name="T8" fmla="*/ 308 w 58"/>
                <a:gd name="T9" fmla="*/ 1426 h 276"/>
                <a:gd name="T10" fmla="*/ 141 w 58"/>
                <a:gd name="T11" fmla="*/ 1759 h 276"/>
                <a:gd name="T12" fmla="*/ 329 w 58"/>
                <a:gd name="T13" fmla="*/ 2946 h 276"/>
                <a:gd name="T14" fmla="*/ 337 w 58"/>
                <a:gd name="T15" fmla="*/ 2946 h 276"/>
                <a:gd name="T16" fmla="*/ 223 w 58"/>
                <a:gd name="T17" fmla="*/ 1759 h 276"/>
                <a:gd name="T18" fmla="*/ 416 w 58"/>
                <a:gd name="T19" fmla="*/ 1426 h 276"/>
                <a:gd name="T20" fmla="*/ 513 w 58"/>
                <a:gd name="T21" fmla="*/ 1037 h 276"/>
                <a:gd name="T22" fmla="*/ 381 w 58"/>
                <a:gd name="T23" fmla="*/ 597 h 276"/>
                <a:gd name="T24" fmla="*/ 52 w 58"/>
                <a:gd name="T25" fmla="*/ 0 h 2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76">
                  <a:moveTo>
                    <a:pt x="6" y="1"/>
                  </a:moveTo>
                  <a:cubicBezTo>
                    <a:pt x="6" y="18"/>
                    <a:pt x="13" y="31"/>
                    <a:pt x="18" y="41"/>
                  </a:cubicBezTo>
                  <a:cubicBezTo>
                    <a:pt x="21" y="47"/>
                    <a:pt x="29" y="54"/>
                    <a:pt x="32" y="57"/>
                  </a:cubicBezTo>
                  <a:cubicBezTo>
                    <a:pt x="40" y="64"/>
                    <a:pt x="46" y="79"/>
                    <a:pt x="46" y="96"/>
                  </a:cubicBezTo>
                  <a:cubicBezTo>
                    <a:pt x="46" y="111"/>
                    <a:pt x="41" y="124"/>
                    <a:pt x="35" y="132"/>
                  </a:cubicBezTo>
                  <a:cubicBezTo>
                    <a:pt x="30" y="138"/>
                    <a:pt x="20" y="151"/>
                    <a:pt x="16" y="163"/>
                  </a:cubicBezTo>
                  <a:cubicBezTo>
                    <a:pt x="0" y="213"/>
                    <a:pt x="2" y="276"/>
                    <a:pt x="37" y="273"/>
                  </a:cubicBezTo>
                  <a:cubicBezTo>
                    <a:pt x="38" y="273"/>
                    <a:pt x="37" y="273"/>
                    <a:pt x="38" y="273"/>
                  </a:cubicBezTo>
                  <a:cubicBezTo>
                    <a:pt x="0" y="270"/>
                    <a:pt x="13" y="203"/>
                    <a:pt x="25" y="163"/>
                  </a:cubicBezTo>
                  <a:cubicBezTo>
                    <a:pt x="29" y="152"/>
                    <a:pt x="43" y="137"/>
                    <a:pt x="47" y="132"/>
                  </a:cubicBezTo>
                  <a:cubicBezTo>
                    <a:pt x="54" y="123"/>
                    <a:pt x="58" y="110"/>
                    <a:pt x="58" y="96"/>
                  </a:cubicBezTo>
                  <a:cubicBezTo>
                    <a:pt x="58" y="79"/>
                    <a:pt x="51" y="62"/>
                    <a:pt x="43" y="55"/>
                  </a:cubicBezTo>
                  <a:cubicBezTo>
                    <a:pt x="26" y="41"/>
                    <a:pt x="6" y="28"/>
                    <a:pt x="6" y="0"/>
                  </a:cubicBezTo>
                </a:path>
              </a:pathLst>
            </a:custGeom>
            <a:solidFill>
              <a:srgbClr val="EAD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" name="Freeform 2078">
              <a:extLst>
                <a:ext uri="{FF2B5EF4-FFF2-40B4-BE49-F238E27FC236}">
                  <a16:creationId xmlns:a16="http://schemas.microsoft.com/office/drawing/2014/main" id="{C07B5CF7-BAC0-7D97-11C3-19BEF6A67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1298"/>
              <a:ext cx="72" cy="234"/>
            </a:xfrm>
            <a:custGeom>
              <a:avLst/>
              <a:gdLst>
                <a:gd name="T0" fmla="*/ 140 w 35"/>
                <a:gd name="T1" fmla="*/ 0 h 106"/>
                <a:gd name="T2" fmla="*/ 263 w 35"/>
                <a:gd name="T3" fmla="*/ 419 h 106"/>
                <a:gd name="T4" fmla="*/ 165 w 35"/>
                <a:gd name="T5" fmla="*/ 808 h 106"/>
                <a:gd name="T6" fmla="*/ 0 w 35"/>
                <a:gd name="T7" fmla="*/ 1141 h 106"/>
                <a:gd name="T8" fmla="*/ 200 w 35"/>
                <a:gd name="T9" fmla="*/ 808 h 106"/>
                <a:gd name="T10" fmla="*/ 296 w 35"/>
                <a:gd name="T11" fmla="*/ 400 h 106"/>
                <a:gd name="T12" fmla="*/ 140 w 35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06">
                  <a:moveTo>
                    <a:pt x="16" y="0"/>
                  </a:moveTo>
                  <a:cubicBezTo>
                    <a:pt x="24" y="7"/>
                    <a:pt x="30" y="22"/>
                    <a:pt x="30" y="39"/>
                  </a:cubicBezTo>
                  <a:cubicBezTo>
                    <a:pt x="30" y="54"/>
                    <a:pt x="25" y="67"/>
                    <a:pt x="19" y="75"/>
                  </a:cubicBezTo>
                  <a:cubicBezTo>
                    <a:pt x="14" y="81"/>
                    <a:pt x="4" y="94"/>
                    <a:pt x="0" y="106"/>
                  </a:cubicBezTo>
                  <a:cubicBezTo>
                    <a:pt x="5" y="95"/>
                    <a:pt x="15" y="88"/>
                    <a:pt x="23" y="75"/>
                  </a:cubicBezTo>
                  <a:cubicBezTo>
                    <a:pt x="31" y="63"/>
                    <a:pt x="35" y="50"/>
                    <a:pt x="34" y="37"/>
                  </a:cubicBezTo>
                  <a:cubicBezTo>
                    <a:pt x="32" y="23"/>
                    <a:pt x="26" y="4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" name="Freeform 2079">
              <a:extLst>
                <a:ext uri="{FF2B5EF4-FFF2-40B4-BE49-F238E27FC236}">
                  <a16:creationId xmlns:a16="http://schemas.microsoft.com/office/drawing/2014/main" id="{299A34F4-B8AB-5D7E-B9E0-6481A0F2E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1172"/>
              <a:ext cx="120" cy="610"/>
            </a:xfrm>
            <a:custGeom>
              <a:avLst/>
              <a:gdLst>
                <a:gd name="T0" fmla="*/ 461 w 58"/>
                <a:gd name="T1" fmla="*/ 9 h 276"/>
                <a:gd name="T2" fmla="*/ 356 w 58"/>
                <a:gd name="T3" fmla="*/ 444 h 276"/>
                <a:gd name="T4" fmla="*/ 232 w 58"/>
                <a:gd name="T5" fmla="*/ 614 h 276"/>
                <a:gd name="T6" fmla="*/ 108 w 58"/>
                <a:gd name="T7" fmla="*/ 1037 h 276"/>
                <a:gd name="T8" fmla="*/ 205 w 58"/>
                <a:gd name="T9" fmla="*/ 1426 h 276"/>
                <a:gd name="T10" fmla="*/ 372 w 58"/>
                <a:gd name="T11" fmla="*/ 1759 h 276"/>
                <a:gd name="T12" fmla="*/ 184 w 58"/>
                <a:gd name="T13" fmla="*/ 2946 h 276"/>
                <a:gd name="T14" fmla="*/ 176 w 58"/>
                <a:gd name="T15" fmla="*/ 2946 h 276"/>
                <a:gd name="T16" fmla="*/ 292 w 58"/>
                <a:gd name="T17" fmla="*/ 1759 h 276"/>
                <a:gd name="T18" fmla="*/ 99 w 58"/>
                <a:gd name="T19" fmla="*/ 1426 h 276"/>
                <a:gd name="T20" fmla="*/ 0 w 58"/>
                <a:gd name="T21" fmla="*/ 1037 h 276"/>
                <a:gd name="T22" fmla="*/ 132 w 58"/>
                <a:gd name="T23" fmla="*/ 597 h 276"/>
                <a:gd name="T24" fmla="*/ 461 w 58"/>
                <a:gd name="T25" fmla="*/ 0 h 2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76">
                  <a:moveTo>
                    <a:pt x="52" y="1"/>
                  </a:moveTo>
                  <a:cubicBezTo>
                    <a:pt x="52" y="18"/>
                    <a:pt x="46" y="31"/>
                    <a:pt x="40" y="41"/>
                  </a:cubicBezTo>
                  <a:cubicBezTo>
                    <a:pt x="37" y="47"/>
                    <a:pt x="29" y="54"/>
                    <a:pt x="26" y="57"/>
                  </a:cubicBezTo>
                  <a:cubicBezTo>
                    <a:pt x="18" y="64"/>
                    <a:pt x="12" y="79"/>
                    <a:pt x="12" y="96"/>
                  </a:cubicBezTo>
                  <a:cubicBezTo>
                    <a:pt x="12" y="111"/>
                    <a:pt x="17" y="124"/>
                    <a:pt x="23" y="132"/>
                  </a:cubicBezTo>
                  <a:cubicBezTo>
                    <a:pt x="28" y="138"/>
                    <a:pt x="38" y="151"/>
                    <a:pt x="42" y="163"/>
                  </a:cubicBezTo>
                  <a:cubicBezTo>
                    <a:pt x="58" y="213"/>
                    <a:pt x="56" y="276"/>
                    <a:pt x="21" y="273"/>
                  </a:cubicBezTo>
                  <a:cubicBezTo>
                    <a:pt x="20" y="273"/>
                    <a:pt x="21" y="273"/>
                    <a:pt x="20" y="273"/>
                  </a:cubicBezTo>
                  <a:cubicBezTo>
                    <a:pt x="58" y="270"/>
                    <a:pt x="45" y="203"/>
                    <a:pt x="33" y="163"/>
                  </a:cubicBezTo>
                  <a:cubicBezTo>
                    <a:pt x="29" y="152"/>
                    <a:pt x="15" y="137"/>
                    <a:pt x="11" y="132"/>
                  </a:cubicBezTo>
                  <a:cubicBezTo>
                    <a:pt x="4" y="123"/>
                    <a:pt x="0" y="110"/>
                    <a:pt x="0" y="96"/>
                  </a:cubicBezTo>
                  <a:cubicBezTo>
                    <a:pt x="0" y="79"/>
                    <a:pt x="7" y="62"/>
                    <a:pt x="15" y="55"/>
                  </a:cubicBezTo>
                  <a:cubicBezTo>
                    <a:pt x="32" y="41"/>
                    <a:pt x="52" y="28"/>
                    <a:pt x="52" y="0"/>
                  </a:cubicBezTo>
                </a:path>
              </a:pathLst>
            </a:custGeom>
            <a:solidFill>
              <a:srgbClr val="BF8B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" name="Freeform 2080">
              <a:extLst>
                <a:ext uri="{FF2B5EF4-FFF2-40B4-BE49-F238E27FC236}">
                  <a16:creationId xmlns:a16="http://schemas.microsoft.com/office/drawing/2014/main" id="{350C9CE2-AF3B-0DB1-48A4-94E781082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1298"/>
              <a:ext cx="73" cy="234"/>
            </a:xfrm>
            <a:custGeom>
              <a:avLst/>
              <a:gdLst>
                <a:gd name="T0" fmla="*/ 173 w 35"/>
                <a:gd name="T1" fmla="*/ 0 h 106"/>
                <a:gd name="T2" fmla="*/ 44 w 35"/>
                <a:gd name="T3" fmla="*/ 419 h 106"/>
                <a:gd name="T4" fmla="*/ 144 w 35"/>
                <a:gd name="T5" fmla="*/ 808 h 106"/>
                <a:gd name="T6" fmla="*/ 317 w 35"/>
                <a:gd name="T7" fmla="*/ 1141 h 106"/>
                <a:gd name="T8" fmla="*/ 108 w 35"/>
                <a:gd name="T9" fmla="*/ 808 h 106"/>
                <a:gd name="T10" fmla="*/ 8 w 35"/>
                <a:gd name="T11" fmla="*/ 400 h 106"/>
                <a:gd name="T12" fmla="*/ 173 w 35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06">
                  <a:moveTo>
                    <a:pt x="19" y="0"/>
                  </a:moveTo>
                  <a:cubicBezTo>
                    <a:pt x="11" y="7"/>
                    <a:pt x="5" y="22"/>
                    <a:pt x="5" y="39"/>
                  </a:cubicBezTo>
                  <a:cubicBezTo>
                    <a:pt x="5" y="54"/>
                    <a:pt x="10" y="67"/>
                    <a:pt x="16" y="75"/>
                  </a:cubicBezTo>
                  <a:cubicBezTo>
                    <a:pt x="21" y="81"/>
                    <a:pt x="31" y="94"/>
                    <a:pt x="35" y="106"/>
                  </a:cubicBezTo>
                  <a:cubicBezTo>
                    <a:pt x="30" y="95"/>
                    <a:pt x="20" y="88"/>
                    <a:pt x="12" y="75"/>
                  </a:cubicBezTo>
                  <a:cubicBezTo>
                    <a:pt x="4" y="63"/>
                    <a:pt x="0" y="50"/>
                    <a:pt x="1" y="37"/>
                  </a:cubicBezTo>
                  <a:cubicBezTo>
                    <a:pt x="3" y="23"/>
                    <a:pt x="9" y="4"/>
                    <a:pt x="19" y="0"/>
                  </a:cubicBezTo>
                  <a:close/>
                </a:path>
              </a:pathLst>
            </a:custGeom>
            <a:solidFill>
              <a:srgbClr val="A860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" name="Freeform 2081">
              <a:extLst>
                <a:ext uri="{FF2B5EF4-FFF2-40B4-BE49-F238E27FC236}">
                  <a16:creationId xmlns:a16="http://schemas.microsoft.com/office/drawing/2014/main" id="{35760DC5-6941-2D68-F466-8F21EC0EE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099"/>
              <a:ext cx="160" cy="678"/>
            </a:xfrm>
            <a:custGeom>
              <a:avLst/>
              <a:gdLst>
                <a:gd name="T0" fmla="*/ 73 w 77"/>
                <a:gd name="T1" fmla="*/ 20 h 307"/>
                <a:gd name="T2" fmla="*/ 341 w 77"/>
                <a:gd name="T3" fmla="*/ 367 h 307"/>
                <a:gd name="T4" fmla="*/ 251 w 77"/>
                <a:gd name="T5" fmla="*/ 795 h 307"/>
                <a:gd name="T6" fmla="*/ 133 w 77"/>
                <a:gd name="T7" fmla="*/ 970 h 307"/>
                <a:gd name="T8" fmla="*/ 0 w 77"/>
                <a:gd name="T9" fmla="*/ 1389 h 307"/>
                <a:gd name="T10" fmla="*/ 108 w 77"/>
                <a:gd name="T11" fmla="*/ 1776 h 307"/>
                <a:gd name="T12" fmla="*/ 268 w 77"/>
                <a:gd name="T13" fmla="*/ 2111 h 307"/>
                <a:gd name="T14" fmla="*/ 199 w 77"/>
                <a:gd name="T15" fmla="*/ 3306 h 307"/>
                <a:gd name="T16" fmla="*/ 349 w 77"/>
                <a:gd name="T17" fmla="*/ 3253 h 307"/>
                <a:gd name="T18" fmla="*/ 492 w 77"/>
                <a:gd name="T19" fmla="*/ 3306 h 307"/>
                <a:gd name="T20" fmla="*/ 424 w 77"/>
                <a:gd name="T21" fmla="*/ 2111 h 307"/>
                <a:gd name="T22" fmla="*/ 592 w 77"/>
                <a:gd name="T23" fmla="*/ 1776 h 307"/>
                <a:gd name="T24" fmla="*/ 690 w 77"/>
                <a:gd name="T25" fmla="*/ 1389 h 307"/>
                <a:gd name="T26" fmla="*/ 565 w 77"/>
                <a:gd name="T27" fmla="*/ 970 h 307"/>
                <a:gd name="T28" fmla="*/ 441 w 77"/>
                <a:gd name="T29" fmla="*/ 795 h 307"/>
                <a:gd name="T30" fmla="*/ 357 w 77"/>
                <a:gd name="T31" fmla="*/ 367 h 307"/>
                <a:gd name="T32" fmla="*/ 617 w 77"/>
                <a:gd name="T33" fmla="*/ 20 h 307"/>
                <a:gd name="T34" fmla="*/ 673 w 77"/>
                <a:gd name="T35" fmla="*/ 20 h 307"/>
                <a:gd name="T36" fmla="*/ 349 w 77"/>
                <a:gd name="T37" fmla="*/ 0 h 307"/>
                <a:gd name="T38" fmla="*/ 349 w 77"/>
                <a:gd name="T39" fmla="*/ 0 h 307"/>
                <a:gd name="T40" fmla="*/ 25 w 77"/>
                <a:gd name="T41" fmla="*/ 20 h 307"/>
                <a:gd name="T42" fmla="*/ 73 w 77"/>
                <a:gd name="T43" fmla="*/ 20 h 3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7" h="307">
                  <a:moveTo>
                    <a:pt x="8" y="2"/>
                  </a:move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3" y="290"/>
                    <a:pt x="36" y="233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4" y="64"/>
                    <a:pt x="40" y="51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1" y="2"/>
                    <a:pt x="73" y="2"/>
                    <a:pt x="75" y="2"/>
                  </a:cubicBezTo>
                  <a:cubicBezTo>
                    <a:pt x="64" y="1"/>
                    <a:pt x="52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lose/>
                </a:path>
              </a:pathLst>
            </a:custGeom>
            <a:solidFill>
              <a:srgbClr val="A860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" name="Freeform 2082">
              <a:extLst>
                <a:ext uri="{FF2B5EF4-FFF2-40B4-BE49-F238E27FC236}">
                  <a16:creationId xmlns:a16="http://schemas.microsoft.com/office/drawing/2014/main" id="{E144070B-7E6F-73F5-B0DE-99EF75BDB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1104"/>
              <a:ext cx="177" cy="662"/>
            </a:xfrm>
            <a:custGeom>
              <a:avLst/>
              <a:gdLst>
                <a:gd name="T0" fmla="*/ 641 w 85"/>
                <a:gd name="T1" fmla="*/ 1538 h 300"/>
                <a:gd name="T2" fmla="*/ 35 w 85"/>
                <a:gd name="T3" fmla="*/ 88 h 300"/>
                <a:gd name="T4" fmla="*/ 17 w 85"/>
                <a:gd name="T5" fmla="*/ 88 h 300"/>
                <a:gd name="T6" fmla="*/ 125 w 85"/>
                <a:gd name="T7" fmla="*/ 53 h 300"/>
                <a:gd name="T8" fmla="*/ 758 w 85"/>
                <a:gd name="T9" fmla="*/ 1461 h 300"/>
                <a:gd name="T10" fmla="*/ 260 w 85"/>
                <a:gd name="T11" fmla="*/ 3224 h 300"/>
                <a:gd name="T12" fmla="*/ 641 w 85"/>
                <a:gd name="T13" fmla="*/ 1538 h 3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300">
                  <a:moveTo>
                    <a:pt x="71" y="143"/>
                  </a:moveTo>
                  <a:cubicBezTo>
                    <a:pt x="72" y="71"/>
                    <a:pt x="38" y="0"/>
                    <a:pt x="4" y="8"/>
                  </a:cubicBezTo>
                  <a:cubicBezTo>
                    <a:pt x="2" y="8"/>
                    <a:pt x="0" y="8"/>
                    <a:pt x="2" y="8"/>
                  </a:cubicBezTo>
                  <a:cubicBezTo>
                    <a:pt x="6" y="6"/>
                    <a:pt x="11" y="5"/>
                    <a:pt x="14" y="5"/>
                  </a:cubicBezTo>
                  <a:cubicBezTo>
                    <a:pt x="42" y="6"/>
                    <a:pt x="85" y="60"/>
                    <a:pt x="84" y="136"/>
                  </a:cubicBezTo>
                  <a:cubicBezTo>
                    <a:pt x="83" y="200"/>
                    <a:pt x="63" y="277"/>
                    <a:pt x="29" y="300"/>
                  </a:cubicBezTo>
                  <a:cubicBezTo>
                    <a:pt x="59" y="270"/>
                    <a:pt x="70" y="209"/>
                    <a:pt x="71" y="143"/>
                  </a:cubicBezTo>
                  <a:close/>
                </a:path>
              </a:pathLst>
            </a:custGeom>
            <a:solidFill>
              <a:srgbClr val="BF8B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" name="Freeform 2083">
              <a:extLst>
                <a:ext uri="{FF2B5EF4-FFF2-40B4-BE49-F238E27FC236}">
                  <a16:creationId xmlns:a16="http://schemas.microsoft.com/office/drawing/2014/main" id="{1B0EB10F-B39A-EA9A-DE65-222E2861E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1252"/>
              <a:ext cx="41" cy="307"/>
            </a:xfrm>
            <a:custGeom>
              <a:avLst/>
              <a:gdLst>
                <a:gd name="T0" fmla="*/ 0 w 20"/>
                <a:gd name="T1" fmla="*/ 0 h 139"/>
                <a:gd name="T2" fmla="*/ 43 w 20"/>
                <a:gd name="T3" fmla="*/ 1497 h 139"/>
                <a:gd name="T4" fmla="*/ 0 w 20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9">
                  <a:moveTo>
                    <a:pt x="0" y="0"/>
                  </a:moveTo>
                  <a:cubicBezTo>
                    <a:pt x="10" y="27"/>
                    <a:pt x="20" y="77"/>
                    <a:pt x="5" y="139"/>
                  </a:cubicBezTo>
                  <a:cubicBezTo>
                    <a:pt x="8" y="110"/>
                    <a:pt x="13" y="44"/>
                    <a:pt x="0" y="0"/>
                  </a:cubicBezTo>
                  <a:close/>
                </a:path>
              </a:pathLst>
            </a:custGeom>
            <a:solidFill>
              <a:srgbClr val="A860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" name="Freeform 2084">
              <a:extLst>
                <a:ext uri="{FF2B5EF4-FFF2-40B4-BE49-F238E27FC236}">
                  <a16:creationId xmlns:a16="http://schemas.microsoft.com/office/drawing/2014/main" id="{9AC0C2E0-C9A2-6007-CD30-7D87B19BF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1110"/>
              <a:ext cx="187" cy="650"/>
            </a:xfrm>
            <a:custGeom>
              <a:avLst/>
              <a:gdLst>
                <a:gd name="T0" fmla="*/ 91 w 90"/>
                <a:gd name="T1" fmla="*/ 1526 h 294"/>
                <a:gd name="T2" fmla="*/ 798 w 90"/>
                <a:gd name="T3" fmla="*/ 88 h 294"/>
                <a:gd name="T4" fmla="*/ 808 w 90"/>
                <a:gd name="T5" fmla="*/ 88 h 294"/>
                <a:gd name="T6" fmla="*/ 648 w 90"/>
                <a:gd name="T7" fmla="*/ 20 h 294"/>
                <a:gd name="T8" fmla="*/ 0 w 90"/>
                <a:gd name="T9" fmla="*/ 1457 h 294"/>
                <a:gd name="T10" fmla="*/ 492 w 90"/>
                <a:gd name="T11" fmla="*/ 3177 h 294"/>
                <a:gd name="T12" fmla="*/ 91 w 90"/>
                <a:gd name="T13" fmla="*/ 1526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294">
                  <a:moveTo>
                    <a:pt x="10" y="141"/>
                  </a:moveTo>
                  <a:cubicBezTo>
                    <a:pt x="10" y="65"/>
                    <a:pt x="58" y="6"/>
                    <a:pt x="89" y="8"/>
                  </a:cubicBezTo>
                  <a:cubicBezTo>
                    <a:pt x="90" y="8"/>
                    <a:pt x="90" y="8"/>
                    <a:pt x="90" y="8"/>
                  </a:cubicBezTo>
                  <a:cubicBezTo>
                    <a:pt x="84" y="4"/>
                    <a:pt x="77" y="2"/>
                    <a:pt x="72" y="2"/>
                  </a:cubicBezTo>
                  <a:cubicBezTo>
                    <a:pt x="40" y="0"/>
                    <a:pt x="0" y="58"/>
                    <a:pt x="0" y="135"/>
                  </a:cubicBezTo>
                  <a:cubicBezTo>
                    <a:pt x="0" y="199"/>
                    <a:pt x="21" y="271"/>
                    <a:pt x="55" y="294"/>
                  </a:cubicBezTo>
                  <a:cubicBezTo>
                    <a:pt x="25" y="264"/>
                    <a:pt x="10" y="207"/>
                    <a:pt x="10" y="141"/>
                  </a:cubicBezTo>
                  <a:close/>
                </a:path>
              </a:pathLst>
            </a:custGeom>
            <a:solidFill>
              <a:srgbClr val="EAD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" name="Freeform 2085">
              <a:extLst>
                <a:ext uri="{FF2B5EF4-FFF2-40B4-BE49-F238E27FC236}">
                  <a16:creationId xmlns:a16="http://schemas.microsoft.com/office/drawing/2014/main" id="{B8C4D75B-AC02-702E-25BF-7866B6E1D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1115"/>
              <a:ext cx="143" cy="294"/>
            </a:xfrm>
            <a:custGeom>
              <a:avLst/>
              <a:gdLst>
                <a:gd name="T0" fmla="*/ 0 w 69"/>
                <a:gd name="T1" fmla="*/ 1437 h 133"/>
                <a:gd name="T2" fmla="*/ 613 w 69"/>
                <a:gd name="T3" fmla="*/ 20 h 133"/>
                <a:gd name="T4" fmla="*/ 0 w 69"/>
                <a:gd name="T5" fmla="*/ 1437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33">
                  <a:moveTo>
                    <a:pt x="0" y="133"/>
                  </a:moveTo>
                  <a:cubicBezTo>
                    <a:pt x="0" y="56"/>
                    <a:pt x="38" y="0"/>
                    <a:pt x="69" y="2"/>
                  </a:cubicBezTo>
                  <a:cubicBezTo>
                    <a:pt x="52" y="7"/>
                    <a:pt x="11" y="38"/>
                    <a:pt x="0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" name="Freeform 2086">
              <a:extLst>
                <a:ext uri="{FF2B5EF4-FFF2-40B4-BE49-F238E27FC236}">
                  <a16:creationId xmlns:a16="http://schemas.microsoft.com/office/drawing/2014/main" id="{B5115708-B19D-FE94-8452-7C3947BBF3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68" y="1099"/>
              <a:ext cx="160" cy="678"/>
            </a:xfrm>
            <a:custGeom>
              <a:avLst/>
              <a:gdLst>
                <a:gd name="T0" fmla="*/ 393 w 77"/>
                <a:gd name="T1" fmla="*/ 2228 h 307"/>
                <a:gd name="T2" fmla="*/ 405 w 77"/>
                <a:gd name="T3" fmla="*/ 2200 h 307"/>
                <a:gd name="T4" fmla="*/ 424 w 77"/>
                <a:gd name="T5" fmla="*/ 2111 h 307"/>
                <a:gd name="T6" fmla="*/ 592 w 77"/>
                <a:gd name="T7" fmla="*/ 1776 h 307"/>
                <a:gd name="T8" fmla="*/ 690 w 77"/>
                <a:gd name="T9" fmla="*/ 1389 h 307"/>
                <a:gd name="T10" fmla="*/ 565 w 77"/>
                <a:gd name="T11" fmla="*/ 970 h 307"/>
                <a:gd name="T12" fmla="*/ 441 w 77"/>
                <a:gd name="T13" fmla="*/ 795 h 307"/>
                <a:gd name="T14" fmla="*/ 376 w 77"/>
                <a:gd name="T15" fmla="*/ 590 h 307"/>
                <a:gd name="T16" fmla="*/ 376 w 77"/>
                <a:gd name="T17" fmla="*/ 570 h 307"/>
                <a:gd name="T18" fmla="*/ 368 w 77"/>
                <a:gd name="T19" fmla="*/ 517 h 307"/>
                <a:gd name="T20" fmla="*/ 357 w 77"/>
                <a:gd name="T21" fmla="*/ 367 h 307"/>
                <a:gd name="T22" fmla="*/ 617 w 77"/>
                <a:gd name="T23" fmla="*/ 20 h 307"/>
                <a:gd name="T24" fmla="*/ 648 w 77"/>
                <a:gd name="T25" fmla="*/ 20 h 307"/>
                <a:gd name="T26" fmla="*/ 657 w 77"/>
                <a:gd name="T27" fmla="*/ 20 h 307"/>
                <a:gd name="T28" fmla="*/ 349 w 77"/>
                <a:gd name="T29" fmla="*/ 0 h 307"/>
                <a:gd name="T30" fmla="*/ 349 w 77"/>
                <a:gd name="T31" fmla="*/ 0 h 307"/>
                <a:gd name="T32" fmla="*/ 25 w 77"/>
                <a:gd name="T33" fmla="*/ 20 h 307"/>
                <a:gd name="T34" fmla="*/ 73 w 77"/>
                <a:gd name="T35" fmla="*/ 20 h 307"/>
                <a:gd name="T36" fmla="*/ 341 w 77"/>
                <a:gd name="T37" fmla="*/ 367 h 307"/>
                <a:gd name="T38" fmla="*/ 251 w 77"/>
                <a:gd name="T39" fmla="*/ 795 h 307"/>
                <a:gd name="T40" fmla="*/ 133 w 77"/>
                <a:gd name="T41" fmla="*/ 970 h 307"/>
                <a:gd name="T42" fmla="*/ 0 w 77"/>
                <a:gd name="T43" fmla="*/ 1389 h 307"/>
                <a:gd name="T44" fmla="*/ 108 w 77"/>
                <a:gd name="T45" fmla="*/ 1776 h 307"/>
                <a:gd name="T46" fmla="*/ 268 w 77"/>
                <a:gd name="T47" fmla="*/ 2111 h 307"/>
                <a:gd name="T48" fmla="*/ 199 w 77"/>
                <a:gd name="T49" fmla="*/ 3306 h 307"/>
                <a:gd name="T50" fmla="*/ 349 w 77"/>
                <a:gd name="T51" fmla="*/ 3253 h 307"/>
                <a:gd name="T52" fmla="*/ 492 w 77"/>
                <a:gd name="T53" fmla="*/ 3306 h 307"/>
                <a:gd name="T54" fmla="*/ 384 w 77"/>
                <a:gd name="T55" fmla="*/ 2292 h 307"/>
                <a:gd name="T56" fmla="*/ 393 w 77"/>
                <a:gd name="T57" fmla="*/ 2228 h 307"/>
                <a:gd name="T58" fmla="*/ 260 w 77"/>
                <a:gd name="T59" fmla="*/ 1069 h 307"/>
                <a:gd name="T60" fmla="*/ 308 w 77"/>
                <a:gd name="T61" fmla="*/ 936 h 307"/>
                <a:gd name="T62" fmla="*/ 601 w 77"/>
                <a:gd name="T63" fmla="*/ 1219 h 307"/>
                <a:gd name="T64" fmla="*/ 501 w 77"/>
                <a:gd name="T65" fmla="*/ 1791 h 307"/>
                <a:gd name="T66" fmla="*/ 297 w 77"/>
                <a:gd name="T67" fmla="*/ 1941 h 307"/>
                <a:gd name="T68" fmla="*/ 199 w 77"/>
                <a:gd name="T69" fmla="*/ 1595 h 307"/>
                <a:gd name="T70" fmla="*/ 260 w 77"/>
                <a:gd name="T71" fmla="*/ 1069 h 30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7" h="307">
                  <a:moveTo>
                    <a:pt x="44" y="207"/>
                  </a:moveTo>
                  <a:cubicBezTo>
                    <a:pt x="45" y="206"/>
                    <a:pt x="45" y="205"/>
                    <a:pt x="45" y="204"/>
                  </a:cubicBezTo>
                  <a:cubicBezTo>
                    <a:pt x="46" y="201"/>
                    <a:pt x="47" y="198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6" y="68"/>
                    <a:pt x="44" y="62"/>
                    <a:pt x="42" y="55"/>
                  </a:cubicBezTo>
                  <a:cubicBezTo>
                    <a:pt x="42" y="54"/>
                    <a:pt x="42" y="54"/>
                    <a:pt x="42" y="53"/>
                  </a:cubicBezTo>
                  <a:cubicBezTo>
                    <a:pt x="41" y="52"/>
                    <a:pt x="41" y="50"/>
                    <a:pt x="41" y="48"/>
                  </a:cubicBezTo>
                  <a:cubicBezTo>
                    <a:pt x="40" y="43"/>
                    <a:pt x="40" y="39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0" y="2"/>
                    <a:pt x="71" y="2"/>
                    <a:pt x="72" y="2"/>
                  </a:cubicBezTo>
                  <a:cubicBezTo>
                    <a:pt x="73" y="2"/>
                    <a:pt x="73" y="2"/>
                    <a:pt x="73" y="2"/>
                  </a:cubicBezTo>
                  <a:cubicBezTo>
                    <a:pt x="62" y="1"/>
                    <a:pt x="51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7" y="293"/>
                    <a:pt x="36" y="249"/>
                    <a:pt x="43" y="213"/>
                  </a:cubicBezTo>
                  <a:cubicBezTo>
                    <a:pt x="43" y="211"/>
                    <a:pt x="44" y="209"/>
                    <a:pt x="44" y="207"/>
                  </a:cubicBezTo>
                  <a:close/>
                  <a:moveTo>
                    <a:pt x="29" y="99"/>
                  </a:moveTo>
                  <a:cubicBezTo>
                    <a:pt x="30" y="95"/>
                    <a:pt x="32" y="91"/>
                    <a:pt x="34" y="87"/>
                  </a:cubicBezTo>
                  <a:cubicBezTo>
                    <a:pt x="41" y="77"/>
                    <a:pt x="61" y="93"/>
                    <a:pt x="67" y="113"/>
                  </a:cubicBezTo>
                  <a:cubicBezTo>
                    <a:pt x="73" y="133"/>
                    <a:pt x="69" y="151"/>
                    <a:pt x="56" y="166"/>
                  </a:cubicBezTo>
                  <a:cubicBezTo>
                    <a:pt x="44" y="180"/>
                    <a:pt x="40" y="186"/>
                    <a:pt x="33" y="180"/>
                  </a:cubicBezTo>
                  <a:cubicBezTo>
                    <a:pt x="29" y="172"/>
                    <a:pt x="24" y="161"/>
                    <a:pt x="22" y="148"/>
                  </a:cubicBezTo>
                  <a:cubicBezTo>
                    <a:pt x="18" y="127"/>
                    <a:pt x="21" y="116"/>
                    <a:pt x="29" y="99"/>
                  </a:cubicBezTo>
                  <a:close/>
                </a:path>
              </a:pathLst>
            </a:custGeom>
            <a:solidFill>
              <a:srgbClr val="974E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" name="Freeform 2087">
              <a:extLst>
                <a:ext uri="{FF2B5EF4-FFF2-40B4-BE49-F238E27FC236}">
                  <a16:creationId xmlns:a16="http://schemas.microsoft.com/office/drawing/2014/main" id="{DAECD9FD-2E99-D47A-8260-446BABB66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172"/>
              <a:ext cx="114" cy="605"/>
            </a:xfrm>
            <a:custGeom>
              <a:avLst/>
              <a:gdLst>
                <a:gd name="T0" fmla="*/ 267 w 55"/>
                <a:gd name="T1" fmla="*/ 1755 h 274"/>
                <a:gd name="T2" fmla="*/ 197 w 55"/>
                <a:gd name="T3" fmla="*/ 2950 h 274"/>
                <a:gd name="T4" fmla="*/ 348 w 55"/>
                <a:gd name="T5" fmla="*/ 2897 h 274"/>
                <a:gd name="T6" fmla="*/ 489 w 55"/>
                <a:gd name="T7" fmla="*/ 2950 h 274"/>
                <a:gd name="T8" fmla="*/ 417 w 55"/>
                <a:gd name="T9" fmla="*/ 1755 h 274"/>
                <a:gd name="T10" fmla="*/ 425 w 55"/>
                <a:gd name="T11" fmla="*/ 1731 h 274"/>
                <a:gd name="T12" fmla="*/ 357 w 55"/>
                <a:gd name="T13" fmla="*/ 1800 h 274"/>
                <a:gd name="T14" fmla="*/ 197 w 55"/>
                <a:gd name="T15" fmla="*/ 1462 h 274"/>
                <a:gd name="T16" fmla="*/ 151 w 55"/>
                <a:gd name="T17" fmla="*/ 731 h 274"/>
                <a:gd name="T18" fmla="*/ 276 w 55"/>
                <a:gd name="T19" fmla="*/ 552 h 274"/>
                <a:gd name="T20" fmla="*/ 456 w 55"/>
                <a:gd name="T21" fmla="*/ 484 h 274"/>
                <a:gd name="T22" fmla="*/ 456 w 55"/>
                <a:gd name="T23" fmla="*/ 473 h 274"/>
                <a:gd name="T24" fmla="*/ 437 w 55"/>
                <a:gd name="T25" fmla="*/ 444 h 274"/>
                <a:gd name="T26" fmla="*/ 357 w 55"/>
                <a:gd name="T27" fmla="*/ 9 h 274"/>
                <a:gd name="T28" fmla="*/ 357 w 55"/>
                <a:gd name="T29" fmla="*/ 0 h 274"/>
                <a:gd name="T30" fmla="*/ 340 w 55"/>
                <a:gd name="T31" fmla="*/ 9 h 274"/>
                <a:gd name="T32" fmla="*/ 249 w 55"/>
                <a:gd name="T33" fmla="*/ 444 h 274"/>
                <a:gd name="T34" fmla="*/ 133 w 55"/>
                <a:gd name="T35" fmla="*/ 614 h 274"/>
                <a:gd name="T36" fmla="*/ 0 w 55"/>
                <a:gd name="T37" fmla="*/ 1033 h 274"/>
                <a:gd name="T38" fmla="*/ 108 w 55"/>
                <a:gd name="T39" fmla="*/ 1420 h 274"/>
                <a:gd name="T40" fmla="*/ 267 w 55"/>
                <a:gd name="T41" fmla="*/ 1755 h 2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5" h="274">
                  <a:moveTo>
                    <a:pt x="30" y="163"/>
                  </a:moveTo>
                  <a:cubicBezTo>
                    <a:pt x="41" y="200"/>
                    <a:pt x="44" y="257"/>
                    <a:pt x="22" y="274"/>
                  </a:cubicBezTo>
                  <a:cubicBezTo>
                    <a:pt x="26" y="272"/>
                    <a:pt x="31" y="269"/>
                    <a:pt x="39" y="269"/>
                  </a:cubicBezTo>
                  <a:cubicBezTo>
                    <a:pt x="46" y="269"/>
                    <a:pt x="51" y="272"/>
                    <a:pt x="55" y="274"/>
                  </a:cubicBezTo>
                  <a:cubicBezTo>
                    <a:pt x="33" y="257"/>
                    <a:pt x="36" y="200"/>
                    <a:pt x="47" y="163"/>
                  </a:cubicBezTo>
                  <a:cubicBezTo>
                    <a:pt x="47" y="162"/>
                    <a:pt x="48" y="162"/>
                    <a:pt x="48" y="161"/>
                  </a:cubicBezTo>
                  <a:cubicBezTo>
                    <a:pt x="46" y="162"/>
                    <a:pt x="44" y="167"/>
                    <a:pt x="40" y="167"/>
                  </a:cubicBezTo>
                  <a:cubicBezTo>
                    <a:pt x="32" y="167"/>
                    <a:pt x="34" y="149"/>
                    <a:pt x="22" y="136"/>
                  </a:cubicBezTo>
                  <a:cubicBezTo>
                    <a:pt x="0" y="113"/>
                    <a:pt x="9" y="77"/>
                    <a:pt x="17" y="68"/>
                  </a:cubicBezTo>
                  <a:cubicBezTo>
                    <a:pt x="26" y="57"/>
                    <a:pt x="27" y="58"/>
                    <a:pt x="31" y="51"/>
                  </a:cubicBezTo>
                  <a:cubicBezTo>
                    <a:pt x="37" y="41"/>
                    <a:pt x="42" y="39"/>
                    <a:pt x="51" y="45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0" y="43"/>
                    <a:pt x="49" y="42"/>
                    <a:pt x="49" y="41"/>
                  </a:cubicBezTo>
                  <a:cubicBezTo>
                    <a:pt x="44" y="31"/>
                    <a:pt x="40" y="18"/>
                    <a:pt x="40" y="1"/>
                  </a:cubicBezTo>
                  <a:cubicBezTo>
                    <a:pt x="40" y="1"/>
                    <a:pt x="40" y="1"/>
                    <a:pt x="40" y="0"/>
                  </a:cubicBezTo>
                  <a:cubicBezTo>
                    <a:pt x="39" y="1"/>
                    <a:pt x="38" y="1"/>
                    <a:pt x="38" y="1"/>
                  </a:cubicBezTo>
                  <a:cubicBezTo>
                    <a:pt x="38" y="18"/>
                    <a:pt x="34" y="31"/>
                    <a:pt x="28" y="41"/>
                  </a:cubicBezTo>
                  <a:cubicBezTo>
                    <a:pt x="25" y="47"/>
                    <a:pt x="18" y="54"/>
                    <a:pt x="15" y="57"/>
                  </a:cubicBezTo>
                  <a:cubicBezTo>
                    <a:pt x="6" y="64"/>
                    <a:pt x="0" y="79"/>
                    <a:pt x="0" y="96"/>
                  </a:cubicBezTo>
                  <a:cubicBezTo>
                    <a:pt x="0" y="111"/>
                    <a:pt x="5" y="124"/>
                    <a:pt x="12" y="132"/>
                  </a:cubicBezTo>
                  <a:cubicBezTo>
                    <a:pt x="16" y="138"/>
                    <a:pt x="26" y="151"/>
                    <a:pt x="30" y="163"/>
                  </a:cubicBezTo>
                  <a:close/>
                </a:path>
              </a:pathLst>
            </a:custGeom>
            <a:solidFill>
              <a:srgbClr val="7A3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" name="Freeform 2088">
              <a:extLst>
                <a:ext uri="{FF2B5EF4-FFF2-40B4-BE49-F238E27FC236}">
                  <a16:creationId xmlns:a16="http://schemas.microsoft.com/office/drawing/2014/main" id="{72B0B773-017B-B87A-9AF8-928C65530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110"/>
              <a:ext cx="42" cy="53"/>
            </a:xfrm>
            <a:custGeom>
              <a:avLst/>
              <a:gdLst>
                <a:gd name="T0" fmla="*/ 0 w 20"/>
                <a:gd name="T1" fmla="*/ 33 h 24"/>
                <a:gd name="T2" fmla="*/ 185 w 20"/>
                <a:gd name="T3" fmla="*/ 44 h 24"/>
                <a:gd name="T4" fmla="*/ 128 w 20"/>
                <a:gd name="T5" fmla="*/ 117 h 24"/>
                <a:gd name="T6" fmla="*/ 92 w 20"/>
                <a:gd name="T7" fmla="*/ 258 h 24"/>
                <a:gd name="T8" fmla="*/ 8 w 20"/>
                <a:gd name="T9" fmla="*/ 4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4">
                  <a:moveTo>
                    <a:pt x="0" y="3"/>
                  </a:moveTo>
                  <a:cubicBezTo>
                    <a:pt x="4" y="0"/>
                    <a:pt x="16" y="1"/>
                    <a:pt x="20" y="4"/>
                  </a:cubicBezTo>
                  <a:cubicBezTo>
                    <a:pt x="17" y="5"/>
                    <a:pt x="15" y="8"/>
                    <a:pt x="14" y="11"/>
                  </a:cubicBezTo>
                  <a:cubicBezTo>
                    <a:pt x="11" y="15"/>
                    <a:pt x="11" y="19"/>
                    <a:pt x="10" y="24"/>
                  </a:cubicBezTo>
                  <a:cubicBezTo>
                    <a:pt x="11" y="15"/>
                    <a:pt x="6" y="10"/>
                    <a:pt x="1" y="4"/>
                  </a:cubicBezTo>
                </a:path>
              </a:pathLst>
            </a:custGeom>
            <a:solidFill>
              <a:srgbClr val="7A3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" name="Freeform 2089">
              <a:extLst>
                <a:ext uri="{FF2B5EF4-FFF2-40B4-BE49-F238E27FC236}">
                  <a16:creationId xmlns:a16="http://schemas.microsoft.com/office/drawing/2014/main" id="{EB08D604-14B3-6FAB-7E63-A7E2F0828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1104"/>
              <a:ext cx="60" cy="2"/>
            </a:xfrm>
            <a:custGeom>
              <a:avLst/>
              <a:gdLst>
                <a:gd name="T0" fmla="*/ 0 w 29"/>
                <a:gd name="T1" fmla="*/ 8 h 1"/>
                <a:gd name="T2" fmla="*/ 257 w 29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">
                  <a:moveTo>
                    <a:pt x="0" y="1"/>
                  </a:moveTo>
                  <a:cubicBezTo>
                    <a:pt x="3" y="0"/>
                    <a:pt x="23" y="0"/>
                    <a:pt x="2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" name="Freeform 2090">
              <a:extLst>
                <a:ext uri="{FF2B5EF4-FFF2-40B4-BE49-F238E27FC236}">
                  <a16:creationId xmlns:a16="http://schemas.microsoft.com/office/drawing/2014/main" id="{77843862-59B4-1D59-6007-21C79E289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1340"/>
              <a:ext cx="42" cy="124"/>
            </a:xfrm>
            <a:custGeom>
              <a:avLst/>
              <a:gdLst>
                <a:gd name="T0" fmla="*/ 92 w 20"/>
                <a:gd name="T1" fmla="*/ 0 h 56"/>
                <a:gd name="T2" fmla="*/ 0 w 20"/>
                <a:gd name="T3" fmla="*/ 609 h 56"/>
                <a:gd name="T4" fmla="*/ 92 w 20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56">
                  <a:moveTo>
                    <a:pt x="10" y="0"/>
                  </a:moveTo>
                  <a:cubicBezTo>
                    <a:pt x="14" y="9"/>
                    <a:pt x="20" y="34"/>
                    <a:pt x="0" y="56"/>
                  </a:cubicBezTo>
                  <a:cubicBezTo>
                    <a:pt x="7" y="45"/>
                    <a:pt x="14" y="24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" name="Freeform 2091">
              <a:extLst>
                <a:ext uri="{FF2B5EF4-FFF2-40B4-BE49-F238E27FC236}">
                  <a16:creationId xmlns:a16="http://schemas.microsoft.com/office/drawing/2014/main" id="{6F70BEBB-A50E-DC67-0FBE-B5B027999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097"/>
              <a:ext cx="244" cy="700"/>
            </a:xfrm>
            <a:custGeom>
              <a:avLst/>
              <a:gdLst>
                <a:gd name="T0" fmla="*/ 893 w 118"/>
                <a:gd name="T1" fmla="*/ 810 h 317"/>
                <a:gd name="T2" fmla="*/ 984 w 118"/>
                <a:gd name="T3" fmla="*/ 375 h 317"/>
                <a:gd name="T4" fmla="*/ 713 w 118"/>
                <a:gd name="T5" fmla="*/ 33 h 317"/>
                <a:gd name="T6" fmla="*/ 17 w 118"/>
                <a:gd name="T7" fmla="*/ 1444 h 317"/>
                <a:gd name="T8" fmla="*/ 680 w 118"/>
                <a:gd name="T9" fmla="*/ 3359 h 317"/>
                <a:gd name="T10" fmla="*/ 910 w 118"/>
                <a:gd name="T11" fmla="*/ 2122 h 317"/>
                <a:gd name="T12" fmla="*/ 753 w 118"/>
                <a:gd name="T13" fmla="*/ 1789 h 317"/>
                <a:gd name="T14" fmla="*/ 645 w 118"/>
                <a:gd name="T15" fmla="*/ 1400 h 317"/>
                <a:gd name="T16" fmla="*/ 777 w 118"/>
                <a:gd name="T17" fmla="*/ 980 h 317"/>
                <a:gd name="T18" fmla="*/ 893 w 118"/>
                <a:gd name="T19" fmla="*/ 810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01" y="75"/>
                  </a:moveTo>
                  <a:cubicBezTo>
                    <a:pt x="107" y="65"/>
                    <a:pt x="111" y="52"/>
                    <a:pt x="111" y="35"/>
                  </a:cubicBezTo>
                  <a:cubicBezTo>
                    <a:pt x="111" y="10"/>
                    <a:pt x="93" y="5"/>
                    <a:pt x="81" y="3"/>
                  </a:cubicBezTo>
                  <a:cubicBezTo>
                    <a:pt x="48" y="0"/>
                    <a:pt x="5" y="53"/>
                    <a:pt x="2" y="134"/>
                  </a:cubicBezTo>
                  <a:cubicBezTo>
                    <a:pt x="0" y="214"/>
                    <a:pt x="32" y="308"/>
                    <a:pt x="77" y="312"/>
                  </a:cubicBezTo>
                  <a:cubicBezTo>
                    <a:pt x="118" y="317"/>
                    <a:pt x="117" y="243"/>
                    <a:pt x="103" y="197"/>
                  </a:cubicBezTo>
                  <a:cubicBezTo>
                    <a:pt x="99" y="185"/>
                    <a:pt x="89" y="172"/>
                    <a:pt x="85" y="166"/>
                  </a:cubicBezTo>
                  <a:cubicBezTo>
                    <a:pt x="78" y="158"/>
                    <a:pt x="73" y="145"/>
                    <a:pt x="73" y="130"/>
                  </a:cubicBezTo>
                  <a:cubicBezTo>
                    <a:pt x="73" y="113"/>
                    <a:pt x="79" y="98"/>
                    <a:pt x="88" y="91"/>
                  </a:cubicBezTo>
                  <a:cubicBezTo>
                    <a:pt x="91" y="88"/>
                    <a:pt x="98" y="81"/>
                    <a:pt x="101" y="75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" name="Freeform 2092">
              <a:extLst>
                <a:ext uri="{FF2B5EF4-FFF2-40B4-BE49-F238E27FC236}">
                  <a16:creationId xmlns:a16="http://schemas.microsoft.com/office/drawing/2014/main" id="{42EB9CA8-FAF0-A989-C327-0C4D11096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1097"/>
              <a:ext cx="244" cy="700"/>
            </a:xfrm>
            <a:custGeom>
              <a:avLst/>
              <a:gdLst>
                <a:gd name="T0" fmla="*/ 141 w 118"/>
                <a:gd name="T1" fmla="*/ 810 h 317"/>
                <a:gd name="T2" fmla="*/ 60 w 118"/>
                <a:gd name="T3" fmla="*/ 375 h 317"/>
                <a:gd name="T4" fmla="*/ 316 w 118"/>
                <a:gd name="T5" fmla="*/ 33 h 317"/>
                <a:gd name="T6" fmla="*/ 1017 w 118"/>
                <a:gd name="T7" fmla="*/ 1444 h 317"/>
                <a:gd name="T8" fmla="*/ 356 w 118"/>
                <a:gd name="T9" fmla="*/ 3359 h 317"/>
                <a:gd name="T10" fmla="*/ 124 w 118"/>
                <a:gd name="T11" fmla="*/ 2122 h 317"/>
                <a:gd name="T12" fmla="*/ 292 w 118"/>
                <a:gd name="T13" fmla="*/ 1789 h 317"/>
                <a:gd name="T14" fmla="*/ 389 w 118"/>
                <a:gd name="T15" fmla="*/ 1400 h 317"/>
                <a:gd name="T16" fmla="*/ 265 w 118"/>
                <a:gd name="T17" fmla="*/ 980 h 317"/>
                <a:gd name="T18" fmla="*/ 141 w 118"/>
                <a:gd name="T19" fmla="*/ 810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6" y="75"/>
                  </a:moveTo>
                  <a:cubicBezTo>
                    <a:pt x="11" y="65"/>
                    <a:pt x="7" y="52"/>
                    <a:pt x="7" y="35"/>
                  </a:cubicBezTo>
                  <a:cubicBezTo>
                    <a:pt x="7" y="10"/>
                    <a:pt x="24" y="5"/>
                    <a:pt x="36" y="3"/>
                  </a:cubicBezTo>
                  <a:cubicBezTo>
                    <a:pt x="69" y="0"/>
                    <a:pt x="113" y="53"/>
                    <a:pt x="115" y="134"/>
                  </a:cubicBezTo>
                  <a:cubicBezTo>
                    <a:pt x="118" y="214"/>
                    <a:pt x="86" y="308"/>
                    <a:pt x="40" y="312"/>
                  </a:cubicBezTo>
                  <a:cubicBezTo>
                    <a:pt x="0" y="317"/>
                    <a:pt x="0" y="243"/>
                    <a:pt x="14" y="197"/>
                  </a:cubicBezTo>
                  <a:cubicBezTo>
                    <a:pt x="18" y="185"/>
                    <a:pt x="28" y="172"/>
                    <a:pt x="33" y="166"/>
                  </a:cubicBezTo>
                  <a:cubicBezTo>
                    <a:pt x="39" y="158"/>
                    <a:pt x="44" y="145"/>
                    <a:pt x="44" y="130"/>
                  </a:cubicBezTo>
                  <a:cubicBezTo>
                    <a:pt x="44" y="113"/>
                    <a:pt x="38" y="98"/>
                    <a:pt x="30" y="91"/>
                  </a:cubicBezTo>
                  <a:cubicBezTo>
                    <a:pt x="27" y="88"/>
                    <a:pt x="19" y="81"/>
                    <a:pt x="16" y="75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" name="Freeform 2093">
              <a:extLst>
                <a:ext uri="{FF2B5EF4-FFF2-40B4-BE49-F238E27FC236}">
                  <a16:creationId xmlns:a16="http://schemas.microsoft.com/office/drawing/2014/main" id="{2701D630-0FAB-9310-FF7D-51A353FFC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099"/>
              <a:ext cx="160" cy="678"/>
            </a:xfrm>
            <a:custGeom>
              <a:avLst/>
              <a:gdLst>
                <a:gd name="T0" fmla="*/ 73 w 77"/>
                <a:gd name="T1" fmla="*/ 20 h 307"/>
                <a:gd name="T2" fmla="*/ 341 w 77"/>
                <a:gd name="T3" fmla="*/ 367 h 307"/>
                <a:gd name="T4" fmla="*/ 251 w 77"/>
                <a:gd name="T5" fmla="*/ 795 h 307"/>
                <a:gd name="T6" fmla="*/ 133 w 77"/>
                <a:gd name="T7" fmla="*/ 970 h 307"/>
                <a:gd name="T8" fmla="*/ 0 w 77"/>
                <a:gd name="T9" fmla="*/ 1389 h 307"/>
                <a:gd name="T10" fmla="*/ 108 w 77"/>
                <a:gd name="T11" fmla="*/ 1776 h 307"/>
                <a:gd name="T12" fmla="*/ 268 w 77"/>
                <a:gd name="T13" fmla="*/ 2111 h 307"/>
                <a:gd name="T14" fmla="*/ 199 w 77"/>
                <a:gd name="T15" fmla="*/ 3306 h 307"/>
                <a:gd name="T16" fmla="*/ 349 w 77"/>
                <a:gd name="T17" fmla="*/ 3253 h 307"/>
                <a:gd name="T18" fmla="*/ 492 w 77"/>
                <a:gd name="T19" fmla="*/ 3306 h 307"/>
                <a:gd name="T20" fmla="*/ 424 w 77"/>
                <a:gd name="T21" fmla="*/ 2111 h 307"/>
                <a:gd name="T22" fmla="*/ 592 w 77"/>
                <a:gd name="T23" fmla="*/ 1776 h 307"/>
                <a:gd name="T24" fmla="*/ 690 w 77"/>
                <a:gd name="T25" fmla="*/ 1389 h 307"/>
                <a:gd name="T26" fmla="*/ 565 w 77"/>
                <a:gd name="T27" fmla="*/ 970 h 307"/>
                <a:gd name="T28" fmla="*/ 441 w 77"/>
                <a:gd name="T29" fmla="*/ 795 h 307"/>
                <a:gd name="T30" fmla="*/ 357 w 77"/>
                <a:gd name="T31" fmla="*/ 367 h 307"/>
                <a:gd name="T32" fmla="*/ 617 w 77"/>
                <a:gd name="T33" fmla="*/ 20 h 307"/>
                <a:gd name="T34" fmla="*/ 673 w 77"/>
                <a:gd name="T35" fmla="*/ 20 h 307"/>
                <a:gd name="T36" fmla="*/ 349 w 77"/>
                <a:gd name="T37" fmla="*/ 0 h 307"/>
                <a:gd name="T38" fmla="*/ 349 w 77"/>
                <a:gd name="T39" fmla="*/ 0 h 307"/>
                <a:gd name="T40" fmla="*/ 25 w 77"/>
                <a:gd name="T41" fmla="*/ 20 h 307"/>
                <a:gd name="T42" fmla="*/ 73 w 77"/>
                <a:gd name="T43" fmla="*/ 20 h 3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7" h="307">
                  <a:moveTo>
                    <a:pt x="8" y="2"/>
                  </a:move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3" y="290"/>
                    <a:pt x="36" y="233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4" y="64"/>
                    <a:pt x="40" y="51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1" y="2"/>
                    <a:pt x="73" y="2"/>
                    <a:pt x="75" y="2"/>
                  </a:cubicBezTo>
                  <a:cubicBezTo>
                    <a:pt x="64" y="1"/>
                    <a:pt x="52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189" name="Conector: curvado 2188">
            <a:extLst>
              <a:ext uri="{FF2B5EF4-FFF2-40B4-BE49-F238E27FC236}">
                <a16:creationId xmlns:a16="http://schemas.microsoft.com/office/drawing/2014/main" id="{0909635C-EDB7-277C-2842-F4B24954679B}"/>
              </a:ext>
            </a:extLst>
          </p:cNvPr>
          <p:cNvCxnSpPr>
            <a:cxnSpLocks/>
            <a:stCxn id="2106" idx="1"/>
            <a:endCxn id="2045" idx="1"/>
          </p:cNvCxnSpPr>
          <p:nvPr/>
        </p:nvCxnSpPr>
        <p:spPr>
          <a:xfrm rot="10800000">
            <a:off x="773533" y="9158030"/>
            <a:ext cx="109475" cy="743945"/>
          </a:xfrm>
          <a:prstGeom prst="curvedConnector3">
            <a:avLst>
              <a:gd name="adj1" fmla="val 308815"/>
            </a:avLst>
          </a:prstGeom>
          <a:ln w="1905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93" name="CuadroTexto 2192">
            <a:extLst>
              <a:ext uri="{FF2B5EF4-FFF2-40B4-BE49-F238E27FC236}">
                <a16:creationId xmlns:a16="http://schemas.microsoft.com/office/drawing/2014/main" id="{D37C7672-2FDD-991F-C5DF-3267A2BB9F46}"/>
              </a:ext>
            </a:extLst>
          </p:cNvPr>
          <p:cNvSpPr txBox="1"/>
          <p:nvPr/>
        </p:nvSpPr>
        <p:spPr>
          <a:xfrm>
            <a:off x="773532" y="8099784"/>
            <a:ext cx="607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</a:t>
            </a:r>
          </a:p>
        </p:txBody>
      </p:sp>
      <p:cxnSp>
        <p:nvCxnSpPr>
          <p:cNvPr id="2207" name="Conector: curvado 2206">
            <a:extLst>
              <a:ext uri="{FF2B5EF4-FFF2-40B4-BE49-F238E27FC236}">
                <a16:creationId xmlns:a16="http://schemas.microsoft.com/office/drawing/2014/main" id="{5A59AD61-68CE-3965-DE57-66EE9FF5DD2D}"/>
              </a:ext>
            </a:extLst>
          </p:cNvPr>
          <p:cNvCxnSpPr>
            <a:cxnSpLocks/>
            <a:stCxn id="2148" idx="2"/>
          </p:cNvCxnSpPr>
          <p:nvPr/>
        </p:nvCxnSpPr>
        <p:spPr>
          <a:xfrm rot="5400000">
            <a:off x="2331282" y="9458316"/>
            <a:ext cx="67456" cy="78101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0" name="Conector: curvado 2189">
            <a:extLst>
              <a:ext uri="{FF2B5EF4-FFF2-40B4-BE49-F238E27FC236}">
                <a16:creationId xmlns:a16="http://schemas.microsoft.com/office/drawing/2014/main" id="{95B395D8-7FA2-992E-C0AE-EAE3150D6168}"/>
              </a:ext>
            </a:extLst>
          </p:cNvPr>
          <p:cNvCxnSpPr>
            <a:cxnSpLocks/>
            <a:stCxn id="2106" idx="3"/>
            <a:endCxn id="2107" idx="3"/>
          </p:cNvCxnSpPr>
          <p:nvPr/>
        </p:nvCxnSpPr>
        <p:spPr>
          <a:xfrm flipV="1">
            <a:off x="1819482" y="9056857"/>
            <a:ext cx="327785" cy="845117"/>
          </a:xfrm>
          <a:prstGeom prst="curvedConnector3">
            <a:avLst>
              <a:gd name="adj1" fmla="val 169741"/>
            </a:avLst>
          </a:prstGeom>
          <a:ln w="1905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41" name="CuadroTexto 2240">
            <a:extLst>
              <a:ext uri="{FF2B5EF4-FFF2-40B4-BE49-F238E27FC236}">
                <a16:creationId xmlns:a16="http://schemas.microsoft.com/office/drawing/2014/main" id="{C056B962-2BE3-DC43-F55B-4E5ABD2A0AC4}"/>
              </a:ext>
            </a:extLst>
          </p:cNvPr>
          <p:cNvSpPr txBox="1"/>
          <p:nvPr/>
        </p:nvSpPr>
        <p:spPr>
          <a:xfrm>
            <a:off x="1346258" y="7302871"/>
            <a:ext cx="1364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Fosfoenolpiruvato carboxiquinasa</a:t>
            </a:r>
          </a:p>
        </p:txBody>
      </p:sp>
      <p:sp>
        <p:nvSpPr>
          <p:cNvPr id="2266" name="Rectángulo 2265">
            <a:extLst>
              <a:ext uri="{FF2B5EF4-FFF2-40B4-BE49-F238E27FC236}">
                <a16:creationId xmlns:a16="http://schemas.microsoft.com/office/drawing/2014/main" id="{E431B252-AA54-5549-61A9-C1CFF32ECB43}"/>
              </a:ext>
            </a:extLst>
          </p:cNvPr>
          <p:cNvSpPr/>
          <p:nvPr/>
        </p:nvSpPr>
        <p:spPr>
          <a:xfrm>
            <a:off x="4815075" y="8274044"/>
            <a:ext cx="238188" cy="127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471" name="Conector: angular 2470">
            <a:extLst>
              <a:ext uri="{FF2B5EF4-FFF2-40B4-BE49-F238E27FC236}">
                <a16:creationId xmlns:a16="http://schemas.microsoft.com/office/drawing/2014/main" id="{D9C91961-FB6B-4833-AA31-5E2AB5D05D56}"/>
              </a:ext>
            </a:extLst>
          </p:cNvPr>
          <p:cNvCxnSpPr>
            <a:cxnSpLocks/>
            <a:stCxn id="2193" idx="0"/>
            <a:endCxn id="2047" idx="1"/>
          </p:cNvCxnSpPr>
          <p:nvPr/>
        </p:nvCxnSpPr>
        <p:spPr>
          <a:xfrm rot="16200000" flipV="1">
            <a:off x="568275" y="7590596"/>
            <a:ext cx="913108" cy="105267"/>
          </a:xfrm>
          <a:prstGeom prst="bentConnector4">
            <a:avLst>
              <a:gd name="adj1" fmla="val 42837"/>
              <a:gd name="adj2" fmla="val 505885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78" name="Conector: angular 2477">
            <a:extLst>
              <a:ext uri="{FF2B5EF4-FFF2-40B4-BE49-F238E27FC236}">
                <a16:creationId xmlns:a16="http://schemas.microsoft.com/office/drawing/2014/main" id="{8BF80034-5701-CE7E-8D6E-CA578E063322}"/>
              </a:ext>
            </a:extLst>
          </p:cNvPr>
          <p:cNvCxnSpPr>
            <a:cxnSpLocks/>
            <a:stCxn id="2047" idx="3"/>
            <a:endCxn id="2000" idx="1"/>
          </p:cNvCxnSpPr>
          <p:nvPr/>
        </p:nvCxnSpPr>
        <p:spPr>
          <a:xfrm>
            <a:off x="1908670" y="7186676"/>
            <a:ext cx="1152967" cy="612035"/>
          </a:xfrm>
          <a:prstGeom prst="bentConnector3">
            <a:avLst>
              <a:gd name="adj1" fmla="val 63021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90" name="CuadroTexto 2489">
            <a:extLst>
              <a:ext uri="{FF2B5EF4-FFF2-40B4-BE49-F238E27FC236}">
                <a16:creationId xmlns:a16="http://schemas.microsoft.com/office/drawing/2014/main" id="{0C08CE5D-4236-2A92-5F45-2C671CBF1AB6}"/>
              </a:ext>
            </a:extLst>
          </p:cNvPr>
          <p:cNvSpPr txBox="1"/>
          <p:nvPr/>
        </p:nvSpPr>
        <p:spPr>
          <a:xfrm>
            <a:off x="-55617" y="9124101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</a:p>
        </p:txBody>
      </p:sp>
      <p:cxnSp>
        <p:nvCxnSpPr>
          <p:cNvPr id="2497" name="Conector: curvado 2496">
            <a:extLst>
              <a:ext uri="{FF2B5EF4-FFF2-40B4-BE49-F238E27FC236}">
                <a16:creationId xmlns:a16="http://schemas.microsoft.com/office/drawing/2014/main" id="{EDD874CE-C49E-3479-7FD0-986A4533F71F}"/>
              </a:ext>
            </a:extLst>
          </p:cNvPr>
          <p:cNvCxnSpPr>
            <a:cxnSpLocks/>
            <a:stCxn id="2045" idx="1"/>
            <a:endCxn id="2193" idx="1"/>
          </p:cNvCxnSpPr>
          <p:nvPr/>
        </p:nvCxnSpPr>
        <p:spPr>
          <a:xfrm rot="10800000">
            <a:off x="773532" y="8230589"/>
            <a:ext cx="12700" cy="927440"/>
          </a:xfrm>
          <a:prstGeom prst="curvedConnector3">
            <a:avLst>
              <a:gd name="adj1" fmla="val 914756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11" name="CuadroTexto 2510">
            <a:extLst>
              <a:ext uri="{FF2B5EF4-FFF2-40B4-BE49-F238E27FC236}">
                <a16:creationId xmlns:a16="http://schemas.microsoft.com/office/drawing/2014/main" id="{B3D8F090-F07E-566E-8B57-2EECBEC44F68}"/>
              </a:ext>
            </a:extLst>
          </p:cNvPr>
          <p:cNvSpPr txBox="1"/>
          <p:nvPr/>
        </p:nvSpPr>
        <p:spPr>
          <a:xfrm>
            <a:off x="0" y="7962298"/>
            <a:ext cx="7873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</a:p>
        </p:txBody>
      </p:sp>
      <p:pic>
        <p:nvPicPr>
          <p:cNvPr id="2561" name="Imagen 2560">
            <a:extLst>
              <a:ext uri="{FF2B5EF4-FFF2-40B4-BE49-F238E27FC236}">
                <a16:creationId xmlns:a16="http://schemas.microsoft.com/office/drawing/2014/main" id="{E5608444-9F69-AFF5-B371-1A4FBCCE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81894" y="8230689"/>
            <a:ext cx="195089" cy="1024217"/>
          </a:xfrm>
          <a:prstGeom prst="rect">
            <a:avLst/>
          </a:prstGeom>
        </p:spPr>
      </p:pic>
      <p:grpSp>
        <p:nvGrpSpPr>
          <p:cNvPr id="2128" name="Group 2034">
            <a:extLst>
              <a:ext uri="{FF2B5EF4-FFF2-40B4-BE49-F238E27FC236}">
                <a16:creationId xmlns:a16="http://schemas.microsoft.com/office/drawing/2014/main" id="{6A7C0F38-9297-9BFA-8FDE-DE9EF7073A7F}"/>
              </a:ext>
            </a:extLst>
          </p:cNvPr>
          <p:cNvGrpSpPr>
            <a:grpSpLocks/>
          </p:cNvGrpSpPr>
          <p:nvPr/>
        </p:nvGrpSpPr>
        <p:grpSpPr bwMode="auto">
          <a:xfrm>
            <a:off x="532222" y="8545927"/>
            <a:ext cx="269175" cy="297737"/>
            <a:chOff x="577" y="1119"/>
            <a:chExt cx="464" cy="700"/>
          </a:xfrm>
        </p:grpSpPr>
        <p:sp>
          <p:nvSpPr>
            <p:cNvPr id="2129" name="Freeform 2035">
              <a:extLst>
                <a:ext uri="{FF2B5EF4-FFF2-40B4-BE49-F238E27FC236}">
                  <a16:creationId xmlns:a16="http://schemas.microsoft.com/office/drawing/2014/main" id="{40C72004-431A-5B44-F96A-4946B4E66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" y="1119"/>
              <a:ext cx="244" cy="700"/>
            </a:xfrm>
            <a:custGeom>
              <a:avLst/>
              <a:gdLst>
                <a:gd name="T0" fmla="*/ 893 w 118"/>
                <a:gd name="T1" fmla="*/ 810 h 317"/>
                <a:gd name="T2" fmla="*/ 984 w 118"/>
                <a:gd name="T3" fmla="*/ 375 h 317"/>
                <a:gd name="T4" fmla="*/ 713 w 118"/>
                <a:gd name="T5" fmla="*/ 33 h 317"/>
                <a:gd name="T6" fmla="*/ 17 w 118"/>
                <a:gd name="T7" fmla="*/ 1444 h 317"/>
                <a:gd name="T8" fmla="*/ 680 w 118"/>
                <a:gd name="T9" fmla="*/ 3359 h 317"/>
                <a:gd name="T10" fmla="*/ 910 w 118"/>
                <a:gd name="T11" fmla="*/ 2122 h 317"/>
                <a:gd name="T12" fmla="*/ 753 w 118"/>
                <a:gd name="T13" fmla="*/ 1789 h 317"/>
                <a:gd name="T14" fmla="*/ 645 w 118"/>
                <a:gd name="T15" fmla="*/ 1400 h 317"/>
                <a:gd name="T16" fmla="*/ 777 w 118"/>
                <a:gd name="T17" fmla="*/ 980 h 317"/>
                <a:gd name="T18" fmla="*/ 893 w 118"/>
                <a:gd name="T19" fmla="*/ 810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01" y="75"/>
                  </a:moveTo>
                  <a:cubicBezTo>
                    <a:pt x="107" y="65"/>
                    <a:pt x="111" y="52"/>
                    <a:pt x="111" y="35"/>
                  </a:cubicBezTo>
                  <a:cubicBezTo>
                    <a:pt x="111" y="10"/>
                    <a:pt x="93" y="5"/>
                    <a:pt x="81" y="3"/>
                  </a:cubicBezTo>
                  <a:cubicBezTo>
                    <a:pt x="48" y="0"/>
                    <a:pt x="5" y="53"/>
                    <a:pt x="2" y="134"/>
                  </a:cubicBezTo>
                  <a:cubicBezTo>
                    <a:pt x="0" y="214"/>
                    <a:pt x="32" y="308"/>
                    <a:pt x="77" y="312"/>
                  </a:cubicBezTo>
                  <a:cubicBezTo>
                    <a:pt x="118" y="317"/>
                    <a:pt x="117" y="243"/>
                    <a:pt x="103" y="197"/>
                  </a:cubicBezTo>
                  <a:cubicBezTo>
                    <a:pt x="99" y="185"/>
                    <a:pt x="89" y="172"/>
                    <a:pt x="85" y="166"/>
                  </a:cubicBezTo>
                  <a:cubicBezTo>
                    <a:pt x="78" y="158"/>
                    <a:pt x="73" y="145"/>
                    <a:pt x="73" y="130"/>
                  </a:cubicBezTo>
                  <a:cubicBezTo>
                    <a:pt x="73" y="113"/>
                    <a:pt x="79" y="98"/>
                    <a:pt x="88" y="91"/>
                  </a:cubicBezTo>
                  <a:cubicBezTo>
                    <a:pt x="91" y="88"/>
                    <a:pt x="98" y="81"/>
                    <a:pt x="101" y="75"/>
                  </a:cubicBezTo>
                  <a:close/>
                </a:path>
              </a:pathLst>
            </a:custGeom>
            <a:solidFill>
              <a:srgbClr val="DDE6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0" name="Freeform 2036">
              <a:extLst>
                <a:ext uri="{FF2B5EF4-FFF2-40B4-BE49-F238E27FC236}">
                  <a16:creationId xmlns:a16="http://schemas.microsoft.com/office/drawing/2014/main" id="{74C51A5E-63AA-E755-3156-4495D3144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" y="1119"/>
              <a:ext cx="244" cy="700"/>
            </a:xfrm>
            <a:custGeom>
              <a:avLst/>
              <a:gdLst>
                <a:gd name="T0" fmla="*/ 141 w 118"/>
                <a:gd name="T1" fmla="*/ 810 h 317"/>
                <a:gd name="T2" fmla="*/ 60 w 118"/>
                <a:gd name="T3" fmla="*/ 375 h 317"/>
                <a:gd name="T4" fmla="*/ 316 w 118"/>
                <a:gd name="T5" fmla="*/ 33 h 317"/>
                <a:gd name="T6" fmla="*/ 1017 w 118"/>
                <a:gd name="T7" fmla="*/ 1444 h 317"/>
                <a:gd name="T8" fmla="*/ 356 w 118"/>
                <a:gd name="T9" fmla="*/ 3359 h 317"/>
                <a:gd name="T10" fmla="*/ 124 w 118"/>
                <a:gd name="T11" fmla="*/ 2122 h 317"/>
                <a:gd name="T12" fmla="*/ 292 w 118"/>
                <a:gd name="T13" fmla="*/ 1789 h 317"/>
                <a:gd name="T14" fmla="*/ 389 w 118"/>
                <a:gd name="T15" fmla="*/ 1400 h 317"/>
                <a:gd name="T16" fmla="*/ 265 w 118"/>
                <a:gd name="T17" fmla="*/ 980 h 317"/>
                <a:gd name="T18" fmla="*/ 141 w 118"/>
                <a:gd name="T19" fmla="*/ 810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6" y="75"/>
                  </a:moveTo>
                  <a:cubicBezTo>
                    <a:pt x="11" y="65"/>
                    <a:pt x="7" y="52"/>
                    <a:pt x="7" y="35"/>
                  </a:cubicBezTo>
                  <a:cubicBezTo>
                    <a:pt x="7" y="10"/>
                    <a:pt x="24" y="5"/>
                    <a:pt x="36" y="3"/>
                  </a:cubicBezTo>
                  <a:cubicBezTo>
                    <a:pt x="69" y="0"/>
                    <a:pt x="113" y="53"/>
                    <a:pt x="115" y="134"/>
                  </a:cubicBezTo>
                  <a:cubicBezTo>
                    <a:pt x="118" y="214"/>
                    <a:pt x="86" y="308"/>
                    <a:pt x="40" y="312"/>
                  </a:cubicBezTo>
                  <a:cubicBezTo>
                    <a:pt x="0" y="317"/>
                    <a:pt x="0" y="243"/>
                    <a:pt x="14" y="197"/>
                  </a:cubicBezTo>
                  <a:cubicBezTo>
                    <a:pt x="18" y="185"/>
                    <a:pt x="28" y="172"/>
                    <a:pt x="33" y="166"/>
                  </a:cubicBezTo>
                  <a:cubicBezTo>
                    <a:pt x="39" y="158"/>
                    <a:pt x="44" y="145"/>
                    <a:pt x="44" y="130"/>
                  </a:cubicBezTo>
                  <a:cubicBezTo>
                    <a:pt x="44" y="113"/>
                    <a:pt x="38" y="98"/>
                    <a:pt x="30" y="91"/>
                  </a:cubicBezTo>
                  <a:cubicBezTo>
                    <a:pt x="27" y="88"/>
                    <a:pt x="19" y="81"/>
                    <a:pt x="16" y="75"/>
                  </a:cubicBezTo>
                  <a:close/>
                </a:path>
              </a:pathLst>
            </a:custGeom>
            <a:solidFill>
              <a:srgbClr val="DDE6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1" name="Freeform 2037">
              <a:extLst>
                <a:ext uri="{FF2B5EF4-FFF2-40B4-BE49-F238E27FC236}">
                  <a16:creationId xmlns:a16="http://schemas.microsoft.com/office/drawing/2014/main" id="{F709C4B2-D027-8ED5-4C62-9C2B02B58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" y="1194"/>
              <a:ext cx="120" cy="610"/>
            </a:xfrm>
            <a:custGeom>
              <a:avLst/>
              <a:gdLst>
                <a:gd name="T0" fmla="*/ 52 w 58"/>
                <a:gd name="T1" fmla="*/ 9 h 276"/>
                <a:gd name="T2" fmla="*/ 159 w 58"/>
                <a:gd name="T3" fmla="*/ 444 h 276"/>
                <a:gd name="T4" fmla="*/ 283 w 58"/>
                <a:gd name="T5" fmla="*/ 614 h 276"/>
                <a:gd name="T6" fmla="*/ 408 w 58"/>
                <a:gd name="T7" fmla="*/ 1037 h 276"/>
                <a:gd name="T8" fmla="*/ 308 w 58"/>
                <a:gd name="T9" fmla="*/ 1426 h 276"/>
                <a:gd name="T10" fmla="*/ 141 w 58"/>
                <a:gd name="T11" fmla="*/ 1759 h 276"/>
                <a:gd name="T12" fmla="*/ 329 w 58"/>
                <a:gd name="T13" fmla="*/ 2946 h 276"/>
                <a:gd name="T14" fmla="*/ 337 w 58"/>
                <a:gd name="T15" fmla="*/ 2946 h 276"/>
                <a:gd name="T16" fmla="*/ 223 w 58"/>
                <a:gd name="T17" fmla="*/ 1759 h 276"/>
                <a:gd name="T18" fmla="*/ 416 w 58"/>
                <a:gd name="T19" fmla="*/ 1426 h 276"/>
                <a:gd name="T20" fmla="*/ 513 w 58"/>
                <a:gd name="T21" fmla="*/ 1037 h 276"/>
                <a:gd name="T22" fmla="*/ 381 w 58"/>
                <a:gd name="T23" fmla="*/ 597 h 276"/>
                <a:gd name="T24" fmla="*/ 52 w 58"/>
                <a:gd name="T25" fmla="*/ 0 h 2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76">
                  <a:moveTo>
                    <a:pt x="6" y="1"/>
                  </a:moveTo>
                  <a:cubicBezTo>
                    <a:pt x="6" y="18"/>
                    <a:pt x="13" y="31"/>
                    <a:pt x="18" y="41"/>
                  </a:cubicBezTo>
                  <a:cubicBezTo>
                    <a:pt x="21" y="47"/>
                    <a:pt x="29" y="54"/>
                    <a:pt x="32" y="57"/>
                  </a:cubicBezTo>
                  <a:cubicBezTo>
                    <a:pt x="40" y="64"/>
                    <a:pt x="46" y="79"/>
                    <a:pt x="46" y="96"/>
                  </a:cubicBezTo>
                  <a:cubicBezTo>
                    <a:pt x="46" y="111"/>
                    <a:pt x="41" y="124"/>
                    <a:pt x="35" y="132"/>
                  </a:cubicBezTo>
                  <a:cubicBezTo>
                    <a:pt x="30" y="138"/>
                    <a:pt x="20" y="151"/>
                    <a:pt x="16" y="163"/>
                  </a:cubicBezTo>
                  <a:cubicBezTo>
                    <a:pt x="0" y="213"/>
                    <a:pt x="2" y="276"/>
                    <a:pt x="37" y="273"/>
                  </a:cubicBezTo>
                  <a:cubicBezTo>
                    <a:pt x="38" y="273"/>
                    <a:pt x="37" y="273"/>
                    <a:pt x="38" y="273"/>
                  </a:cubicBezTo>
                  <a:cubicBezTo>
                    <a:pt x="0" y="270"/>
                    <a:pt x="13" y="203"/>
                    <a:pt x="25" y="163"/>
                  </a:cubicBezTo>
                  <a:cubicBezTo>
                    <a:pt x="29" y="152"/>
                    <a:pt x="43" y="137"/>
                    <a:pt x="47" y="132"/>
                  </a:cubicBezTo>
                  <a:cubicBezTo>
                    <a:pt x="54" y="123"/>
                    <a:pt x="58" y="110"/>
                    <a:pt x="58" y="96"/>
                  </a:cubicBezTo>
                  <a:cubicBezTo>
                    <a:pt x="58" y="79"/>
                    <a:pt x="51" y="62"/>
                    <a:pt x="43" y="55"/>
                  </a:cubicBezTo>
                  <a:cubicBezTo>
                    <a:pt x="26" y="41"/>
                    <a:pt x="6" y="28"/>
                    <a:pt x="6" y="0"/>
                  </a:cubicBezTo>
                </a:path>
              </a:pathLst>
            </a:custGeom>
            <a:solidFill>
              <a:srgbClr val="F7F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2" name="Freeform 2038">
              <a:extLst>
                <a:ext uri="{FF2B5EF4-FFF2-40B4-BE49-F238E27FC236}">
                  <a16:creationId xmlns:a16="http://schemas.microsoft.com/office/drawing/2014/main" id="{979CAEE5-D7E7-E6CD-6E0F-E4B050912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1320"/>
              <a:ext cx="72" cy="234"/>
            </a:xfrm>
            <a:custGeom>
              <a:avLst/>
              <a:gdLst>
                <a:gd name="T0" fmla="*/ 140 w 35"/>
                <a:gd name="T1" fmla="*/ 0 h 106"/>
                <a:gd name="T2" fmla="*/ 263 w 35"/>
                <a:gd name="T3" fmla="*/ 419 h 106"/>
                <a:gd name="T4" fmla="*/ 165 w 35"/>
                <a:gd name="T5" fmla="*/ 808 h 106"/>
                <a:gd name="T6" fmla="*/ 0 w 35"/>
                <a:gd name="T7" fmla="*/ 1141 h 106"/>
                <a:gd name="T8" fmla="*/ 200 w 35"/>
                <a:gd name="T9" fmla="*/ 808 h 106"/>
                <a:gd name="T10" fmla="*/ 296 w 35"/>
                <a:gd name="T11" fmla="*/ 400 h 106"/>
                <a:gd name="T12" fmla="*/ 140 w 35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06">
                  <a:moveTo>
                    <a:pt x="16" y="0"/>
                  </a:moveTo>
                  <a:cubicBezTo>
                    <a:pt x="24" y="7"/>
                    <a:pt x="30" y="22"/>
                    <a:pt x="30" y="39"/>
                  </a:cubicBezTo>
                  <a:cubicBezTo>
                    <a:pt x="30" y="54"/>
                    <a:pt x="25" y="67"/>
                    <a:pt x="19" y="75"/>
                  </a:cubicBezTo>
                  <a:cubicBezTo>
                    <a:pt x="14" y="81"/>
                    <a:pt x="4" y="94"/>
                    <a:pt x="0" y="106"/>
                  </a:cubicBezTo>
                  <a:cubicBezTo>
                    <a:pt x="5" y="95"/>
                    <a:pt x="15" y="88"/>
                    <a:pt x="23" y="75"/>
                  </a:cubicBezTo>
                  <a:cubicBezTo>
                    <a:pt x="31" y="63"/>
                    <a:pt x="35" y="50"/>
                    <a:pt x="34" y="37"/>
                  </a:cubicBezTo>
                  <a:cubicBezTo>
                    <a:pt x="32" y="23"/>
                    <a:pt x="26" y="4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3" name="Freeform 2039">
              <a:extLst>
                <a:ext uri="{FF2B5EF4-FFF2-40B4-BE49-F238E27FC236}">
                  <a16:creationId xmlns:a16="http://schemas.microsoft.com/office/drawing/2014/main" id="{37755186-1AE2-5B32-4B13-1D3D043EE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" y="1194"/>
              <a:ext cx="120" cy="610"/>
            </a:xfrm>
            <a:custGeom>
              <a:avLst/>
              <a:gdLst>
                <a:gd name="T0" fmla="*/ 461 w 58"/>
                <a:gd name="T1" fmla="*/ 9 h 276"/>
                <a:gd name="T2" fmla="*/ 356 w 58"/>
                <a:gd name="T3" fmla="*/ 444 h 276"/>
                <a:gd name="T4" fmla="*/ 232 w 58"/>
                <a:gd name="T5" fmla="*/ 614 h 276"/>
                <a:gd name="T6" fmla="*/ 108 w 58"/>
                <a:gd name="T7" fmla="*/ 1037 h 276"/>
                <a:gd name="T8" fmla="*/ 205 w 58"/>
                <a:gd name="T9" fmla="*/ 1426 h 276"/>
                <a:gd name="T10" fmla="*/ 372 w 58"/>
                <a:gd name="T11" fmla="*/ 1759 h 276"/>
                <a:gd name="T12" fmla="*/ 184 w 58"/>
                <a:gd name="T13" fmla="*/ 2946 h 276"/>
                <a:gd name="T14" fmla="*/ 176 w 58"/>
                <a:gd name="T15" fmla="*/ 2946 h 276"/>
                <a:gd name="T16" fmla="*/ 292 w 58"/>
                <a:gd name="T17" fmla="*/ 1759 h 276"/>
                <a:gd name="T18" fmla="*/ 99 w 58"/>
                <a:gd name="T19" fmla="*/ 1426 h 276"/>
                <a:gd name="T20" fmla="*/ 0 w 58"/>
                <a:gd name="T21" fmla="*/ 1037 h 276"/>
                <a:gd name="T22" fmla="*/ 132 w 58"/>
                <a:gd name="T23" fmla="*/ 597 h 276"/>
                <a:gd name="T24" fmla="*/ 461 w 58"/>
                <a:gd name="T25" fmla="*/ 0 h 2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76">
                  <a:moveTo>
                    <a:pt x="52" y="1"/>
                  </a:moveTo>
                  <a:cubicBezTo>
                    <a:pt x="52" y="18"/>
                    <a:pt x="46" y="31"/>
                    <a:pt x="40" y="41"/>
                  </a:cubicBezTo>
                  <a:cubicBezTo>
                    <a:pt x="37" y="47"/>
                    <a:pt x="29" y="54"/>
                    <a:pt x="26" y="57"/>
                  </a:cubicBezTo>
                  <a:cubicBezTo>
                    <a:pt x="18" y="64"/>
                    <a:pt x="12" y="79"/>
                    <a:pt x="12" y="96"/>
                  </a:cubicBezTo>
                  <a:cubicBezTo>
                    <a:pt x="12" y="111"/>
                    <a:pt x="17" y="124"/>
                    <a:pt x="23" y="132"/>
                  </a:cubicBezTo>
                  <a:cubicBezTo>
                    <a:pt x="28" y="138"/>
                    <a:pt x="38" y="151"/>
                    <a:pt x="42" y="163"/>
                  </a:cubicBezTo>
                  <a:cubicBezTo>
                    <a:pt x="58" y="213"/>
                    <a:pt x="56" y="276"/>
                    <a:pt x="21" y="273"/>
                  </a:cubicBezTo>
                  <a:cubicBezTo>
                    <a:pt x="20" y="273"/>
                    <a:pt x="21" y="273"/>
                    <a:pt x="20" y="273"/>
                  </a:cubicBezTo>
                  <a:cubicBezTo>
                    <a:pt x="58" y="270"/>
                    <a:pt x="45" y="203"/>
                    <a:pt x="33" y="163"/>
                  </a:cubicBezTo>
                  <a:cubicBezTo>
                    <a:pt x="29" y="152"/>
                    <a:pt x="15" y="137"/>
                    <a:pt x="11" y="132"/>
                  </a:cubicBezTo>
                  <a:cubicBezTo>
                    <a:pt x="4" y="123"/>
                    <a:pt x="0" y="110"/>
                    <a:pt x="0" y="96"/>
                  </a:cubicBezTo>
                  <a:cubicBezTo>
                    <a:pt x="0" y="79"/>
                    <a:pt x="7" y="62"/>
                    <a:pt x="15" y="55"/>
                  </a:cubicBezTo>
                  <a:cubicBezTo>
                    <a:pt x="32" y="41"/>
                    <a:pt x="52" y="28"/>
                    <a:pt x="52" y="0"/>
                  </a:cubicBezTo>
                </a:path>
              </a:pathLst>
            </a:custGeom>
            <a:solidFill>
              <a:srgbClr val="AFC8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4" name="Freeform 2040">
              <a:extLst>
                <a:ext uri="{FF2B5EF4-FFF2-40B4-BE49-F238E27FC236}">
                  <a16:creationId xmlns:a16="http://schemas.microsoft.com/office/drawing/2014/main" id="{61F500E0-F327-834A-8A52-41F40AE4C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1320"/>
              <a:ext cx="73" cy="234"/>
            </a:xfrm>
            <a:custGeom>
              <a:avLst/>
              <a:gdLst>
                <a:gd name="T0" fmla="*/ 173 w 35"/>
                <a:gd name="T1" fmla="*/ 0 h 106"/>
                <a:gd name="T2" fmla="*/ 44 w 35"/>
                <a:gd name="T3" fmla="*/ 419 h 106"/>
                <a:gd name="T4" fmla="*/ 144 w 35"/>
                <a:gd name="T5" fmla="*/ 808 h 106"/>
                <a:gd name="T6" fmla="*/ 317 w 35"/>
                <a:gd name="T7" fmla="*/ 1141 h 106"/>
                <a:gd name="T8" fmla="*/ 108 w 35"/>
                <a:gd name="T9" fmla="*/ 808 h 106"/>
                <a:gd name="T10" fmla="*/ 8 w 35"/>
                <a:gd name="T11" fmla="*/ 400 h 106"/>
                <a:gd name="T12" fmla="*/ 173 w 35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06">
                  <a:moveTo>
                    <a:pt x="19" y="0"/>
                  </a:moveTo>
                  <a:cubicBezTo>
                    <a:pt x="11" y="7"/>
                    <a:pt x="5" y="22"/>
                    <a:pt x="5" y="39"/>
                  </a:cubicBezTo>
                  <a:cubicBezTo>
                    <a:pt x="5" y="54"/>
                    <a:pt x="10" y="67"/>
                    <a:pt x="16" y="75"/>
                  </a:cubicBezTo>
                  <a:cubicBezTo>
                    <a:pt x="21" y="81"/>
                    <a:pt x="31" y="94"/>
                    <a:pt x="35" y="106"/>
                  </a:cubicBezTo>
                  <a:cubicBezTo>
                    <a:pt x="30" y="95"/>
                    <a:pt x="20" y="88"/>
                    <a:pt x="12" y="75"/>
                  </a:cubicBezTo>
                  <a:cubicBezTo>
                    <a:pt x="4" y="63"/>
                    <a:pt x="0" y="50"/>
                    <a:pt x="1" y="37"/>
                  </a:cubicBezTo>
                  <a:cubicBezTo>
                    <a:pt x="3" y="23"/>
                    <a:pt x="9" y="4"/>
                    <a:pt x="19" y="0"/>
                  </a:cubicBezTo>
                  <a:close/>
                </a:path>
              </a:pathLst>
            </a:custGeom>
            <a:solidFill>
              <a:srgbClr val="62A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5" name="Freeform 2041">
              <a:extLst>
                <a:ext uri="{FF2B5EF4-FFF2-40B4-BE49-F238E27FC236}">
                  <a16:creationId xmlns:a16="http://schemas.microsoft.com/office/drawing/2014/main" id="{5794FB44-C192-516E-9E9A-31E418541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" y="1121"/>
              <a:ext cx="160" cy="678"/>
            </a:xfrm>
            <a:custGeom>
              <a:avLst/>
              <a:gdLst>
                <a:gd name="T0" fmla="*/ 73 w 77"/>
                <a:gd name="T1" fmla="*/ 20 h 307"/>
                <a:gd name="T2" fmla="*/ 341 w 77"/>
                <a:gd name="T3" fmla="*/ 367 h 307"/>
                <a:gd name="T4" fmla="*/ 251 w 77"/>
                <a:gd name="T5" fmla="*/ 795 h 307"/>
                <a:gd name="T6" fmla="*/ 133 w 77"/>
                <a:gd name="T7" fmla="*/ 970 h 307"/>
                <a:gd name="T8" fmla="*/ 0 w 77"/>
                <a:gd name="T9" fmla="*/ 1389 h 307"/>
                <a:gd name="T10" fmla="*/ 108 w 77"/>
                <a:gd name="T11" fmla="*/ 1776 h 307"/>
                <a:gd name="T12" fmla="*/ 268 w 77"/>
                <a:gd name="T13" fmla="*/ 2111 h 307"/>
                <a:gd name="T14" fmla="*/ 199 w 77"/>
                <a:gd name="T15" fmla="*/ 3306 h 307"/>
                <a:gd name="T16" fmla="*/ 349 w 77"/>
                <a:gd name="T17" fmla="*/ 3253 h 307"/>
                <a:gd name="T18" fmla="*/ 492 w 77"/>
                <a:gd name="T19" fmla="*/ 3306 h 307"/>
                <a:gd name="T20" fmla="*/ 424 w 77"/>
                <a:gd name="T21" fmla="*/ 2111 h 307"/>
                <a:gd name="T22" fmla="*/ 592 w 77"/>
                <a:gd name="T23" fmla="*/ 1776 h 307"/>
                <a:gd name="T24" fmla="*/ 690 w 77"/>
                <a:gd name="T25" fmla="*/ 1389 h 307"/>
                <a:gd name="T26" fmla="*/ 565 w 77"/>
                <a:gd name="T27" fmla="*/ 970 h 307"/>
                <a:gd name="T28" fmla="*/ 441 w 77"/>
                <a:gd name="T29" fmla="*/ 795 h 307"/>
                <a:gd name="T30" fmla="*/ 357 w 77"/>
                <a:gd name="T31" fmla="*/ 367 h 307"/>
                <a:gd name="T32" fmla="*/ 617 w 77"/>
                <a:gd name="T33" fmla="*/ 20 h 307"/>
                <a:gd name="T34" fmla="*/ 673 w 77"/>
                <a:gd name="T35" fmla="*/ 20 h 307"/>
                <a:gd name="T36" fmla="*/ 349 w 77"/>
                <a:gd name="T37" fmla="*/ 0 h 307"/>
                <a:gd name="T38" fmla="*/ 349 w 77"/>
                <a:gd name="T39" fmla="*/ 0 h 307"/>
                <a:gd name="T40" fmla="*/ 25 w 77"/>
                <a:gd name="T41" fmla="*/ 20 h 307"/>
                <a:gd name="T42" fmla="*/ 73 w 77"/>
                <a:gd name="T43" fmla="*/ 20 h 3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7" h="307">
                  <a:moveTo>
                    <a:pt x="8" y="2"/>
                  </a:move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3" y="290"/>
                    <a:pt x="36" y="233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4" y="64"/>
                    <a:pt x="40" y="51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1" y="2"/>
                    <a:pt x="73" y="2"/>
                    <a:pt x="75" y="2"/>
                  </a:cubicBezTo>
                  <a:cubicBezTo>
                    <a:pt x="64" y="1"/>
                    <a:pt x="52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lose/>
                </a:path>
              </a:pathLst>
            </a:custGeom>
            <a:solidFill>
              <a:srgbClr val="62A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6" name="Freeform 2042">
              <a:extLst>
                <a:ext uri="{FF2B5EF4-FFF2-40B4-BE49-F238E27FC236}">
                  <a16:creationId xmlns:a16="http://schemas.microsoft.com/office/drawing/2014/main" id="{56755BF6-CA47-AE88-0276-BD02293D4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126"/>
              <a:ext cx="177" cy="662"/>
            </a:xfrm>
            <a:custGeom>
              <a:avLst/>
              <a:gdLst>
                <a:gd name="T0" fmla="*/ 641 w 85"/>
                <a:gd name="T1" fmla="*/ 1538 h 300"/>
                <a:gd name="T2" fmla="*/ 35 w 85"/>
                <a:gd name="T3" fmla="*/ 88 h 300"/>
                <a:gd name="T4" fmla="*/ 17 w 85"/>
                <a:gd name="T5" fmla="*/ 88 h 300"/>
                <a:gd name="T6" fmla="*/ 125 w 85"/>
                <a:gd name="T7" fmla="*/ 53 h 300"/>
                <a:gd name="T8" fmla="*/ 758 w 85"/>
                <a:gd name="T9" fmla="*/ 1461 h 300"/>
                <a:gd name="T10" fmla="*/ 260 w 85"/>
                <a:gd name="T11" fmla="*/ 3224 h 300"/>
                <a:gd name="T12" fmla="*/ 641 w 85"/>
                <a:gd name="T13" fmla="*/ 1538 h 3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300">
                  <a:moveTo>
                    <a:pt x="71" y="143"/>
                  </a:moveTo>
                  <a:cubicBezTo>
                    <a:pt x="72" y="71"/>
                    <a:pt x="38" y="0"/>
                    <a:pt x="4" y="8"/>
                  </a:cubicBezTo>
                  <a:cubicBezTo>
                    <a:pt x="2" y="8"/>
                    <a:pt x="0" y="8"/>
                    <a:pt x="2" y="8"/>
                  </a:cubicBezTo>
                  <a:cubicBezTo>
                    <a:pt x="6" y="6"/>
                    <a:pt x="11" y="5"/>
                    <a:pt x="14" y="5"/>
                  </a:cubicBezTo>
                  <a:cubicBezTo>
                    <a:pt x="42" y="6"/>
                    <a:pt x="85" y="60"/>
                    <a:pt x="84" y="136"/>
                  </a:cubicBezTo>
                  <a:cubicBezTo>
                    <a:pt x="83" y="200"/>
                    <a:pt x="63" y="277"/>
                    <a:pt x="29" y="300"/>
                  </a:cubicBezTo>
                  <a:cubicBezTo>
                    <a:pt x="59" y="270"/>
                    <a:pt x="70" y="209"/>
                    <a:pt x="71" y="143"/>
                  </a:cubicBezTo>
                  <a:close/>
                </a:path>
              </a:pathLst>
            </a:custGeom>
            <a:solidFill>
              <a:srgbClr val="AFC8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7" name="Freeform 2043">
              <a:extLst>
                <a:ext uri="{FF2B5EF4-FFF2-40B4-BE49-F238E27FC236}">
                  <a16:creationId xmlns:a16="http://schemas.microsoft.com/office/drawing/2014/main" id="{8B19076A-66CD-EF12-B120-74161DA09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274"/>
              <a:ext cx="41" cy="307"/>
            </a:xfrm>
            <a:custGeom>
              <a:avLst/>
              <a:gdLst>
                <a:gd name="T0" fmla="*/ 0 w 20"/>
                <a:gd name="T1" fmla="*/ 0 h 139"/>
                <a:gd name="T2" fmla="*/ 43 w 20"/>
                <a:gd name="T3" fmla="*/ 1497 h 139"/>
                <a:gd name="T4" fmla="*/ 0 w 20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9">
                  <a:moveTo>
                    <a:pt x="0" y="0"/>
                  </a:moveTo>
                  <a:cubicBezTo>
                    <a:pt x="10" y="27"/>
                    <a:pt x="20" y="77"/>
                    <a:pt x="5" y="139"/>
                  </a:cubicBezTo>
                  <a:cubicBezTo>
                    <a:pt x="8" y="110"/>
                    <a:pt x="13" y="44"/>
                    <a:pt x="0" y="0"/>
                  </a:cubicBezTo>
                  <a:close/>
                </a:path>
              </a:pathLst>
            </a:custGeom>
            <a:solidFill>
              <a:srgbClr val="62AE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8" name="Freeform 2044">
              <a:extLst>
                <a:ext uri="{FF2B5EF4-FFF2-40B4-BE49-F238E27FC236}">
                  <a16:creationId xmlns:a16="http://schemas.microsoft.com/office/drawing/2014/main" id="{FC9CA483-13AB-696B-08D7-4067A4599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" y="1132"/>
              <a:ext cx="187" cy="650"/>
            </a:xfrm>
            <a:custGeom>
              <a:avLst/>
              <a:gdLst>
                <a:gd name="T0" fmla="*/ 91 w 90"/>
                <a:gd name="T1" fmla="*/ 1526 h 294"/>
                <a:gd name="T2" fmla="*/ 798 w 90"/>
                <a:gd name="T3" fmla="*/ 88 h 294"/>
                <a:gd name="T4" fmla="*/ 808 w 90"/>
                <a:gd name="T5" fmla="*/ 88 h 294"/>
                <a:gd name="T6" fmla="*/ 648 w 90"/>
                <a:gd name="T7" fmla="*/ 20 h 294"/>
                <a:gd name="T8" fmla="*/ 0 w 90"/>
                <a:gd name="T9" fmla="*/ 1457 h 294"/>
                <a:gd name="T10" fmla="*/ 492 w 90"/>
                <a:gd name="T11" fmla="*/ 3177 h 294"/>
                <a:gd name="T12" fmla="*/ 91 w 90"/>
                <a:gd name="T13" fmla="*/ 1526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294">
                  <a:moveTo>
                    <a:pt x="10" y="141"/>
                  </a:moveTo>
                  <a:cubicBezTo>
                    <a:pt x="10" y="65"/>
                    <a:pt x="58" y="6"/>
                    <a:pt x="89" y="8"/>
                  </a:cubicBezTo>
                  <a:cubicBezTo>
                    <a:pt x="90" y="8"/>
                    <a:pt x="90" y="8"/>
                    <a:pt x="90" y="8"/>
                  </a:cubicBezTo>
                  <a:cubicBezTo>
                    <a:pt x="84" y="4"/>
                    <a:pt x="77" y="2"/>
                    <a:pt x="72" y="2"/>
                  </a:cubicBezTo>
                  <a:cubicBezTo>
                    <a:pt x="40" y="0"/>
                    <a:pt x="0" y="58"/>
                    <a:pt x="0" y="135"/>
                  </a:cubicBezTo>
                  <a:cubicBezTo>
                    <a:pt x="0" y="199"/>
                    <a:pt x="21" y="271"/>
                    <a:pt x="55" y="294"/>
                  </a:cubicBezTo>
                  <a:cubicBezTo>
                    <a:pt x="25" y="264"/>
                    <a:pt x="10" y="207"/>
                    <a:pt x="10" y="141"/>
                  </a:cubicBezTo>
                  <a:close/>
                </a:path>
              </a:pathLst>
            </a:custGeom>
            <a:solidFill>
              <a:srgbClr val="F7F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9" name="Freeform 2045">
              <a:extLst>
                <a:ext uri="{FF2B5EF4-FFF2-40B4-BE49-F238E27FC236}">
                  <a16:creationId xmlns:a16="http://schemas.microsoft.com/office/drawing/2014/main" id="{C8210892-2256-CD3D-6A84-5918783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" y="1137"/>
              <a:ext cx="143" cy="294"/>
            </a:xfrm>
            <a:custGeom>
              <a:avLst/>
              <a:gdLst>
                <a:gd name="T0" fmla="*/ 0 w 69"/>
                <a:gd name="T1" fmla="*/ 1437 h 133"/>
                <a:gd name="T2" fmla="*/ 613 w 69"/>
                <a:gd name="T3" fmla="*/ 20 h 133"/>
                <a:gd name="T4" fmla="*/ 0 w 69"/>
                <a:gd name="T5" fmla="*/ 1437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33">
                  <a:moveTo>
                    <a:pt x="0" y="133"/>
                  </a:moveTo>
                  <a:cubicBezTo>
                    <a:pt x="0" y="56"/>
                    <a:pt x="38" y="0"/>
                    <a:pt x="69" y="2"/>
                  </a:cubicBezTo>
                  <a:cubicBezTo>
                    <a:pt x="52" y="7"/>
                    <a:pt x="11" y="38"/>
                    <a:pt x="0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0" name="Freeform 2046">
              <a:extLst>
                <a:ext uri="{FF2B5EF4-FFF2-40B4-BE49-F238E27FC236}">
                  <a16:creationId xmlns:a16="http://schemas.microsoft.com/office/drawing/2014/main" id="{60D3A1C2-D44D-51B4-E4E9-BAAB9060EC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8" y="1121"/>
              <a:ext cx="160" cy="678"/>
            </a:xfrm>
            <a:custGeom>
              <a:avLst/>
              <a:gdLst>
                <a:gd name="T0" fmla="*/ 393 w 77"/>
                <a:gd name="T1" fmla="*/ 2228 h 307"/>
                <a:gd name="T2" fmla="*/ 405 w 77"/>
                <a:gd name="T3" fmla="*/ 2200 h 307"/>
                <a:gd name="T4" fmla="*/ 424 w 77"/>
                <a:gd name="T5" fmla="*/ 2111 h 307"/>
                <a:gd name="T6" fmla="*/ 592 w 77"/>
                <a:gd name="T7" fmla="*/ 1776 h 307"/>
                <a:gd name="T8" fmla="*/ 690 w 77"/>
                <a:gd name="T9" fmla="*/ 1389 h 307"/>
                <a:gd name="T10" fmla="*/ 565 w 77"/>
                <a:gd name="T11" fmla="*/ 970 h 307"/>
                <a:gd name="T12" fmla="*/ 441 w 77"/>
                <a:gd name="T13" fmla="*/ 795 h 307"/>
                <a:gd name="T14" fmla="*/ 376 w 77"/>
                <a:gd name="T15" fmla="*/ 590 h 307"/>
                <a:gd name="T16" fmla="*/ 376 w 77"/>
                <a:gd name="T17" fmla="*/ 570 h 307"/>
                <a:gd name="T18" fmla="*/ 368 w 77"/>
                <a:gd name="T19" fmla="*/ 517 h 307"/>
                <a:gd name="T20" fmla="*/ 357 w 77"/>
                <a:gd name="T21" fmla="*/ 367 h 307"/>
                <a:gd name="T22" fmla="*/ 617 w 77"/>
                <a:gd name="T23" fmla="*/ 20 h 307"/>
                <a:gd name="T24" fmla="*/ 648 w 77"/>
                <a:gd name="T25" fmla="*/ 20 h 307"/>
                <a:gd name="T26" fmla="*/ 657 w 77"/>
                <a:gd name="T27" fmla="*/ 20 h 307"/>
                <a:gd name="T28" fmla="*/ 349 w 77"/>
                <a:gd name="T29" fmla="*/ 0 h 307"/>
                <a:gd name="T30" fmla="*/ 349 w 77"/>
                <a:gd name="T31" fmla="*/ 0 h 307"/>
                <a:gd name="T32" fmla="*/ 25 w 77"/>
                <a:gd name="T33" fmla="*/ 20 h 307"/>
                <a:gd name="T34" fmla="*/ 73 w 77"/>
                <a:gd name="T35" fmla="*/ 20 h 307"/>
                <a:gd name="T36" fmla="*/ 341 w 77"/>
                <a:gd name="T37" fmla="*/ 367 h 307"/>
                <a:gd name="T38" fmla="*/ 251 w 77"/>
                <a:gd name="T39" fmla="*/ 795 h 307"/>
                <a:gd name="T40" fmla="*/ 133 w 77"/>
                <a:gd name="T41" fmla="*/ 970 h 307"/>
                <a:gd name="T42" fmla="*/ 0 w 77"/>
                <a:gd name="T43" fmla="*/ 1389 h 307"/>
                <a:gd name="T44" fmla="*/ 108 w 77"/>
                <a:gd name="T45" fmla="*/ 1776 h 307"/>
                <a:gd name="T46" fmla="*/ 268 w 77"/>
                <a:gd name="T47" fmla="*/ 2111 h 307"/>
                <a:gd name="T48" fmla="*/ 199 w 77"/>
                <a:gd name="T49" fmla="*/ 3306 h 307"/>
                <a:gd name="T50" fmla="*/ 349 w 77"/>
                <a:gd name="T51" fmla="*/ 3253 h 307"/>
                <a:gd name="T52" fmla="*/ 492 w 77"/>
                <a:gd name="T53" fmla="*/ 3306 h 307"/>
                <a:gd name="T54" fmla="*/ 384 w 77"/>
                <a:gd name="T55" fmla="*/ 2292 h 307"/>
                <a:gd name="T56" fmla="*/ 393 w 77"/>
                <a:gd name="T57" fmla="*/ 2228 h 307"/>
                <a:gd name="T58" fmla="*/ 260 w 77"/>
                <a:gd name="T59" fmla="*/ 1069 h 307"/>
                <a:gd name="T60" fmla="*/ 308 w 77"/>
                <a:gd name="T61" fmla="*/ 936 h 307"/>
                <a:gd name="T62" fmla="*/ 601 w 77"/>
                <a:gd name="T63" fmla="*/ 1219 h 307"/>
                <a:gd name="T64" fmla="*/ 501 w 77"/>
                <a:gd name="T65" fmla="*/ 1791 h 307"/>
                <a:gd name="T66" fmla="*/ 297 w 77"/>
                <a:gd name="T67" fmla="*/ 1941 h 307"/>
                <a:gd name="T68" fmla="*/ 199 w 77"/>
                <a:gd name="T69" fmla="*/ 1595 h 307"/>
                <a:gd name="T70" fmla="*/ 260 w 77"/>
                <a:gd name="T71" fmla="*/ 1069 h 30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7" h="307">
                  <a:moveTo>
                    <a:pt x="44" y="207"/>
                  </a:moveTo>
                  <a:cubicBezTo>
                    <a:pt x="45" y="206"/>
                    <a:pt x="45" y="205"/>
                    <a:pt x="45" y="204"/>
                  </a:cubicBezTo>
                  <a:cubicBezTo>
                    <a:pt x="46" y="201"/>
                    <a:pt x="47" y="198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6" y="68"/>
                    <a:pt x="44" y="62"/>
                    <a:pt x="42" y="55"/>
                  </a:cubicBezTo>
                  <a:cubicBezTo>
                    <a:pt x="42" y="54"/>
                    <a:pt x="42" y="54"/>
                    <a:pt x="42" y="53"/>
                  </a:cubicBezTo>
                  <a:cubicBezTo>
                    <a:pt x="41" y="52"/>
                    <a:pt x="41" y="50"/>
                    <a:pt x="41" y="48"/>
                  </a:cubicBezTo>
                  <a:cubicBezTo>
                    <a:pt x="40" y="43"/>
                    <a:pt x="40" y="39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0" y="2"/>
                    <a:pt x="71" y="2"/>
                    <a:pt x="72" y="2"/>
                  </a:cubicBezTo>
                  <a:cubicBezTo>
                    <a:pt x="73" y="2"/>
                    <a:pt x="73" y="2"/>
                    <a:pt x="73" y="2"/>
                  </a:cubicBezTo>
                  <a:cubicBezTo>
                    <a:pt x="62" y="1"/>
                    <a:pt x="51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7" y="293"/>
                    <a:pt x="36" y="249"/>
                    <a:pt x="43" y="213"/>
                  </a:cubicBezTo>
                  <a:cubicBezTo>
                    <a:pt x="43" y="211"/>
                    <a:pt x="44" y="209"/>
                    <a:pt x="44" y="207"/>
                  </a:cubicBezTo>
                  <a:close/>
                  <a:moveTo>
                    <a:pt x="29" y="99"/>
                  </a:moveTo>
                  <a:cubicBezTo>
                    <a:pt x="30" y="95"/>
                    <a:pt x="32" y="91"/>
                    <a:pt x="34" y="87"/>
                  </a:cubicBezTo>
                  <a:cubicBezTo>
                    <a:pt x="41" y="77"/>
                    <a:pt x="61" y="93"/>
                    <a:pt x="67" y="113"/>
                  </a:cubicBezTo>
                  <a:cubicBezTo>
                    <a:pt x="73" y="133"/>
                    <a:pt x="69" y="151"/>
                    <a:pt x="56" y="166"/>
                  </a:cubicBezTo>
                  <a:cubicBezTo>
                    <a:pt x="44" y="180"/>
                    <a:pt x="40" y="186"/>
                    <a:pt x="33" y="180"/>
                  </a:cubicBezTo>
                  <a:cubicBezTo>
                    <a:pt x="29" y="172"/>
                    <a:pt x="24" y="161"/>
                    <a:pt x="22" y="148"/>
                  </a:cubicBezTo>
                  <a:cubicBezTo>
                    <a:pt x="18" y="127"/>
                    <a:pt x="21" y="116"/>
                    <a:pt x="29" y="99"/>
                  </a:cubicBezTo>
                  <a:close/>
                </a:path>
              </a:pathLst>
            </a:custGeom>
            <a:solidFill>
              <a:srgbClr val="5AA0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1" name="Freeform 2047">
              <a:extLst>
                <a:ext uri="{FF2B5EF4-FFF2-40B4-BE49-F238E27FC236}">
                  <a16:creationId xmlns:a16="http://schemas.microsoft.com/office/drawing/2014/main" id="{BD8D9DEE-A034-49A0-675B-AF9B7683A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" y="1194"/>
              <a:ext cx="114" cy="605"/>
            </a:xfrm>
            <a:custGeom>
              <a:avLst/>
              <a:gdLst>
                <a:gd name="T0" fmla="*/ 267 w 55"/>
                <a:gd name="T1" fmla="*/ 1755 h 274"/>
                <a:gd name="T2" fmla="*/ 197 w 55"/>
                <a:gd name="T3" fmla="*/ 2950 h 274"/>
                <a:gd name="T4" fmla="*/ 348 w 55"/>
                <a:gd name="T5" fmla="*/ 2897 h 274"/>
                <a:gd name="T6" fmla="*/ 489 w 55"/>
                <a:gd name="T7" fmla="*/ 2950 h 274"/>
                <a:gd name="T8" fmla="*/ 417 w 55"/>
                <a:gd name="T9" fmla="*/ 1755 h 274"/>
                <a:gd name="T10" fmla="*/ 425 w 55"/>
                <a:gd name="T11" fmla="*/ 1731 h 274"/>
                <a:gd name="T12" fmla="*/ 357 w 55"/>
                <a:gd name="T13" fmla="*/ 1800 h 274"/>
                <a:gd name="T14" fmla="*/ 197 w 55"/>
                <a:gd name="T15" fmla="*/ 1462 h 274"/>
                <a:gd name="T16" fmla="*/ 151 w 55"/>
                <a:gd name="T17" fmla="*/ 731 h 274"/>
                <a:gd name="T18" fmla="*/ 276 w 55"/>
                <a:gd name="T19" fmla="*/ 552 h 274"/>
                <a:gd name="T20" fmla="*/ 456 w 55"/>
                <a:gd name="T21" fmla="*/ 484 h 274"/>
                <a:gd name="T22" fmla="*/ 456 w 55"/>
                <a:gd name="T23" fmla="*/ 473 h 274"/>
                <a:gd name="T24" fmla="*/ 437 w 55"/>
                <a:gd name="T25" fmla="*/ 444 h 274"/>
                <a:gd name="T26" fmla="*/ 357 w 55"/>
                <a:gd name="T27" fmla="*/ 9 h 274"/>
                <a:gd name="T28" fmla="*/ 357 w 55"/>
                <a:gd name="T29" fmla="*/ 0 h 274"/>
                <a:gd name="T30" fmla="*/ 340 w 55"/>
                <a:gd name="T31" fmla="*/ 9 h 274"/>
                <a:gd name="T32" fmla="*/ 249 w 55"/>
                <a:gd name="T33" fmla="*/ 444 h 274"/>
                <a:gd name="T34" fmla="*/ 133 w 55"/>
                <a:gd name="T35" fmla="*/ 614 h 274"/>
                <a:gd name="T36" fmla="*/ 0 w 55"/>
                <a:gd name="T37" fmla="*/ 1033 h 274"/>
                <a:gd name="T38" fmla="*/ 108 w 55"/>
                <a:gd name="T39" fmla="*/ 1420 h 274"/>
                <a:gd name="T40" fmla="*/ 267 w 55"/>
                <a:gd name="T41" fmla="*/ 1755 h 2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5" h="274">
                  <a:moveTo>
                    <a:pt x="30" y="163"/>
                  </a:moveTo>
                  <a:cubicBezTo>
                    <a:pt x="41" y="200"/>
                    <a:pt x="44" y="257"/>
                    <a:pt x="22" y="274"/>
                  </a:cubicBezTo>
                  <a:cubicBezTo>
                    <a:pt x="26" y="272"/>
                    <a:pt x="31" y="269"/>
                    <a:pt x="39" y="269"/>
                  </a:cubicBezTo>
                  <a:cubicBezTo>
                    <a:pt x="46" y="269"/>
                    <a:pt x="51" y="272"/>
                    <a:pt x="55" y="274"/>
                  </a:cubicBezTo>
                  <a:cubicBezTo>
                    <a:pt x="33" y="257"/>
                    <a:pt x="36" y="200"/>
                    <a:pt x="47" y="163"/>
                  </a:cubicBezTo>
                  <a:cubicBezTo>
                    <a:pt x="47" y="162"/>
                    <a:pt x="48" y="162"/>
                    <a:pt x="48" y="161"/>
                  </a:cubicBezTo>
                  <a:cubicBezTo>
                    <a:pt x="46" y="162"/>
                    <a:pt x="44" y="167"/>
                    <a:pt x="40" y="167"/>
                  </a:cubicBezTo>
                  <a:cubicBezTo>
                    <a:pt x="32" y="167"/>
                    <a:pt x="34" y="149"/>
                    <a:pt x="22" y="136"/>
                  </a:cubicBezTo>
                  <a:cubicBezTo>
                    <a:pt x="0" y="113"/>
                    <a:pt x="9" y="77"/>
                    <a:pt x="17" y="68"/>
                  </a:cubicBezTo>
                  <a:cubicBezTo>
                    <a:pt x="26" y="57"/>
                    <a:pt x="27" y="58"/>
                    <a:pt x="31" y="51"/>
                  </a:cubicBezTo>
                  <a:cubicBezTo>
                    <a:pt x="37" y="41"/>
                    <a:pt x="42" y="39"/>
                    <a:pt x="51" y="45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0" y="43"/>
                    <a:pt x="49" y="42"/>
                    <a:pt x="49" y="41"/>
                  </a:cubicBezTo>
                  <a:cubicBezTo>
                    <a:pt x="44" y="31"/>
                    <a:pt x="40" y="18"/>
                    <a:pt x="40" y="1"/>
                  </a:cubicBezTo>
                  <a:cubicBezTo>
                    <a:pt x="40" y="1"/>
                    <a:pt x="40" y="1"/>
                    <a:pt x="40" y="0"/>
                  </a:cubicBezTo>
                  <a:cubicBezTo>
                    <a:pt x="39" y="1"/>
                    <a:pt x="38" y="1"/>
                    <a:pt x="38" y="1"/>
                  </a:cubicBezTo>
                  <a:cubicBezTo>
                    <a:pt x="38" y="18"/>
                    <a:pt x="34" y="31"/>
                    <a:pt x="28" y="41"/>
                  </a:cubicBezTo>
                  <a:cubicBezTo>
                    <a:pt x="25" y="47"/>
                    <a:pt x="18" y="54"/>
                    <a:pt x="15" y="57"/>
                  </a:cubicBezTo>
                  <a:cubicBezTo>
                    <a:pt x="6" y="64"/>
                    <a:pt x="0" y="79"/>
                    <a:pt x="0" y="96"/>
                  </a:cubicBezTo>
                  <a:cubicBezTo>
                    <a:pt x="0" y="111"/>
                    <a:pt x="5" y="124"/>
                    <a:pt x="12" y="132"/>
                  </a:cubicBezTo>
                  <a:cubicBezTo>
                    <a:pt x="16" y="138"/>
                    <a:pt x="26" y="151"/>
                    <a:pt x="30" y="163"/>
                  </a:cubicBezTo>
                  <a:close/>
                </a:path>
              </a:pathLst>
            </a:custGeom>
            <a:solidFill>
              <a:srgbClr val="4A89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2" name="Freeform 2048">
              <a:extLst>
                <a:ext uri="{FF2B5EF4-FFF2-40B4-BE49-F238E27FC236}">
                  <a16:creationId xmlns:a16="http://schemas.microsoft.com/office/drawing/2014/main" id="{288C089A-8F5B-7423-73AA-BC3C44B56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1132"/>
              <a:ext cx="42" cy="53"/>
            </a:xfrm>
            <a:custGeom>
              <a:avLst/>
              <a:gdLst>
                <a:gd name="T0" fmla="*/ 0 w 20"/>
                <a:gd name="T1" fmla="*/ 33 h 24"/>
                <a:gd name="T2" fmla="*/ 185 w 20"/>
                <a:gd name="T3" fmla="*/ 44 h 24"/>
                <a:gd name="T4" fmla="*/ 128 w 20"/>
                <a:gd name="T5" fmla="*/ 117 h 24"/>
                <a:gd name="T6" fmla="*/ 92 w 20"/>
                <a:gd name="T7" fmla="*/ 258 h 24"/>
                <a:gd name="T8" fmla="*/ 8 w 20"/>
                <a:gd name="T9" fmla="*/ 4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4">
                  <a:moveTo>
                    <a:pt x="0" y="3"/>
                  </a:moveTo>
                  <a:cubicBezTo>
                    <a:pt x="4" y="0"/>
                    <a:pt x="16" y="1"/>
                    <a:pt x="20" y="4"/>
                  </a:cubicBezTo>
                  <a:cubicBezTo>
                    <a:pt x="17" y="5"/>
                    <a:pt x="15" y="8"/>
                    <a:pt x="14" y="11"/>
                  </a:cubicBezTo>
                  <a:cubicBezTo>
                    <a:pt x="11" y="15"/>
                    <a:pt x="11" y="19"/>
                    <a:pt x="10" y="24"/>
                  </a:cubicBezTo>
                  <a:cubicBezTo>
                    <a:pt x="11" y="15"/>
                    <a:pt x="6" y="10"/>
                    <a:pt x="1" y="4"/>
                  </a:cubicBezTo>
                </a:path>
              </a:pathLst>
            </a:custGeom>
            <a:solidFill>
              <a:srgbClr val="4A89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3" name="Freeform 2049">
              <a:extLst>
                <a:ext uri="{FF2B5EF4-FFF2-40B4-BE49-F238E27FC236}">
                  <a16:creationId xmlns:a16="http://schemas.microsoft.com/office/drawing/2014/main" id="{57BC6084-F719-A6D3-5760-2B9EFA8E1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" y="1126"/>
              <a:ext cx="60" cy="2"/>
            </a:xfrm>
            <a:custGeom>
              <a:avLst/>
              <a:gdLst>
                <a:gd name="T0" fmla="*/ 0 w 29"/>
                <a:gd name="T1" fmla="*/ 8 h 1"/>
                <a:gd name="T2" fmla="*/ 257 w 29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">
                  <a:moveTo>
                    <a:pt x="0" y="1"/>
                  </a:moveTo>
                  <a:cubicBezTo>
                    <a:pt x="3" y="0"/>
                    <a:pt x="23" y="0"/>
                    <a:pt x="2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4" name="Freeform 2050">
              <a:extLst>
                <a:ext uri="{FF2B5EF4-FFF2-40B4-BE49-F238E27FC236}">
                  <a16:creationId xmlns:a16="http://schemas.microsoft.com/office/drawing/2014/main" id="{D552A78B-11F9-EAAA-7A78-AD759B9D7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" y="1362"/>
              <a:ext cx="42" cy="124"/>
            </a:xfrm>
            <a:custGeom>
              <a:avLst/>
              <a:gdLst>
                <a:gd name="T0" fmla="*/ 92 w 20"/>
                <a:gd name="T1" fmla="*/ 0 h 56"/>
                <a:gd name="T2" fmla="*/ 0 w 20"/>
                <a:gd name="T3" fmla="*/ 609 h 56"/>
                <a:gd name="T4" fmla="*/ 92 w 20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56">
                  <a:moveTo>
                    <a:pt x="10" y="0"/>
                  </a:moveTo>
                  <a:cubicBezTo>
                    <a:pt x="14" y="9"/>
                    <a:pt x="20" y="34"/>
                    <a:pt x="0" y="56"/>
                  </a:cubicBezTo>
                  <a:cubicBezTo>
                    <a:pt x="7" y="45"/>
                    <a:pt x="14" y="24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5" name="Freeform 2051">
              <a:extLst>
                <a:ext uri="{FF2B5EF4-FFF2-40B4-BE49-F238E27FC236}">
                  <a16:creationId xmlns:a16="http://schemas.microsoft.com/office/drawing/2014/main" id="{3B8D2CC6-60E1-1946-C36C-E8E70B601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" y="1119"/>
              <a:ext cx="244" cy="700"/>
            </a:xfrm>
            <a:custGeom>
              <a:avLst/>
              <a:gdLst>
                <a:gd name="T0" fmla="*/ 893 w 118"/>
                <a:gd name="T1" fmla="*/ 810 h 317"/>
                <a:gd name="T2" fmla="*/ 984 w 118"/>
                <a:gd name="T3" fmla="*/ 375 h 317"/>
                <a:gd name="T4" fmla="*/ 713 w 118"/>
                <a:gd name="T5" fmla="*/ 33 h 317"/>
                <a:gd name="T6" fmla="*/ 17 w 118"/>
                <a:gd name="T7" fmla="*/ 1444 h 317"/>
                <a:gd name="T8" fmla="*/ 680 w 118"/>
                <a:gd name="T9" fmla="*/ 3359 h 317"/>
                <a:gd name="T10" fmla="*/ 910 w 118"/>
                <a:gd name="T11" fmla="*/ 2122 h 317"/>
                <a:gd name="T12" fmla="*/ 753 w 118"/>
                <a:gd name="T13" fmla="*/ 1789 h 317"/>
                <a:gd name="T14" fmla="*/ 645 w 118"/>
                <a:gd name="T15" fmla="*/ 1400 h 317"/>
                <a:gd name="T16" fmla="*/ 777 w 118"/>
                <a:gd name="T17" fmla="*/ 980 h 317"/>
                <a:gd name="T18" fmla="*/ 893 w 118"/>
                <a:gd name="T19" fmla="*/ 810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01" y="75"/>
                  </a:moveTo>
                  <a:cubicBezTo>
                    <a:pt x="107" y="65"/>
                    <a:pt x="111" y="52"/>
                    <a:pt x="111" y="35"/>
                  </a:cubicBezTo>
                  <a:cubicBezTo>
                    <a:pt x="111" y="10"/>
                    <a:pt x="93" y="5"/>
                    <a:pt x="81" y="3"/>
                  </a:cubicBezTo>
                  <a:cubicBezTo>
                    <a:pt x="48" y="0"/>
                    <a:pt x="5" y="53"/>
                    <a:pt x="2" y="134"/>
                  </a:cubicBezTo>
                  <a:cubicBezTo>
                    <a:pt x="0" y="214"/>
                    <a:pt x="32" y="308"/>
                    <a:pt x="77" y="312"/>
                  </a:cubicBezTo>
                  <a:cubicBezTo>
                    <a:pt x="118" y="317"/>
                    <a:pt x="117" y="243"/>
                    <a:pt x="103" y="197"/>
                  </a:cubicBezTo>
                  <a:cubicBezTo>
                    <a:pt x="99" y="185"/>
                    <a:pt x="89" y="172"/>
                    <a:pt x="85" y="166"/>
                  </a:cubicBezTo>
                  <a:cubicBezTo>
                    <a:pt x="78" y="158"/>
                    <a:pt x="73" y="145"/>
                    <a:pt x="73" y="130"/>
                  </a:cubicBezTo>
                  <a:cubicBezTo>
                    <a:pt x="73" y="113"/>
                    <a:pt x="79" y="98"/>
                    <a:pt x="88" y="91"/>
                  </a:cubicBezTo>
                  <a:cubicBezTo>
                    <a:pt x="91" y="88"/>
                    <a:pt x="98" y="81"/>
                    <a:pt x="101" y="75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6" name="Freeform 2052">
              <a:extLst>
                <a:ext uri="{FF2B5EF4-FFF2-40B4-BE49-F238E27FC236}">
                  <a16:creationId xmlns:a16="http://schemas.microsoft.com/office/drawing/2014/main" id="{CB56F57D-91DE-CC5A-FC5E-A752E12BF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" y="1119"/>
              <a:ext cx="244" cy="700"/>
            </a:xfrm>
            <a:custGeom>
              <a:avLst/>
              <a:gdLst>
                <a:gd name="T0" fmla="*/ 141 w 118"/>
                <a:gd name="T1" fmla="*/ 810 h 317"/>
                <a:gd name="T2" fmla="*/ 60 w 118"/>
                <a:gd name="T3" fmla="*/ 375 h 317"/>
                <a:gd name="T4" fmla="*/ 316 w 118"/>
                <a:gd name="T5" fmla="*/ 33 h 317"/>
                <a:gd name="T6" fmla="*/ 1017 w 118"/>
                <a:gd name="T7" fmla="*/ 1444 h 317"/>
                <a:gd name="T8" fmla="*/ 356 w 118"/>
                <a:gd name="T9" fmla="*/ 3359 h 317"/>
                <a:gd name="T10" fmla="*/ 124 w 118"/>
                <a:gd name="T11" fmla="*/ 2122 h 317"/>
                <a:gd name="T12" fmla="*/ 292 w 118"/>
                <a:gd name="T13" fmla="*/ 1789 h 317"/>
                <a:gd name="T14" fmla="*/ 389 w 118"/>
                <a:gd name="T15" fmla="*/ 1400 h 317"/>
                <a:gd name="T16" fmla="*/ 265 w 118"/>
                <a:gd name="T17" fmla="*/ 980 h 317"/>
                <a:gd name="T18" fmla="*/ 141 w 118"/>
                <a:gd name="T19" fmla="*/ 810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6" y="75"/>
                  </a:moveTo>
                  <a:cubicBezTo>
                    <a:pt x="11" y="65"/>
                    <a:pt x="7" y="52"/>
                    <a:pt x="7" y="35"/>
                  </a:cubicBezTo>
                  <a:cubicBezTo>
                    <a:pt x="7" y="10"/>
                    <a:pt x="24" y="5"/>
                    <a:pt x="36" y="3"/>
                  </a:cubicBezTo>
                  <a:cubicBezTo>
                    <a:pt x="69" y="0"/>
                    <a:pt x="113" y="53"/>
                    <a:pt x="115" y="134"/>
                  </a:cubicBezTo>
                  <a:cubicBezTo>
                    <a:pt x="118" y="214"/>
                    <a:pt x="86" y="308"/>
                    <a:pt x="40" y="312"/>
                  </a:cubicBezTo>
                  <a:cubicBezTo>
                    <a:pt x="0" y="317"/>
                    <a:pt x="0" y="243"/>
                    <a:pt x="14" y="197"/>
                  </a:cubicBezTo>
                  <a:cubicBezTo>
                    <a:pt x="18" y="185"/>
                    <a:pt x="28" y="172"/>
                    <a:pt x="33" y="166"/>
                  </a:cubicBezTo>
                  <a:cubicBezTo>
                    <a:pt x="39" y="158"/>
                    <a:pt x="44" y="145"/>
                    <a:pt x="44" y="130"/>
                  </a:cubicBezTo>
                  <a:cubicBezTo>
                    <a:pt x="44" y="113"/>
                    <a:pt x="38" y="98"/>
                    <a:pt x="30" y="91"/>
                  </a:cubicBezTo>
                  <a:cubicBezTo>
                    <a:pt x="27" y="88"/>
                    <a:pt x="19" y="81"/>
                    <a:pt x="16" y="75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7" name="Freeform 2053">
              <a:extLst>
                <a:ext uri="{FF2B5EF4-FFF2-40B4-BE49-F238E27FC236}">
                  <a16:creationId xmlns:a16="http://schemas.microsoft.com/office/drawing/2014/main" id="{9ABB1790-B5F9-309A-E067-4D7D5328D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" y="1121"/>
              <a:ext cx="160" cy="678"/>
            </a:xfrm>
            <a:custGeom>
              <a:avLst/>
              <a:gdLst>
                <a:gd name="T0" fmla="*/ 73 w 77"/>
                <a:gd name="T1" fmla="*/ 20 h 307"/>
                <a:gd name="T2" fmla="*/ 341 w 77"/>
                <a:gd name="T3" fmla="*/ 367 h 307"/>
                <a:gd name="T4" fmla="*/ 251 w 77"/>
                <a:gd name="T5" fmla="*/ 795 h 307"/>
                <a:gd name="T6" fmla="*/ 133 w 77"/>
                <a:gd name="T7" fmla="*/ 970 h 307"/>
                <a:gd name="T8" fmla="*/ 0 w 77"/>
                <a:gd name="T9" fmla="*/ 1389 h 307"/>
                <a:gd name="T10" fmla="*/ 108 w 77"/>
                <a:gd name="T11" fmla="*/ 1776 h 307"/>
                <a:gd name="T12" fmla="*/ 268 w 77"/>
                <a:gd name="T13" fmla="*/ 2111 h 307"/>
                <a:gd name="T14" fmla="*/ 199 w 77"/>
                <a:gd name="T15" fmla="*/ 3306 h 307"/>
                <a:gd name="T16" fmla="*/ 349 w 77"/>
                <a:gd name="T17" fmla="*/ 3253 h 307"/>
                <a:gd name="T18" fmla="*/ 492 w 77"/>
                <a:gd name="T19" fmla="*/ 3306 h 307"/>
                <a:gd name="T20" fmla="*/ 424 w 77"/>
                <a:gd name="T21" fmla="*/ 2111 h 307"/>
                <a:gd name="T22" fmla="*/ 592 w 77"/>
                <a:gd name="T23" fmla="*/ 1776 h 307"/>
                <a:gd name="T24" fmla="*/ 690 w 77"/>
                <a:gd name="T25" fmla="*/ 1389 h 307"/>
                <a:gd name="T26" fmla="*/ 565 w 77"/>
                <a:gd name="T27" fmla="*/ 970 h 307"/>
                <a:gd name="T28" fmla="*/ 441 w 77"/>
                <a:gd name="T29" fmla="*/ 795 h 307"/>
                <a:gd name="T30" fmla="*/ 357 w 77"/>
                <a:gd name="T31" fmla="*/ 367 h 307"/>
                <a:gd name="T32" fmla="*/ 617 w 77"/>
                <a:gd name="T33" fmla="*/ 20 h 307"/>
                <a:gd name="T34" fmla="*/ 673 w 77"/>
                <a:gd name="T35" fmla="*/ 20 h 307"/>
                <a:gd name="T36" fmla="*/ 349 w 77"/>
                <a:gd name="T37" fmla="*/ 0 h 307"/>
                <a:gd name="T38" fmla="*/ 349 w 77"/>
                <a:gd name="T39" fmla="*/ 0 h 307"/>
                <a:gd name="T40" fmla="*/ 25 w 77"/>
                <a:gd name="T41" fmla="*/ 20 h 307"/>
                <a:gd name="T42" fmla="*/ 73 w 77"/>
                <a:gd name="T43" fmla="*/ 20 h 3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7" h="307">
                  <a:moveTo>
                    <a:pt x="8" y="2"/>
                  </a:move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3" y="290"/>
                    <a:pt x="36" y="233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4" y="64"/>
                    <a:pt x="40" y="51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1" y="2"/>
                    <a:pt x="73" y="2"/>
                    <a:pt x="75" y="2"/>
                  </a:cubicBezTo>
                  <a:cubicBezTo>
                    <a:pt x="64" y="1"/>
                    <a:pt x="52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4" name="CuadroTexto 2563">
            <a:extLst>
              <a:ext uri="{FF2B5EF4-FFF2-40B4-BE49-F238E27FC236}">
                <a16:creationId xmlns:a16="http://schemas.microsoft.com/office/drawing/2014/main" id="{DDE08F16-4003-9ABD-C453-601C636EC66E}"/>
              </a:ext>
            </a:extLst>
          </p:cNvPr>
          <p:cNvSpPr txBox="1"/>
          <p:nvPr/>
        </p:nvSpPr>
        <p:spPr>
          <a:xfrm>
            <a:off x="2962352" y="8515183"/>
            <a:ext cx="5757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(*)</a:t>
            </a:r>
          </a:p>
        </p:txBody>
      </p:sp>
      <p:sp>
        <p:nvSpPr>
          <p:cNvPr id="2652" name="CuadroTexto 2651">
            <a:extLst>
              <a:ext uri="{FF2B5EF4-FFF2-40B4-BE49-F238E27FC236}">
                <a16:creationId xmlns:a16="http://schemas.microsoft.com/office/drawing/2014/main" id="{AAED7978-43C1-80EB-7767-9F73497FB406}"/>
              </a:ext>
            </a:extLst>
          </p:cNvPr>
          <p:cNvSpPr txBox="1"/>
          <p:nvPr/>
        </p:nvSpPr>
        <p:spPr>
          <a:xfrm>
            <a:off x="0" y="5925233"/>
            <a:ext cx="11592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Aspartato</a:t>
            </a:r>
          </a:p>
        </p:txBody>
      </p:sp>
      <p:sp>
        <p:nvSpPr>
          <p:cNvPr id="2655" name="CuadroTexto 2654">
            <a:extLst>
              <a:ext uri="{FF2B5EF4-FFF2-40B4-BE49-F238E27FC236}">
                <a16:creationId xmlns:a16="http://schemas.microsoft.com/office/drawing/2014/main" id="{D1032CC3-FDCC-DEF6-D981-8073946B67A2}"/>
              </a:ext>
            </a:extLst>
          </p:cNvPr>
          <p:cNvSpPr txBox="1"/>
          <p:nvPr/>
        </p:nvSpPr>
        <p:spPr>
          <a:xfrm>
            <a:off x="1392035" y="6053557"/>
            <a:ext cx="13793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Aspartato aminotransferasa</a:t>
            </a:r>
          </a:p>
        </p:txBody>
      </p:sp>
      <p:sp>
        <p:nvSpPr>
          <p:cNvPr id="2657" name="CuadroTexto 2656">
            <a:extLst>
              <a:ext uri="{FF2B5EF4-FFF2-40B4-BE49-F238E27FC236}">
                <a16:creationId xmlns:a16="http://schemas.microsoft.com/office/drawing/2014/main" id="{36A01684-1790-9AB8-3AD7-624863127104}"/>
              </a:ext>
            </a:extLst>
          </p:cNvPr>
          <p:cNvSpPr txBox="1"/>
          <p:nvPr/>
        </p:nvSpPr>
        <p:spPr>
          <a:xfrm>
            <a:off x="454619" y="6449273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</a:p>
        </p:txBody>
      </p:sp>
      <p:cxnSp>
        <p:nvCxnSpPr>
          <p:cNvPr id="2658" name="Conector: curvado 2657">
            <a:extLst>
              <a:ext uri="{FF2B5EF4-FFF2-40B4-BE49-F238E27FC236}">
                <a16:creationId xmlns:a16="http://schemas.microsoft.com/office/drawing/2014/main" id="{EFAAB1BD-8319-80A8-AC69-C3ABBE5E9977}"/>
              </a:ext>
            </a:extLst>
          </p:cNvPr>
          <p:cNvCxnSpPr>
            <a:cxnSpLocks/>
          </p:cNvCxnSpPr>
          <p:nvPr/>
        </p:nvCxnSpPr>
        <p:spPr>
          <a:xfrm rot="5400000">
            <a:off x="1269557" y="6415106"/>
            <a:ext cx="173467" cy="15647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4" name="Conector: angular 2653">
            <a:extLst>
              <a:ext uri="{FF2B5EF4-FFF2-40B4-BE49-F238E27FC236}">
                <a16:creationId xmlns:a16="http://schemas.microsoft.com/office/drawing/2014/main" id="{B5C62FD5-0D03-6EFD-1459-71771F7B01B9}"/>
              </a:ext>
            </a:extLst>
          </p:cNvPr>
          <p:cNvCxnSpPr>
            <a:cxnSpLocks/>
          </p:cNvCxnSpPr>
          <p:nvPr/>
        </p:nvCxnSpPr>
        <p:spPr>
          <a:xfrm>
            <a:off x="1154067" y="6140677"/>
            <a:ext cx="281141" cy="915194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8" name="CuadroTexto 2677">
            <a:extLst>
              <a:ext uri="{FF2B5EF4-FFF2-40B4-BE49-F238E27FC236}">
                <a16:creationId xmlns:a16="http://schemas.microsoft.com/office/drawing/2014/main" id="{90CC056E-4D10-5DB2-5F6F-01BFB658ACE9}"/>
              </a:ext>
            </a:extLst>
          </p:cNvPr>
          <p:cNvSpPr txBox="1"/>
          <p:nvPr/>
        </p:nvSpPr>
        <p:spPr>
          <a:xfrm>
            <a:off x="4242613" y="3637814"/>
            <a:ext cx="1165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UDP-Galactosa</a:t>
            </a:r>
          </a:p>
        </p:txBody>
      </p:sp>
      <p:sp>
        <p:nvSpPr>
          <p:cNvPr id="1889" name="CuadroTexto 1888">
            <a:extLst>
              <a:ext uri="{FF2B5EF4-FFF2-40B4-BE49-F238E27FC236}">
                <a16:creationId xmlns:a16="http://schemas.microsoft.com/office/drawing/2014/main" id="{48F595D2-AD62-B15B-9020-117226EC20D7}"/>
              </a:ext>
            </a:extLst>
          </p:cNvPr>
          <p:cNvSpPr txBox="1"/>
          <p:nvPr/>
        </p:nvSpPr>
        <p:spPr>
          <a:xfrm>
            <a:off x="2490863" y="3638925"/>
            <a:ext cx="1109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Aldolasa</a:t>
            </a:r>
          </a:p>
        </p:txBody>
      </p:sp>
      <p:cxnSp>
        <p:nvCxnSpPr>
          <p:cNvPr id="2813" name="Conector: angular 2812">
            <a:extLst>
              <a:ext uri="{FF2B5EF4-FFF2-40B4-BE49-F238E27FC236}">
                <a16:creationId xmlns:a16="http://schemas.microsoft.com/office/drawing/2014/main" id="{B414CE7A-3DF9-D601-BE89-8D92EB6FA659}"/>
              </a:ext>
            </a:extLst>
          </p:cNvPr>
          <p:cNvCxnSpPr>
            <a:cxnSpLocks/>
            <a:stCxn id="1892" idx="0"/>
            <a:endCxn id="1898" idx="2"/>
          </p:cNvCxnSpPr>
          <p:nvPr/>
        </p:nvCxnSpPr>
        <p:spPr>
          <a:xfrm rot="5400000" flipH="1" flipV="1">
            <a:off x="3957203" y="4139976"/>
            <a:ext cx="468567" cy="745379"/>
          </a:xfrm>
          <a:prstGeom prst="bentConnector3">
            <a:avLst>
              <a:gd name="adj1" fmla="val 38849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087A2016-AF95-917C-0A8B-B47D0F196D3E}"/>
              </a:ext>
            </a:extLst>
          </p:cNvPr>
          <p:cNvSpPr/>
          <p:nvPr/>
        </p:nvSpPr>
        <p:spPr>
          <a:xfrm>
            <a:off x="4815075" y="8274044"/>
            <a:ext cx="238188" cy="127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DE2444-D7CC-A688-B813-5D450F855ED2}"/>
              </a:ext>
            </a:extLst>
          </p:cNvPr>
          <p:cNvSpPr txBox="1"/>
          <p:nvPr/>
        </p:nvSpPr>
        <p:spPr>
          <a:xfrm>
            <a:off x="6091003" y="7376091"/>
            <a:ext cx="1468672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Propionato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Pirimidinas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Serina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Glicina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Cisteína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Valina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Isoleucina (en parte)</a:t>
            </a:r>
          </a:p>
        </p:txBody>
      </p:sp>
      <p:cxnSp>
        <p:nvCxnSpPr>
          <p:cNvPr id="4" name="Conector: angular 3">
            <a:extLst>
              <a:ext uri="{FF2B5EF4-FFF2-40B4-BE49-F238E27FC236}">
                <a16:creationId xmlns:a16="http://schemas.microsoft.com/office/drawing/2014/main" id="{71BD480D-EF59-AC97-47CE-1B2216D0CA39}"/>
              </a:ext>
            </a:extLst>
          </p:cNvPr>
          <p:cNvCxnSpPr>
            <a:cxnSpLocks/>
            <a:stCxn id="3" idx="1"/>
            <a:endCxn id="2007" idx="3"/>
          </p:cNvCxnSpPr>
          <p:nvPr/>
        </p:nvCxnSpPr>
        <p:spPr>
          <a:xfrm rot="10800000" flipV="1">
            <a:off x="4275011" y="8014728"/>
            <a:ext cx="1815993" cy="512984"/>
          </a:xfrm>
          <a:prstGeom prst="bentConnector3">
            <a:avLst>
              <a:gd name="adj1" fmla="val 4029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9E1A48DD-2E50-961D-1A8D-FB7FD69C1B51}"/>
              </a:ext>
            </a:extLst>
          </p:cNvPr>
          <p:cNvSpPr txBox="1"/>
          <p:nvPr/>
        </p:nvSpPr>
        <p:spPr>
          <a:xfrm>
            <a:off x="6433803" y="5663623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</a:t>
            </a:r>
          </a:p>
        </p:txBody>
      </p:sp>
      <p:sp>
        <p:nvSpPr>
          <p:cNvPr id="2752" name="CuadroTexto 2751">
            <a:extLst>
              <a:ext uri="{FF2B5EF4-FFF2-40B4-BE49-F238E27FC236}">
                <a16:creationId xmlns:a16="http://schemas.microsoft.com/office/drawing/2014/main" id="{F2EC1144-575B-5C63-DF4A-34355DBC36AC}"/>
              </a:ext>
            </a:extLst>
          </p:cNvPr>
          <p:cNvSpPr txBox="1"/>
          <p:nvPr/>
        </p:nvSpPr>
        <p:spPr>
          <a:xfrm>
            <a:off x="5349075" y="5819497"/>
            <a:ext cx="17344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Alanina aminotransferasa</a:t>
            </a:r>
          </a:p>
        </p:txBody>
      </p:sp>
      <p:sp>
        <p:nvSpPr>
          <p:cNvPr id="2753" name="CuadroTexto 2752">
            <a:extLst>
              <a:ext uri="{FF2B5EF4-FFF2-40B4-BE49-F238E27FC236}">
                <a16:creationId xmlns:a16="http://schemas.microsoft.com/office/drawing/2014/main" id="{DC544599-DE6C-B92F-7218-16B4E6FCE678}"/>
              </a:ext>
            </a:extLst>
          </p:cNvPr>
          <p:cNvSpPr txBox="1"/>
          <p:nvPr/>
        </p:nvSpPr>
        <p:spPr>
          <a:xfrm>
            <a:off x="5553004" y="5435402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54" name="CuadroTexto 2753">
            <a:extLst>
              <a:ext uri="{FF2B5EF4-FFF2-40B4-BE49-F238E27FC236}">
                <a16:creationId xmlns:a16="http://schemas.microsoft.com/office/drawing/2014/main" id="{B2B5C04A-B0F7-9139-D8D3-073CAA5E5588}"/>
              </a:ext>
            </a:extLst>
          </p:cNvPr>
          <p:cNvSpPr txBox="1"/>
          <p:nvPr/>
        </p:nvSpPr>
        <p:spPr>
          <a:xfrm>
            <a:off x="5517169" y="6231734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</a:p>
        </p:txBody>
      </p:sp>
      <p:cxnSp>
        <p:nvCxnSpPr>
          <p:cNvPr id="2755" name="Conector: curvado 2754">
            <a:extLst>
              <a:ext uri="{FF2B5EF4-FFF2-40B4-BE49-F238E27FC236}">
                <a16:creationId xmlns:a16="http://schemas.microsoft.com/office/drawing/2014/main" id="{CEDA769F-3D15-4C87-2F2F-AF2A06A658E5}"/>
              </a:ext>
            </a:extLst>
          </p:cNvPr>
          <p:cNvCxnSpPr>
            <a:cxnSpLocks/>
            <a:stCxn id="2753" idx="2"/>
          </p:cNvCxnSpPr>
          <p:nvPr/>
        </p:nvCxnSpPr>
        <p:spPr>
          <a:xfrm rot="5400000">
            <a:off x="5954130" y="5625172"/>
            <a:ext cx="106680" cy="25036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6" name="Conector: curvado 2755">
            <a:extLst>
              <a:ext uri="{FF2B5EF4-FFF2-40B4-BE49-F238E27FC236}">
                <a16:creationId xmlns:a16="http://schemas.microsoft.com/office/drawing/2014/main" id="{1A73E054-3C46-46B8-D890-6351715528D8}"/>
              </a:ext>
            </a:extLst>
          </p:cNvPr>
          <p:cNvCxnSpPr>
            <a:cxnSpLocks/>
            <a:endCxn id="2754" idx="1"/>
          </p:cNvCxnSpPr>
          <p:nvPr/>
        </p:nvCxnSpPr>
        <p:spPr>
          <a:xfrm rot="16200000" flipH="1">
            <a:off x="5333718" y="6179088"/>
            <a:ext cx="201736" cy="16516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7" name="Conector: angular 2756">
            <a:extLst>
              <a:ext uri="{FF2B5EF4-FFF2-40B4-BE49-F238E27FC236}">
                <a16:creationId xmlns:a16="http://schemas.microsoft.com/office/drawing/2014/main" id="{6F7E4A85-A7E7-5CD0-7A9F-09975AEB4B5C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275011" y="5794428"/>
            <a:ext cx="2158793" cy="2733284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8" name="CuadroTexto 2757">
            <a:extLst>
              <a:ext uri="{FF2B5EF4-FFF2-40B4-BE49-F238E27FC236}">
                <a16:creationId xmlns:a16="http://schemas.microsoft.com/office/drawing/2014/main" id="{2E65CE33-59B2-7F31-AF33-0D4F357F9E03}"/>
              </a:ext>
            </a:extLst>
          </p:cNvPr>
          <p:cNvSpPr txBox="1"/>
          <p:nvPr/>
        </p:nvSpPr>
        <p:spPr>
          <a:xfrm>
            <a:off x="6447504" y="6843800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Lactato</a:t>
            </a:r>
          </a:p>
        </p:txBody>
      </p:sp>
      <p:sp>
        <p:nvSpPr>
          <p:cNvPr id="2759" name="CuadroTexto 2758">
            <a:extLst>
              <a:ext uri="{FF2B5EF4-FFF2-40B4-BE49-F238E27FC236}">
                <a16:creationId xmlns:a16="http://schemas.microsoft.com/office/drawing/2014/main" id="{7B13CC2B-E259-93C2-DEE1-2966949552B8}"/>
              </a:ext>
            </a:extLst>
          </p:cNvPr>
          <p:cNvSpPr txBox="1"/>
          <p:nvPr/>
        </p:nvSpPr>
        <p:spPr>
          <a:xfrm>
            <a:off x="5694603" y="6613255"/>
            <a:ext cx="587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</a:p>
        </p:txBody>
      </p:sp>
      <p:cxnSp>
        <p:nvCxnSpPr>
          <p:cNvPr id="2760" name="Conector: curvado 2759">
            <a:extLst>
              <a:ext uri="{FF2B5EF4-FFF2-40B4-BE49-F238E27FC236}">
                <a16:creationId xmlns:a16="http://schemas.microsoft.com/office/drawing/2014/main" id="{3CB8BB72-E60A-5B24-0791-4E34EBC4D118}"/>
              </a:ext>
            </a:extLst>
          </p:cNvPr>
          <p:cNvCxnSpPr>
            <a:cxnSpLocks/>
            <a:stCxn id="2759" idx="2"/>
          </p:cNvCxnSpPr>
          <p:nvPr/>
        </p:nvCxnSpPr>
        <p:spPr>
          <a:xfrm rot="5400000">
            <a:off x="5814718" y="6804734"/>
            <a:ext cx="103265" cy="24352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1" name="CuadroTexto 2760">
            <a:extLst>
              <a:ext uri="{FF2B5EF4-FFF2-40B4-BE49-F238E27FC236}">
                <a16:creationId xmlns:a16="http://schemas.microsoft.com/office/drawing/2014/main" id="{96A2A300-B8E6-C4B4-F799-FA934E38A36B}"/>
              </a:ext>
            </a:extLst>
          </p:cNvPr>
          <p:cNvSpPr txBox="1"/>
          <p:nvPr/>
        </p:nvSpPr>
        <p:spPr>
          <a:xfrm>
            <a:off x="5560623" y="7330940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</a:p>
        </p:txBody>
      </p:sp>
      <p:cxnSp>
        <p:nvCxnSpPr>
          <p:cNvPr id="2762" name="Conector: curvado 2761">
            <a:extLst>
              <a:ext uri="{FF2B5EF4-FFF2-40B4-BE49-F238E27FC236}">
                <a16:creationId xmlns:a16="http://schemas.microsoft.com/office/drawing/2014/main" id="{9826472A-89BD-7227-883F-4EB324B9F299}"/>
              </a:ext>
            </a:extLst>
          </p:cNvPr>
          <p:cNvCxnSpPr>
            <a:cxnSpLocks/>
            <a:endCxn id="2761" idx="1"/>
          </p:cNvCxnSpPr>
          <p:nvPr/>
        </p:nvCxnSpPr>
        <p:spPr>
          <a:xfrm rot="16200000" flipH="1">
            <a:off x="5355681" y="7256802"/>
            <a:ext cx="210071" cy="19981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3" name="Conector: angular 2762">
            <a:extLst>
              <a:ext uri="{FF2B5EF4-FFF2-40B4-BE49-F238E27FC236}">
                <a16:creationId xmlns:a16="http://schemas.microsoft.com/office/drawing/2014/main" id="{7F17B014-7083-895E-C7C1-1F30BF2718D2}"/>
              </a:ext>
            </a:extLst>
          </p:cNvPr>
          <p:cNvCxnSpPr>
            <a:cxnSpLocks/>
            <a:stCxn id="2758" idx="1"/>
          </p:cNvCxnSpPr>
          <p:nvPr/>
        </p:nvCxnSpPr>
        <p:spPr>
          <a:xfrm rot="10800000" flipV="1">
            <a:off x="4275010" y="6974604"/>
            <a:ext cx="2172494" cy="1553107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6" name="CuadroTexto 2795">
            <a:extLst>
              <a:ext uri="{FF2B5EF4-FFF2-40B4-BE49-F238E27FC236}">
                <a16:creationId xmlns:a16="http://schemas.microsoft.com/office/drawing/2014/main" id="{AAAC575A-78B2-DE6E-0C2A-D30154D67DD7}"/>
              </a:ext>
            </a:extLst>
          </p:cNvPr>
          <p:cNvSpPr txBox="1"/>
          <p:nvPr/>
        </p:nvSpPr>
        <p:spPr>
          <a:xfrm>
            <a:off x="3362117" y="8781380"/>
            <a:ext cx="4092400" cy="938719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En general, inducción con carga energética elevada (exceso de ATP frente a ADP).</a:t>
            </a:r>
          </a:p>
          <a:p>
            <a:pPr algn="just"/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El glucagón inactiva a la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glucoquinasa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, la PFK-2 y la piruvato quinasa mediante fosforilaciones</a:t>
            </a:r>
          </a:p>
        </p:txBody>
      </p:sp>
      <p:sp>
        <p:nvSpPr>
          <p:cNvPr id="2799" name="CuadroTexto 2798">
            <a:extLst>
              <a:ext uri="{FF2B5EF4-FFF2-40B4-BE49-F238E27FC236}">
                <a16:creationId xmlns:a16="http://schemas.microsoft.com/office/drawing/2014/main" id="{00E2B42F-DA1B-AE42-6BD1-9B6A318D96D0}"/>
              </a:ext>
            </a:extLst>
          </p:cNvPr>
          <p:cNvSpPr txBox="1"/>
          <p:nvPr/>
        </p:nvSpPr>
        <p:spPr>
          <a:xfrm>
            <a:off x="3916190" y="8045274"/>
            <a:ext cx="2231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807" name="CuadroTexto 2806">
            <a:extLst>
              <a:ext uri="{FF2B5EF4-FFF2-40B4-BE49-F238E27FC236}">
                <a16:creationId xmlns:a16="http://schemas.microsoft.com/office/drawing/2014/main" id="{65F23EC3-ABC9-D537-6C6E-992A10D83C92}"/>
              </a:ext>
            </a:extLst>
          </p:cNvPr>
          <p:cNvSpPr txBox="1"/>
          <p:nvPr/>
        </p:nvSpPr>
        <p:spPr>
          <a:xfrm>
            <a:off x="4049459" y="5699261"/>
            <a:ext cx="584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08" name="CuadroTexto 2807">
            <a:extLst>
              <a:ext uri="{FF2B5EF4-FFF2-40B4-BE49-F238E27FC236}">
                <a16:creationId xmlns:a16="http://schemas.microsoft.com/office/drawing/2014/main" id="{529B0BD8-A787-707E-FFE1-95294AA7C519}"/>
              </a:ext>
            </a:extLst>
          </p:cNvPr>
          <p:cNvSpPr txBox="1"/>
          <p:nvPr/>
        </p:nvSpPr>
        <p:spPr>
          <a:xfrm>
            <a:off x="4040875" y="5948342"/>
            <a:ext cx="593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09" name="Conector: curvado 2808">
            <a:extLst>
              <a:ext uri="{FF2B5EF4-FFF2-40B4-BE49-F238E27FC236}">
                <a16:creationId xmlns:a16="http://schemas.microsoft.com/office/drawing/2014/main" id="{F3B6B2C1-3592-5075-30A6-6050BF2335EB}"/>
              </a:ext>
            </a:extLst>
          </p:cNvPr>
          <p:cNvCxnSpPr>
            <a:cxnSpLocks/>
            <a:stCxn id="2808" idx="1"/>
            <a:endCxn id="2807" idx="1"/>
          </p:cNvCxnSpPr>
          <p:nvPr/>
        </p:nvCxnSpPr>
        <p:spPr>
          <a:xfrm rot="10800000" flipH="1">
            <a:off x="4040875" y="5830067"/>
            <a:ext cx="8584" cy="249081"/>
          </a:xfrm>
          <a:prstGeom prst="curvedConnector3">
            <a:avLst>
              <a:gd name="adj1" fmla="val -266309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5" name="CuadroTexto 2814">
            <a:extLst>
              <a:ext uri="{FF2B5EF4-FFF2-40B4-BE49-F238E27FC236}">
                <a16:creationId xmlns:a16="http://schemas.microsoft.com/office/drawing/2014/main" id="{BCC21F97-680F-BC00-D4A3-D62A66E439D7}"/>
              </a:ext>
            </a:extLst>
          </p:cNvPr>
          <p:cNvSpPr txBox="1"/>
          <p:nvPr/>
        </p:nvSpPr>
        <p:spPr>
          <a:xfrm>
            <a:off x="4082041" y="5005399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2816" name="CuadroTexto 2815">
            <a:extLst>
              <a:ext uri="{FF2B5EF4-FFF2-40B4-BE49-F238E27FC236}">
                <a16:creationId xmlns:a16="http://schemas.microsoft.com/office/drawing/2014/main" id="{CF669F51-8BC8-929D-6E60-7A3B32A1E3D4}"/>
              </a:ext>
            </a:extLst>
          </p:cNvPr>
          <p:cNvSpPr txBox="1"/>
          <p:nvPr/>
        </p:nvSpPr>
        <p:spPr>
          <a:xfrm>
            <a:off x="4092757" y="5266268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2819" name="Conector: curvado 2818">
            <a:extLst>
              <a:ext uri="{FF2B5EF4-FFF2-40B4-BE49-F238E27FC236}">
                <a16:creationId xmlns:a16="http://schemas.microsoft.com/office/drawing/2014/main" id="{E7C20267-A4C3-305D-94BA-297FE083FD65}"/>
              </a:ext>
            </a:extLst>
          </p:cNvPr>
          <p:cNvCxnSpPr>
            <a:cxnSpLocks/>
            <a:stCxn id="2816" idx="1"/>
            <a:endCxn id="2815" idx="1"/>
          </p:cNvCxnSpPr>
          <p:nvPr/>
        </p:nvCxnSpPr>
        <p:spPr>
          <a:xfrm rot="10800000">
            <a:off x="4082041" y="5136205"/>
            <a:ext cx="10716" cy="260869"/>
          </a:xfrm>
          <a:prstGeom prst="curvedConnector3">
            <a:avLst>
              <a:gd name="adj1" fmla="val 250501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3" name="Rectángulo 2822">
            <a:extLst>
              <a:ext uri="{FF2B5EF4-FFF2-40B4-BE49-F238E27FC236}">
                <a16:creationId xmlns:a16="http://schemas.microsoft.com/office/drawing/2014/main" id="{5AAA83D6-BCD6-4270-A383-8DBE7FC4D47A}"/>
              </a:ext>
            </a:extLst>
          </p:cNvPr>
          <p:cNvSpPr/>
          <p:nvPr/>
        </p:nvSpPr>
        <p:spPr>
          <a:xfrm>
            <a:off x="3368761" y="9918897"/>
            <a:ext cx="4086220" cy="5866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25" name="CuadroTexto 2824">
            <a:extLst>
              <a:ext uri="{FF2B5EF4-FFF2-40B4-BE49-F238E27FC236}">
                <a16:creationId xmlns:a16="http://schemas.microsoft.com/office/drawing/2014/main" id="{C2850DA4-A79F-5A7D-D146-26D9EB6057E6}"/>
              </a:ext>
            </a:extLst>
          </p:cNvPr>
          <p:cNvSpPr txBox="1"/>
          <p:nvPr/>
        </p:nvSpPr>
        <p:spPr>
          <a:xfrm>
            <a:off x="3362581" y="9917185"/>
            <a:ext cx="30822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Balance energético neto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- 6 NTP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-2 NADH</a:t>
            </a:r>
          </a:p>
        </p:txBody>
      </p:sp>
      <p:sp>
        <p:nvSpPr>
          <p:cNvPr id="2828" name="CuadroTexto 2827">
            <a:extLst>
              <a:ext uri="{FF2B5EF4-FFF2-40B4-BE49-F238E27FC236}">
                <a16:creationId xmlns:a16="http://schemas.microsoft.com/office/drawing/2014/main" id="{23BE3D3C-72F2-5283-F2D6-6A74A0245F25}"/>
              </a:ext>
            </a:extLst>
          </p:cNvPr>
          <p:cNvSpPr txBox="1"/>
          <p:nvPr/>
        </p:nvSpPr>
        <p:spPr>
          <a:xfrm>
            <a:off x="1420162" y="8669867"/>
            <a:ext cx="887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29" name="Conector: angular 2828">
            <a:extLst>
              <a:ext uri="{FF2B5EF4-FFF2-40B4-BE49-F238E27FC236}">
                <a16:creationId xmlns:a16="http://schemas.microsoft.com/office/drawing/2014/main" id="{635F3D6C-9F9D-D9A0-CE9E-909838BA66E9}"/>
              </a:ext>
            </a:extLst>
          </p:cNvPr>
          <p:cNvCxnSpPr>
            <a:cxnSpLocks/>
            <a:stCxn id="2828" idx="2"/>
            <a:endCxn id="2103" idx="1"/>
          </p:cNvCxnSpPr>
          <p:nvPr/>
        </p:nvCxnSpPr>
        <p:spPr>
          <a:xfrm rot="5400000">
            <a:off x="1454705" y="9014363"/>
            <a:ext cx="492156" cy="326384"/>
          </a:xfrm>
          <a:prstGeom prst="bentConnector4">
            <a:avLst>
              <a:gd name="adj1" fmla="val 7994"/>
              <a:gd name="adj2" fmla="val 159333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34" name="Grupo 2833">
            <a:extLst>
              <a:ext uri="{FF2B5EF4-FFF2-40B4-BE49-F238E27FC236}">
                <a16:creationId xmlns:a16="http://schemas.microsoft.com/office/drawing/2014/main" id="{AA417CE8-0D5C-729A-8889-5B661278468F}"/>
              </a:ext>
            </a:extLst>
          </p:cNvPr>
          <p:cNvGrpSpPr/>
          <p:nvPr/>
        </p:nvGrpSpPr>
        <p:grpSpPr>
          <a:xfrm>
            <a:off x="1371590" y="9183001"/>
            <a:ext cx="128136" cy="128136"/>
            <a:chOff x="2606150" y="3355191"/>
            <a:chExt cx="128136" cy="128136"/>
          </a:xfrm>
        </p:grpSpPr>
        <p:sp>
          <p:nvSpPr>
            <p:cNvPr id="2835" name="Elipse 2834">
              <a:extLst>
                <a:ext uri="{FF2B5EF4-FFF2-40B4-BE49-F238E27FC236}">
                  <a16:creationId xmlns:a16="http://schemas.microsoft.com/office/drawing/2014/main" id="{F42F76D9-4870-23BE-49A8-CCFE861780FD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36" name="Triángulo isósceles 2835">
              <a:extLst>
                <a:ext uri="{FF2B5EF4-FFF2-40B4-BE49-F238E27FC236}">
                  <a16:creationId xmlns:a16="http://schemas.microsoft.com/office/drawing/2014/main" id="{4ECBBA52-4658-E5B2-183D-E63FDEBB7F04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844" name="CuadroTexto 2843">
            <a:extLst>
              <a:ext uri="{FF2B5EF4-FFF2-40B4-BE49-F238E27FC236}">
                <a16:creationId xmlns:a16="http://schemas.microsoft.com/office/drawing/2014/main" id="{D5123505-A788-FB47-2A3C-A7CED55D9F9D}"/>
              </a:ext>
            </a:extLst>
          </p:cNvPr>
          <p:cNvSpPr txBox="1"/>
          <p:nvPr/>
        </p:nvSpPr>
        <p:spPr>
          <a:xfrm>
            <a:off x="2409909" y="7784849"/>
            <a:ext cx="5118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  <a:endParaRPr lang="es-ES" sz="11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45" name="Conector: angular 2844">
            <a:extLst>
              <a:ext uri="{FF2B5EF4-FFF2-40B4-BE49-F238E27FC236}">
                <a16:creationId xmlns:a16="http://schemas.microsoft.com/office/drawing/2014/main" id="{7CA79838-AE24-3F7C-7118-F99FA0FDDBDB}"/>
              </a:ext>
            </a:extLst>
          </p:cNvPr>
          <p:cNvCxnSpPr>
            <a:cxnSpLocks/>
            <a:stCxn id="2844" idx="1"/>
            <a:endCxn id="2241" idx="2"/>
          </p:cNvCxnSpPr>
          <p:nvPr/>
        </p:nvCxnSpPr>
        <p:spPr>
          <a:xfrm rot="10800000">
            <a:off x="2028611" y="7733758"/>
            <a:ext cx="381298" cy="181896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55" name="Grupo 2854">
            <a:extLst>
              <a:ext uri="{FF2B5EF4-FFF2-40B4-BE49-F238E27FC236}">
                <a16:creationId xmlns:a16="http://schemas.microsoft.com/office/drawing/2014/main" id="{0473DE86-9652-020B-E0FE-7AC0DC2B2E86}"/>
              </a:ext>
            </a:extLst>
          </p:cNvPr>
          <p:cNvGrpSpPr/>
          <p:nvPr/>
        </p:nvGrpSpPr>
        <p:grpSpPr>
          <a:xfrm>
            <a:off x="2170510" y="7752012"/>
            <a:ext cx="128136" cy="128136"/>
            <a:chOff x="908127" y="1162591"/>
            <a:chExt cx="128136" cy="128136"/>
          </a:xfrm>
        </p:grpSpPr>
        <p:sp>
          <p:nvSpPr>
            <p:cNvPr id="2856" name="Elipse 2855">
              <a:extLst>
                <a:ext uri="{FF2B5EF4-FFF2-40B4-BE49-F238E27FC236}">
                  <a16:creationId xmlns:a16="http://schemas.microsoft.com/office/drawing/2014/main" id="{BC53B156-9456-3D40-1214-AC367086EF08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58" name="Cruz 2857">
              <a:extLst>
                <a:ext uri="{FF2B5EF4-FFF2-40B4-BE49-F238E27FC236}">
                  <a16:creationId xmlns:a16="http://schemas.microsoft.com/office/drawing/2014/main" id="{F2FA3FA8-1971-06B3-A104-A61D1591E653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859" name="Grupo 2858">
            <a:extLst>
              <a:ext uri="{FF2B5EF4-FFF2-40B4-BE49-F238E27FC236}">
                <a16:creationId xmlns:a16="http://schemas.microsoft.com/office/drawing/2014/main" id="{8B470C5F-4C57-CDC8-0CAD-DA9E073923D1}"/>
              </a:ext>
            </a:extLst>
          </p:cNvPr>
          <p:cNvGrpSpPr/>
          <p:nvPr/>
        </p:nvGrpSpPr>
        <p:grpSpPr>
          <a:xfrm>
            <a:off x="5833010" y="2890205"/>
            <a:ext cx="128136" cy="128136"/>
            <a:chOff x="2606150" y="3355191"/>
            <a:chExt cx="128136" cy="128136"/>
          </a:xfrm>
        </p:grpSpPr>
        <p:sp>
          <p:nvSpPr>
            <p:cNvPr id="2861" name="Elipse 2860">
              <a:extLst>
                <a:ext uri="{FF2B5EF4-FFF2-40B4-BE49-F238E27FC236}">
                  <a16:creationId xmlns:a16="http://schemas.microsoft.com/office/drawing/2014/main" id="{B98BBC06-4395-8E5A-941F-59EE2874F47F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62" name="Triángulo isósceles 2861">
              <a:extLst>
                <a:ext uri="{FF2B5EF4-FFF2-40B4-BE49-F238E27FC236}">
                  <a16:creationId xmlns:a16="http://schemas.microsoft.com/office/drawing/2014/main" id="{2B728AAD-509B-0E15-9895-7B199D55D587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870" name="CuadroTexto 2869">
            <a:extLst>
              <a:ext uri="{FF2B5EF4-FFF2-40B4-BE49-F238E27FC236}">
                <a16:creationId xmlns:a16="http://schemas.microsoft.com/office/drawing/2014/main" id="{B30E108C-C958-AD36-A589-C9F36F7CAC80}"/>
              </a:ext>
            </a:extLst>
          </p:cNvPr>
          <p:cNvSpPr txBox="1"/>
          <p:nvPr/>
        </p:nvSpPr>
        <p:spPr>
          <a:xfrm>
            <a:off x="6164770" y="2925153"/>
            <a:ext cx="5998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Citrato</a:t>
            </a:r>
          </a:p>
        </p:txBody>
      </p:sp>
      <p:cxnSp>
        <p:nvCxnSpPr>
          <p:cNvPr id="2878" name="Conector recto de flecha 2877">
            <a:extLst>
              <a:ext uri="{FF2B5EF4-FFF2-40B4-BE49-F238E27FC236}">
                <a16:creationId xmlns:a16="http://schemas.microsoft.com/office/drawing/2014/main" id="{1D45992F-B39B-A228-E652-A311ED401883}"/>
              </a:ext>
            </a:extLst>
          </p:cNvPr>
          <p:cNvCxnSpPr>
            <a:cxnSpLocks/>
            <a:stCxn id="2870" idx="1"/>
            <a:endCxn id="1881" idx="3"/>
          </p:cNvCxnSpPr>
          <p:nvPr/>
        </p:nvCxnSpPr>
        <p:spPr>
          <a:xfrm flipH="1" flipV="1">
            <a:off x="5576474" y="3051054"/>
            <a:ext cx="588296" cy="49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4" name="CuadroTexto 2883">
            <a:extLst>
              <a:ext uri="{FF2B5EF4-FFF2-40B4-BE49-F238E27FC236}">
                <a16:creationId xmlns:a16="http://schemas.microsoft.com/office/drawing/2014/main" id="{0BF0877B-A5CE-8A0C-8C7E-23529AED69AC}"/>
              </a:ext>
            </a:extLst>
          </p:cNvPr>
          <p:cNvSpPr txBox="1"/>
          <p:nvPr/>
        </p:nvSpPr>
        <p:spPr>
          <a:xfrm>
            <a:off x="6183047" y="2433200"/>
            <a:ext cx="6559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F2,6BP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AMP</a:t>
            </a:r>
          </a:p>
        </p:txBody>
      </p:sp>
      <p:cxnSp>
        <p:nvCxnSpPr>
          <p:cNvPr id="2910" name="Conector: angular 2909">
            <a:extLst>
              <a:ext uri="{FF2B5EF4-FFF2-40B4-BE49-F238E27FC236}">
                <a16:creationId xmlns:a16="http://schemas.microsoft.com/office/drawing/2014/main" id="{5B8576A8-2C30-9B24-E204-B9B92C35D0A8}"/>
              </a:ext>
            </a:extLst>
          </p:cNvPr>
          <p:cNvCxnSpPr>
            <a:cxnSpLocks/>
            <a:stCxn id="2884" idx="1"/>
            <a:endCxn id="1881" idx="3"/>
          </p:cNvCxnSpPr>
          <p:nvPr/>
        </p:nvCxnSpPr>
        <p:spPr>
          <a:xfrm rot="10800000" flipV="1">
            <a:off x="5576475" y="2648644"/>
            <a:ext cx="606573" cy="402410"/>
          </a:xfrm>
          <a:prstGeom prst="bentConnector3">
            <a:avLst>
              <a:gd name="adj1" fmla="val 64357"/>
            </a:avLst>
          </a:prstGeom>
          <a:ln w="1905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914" name="Grupo 2913">
            <a:extLst>
              <a:ext uri="{FF2B5EF4-FFF2-40B4-BE49-F238E27FC236}">
                <a16:creationId xmlns:a16="http://schemas.microsoft.com/office/drawing/2014/main" id="{A0E60DB8-0B5E-AB3A-BDF2-3FE7BBB621F1}"/>
              </a:ext>
            </a:extLst>
          </p:cNvPr>
          <p:cNvGrpSpPr/>
          <p:nvPr/>
        </p:nvGrpSpPr>
        <p:grpSpPr>
          <a:xfrm>
            <a:off x="5836211" y="2496873"/>
            <a:ext cx="128136" cy="128136"/>
            <a:chOff x="908127" y="1162591"/>
            <a:chExt cx="128136" cy="128136"/>
          </a:xfrm>
        </p:grpSpPr>
        <p:sp>
          <p:nvSpPr>
            <p:cNvPr id="2915" name="Elipse 2914">
              <a:extLst>
                <a:ext uri="{FF2B5EF4-FFF2-40B4-BE49-F238E27FC236}">
                  <a16:creationId xmlns:a16="http://schemas.microsoft.com/office/drawing/2014/main" id="{47723DA6-FCE5-C2F0-BB53-BA8C3404DB9A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16" name="Cruz 2915">
              <a:extLst>
                <a:ext uri="{FF2B5EF4-FFF2-40B4-BE49-F238E27FC236}">
                  <a16:creationId xmlns:a16="http://schemas.microsoft.com/office/drawing/2014/main" id="{1237017C-DB39-A2FC-D711-A3E7C70BE470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917" name="CuadroTexto 2916">
            <a:extLst>
              <a:ext uri="{FF2B5EF4-FFF2-40B4-BE49-F238E27FC236}">
                <a16:creationId xmlns:a16="http://schemas.microsoft.com/office/drawing/2014/main" id="{547E26A7-5D3A-584E-5336-78B5B807EB98}"/>
              </a:ext>
            </a:extLst>
          </p:cNvPr>
          <p:cNvSpPr txBox="1"/>
          <p:nvPr/>
        </p:nvSpPr>
        <p:spPr>
          <a:xfrm>
            <a:off x="76222" y="4742435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</a:t>
            </a:r>
          </a:p>
        </p:txBody>
      </p:sp>
      <p:sp>
        <p:nvSpPr>
          <p:cNvPr id="2918" name="CuadroTexto 2917">
            <a:extLst>
              <a:ext uri="{FF2B5EF4-FFF2-40B4-BE49-F238E27FC236}">
                <a16:creationId xmlns:a16="http://schemas.microsoft.com/office/drawing/2014/main" id="{2EF39334-B7BF-9273-3B07-E43864F4DA05}"/>
              </a:ext>
            </a:extLst>
          </p:cNvPr>
          <p:cNvSpPr txBox="1"/>
          <p:nvPr/>
        </p:nvSpPr>
        <p:spPr>
          <a:xfrm>
            <a:off x="670339" y="4625590"/>
            <a:ext cx="1263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Glicerol quinasa</a:t>
            </a:r>
          </a:p>
        </p:txBody>
      </p:sp>
      <p:sp>
        <p:nvSpPr>
          <p:cNvPr id="2919" name="CuadroTexto 2918">
            <a:extLst>
              <a:ext uri="{FF2B5EF4-FFF2-40B4-BE49-F238E27FC236}">
                <a16:creationId xmlns:a16="http://schemas.microsoft.com/office/drawing/2014/main" id="{C844071B-9C2B-C05D-DC43-9B2EEC451D22}"/>
              </a:ext>
            </a:extLst>
          </p:cNvPr>
          <p:cNvSpPr txBox="1"/>
          <p:nvPr/>
        </p:nvSpPr>
        <p:spPr>
          <a:xfrm>
            <a:off x="712916" y="4946052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2920" name="CuadroTexto 2919">
            <a:extLst>
              <a:ext uri="{FF2B5EF4-FFF2-40B4-BE49-F238E27FC236}">
                <a16:creationId xmlns:a16="http://schemas.microsoft.com/office/drawing/2014/main" id="{84FD639B-4F90-374B-5D60-13247ED356EB}"/>
              </a:ext>
            </a:extLst>
          </p:cNvPr>
          <p:cNvSpPr txBox="1"/>
          <p:nvPr/>
        </p:nvSpPr>
        <p:spPr>
          <a:xfrm>
            <a:off x="1455073" y="4954676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2921" name="Conector: curvado 2920">
            <a:extLst>
              <a:ext uri="{FF2B5EF4-FFF2-40B4-BE49-F238E27FC236}">
                <a16:creationId xmlns:a16="http://schemas.microsoft.com/office/drawing/2014/main" id="{AC4571F5-68EE-2596-E729-74342DB2F808}"/>
              </a:ext>
            </a:extLst>
          </p:cNvPr>
          <p:cNvCxnSpPr>
            <a:cxnSpLocks/>
            <a:stCxn id="2919" idx="0"/>
            <a:endCxn id="2920" idx="0"/>
          </p:cNvCxnSpPr>
          <p:nvPr/>
        </p:nvCxnSpPr>
        <p:spPr>
          <a:xfrm rot="16200000" flipH="1">
            <a:off x="1313881" y="4575278"/>
            <a:ext cx="8624" cy="750172"/>
          </a:xfrm>
          <a:prstGeom prst="curvedConnector3">
            <a:avLst>
              <a:gd name="adj1" fmla="val -8156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2" name="Conector recto de flecha 2921">
            <a:extLst>
              <a:ext uri="{FF2B5EF4-FFF2-40B4-BE49-F238E27FC236}">
                <a16:creationId xmlns:a16="http://schemas.microsoft.com/office/drawing/2014/main" id="{35D191DC-EC3F-6642-3D28-9FF1425D2D8F}"/>
              </a:ext>
            </a:extLst>
          </p:cNvPr>
          <p:cNvCxnSpPr>
            <a:cxnSpLocks/>
            <a:stCxn id="2917" idx="3"/>
          </p:cNvCxnSpPr>
          <p:nvPr/>
        </p:nvCxnSpPr>
        <p:spPr>
          <a:xfrm>
            <a:off x="740186" y="4873240"/>
            <a:ext cx="2129472" cy="451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3" name="CuadroTexto 2922">
            <a:extLst>
              <a:ext uri="{FF2B5EF4-FFF2-40B4-BE49-F238E27FC236}">
                <a16:creationId xmlns:a16="http://schemas.microsoft.com/office/drawing/2014/main" id="{5733B89B-4479-05FD-89E4-921E8E69887D}"/>
              </a:ext>
            </a:extLst>
          </p:cNvPr>
          <p:cNvSpPr txBox="1"/>
          <p:nvPr/>
        </p:nvSpPr>
        <p:spPr>
          <a:xfrm>
            <a:off x="5326148" y="6951838"/>
            <a:ext cx="16227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Lactato deshidrogenasa</a:t>
            </a:r>
          </a:p>
        </p:txBody>
      </p:sp>
      <p:sp>
        <p:nvSpPr>
          <p:cNvPr id="2926" name="CuadroTexto 2925">
            <a:extLst>
              <a:ext uri="{FF2B5EF4-FFF2-40B4-BE49-F238E27FC236}">
                <a16:creationId xmlns:a16="http://schemas.microsoft.com/office/drawing/2014/main" id="{98C72465-3DE0-DA1E-345C-E75FABD83874}"/>
              </a:ext>
            </a:extLst>
          </p:cNvPr>
          <p:cNvSpPr txBox="1"/>
          <p:nvPr/>
        </p:nvSpPr>
        <p:spPr>
          <a:xfrm>
            <a:off x="6138218" y="1391793"/>
            <a:ext cx="7889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Glucagón</a:t>
            </a:r>
          </a:p>
        </p:txBody>
      </p:sp>
      <p:cxnSp>
        <p:nvCxnSpPr>
          <p:cNvPr id="2929" name="Conector recto de flecha 2928">
            <a:extLst>
              <a:ext uri="{FF2B5EF4-FFF2-40B4-BE49-F238E27FC236}">
                <a16:creationId xmlns:a16="http://schemas.microsoft.com/office/drawing/2014/main" id="{71D203A1-4F0F-E86B-8589-F04607FE967D}"/>
              </a:ext>
            </a:extLst>
          </p:cNvPr>
          <p:cNvCxnSpPr>
            <a:cxnSpLocks/>
            <a:stCxn id="2926" idx="1"/>
            <a:endCxn id="1864" idx="3"/>
          </p:cNvCxnSpPr>
          <p:nvPr/>
        </p:nvCxnSpPr>
        <p:spPr>
          <a:xfrm flipH="1">
            <a:off x="5785820" y="1522598"/>
            <a:ext cx="352398" cy="534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33" name="Grupo 2932">
            <a:extLst>
              <a:ext uri="{FF2B5EF4-FFF2-40B4-BE49-F238E27FC236}">
                <a16:creationId xmlns:a16="http://schemas.microsoft.com/office/drawing/2014/main" id="{A6A514B6-6568-8A7C-06DC-2459236DF89D}"/>
              </a:ext>
            </a:extLst>
          </p:cNvPr>
          <p:cNvGrpSpPr/>
          <p:nvPr/>
        </p:nvGrpSpPr>
        <p:grpSpPr>
          <a:xfrm>
            <a:off x="5880907" y="1345552"/>
            <a:ext cx="128136" cy="128136"/>
            <a:chOff x="2606150" y="3355191"/>
            <a:chExt cx="128136" cy="128136"/>
          </a:xfrm>
        </p:grpSpPr>
        <p:sp>
          <p:nvSpPr>
            <p:cNvPr id="2934" name="Elipse 2933">
              <a:extLst>
                <a:ext uri="{FF2B5EF4-FFF2-40B4-BE49-F238E27FC236}">
                  <a16:creationId xmlns:a16="http://schemas.microsoft.com/office/drawing/2014/main" id="{9134D5CF-BC52-8949-DD36-4C2327274367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35" name="Triángulo isósceles 2934">
              <a:extLst>
                <a:ext uri="{FF2B5EF4-FFF2-40B4-BE49-F238E27FC236}">
                  <a16:creationId xmlns:a16="http://schemas.microsoft.com/office/drawing/2014/main" id="{57BFF3FF-2B6B-0B44-E22A-9FD559174C19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2936" name="Conector: angular 2935">
            <a:extLst>
              <a:ext uri="{FF2B5EF4-FFF2-40B4-BE49-F238E27FC236}">
                <a16:creationId xmlns:a16="http://schemas.microsoft.com/office/drawing/2014/main" id="{55125E1D-785E-A2C9-2490-7AD2699E6587}"/>
              </a:ext>
            </a:extLst>
          </p:cNvPr>
          <p:cNvCxnSpPr>
            <a:cxnSpLocks/>
            <a:stCxn id="1829" idx="3"/>
            <a:endCxn id="1864" idx="2"/>
          </p:cNvCxnSpPr>
          <p:nvPr/>
        </p:nvCxnSpPr>
        <p:spPr>
          <a:xfrm flipV="1">
            <a:off x="4427610" y="1743384"/>
            <a:ext cx="727036" cy="164039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939" name="Grupo 2938">
            <a:extLst>
              <a:ext uri="{FF2B5EF4-FFF2-40B4-BE49-F238E27FC236}">
                <a16:creationId xmlns:a16="http://schemas.microsoft.com/office/drawing/2014/main" id="{A3C38DD9-C1EC-CE8A-98FB-4032064F87F6}"/>
              </a:ext>
            </a:extLst>
          </p:cNvPr>
          <p:cNvGrpSpPr/>
          <p:nvPr/>
        </p:nvGrpSpPr>
        <p:grpSpPr>
          <a:xfrm>
            <a:off x="4727892" y="1742893"/>
            <a:ext cx="128136" cy="128136"/>
            <a:chOff x="2606150" y="3355191"/>
            <a:chExt cx="128136" cy="128136"/>
          </a:xfrm>
        </p:grpSpPr>
        <p:sp>
          <p:nvSpPr>
            <p:cNvPr id="2940" name="Elipse 2939">
              <a:extLst>
                <a:ext uri="{FF2B5EF4-FFF2-40B4-BE49-F238E27FC236}">
                  <a16:creationId xmlns:a16="http://schemas.microsoft.com/office/drawing/2014/main" id="{D412DF69-9C02-0EAD-A9F6-10A64410127D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41" name="Triángulo isósceles 2940">
              <a:extLst>
                <a:ext uri="{FF2B5EF4-FFF2-40B4-BE49-F238E27FC236}">
                  <a16:creationId xmlns:a16="http://schemas.microsoft.com/office/drawing/2014/main" id="{C9B65D55-15E3-E71E-9F0C-AB6D175842E8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46" name="CuadroTexto 745">
            <a:extLst>
              <a:ext uri="{FF2B5EF4-FFF2-40B4-BE49-F238E27FC236}">
                <a16:creationId xmlns:a16="http://schemas.microsoft.com/office/drawing/2014/main" id="{E324B1B4-831B-A769-6395-3F8C4CE701D2}"/>
              </a:ext>
            </a:extLst>
          </p:cNvPr>
          <p:cNvSpPr txBox="1"/>
          <p:nvPr/>
        </p:nvSpPr>
        <p:spPr>
          <a:xfrm>
            <a:off x="6890167" y="4598597"/>
            <a:ext cx="2231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749" name="Conector: angular 748">
            <a:extLst>
              <a:ext uri="{FF2B5EF4-FFF2-40B4-BE49-F238E27FC236}">
                <a16:creationId xmlns:a16="http://schemas.microsoft.com/office/drawing/2014/main" id="{2DFD04B3-8676-4380-D140-3E90349B4C13}"/>
              </a:ext>
            </a:extLst>
          </p:cNvPr>
          <p:cNvCxnSpPr>
            <a:cxnSpLocks/>
            <a:stCxn id="2926" idx="3"/>
            <a:endCxn id="746" idx="0"/>
          </p:cNvCxnSpPr>
          <p:nvPr/>
        </p:nvCxnSpPr>
        <p:spPr>
          <a:xfrm>
            <a:off x="6927217" y="1522598"/>
            <a:ext cx="74519" cy="3075999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ector: angular 752">
            <a:extLst>
              <a:ext uri="{FF2B5EF4-FFF2-40B4-BE49-F238E27FC236}">
                <a16:creationId xmlns:a16="http://schemas.microsoft.com/office/drawing/2014/main" id="{E3A2BA5A-E8A9-A620-73F1-59816B7B4DFA}"/>
              </a:ext>
            </a:extLst>
          </p:cNvPr>
          <p:cNvCxnSpPr>
            <a:cxnSpLocks/>
            <a:stCxn id="746" idx="0"/>
            <a:endCxn id="2799" idx="3"/>
          </p:cNvCxnSpPr>
          <p:nvPr/>
        </p:nvCxnSpPr>
        <p:spPr>
          <a:xfrm rot="16200000" flipH="1" flipV="1">
            <a:off x="3781791" y="4956134"/>
            <a:ext cx="3577482" cy="2862408"/>
          </a:xfrm>
          <a:prstGeom prst="bentConnector4">
            <a:avLst>
              <a:gd name="adj1" fmla="val 183"/>
              <a:gd name="adj2" fmla="val 64119"/>
            </a:avLst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57" name="Grupo 756">
            <a:extLst>
              <a:ext uri="{FF2B5EF4-FFF2-40B4-BE49-F238E27FC236}">
                <a16:creationId xmlns:a16="http://schemas.microsoft.com/office/drawing/2014/main" id="{2C608599-98B5-0B19-A029-BEA2C442D59C}"/>
              </a:ext>
            </a:extLst>
          </p:cNvPr>
          <p:cNvGrpSpPr/>
          <p:nvPr/>
        </p:nvGrpSpPr>
        <p:grpSpPr>
          <a:xfrm>
            <a:off x="4625011" y="7994344"/>
            <a:ext cx="128136" cy="128136"/>
            <a:chOff x="2606150" y="3355191"/>
            <a:chExt cx="128136" cy="128136"/>
          </a:xfrm>
        </p:grpSpPr>
        <p:sp>
          <p:nvSpPr>
            <p:cNvPr id="758" name="Elipse 757">
              <a:extLst>
                <a:ext uri="{FF2B5EF4-FFF2-40B4-BE49-F238E27FC236}">
                  <a16:creationId xmlns:a16="http://schemas.microsoft.com/office/drawing/2014/main" id="{1074A954-026F-CE19-4602-9433A7D4F666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59" name="Triángulo isósceles 758">
              <a:extLst>
                <a:ext uri="{FF2B5EF4-FFF2-40B4-BE49-F238E27FC236}">
                  <a16:creationId xmlns:a16="http://schemas.microsoft.com/office/drawing/2014/main" id="{8AEF7545-EC24-C072-54C1-C7D2DB3B0DF3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0233252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216</Words>
  <Application>Microsoft Office PowerPoint</Application>
  <PresentationFormat>Personalizado</PresentationFormat>
  <Paragraphs>105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18</cp:revision>
  <dcterms:created xsi:type="dcterms:W3CDTF">2025-10-09T08:39:27Z</dcterms:created>
  <dcterms:modified xsi:type="dcterms:W3CDTF">2025-10-14T15:42:40Z</dcterms:modified>
</cp:coreProperties>
</file>