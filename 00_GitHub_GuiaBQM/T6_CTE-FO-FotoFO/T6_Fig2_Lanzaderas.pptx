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6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21/01/2026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385">
            <a:extLst>
              <a:ext uri="{FF2B5EF4-FFF2-40B4-BE49-F238E27FC236}">
                <a16:creationId xmlns:a16="http://schemas.microsoft.com/office/drawing/2014/main" id="{0FAE4E43-D92D-202C-7266-AB5EE16576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259523"/>
            <a:ext cx="2818712" cy="606662"/>
            <a:chOff x="446" y="1196"/>
            <a:chExt cx="1048" cy="312"/>
          </a:xfrm>
        </p:grpSpPr>
        <p:grpSp>
          <p:nvGrpSpPr>
            <p:cNvPr id="5" name="Group 1386">
              <a:extLst>
                <a:ext uri="{FF2B5EF4-FFF2-40B4-BE49-F238E27FC236}">
                  <a16:creationId xmlns:a16="http://schemas.microsoft.com/office/drawing/2014/main" id="{F5F22823-BF2E-E9B8-ECB4-AECDD755FB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84" name="Oval 1387">
                <a:extLst>
                  <a:ext uri="{FF2B5EF4-FFF2-40B4-BE49-F238E27FC236}">
                    <a16:creationId xmlns:a16="http://schemas.microsoft.com/office/drawing/2014/main" id="{9704E9FE-951F-103A-B807-450100E3A7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5" name="Oval 1388">
                <a:extLst>
                  <a:ext uri="{FF2B5EF4-FFF2-40B4-BE49-F238E27FC236}">
                    <a16:creationId xmlns:a16="http://schemas.microsoft.com/office/drawing/2014/main" id="{B081A345-7CE2-AAAA-75F4-7E9818B510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6" name="Freeform 1389">
                <a:extLst>
                  <a:ext uri="{FF2B5EF4-FFF2-40B4-BE49-F238E27FC236}">
                    <a16:creationId xmlns:a16="http://schemas.microsoft.com/office/drawing/2014/main" id="{E9B35A9C-7D1C-40A7-A4CF-103671A68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7" name="Freeform 1390">
                <a:extLst>
                  <a:ext uri="{FF2B5EF4-FFF2-40B4-BE49-F238E27FC236}">
                    <a16:creationId xmlns:a16="http://schemas.microsoft.com/office/drawing/2014/main" id="{B19FD076-03FA-F6E3-0F97-97887B0C33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8" name="Freeform 1391">
                <a:extLst>
                  <a:ext uri="{FF2B5EF4-FFF2-40B4-BE49-F238E27FC236}">
                    <a16:creationId xmlns:a16="http://schemas.microsoft.com/office/drawing/2014/main" id="{7C54C4D9-ED35-441B-D359-C5BAD445D3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9" name="Oval 1392">
                <a:extLst>
                  <a:ext uri="{FF2B5EF4-FFF2-40B4-BE49-F238E27FC236}">
                    <a16:creationId xmlns:a16="http://schemas.microsoft.com/office/drawing/2014/main" id="{D9F31B27-EF5D-D3E7-7629-39F4FD95F5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" name="Group 1393">
              <a:extLst>
                <a:ext uri="{FF2B5EF4-FFF2-40B4-BE49-F238E27FC236}">
                  <a16:creationId xmlns:a16="http://schemas.microsoft.com/office/drawing/2014/main" id="{AE9D8705-28AA-53AA-9381-3F4F520B5B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78" name="Oval 1394">
                <a:extLst>
                  <a:ext uri="{FF2B5EF4-FFF2-40B4-BE49-F238E27FC236}">
                    <a16:creationId xmlns:a16="http://schemas.microsoft.com/office/drawing/2014/main" id="{13DE3E1C-A83E-18E5-C5C2-8CB5A0AE2F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9" name="Oval 1395">
                <a:extLst>
                  <a:ext uri="{FF2B5EF4-FFF2-40B4-BE49-F238E27FC236}">
                    <a16:creationId xmlns:a16="http://schemas.microsoft.com/office/drawing/2014/main" id="{16C7A0B5-52D9-9E0F-F44C-66DE0DF750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0" name="Freeform 1396">
                <a:extLst>
                  <a:ext uri="{FF2B5EF4-FFF2-40B4-BE49-F238E27FC236}">
                    <a16:creationId xmlns:a16="http://schemas.microsoft.com/office/drawing/2014/main" id="{62F62C11-BFCA-3DEA-8716-54C783F78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397">
                <a:extLst>
                  <a:ext uri="{FF2B5EF4-FFF2-40B4-BE49-F238E27FC236}">
                    <a16:creationId xmlns:a16="http://schemas.microsoft.com/office/drawing/2014/main" id="{14A60FA4-D140-0C28-DF38-106C4B95E0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Freeform 1398">
                <a:extLst>
                  <a:ext uri="{FF2B5EF4-FFF2-40B4-BE49-F238E27FC236}">
                    <a16:creationId xmlns:a16="http://schemas.microsoft.com/office/drawing/2014/main" id="{5D013CD2-21F7-55B0-F8EC-BAD2A9D201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3" name="Oval 1399">
                <a:extLst>
                  <a:ext uri="{FF2B5EF4-FFF2-40B4-BE49-F238E27FC236}">
                    <a16:creationId xmlns:a16="http://schemas.microsoft.com/office/drawing/2014/main" id="{7BE06C6E-3511-CCCD-4CED-07F1090935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400">
              <a:extLst>
                <a:ext uri="{FF2B5EF4-FFF2-40B4-BE49-F238E27FC236}">
                  <a16:creationId xmlns:a16="http://schemas.microsoft.com/office/drawing/2014/main" id="{86BB257E-266F-E959-93FE-E8211962B6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72" name="Oval 1401">
                <a:extLst>
                  <a:ext uri="{FF2B5EF4-FFF2-40B4-BE49-F238E27FC236}">
                    <a16:creationId xmlns:a16="http://schemas.microsoft.com/office/drawing/2014/main" id="{BC684C14-90BB-937B-C6BC-740A219821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3" name="Oval 1402">
                <a:extLst>
                  <a:ext uri="{FF2B5EF4-FFF2-40B4-BE49-F238E27FC236}">
                    <a16:creationId xmlns:a16="http://schemas.microsoft.com/office/drawing/2014/main" id="{B275CD65-14F8-BA19-4889-B4005492A3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4" name="Freeform 1403">
                <a:extLst>
                  <a:ext uri="{FF2B5EF4-FFF2-40B4-BE49-F238E27FC236}">
                    <a16:creationId xmlns:a16="http://schemas.microsoft.com/office/drawing/2014/main" id="{2828F86F-4C83-40F9-63C9-0C3380C503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404">
                <a:extLst>
                  <a:ext uri="{FF2B5EF4-FFF2-40B4-BE49-F238E27FC236}">
                    <a16:creationId xmlns:a16="http://schemas.microsoft.com/office/drawing/2014/main" id="{8CFCFCB1-CB02-2ADC-0E8A-923F46136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Freeform 1405">
                <a:extLst>
                  <a:ext uri="{FF2B5EF4-FFF2-40B4-BE49-F238E27FC236}">
                    <a16:creationId xmlns:a16="http://schemas.microsoft.com/office/drawing/2014/main" id="{B6B64BE8-A0D0-A5A8-6C27-6E2A441E39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7" name="Oval 1406">
                <a:extLst>
                  <a:ext uri="{FF2B5EF4-FFF2-40B4-BE49-F238E27FC236}">
                    <a16:creationId xmlns:a16="http://schemas.microsoft.com/office/drawing/2014/main" id="{38A25A9B-B0AE-B796-831F-BA62AB7DDC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07">
              <a:extLst>
                <a:ext uri="{FF2B5EF4-FFF2-40B4-BE49-F238E27FC236}">
                  <a16:creationId xmlns:a16="http://schemas.microsoft.com/office/drawing/2014/main" id="{BD84ACCA-DA8E-61CC-0F34-02D4E20D8C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66" name="Oval 1408">
                <a:extLst>
                  <a:ext uri="{FF2B5EF4-FFF2-40B4-BE49-F238E27FC236}">
                    <a16:creationId xmlns:a16="http://schemas.microsoft.com/office/drawing/2014/main" id="{DC00C619-77DE-FCFA-5DC1-7A6FA612F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7" name="Oval 1409">
                <a:extLst>
                  <a:ext uri="{FF2B5EF4-FFF2-40B4-BE49-F238E27FC236}">
                    <a16:creationId xmlns:a16="http://schemas.microsoft.com/office/drawing/2014/main" id="{520CFB74-E2ED-9DC8-2E86-B7A274506B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8" name="Freeform 1410">
                <a:extLst>
                  <a:ext uri="{FF2B5EF4-FFF2-40B4-BE49-F238E27FC236}">
                    <a16:creationId xmlns:a16="http://schemas.microsoft.com/office/drawing/2014/main" id="{839788F3-1EE8-CCC2-D793-F02558EE4E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411">
                <a:extLst>
                  <a:ext uri="{FF2B5EF4-FFF2-40B4-BE49-F238E27FC236}">
                    <a16:creationId xmlns:a16="http://schemas.microsoft.com/office/drawing/2014/main" id="{AE8E5364-9853-A83A-D479-DD0B135D7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Freeform 1412">
                <a:extLst>
                  <a:ext uri="{FF2B5EF4-FFF2-40B4-BE49-F238E27FC236}">
                    <a16:creationId xmlns:a16="http://schemas.microsoft.com/office/drawing/2014/main" id="{6949ED35-E28A-E603-EFF9-1A35FF60ED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1" name="Oval 1413">
                <a:extLst>
                  <a:ext uri="{FF2B5EF4-FFF2-40B4-BE49-F238E27FC236}">
                    <a16:creationId xmlns:a16="http://schemas.microsoft.com/office/drawing/2014/main" id="{53253867-D874-6B99-DCC7-0334FDF5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14">
              <a:extLst>
                <a:ext uri="{FF2B5EF4-FFF2-40B4-BE49-F238E27FC236}">
                  <a16:creationId xmlns:a16="http://schemas.microsoft.com/office/drawing/2014/main" id="{D06D3233-C6EC-C748-E0A4-EC3D072BDA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60" name="Oval 1415">
                <a:extLst>
                  <a:ext uri="{FF2B5EF4-FFF2-40B4-BE49-F238E27FC236}">
                    <a16:creationId xmlns:a16="http://schemas.microsoft.com/office/drawing/2014/main" id="{9206C1DC-5258-BB6A-4967-B7452CF72A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1" name="Oval 1416">
                <a:extLst>
                  <a:ext uri="{FF2B5EF4-FFF2-40B4-BE49-F238E27FC236}">
                    <a16:creationId xmlns:a16="http://schemas.microsoft.com/office/drawing/2014/main" id="{481B8EA3-B6FA-029B-ACA2-57EF8B731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2" name="Freeform 1417">
                <a:extLst>
                  <a:ext uri="{FF2B5EF4-FFF2-40B4-BE49-F238E27FC236}">
                    <a16:creationId xmlns:a16="http://schemas.microsoft.com/office/drawing/2014/main" id="{2368269E-F695-552C-BBA3-6685EE6A85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418">
                <a:extLst>
                  <a:ext uri="{FF2B5EF4-FFF2-40B4-BE49-F238E27FC236}">
                    <a16:creationId xmlns:a16="http://schemas.microsoft.com/office/drawing/2014/main" id="{CA38BF9F-5BE3-B1F2-A1A9-B7EC54F6B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Freeform 1419">
                <a:extLst>
                  <a:ext uri="{FF2B5EF4-FFF2-40B4-BE49-F238E27FC236}">
                    <a16:creationId xmlns:a16="http://schemas.microsoft.com/office/drawing/2014/main" id="{552D4059-AF33-56B6-9F86-3D4B89600C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5" name="Oval 1420">
                <a:extLst>
                  <a:ext uri="{FF2B5EF4-FFF2-40B4-BE49-F238E27FC236}">
                    <a16:creationId xmlns:a16="http://schemas.microsoft.com/office/drawing/2014/main" id="{889A51EB-0AEF-2B6C-6AF2-D33ADA7D87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21">
              <a:extLst>
                <a:ext uri="{FF2B5EF4-FFF2-40B4-BE49-F238E27FC236}">
                  <a16:creationId xmlns:a16="http://schemas.microsoft.com/office/drawing/2014/main" id="{2CCCA281-7545-DB6E-31DC-6409188479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54" name="Oval 1422">
                <a:extLst>
                  <a:ext uri="{FF2B5EF4-FFF2-40B4-BE49-F238E27FC236}">
                    <a16:creationId xmlns:a16="http://schemas.microsoft.com/office/drawing/2014/main" id="{C0510909-1050-9406-2903-F71FC6EFB2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5" name="Oval 1423">
                <a:extLst>
                  <a:ext uri="{FF2B5EF4-FFF2-40B4-BE49-F238E27FC236}">
                    <a16:creationId xmlns:a16="http://schemas.microsoft.com/office/drawing/2014/main" id="{F5999F75-0438-D8BF-A853-C1F775B02F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6" name="Freeform 1424">
                <a:extLst>
                  <a:ext uri="{FF2B5EF4-FFF2-40B4-BE49-F238E27FC236}">
                    <a16:creationId xmlns:a16="http://schemas.microsoft.com/office/drawing/2014/main" id="{3CCF9534-3CC2-4831-06A5-1278E4D8C6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425">
                <a:extLst>
                  <a:ext uri="{FF2B5EF4-FFF2-40B4-BE49-F238E27FC236}">
                    <a16:creationId xmlns:a16="http://schemas.microsoft.com/office/drawing/2014/main" id="{D04311B4-3942-046A-87B4-443F2ABD84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Freeform 1426">
                <a:extLst>
                  <a:ext uri="{FF2B5EF4-FFF2-40B4-BE49-F238E27FC236}">
                    <a16:creationId xmlns:a16="http://schemas.microsoft.com/office/drawing/2014/main" id="{208DA9ED-C84F-6575-2C8C-07CFE18C2C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9" name="Oval 1427">
                <a:extLst>
                  <a:ext uri="{FF2B5EF4-FFF2-40B4-BE49-F238E27FC236}">
                    <a16:creationId xmlns:a16="http://schemas.microsoft.com/office/drawing/2014/main" id="{98974737-D9A9-AD69-DD9C-B950AB8337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28">
              <a:extLst>
                <a:ext uri="{FF2B5EF4-FFF2-40B4-BE49-F238E27FC236}">
                  <a16:creationId xmlns:a16="http://schemas.microsoft.com/office/drawing/2014/main" id="{EBC224C5-39D7-07B2-1355-7290BFDBE8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48" name="Oval 1429">
                <a:extLst>
                  <a:ext uri="{FF2B5EF4-FFF2-40B4-BE49-F238E27FC236}">
                    <a16:creationId xmlns:a16="http://schemas.microsoft.com/office/drawing/2014/main" id="{1910815E-79E1-B249-3ADA-A3B76D8EBC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9" name="Oval 1430">
                <a:extLst>
                  <a:ext uri="{FF2B5EF4-FFF2-40B4-BE49-F238E27FC236}">
                    <a16:creationId xmlns:a16="http://schemas.microsoft.com/office/drawing/2014/main" id="{30D2CF98-FC9D-8CBA-2D18-ADBF580454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0" name="Freeform 1431">
                <a:extLst>
                  <a:ext uri="{FF2B5EF4-FFF2-40B4-BE49-F238E27FC236}">
                    <a16:creationId xmlns:a16="http://schemas.microsoft.com/office/drawing/2014/main" id="{6AE26A0C-353D-53BE-1DF3-FB350091A4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432">
                <a:extLst>
                  <a:ext uri="{FF2B5EF4-FFF2-40B4-BE49-F238E27FC236}">
                    <a16:creationId xmlns:a16="http://schemas.microsoft.com/office/drawing/2014/main" id="{E1BD47EC-C16B-8F5E-A98C-97028A431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1433">
                <a:extLst>
                  <a:ext uri="{FF2B5EF4-FFF2-40B4-BE49-F238E27FC236}">
                    <a16:creationId xmlns:a16="http://schemas.microsoft.com/office/drawing/2014/main" id="{FE13102F-9729-C552-BA69-BEB971BB1B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Oval 1434">
                <a:extLst>
                  <a:ext uri="{FF2B5EF4-FFF2-40B4-BE49-F238E27FC236}">
                    <a16:creationId xmlns:a16="http://schemas.microsoft.com/office/drawing/2014/main" id="{BF6E9366-3860-ECBC-D0A6-613A87EDA2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35">
              <a:extLst>
                <a:ext uri="{FF2B5EF4-FFF2-40B4-BE49-F238E27FC236}">
                  <a16:creationId xmlns:a16="http://schemas.microsoft.com/office/drawing/2014/main" id="{339603CE-4943-F4A9-40E1-966C54A937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42" name="Oval 1436">
                <a:extLst>
                  <a:ext uri="{FF2B5EF4-FFF2-40B4-BE49-F238E27FC236}">
                    <a16:creationId xmlns:a16="http://schemas.microsoft.com/office/drawing/2014/main" id="{F7237ACC-B362-C916-0D22-AFB06A194F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3" name="Oval 1437">
                <a:extLst>
                  <a:ext uri="{FF2B5EF4-FFF2-40B4-BE49-F238E27FC236}">
                    <a16:creationId xmlns:a16="http://schemas.microsoft.com/office/drawing/2014/main" id="{D5045F60-F866-3DFD-26BE-5BE816396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4" name="Freeform 1438">
                <a:extLst>
                  <a:ext uri="{FF2B5EF4-FFF2-40B4-BE49-F238E27FC236}">
                    <a16:creationId xmlns:a16="http://schemas.microsoft.com/office/drawing/2014/main" id="{8396C4DA-3BA5-4846-F2E7-AB7E4AF1B3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439">
                <a:extLst>
                  <a:ext uri="{FF2B5EF4-FFF2-40B4-BE49-F238E27FC236}">
                    <a16:creationId xmlns:a16="http://schemas.microsoft.com/office/drawing/2014/main" id="{F428FD12-D1FC-270F-253D-159BB3B02B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1440">
                <a:extLst>
                  <a:ext uri="{FF2B5EF4-FFF2-40B4-BE49-F238E27FC236}">
                    <a16:creationId xmlns:a16="http://schemas.microsoft.com/office/drawing/2014/main" id="{8A050FE3-9708-87F2-C24F-5C5A9467C3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Oval 1441">
                <a:extLst>
                  <a:ext uri="{FF2B5EF4-FFF2-40B4-BE49-F238E27FC236}">
                    <a16:creationId xmlns:a16="http://schemas.microsoft.com/office/drawing/2014/main" id="{EC8A1707-F761-7367-709B-D3429F985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42">
              <a:extLst>
                <a:ext uri="{FF2B5EF4-FFF2-40B4-BE49-F238E27FC236}">
                  <a16:creationId xmlns:a16="http://schemas.microsoft.com/office/drawing/2014/main" id="{2E20C292-9447-9EB7-870C-F0E297E2E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136" name="Oval 1443">
                <a:extLst>
                  <a:ext uri="{FF2B5EF4-FFF2-40B4-BE49-F238E27FC236}">
                    <a16:creationId xmlns:a16="http://schemas.microsoft.com/office/drawing/2014/main" id="{28D17CCD-2539-44F3-43EE-FEB98D1A26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7" name="Oval 1444">
                <a:extLst>
                  <a:ext uri="{FF2B5EF4-FFF2-40B4-BE49-F238E27FC236}">
                    <a16:creationId xmlns:a16="http://schemas.microsoft.com/office/drawing/2014/main" id="{7E54D9A6-46AB-DD15-BCF4-D709BE4E8E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8" name="Freeform 1445">
                <a:extLst>
                  <a:ext uri="{FF2B5EF4-FFF2-40B4-BE49-F238E27FC236}">
                    <a16:creationId xmlns:a16="http://schemas.microsoft.com/office/drawing/2014/main" id="{8DF980E3-1F1C-D958-CC94-2D603D7D6E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446">
                <a:extLst>
                  <a:ext uri="{FF2B5EF4-FFF2-40B4-BE49-F238E27FC236}">
                    <a16:creationId xmlns:a16="http://schemas.microsoft.com/office/drawing/2014/main" id="{856194CA-44ED-C6EA-F62D-E4F9AC8511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1447">
                <a:extLst>
                  <a:ext uri="{FF2B5EF4-FFF2-40B4-BE49-F238E27FC236}">
                    <a16:creationId xmlns:a16="http://schemas.microsoft.com/office/drawing/2014/main" id="{866E7F20-7C45-372F-B5DF-6EE38A4752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Oval 1448">
                <a:extLst>
                  <a:ext uri="{FF2B5EF4-FFF2-40B4-BE49-F238E27FC236}">
                    <a16:creationId xmlns:a16="http://schemas.microsoft.com/office/drawing/2014/main" id="{D6AA4B83-10E6-CD63-E2C9-557154616B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49">
              <a:extLst>
                <a:ext uri="{FF2B5EF4-FFF2-40B4-BE49-F238E27FC236}">
                  <a16:creationId xmlns:a16="http://schemas.microsoft.com/office/drawing/2014/main" id="{4EA7FCE7-A7CF-5607-F1A9-A82A559341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130" name="Oval 1450">
                <a:extLst>
                  <a:ext uri="{FF2B5EF4-FFF2-40B4-BE49-F238E27FC236}">
                    <a16:creationId xmlns:a16="http://schemas.microsoft.com/office/drawing/2014/main" id="{04BCA2CF-4FDA-F075-3FBD-782FDF5189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1" name="Oval 1451">
                <a:extLst>
                  <a:ext uri="{FF2B5EF4-FFF2-40B4-BE49-F238E27FC236}">
                    <a16:creationId xmlns:a16="http://schemas.microsoft.com/office/drawing/2014/main" id="{387C27A5-2E8D-EF4C-36AB-85955089E5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2" name="Freeform 1452">
                <a:extLst>
                  <a:ext uri="{FF2B5EF4-FFF2-40B4-BE49-F238E27FC236}">
                    <a16:creationId xmlns:a16="http://schemas.microsoft.com/office/drawing/2014/main" id="{E7A8AF3F-ABD7-B61B-6DC0-03C4B46911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453">
                <a:extLst>
                  <a:ext uri="{FF2B5EF4-FFF2-40B4-BE49-F238E27FC236}">
                    <a16:creationId xmlns:a16="http://schemas.microsoft.com/office/drawing/2014/main" id="{9F0C852F-9735-DB7D-8430-A60575882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1454">
                <a:extLst>
                  <a:ext uri="{FF2B5EF4-FFF2-40B4-BE49-F238E27FC236}">
                    <a16:creationId xmlns:a16="http://schemas.microsoft.com/office/drawing/2014/main" id="{CCC08CDE-78BC-3891-D233-3C4A61C20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Oval 1455">
                <a:extLst>
                  <a:ext uri="{FF2B5EF4-FFF2-40B4-BE49-F238E27FC236}">
                    <a16:creationId xmlns:a16="http://schemas.microsoft.com/office/drawing/2014/main" id="{065C8583-2B13-76CB-F2B0-5D0F3062EF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56">
              <a:extLst>
                <a:ext uri="{FF2B5EF4-FFF2-40B4-BE49-F238E27FC236}">
                  <a16:creationId xmlns:a16="http://schemas.microsoft.com/office/drawing/2014/main" id="{C740D8B1-B030-7C63-C352-24A41F8D89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124" name="Oval 1457">
                <a:extLst>
                  <a:ext uri="{FF2B5EF4-FFF2-40B4-BE49-F238E27FC236}">
                    <a16:creationId xmlns:a16="http://schemas.microsoft.com/office/drawing/2014/main" id="{71D0FEAA-BEF9-E229-6C2A-13CC116B2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Oval 1458">
                <a:extLst>
                  <a:ext uri="{FF2B5EF4-FFF2-40B4-BE49-F238E27FC236}">
                    <a16:creationId xmlns:a16="http://schemas.microsoft.com/office/drawing/2014/main" id="{130772BA-04EB-BE5C-1CCB-82468C040B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6" name="Freeform 1459">
                <a:extLst>
                  <a:ext uri="{FF2B5EF4-FFF2-40B4-BE49-F238E27FC236}">
                    <a16:creationId xmlns:a16="http://schemas.microsoft.com/office/drawing/2014/main" id="{7B6B5A4B-A48A-8423-B925-D47DF49BBC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460">
                <a:extLst>
                  <a:ext uri="{FF2B5EF4-FFF2-40B4-BE49-F238E27FC236}">
                    <a16:creationId xmlns:a16="http://schemas.microsoft.com/office/drawing/2014/main" id="{E9350B80-8F92-A40C-2845-C8E70F792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461">
                <a:extLst>
                  <a:ext uri="{FF2B5EF4-FFF2-40B4-BE49-F238E27FC236}">
                    <a16:creationId xmlns:a16="http://schemas.microsoft.com/office/drawing/2014/main" id="{45DDDA58-DDCA-329A-7B42-13E5F34C80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Oval 1462">
                <a:extLst>
                  <a:ext uri="{FF2B5EF4-FFF2-40B4-BE49-F238E27FC236}">
                    <a16:creationId xmlns:a16="http://schemas.microsoft.com/office/drawing/2014/main" id="{6F9BF542-8F32-AFB8-A28B-FDDD528D28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63">
              <a:extLst>
                <a:ext uri="{FF2B5EF4-FFF2-40B4-BE49-F238E27FC236}">
                  <a16:creationId xmlns:a16="http://schemas.microsoft.com/office/drawing/2014/main" id="{419B83F8-5BBF-0F2D-D4DB-374B245DE6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118" name="Oval 1464">
                <a:extLst>
                  <a:ext uri="{FF2B5EF4-FFF2-40B4-BE49-F238E27FC236}">
                    <a16:creationId xmlns:a16="http://schemas.microsoft.com/office/drawing/2014/main" id="{9C8A46C2-AF88-0727-38AB-E21422BCCA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Oval 1465">
                <a:extLst>
                  <a:ext uri="{FF2B5EF4-FFF2-40B4-BE49-F238E27FC236}">
                    <a16:creationId xmlns:a16="http://schemas.microsoft.com/office/drawing/2014/main" id="{5161ACA8-8E45-FD1C-0F8E-C46B326E82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0" name="Freeform 1466">
                <a:extLst>
                  <a:ext uri="{FF2B5EF4-FFF2-40B4-BE49-F238E27FC236}">
                    <a16:creationId xmlns:a16="http://schemas.microsoft.com/office/drawing/2014/main" id="{6C2D4D47-4733-F580-F61B-8A949BF67E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467">
                <a:extLst>
                  <a:ext uri="{FF2B5EF4-FFF2-40B4-BE49-F238E27FC236}">
                    <a16:creationId xmlns:a16="http://schemas.microsoft.com/office/drawing/2014/main" id="{A51D5195-AF8F-E840-9F4F-E914BD13B0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468">
                <a:extLst>
                  <a:ext uri="{FF2B5EF4-FFF2-40B4-BE49-F238E27FC236}">
                    <a16:creationId xmlns:a16="http://schemas.microsoft.com/office/drawing/2014/main" id="{FA1B70A9-BF90-7519-EF4A-8F3BC9D54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Oval 1469">
                <a:extLst>
                  <a:ext uri="{FF2B5EF4-FFF2-40B4-BE49-F238E27FC236}">
                    <a16:creationId xmlns:a16="http://schemas.microsoft.com/office/drawing/2014/main" id="{7DA0D1D7-E8A9-C13C-C8B6-EF126B6C7A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70">
              <a:extLst>
                <a:ext uri="{FF2B5EF4-FFF2-40B4-BE49-F238E27FC236}">
                  <a16:creationId xmlns:a16="http://schemas.microsoft.com/office/drawing/2014/main" id="{0D9E49EF-4D42-0949-C8DD-DC2613E4EF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112" name="Oval 1471">
                <a:extLst>
                  <a:ext uri="{FF2B5EF4-FFF2-40B4-BE49-F238E27FC236}">
                    <a16:creationId xmlns:a16="http://schemas.microsoft.com/office/drawing/2014/main" id="{1CFDCFAB-9937-0DDD-E425-08D743644D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Oval 1472">
                <a:extLst>
                  <a:ext uri="{FF2B5EF4-FFF2-40B4-BE49-F238E27FC236}">
                    <a16:creationId xmlns:a16="http://schemas.microsoft.com/office/drawing/2014/main" id="{E1396771-3042-7418-9BB6-263CAD6412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4" name="Freeform 1473">
                <a:extLst>
                  <a:ext uri="{FF2B5EF4-FFF2-40B4-BE49-F238E27FC236}">
                    <a16:creationId xmlns:a16="http://schemas.microsoft.com/office/drawing/2014/main" id="{5C91A2BC-35DB-BBB4-60C5-F711740B61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74">
                <a:extLst>
                  <a:ext uri="{FF2B5EF4-FFF2-40B4-BE49-F238E27FC236}">
                    <a16:creationId xmlns:a16="http://schemas.microsoft.com/office/drawing/2014/main" id="{ED99E501-2B0B-8AC7-2C99-44D9E2A81F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475">
                <a:extLst>
                  <a:ext uri="{FF2B5EF4-FFF2-40B4-BE49-F238E27FC236}">
                    <a16:creationId xmlns:a16="http://schemas.microsoft.com/office/drawing/2014/main" id="{3291FE49-07DA-5A0D-30DF-3A41DF0CD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Oval 1476">
                <a:extLst>
                  <a:ext uri="{FF2B5EF4-FFF2-40B4-BE49-F238E27FC236}">
                    <a16:creationId xmlns:a16="http://schemas.microsoft.com/office/drawing/2014/main" id="{E08C829A-A1AE-DFE0-275C-C8C3400D03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77">
              <a:extLst>
                <a:ext uri="{FF2B5EF4-FFF2-40B4-BE49-F238E27FC236}">
                  <a16:creationId xmlns:a16="http://schemas.microsoft.com/office/drawing/2014/main" id="{90B904C2-CDDE-9780-BB89-41F7D3B227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106" name="Oval 1478">
                <a:extLst>
                  <a:ext uri="{FF2B5EF4-FFF2-40B4-BE49-F238E27FC236}">
                    <a16:creationId xmlns:a16="http://schemas.microsoft.com/office/drawing/2014/main" id="{6116E4B3-3018-83F7-AEA0-163718FDC8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Oval 1479">
                <a:extLst>
                  <a:ext uri="{FF2B5EF4-FFF2-40B4-BE49-F238E27FC236}">
                    <a16:creationId xmlns:a16="http://schemas.microsoft.com/office/drawing/2014/main" id="{AC900DF3-D130-0981-6E1A-0FA8AA54F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8" name="Freeform 1480">
                <a:extLst>
                  <a:ext uri="{FF2B5EF4-FFF2-40B4-BE49-F238E27FC236}">
                    <a16:creationId xmlns:a16="http://schemas.microsoft.com/office/drawing/2014/main" id="{ACEECDE3-4BC2-CBB6-E9F3-C317E3ABA2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81">
                <a:extLst>
                  <a:ext uri="{FF2B5EF4-FFF2-40B4-BE49-F238E27FC236}">
                    <a16:creationId xmlns:a16="http://schemas.microsoft.com/office/drawing/2014/main" id="{1BA4C097-3B2C-4026-C507-B39A450B35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482">
                <a:extLst>
                  <a:ext uri="{FF2B5EF4-FFF2-40B4-BE49-F238E27FC236}">
                    <a16:creationId xmlns:a16="http://schemas.microsoft.com/office/drawing/2014/main" id="{4F7FE42D-ABC3-7F14-145A-E3CB676F47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Oval 1483">
                <a:extLst>
                  <a:ext uri="{FF2B5EF4-FFF2-40B4-BE49-F238E27FC236}">
                    <a16:creationId xmlns:a16="http://schemas.microsoft.com/office/drawing/2014/main" id="{559112A3-21DD-F314-A7B4-D83E07725A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84">
              <a:extLst>
                <a:ext uri="{FF2B5EF4-FFF2-40B4-BE49-F238E27FC236}">
                  <a16:creationId xmlns:a16="http://schemas.microsoft.com/office/drawing/2014/main" id="{E8E2FF17-5286-6185-4342-FAC92FBF19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100" name="Oval 1485">
                <a:extLst>
                  <a:ext uri="{FF2B5EF4-FFF2-40B4-BE49-F238E27FC236}">
                    <a16:creationId xmlns:a16="http://schemas.microsoft.com/office/drawing/2014/main" id="{DFB138E3-3D75-83D9-E96E-D753A1D059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Oval 1486">
                <a:extLst>
                  <a:ext uri="{FF2B5EF4-FFF2-40B4-BE49-F238E27FC236}">
                    <a16:creationId xmlns:a16="http://schemas.microsoft.com/office/drawing/2014/main" id="{879CA278-658E-BC15-E0D0-EFB6726EA3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2" name="Freeform 1487">
                <a:extLst>
                  <a:ext uri="{FF2B5EF4-FFF2-40B4-BE49-F238E27FC236}">
                    <a16:creationId xmlns:a16="http://schemas.microsoft.com/office/drawing/2014/main" id="{C5E9C7A9-237B-63F1-574C-76FE0EE40C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88">
                <a:extLst>
                  <a:ext uri="{FF2B5EF4-FFF2-40B4-BE49-F238E27FC236}">
                    <a16:creationId xmlns:a16="http://schemas.microsoft.com/office/drawing/2014/main" id="{FEBEDADC-0F35-E527-235C-8E47095532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489">
                <a:extLst>
                  <a:ext uri="{FF2B5EF4-FFF2-40B4-BE49-F238E27FC236}">
                    <a16:creationId xmlns:a16="http://schemas.microsoft.com/office/drawing/2014/main" id="{504DD0A3-210C-374D-7B81-5E27F10B7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Oval 1490">
                <a:extLst>
                  <a:ext uri="{FF2B5EF4-FFF2-40B4-BE49-F238E27FC236}">
                    <a16:creationId xmlns:a16="http://schemas.microsoft.com/office/drawing/2014/main" id="{105C52E6-418A-7392-854A-3165582B1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91">
              <a:extLst>
                <a:ext uri="{FF2B5EF4-FFF2-40B4-BE49-F238E27FC236}">
                  <a16:creationId xmlns:a16="http://schemas.microsoft.com/office/drawing/2014/main" id="{4170446E-DF45-8159-317A-5C8F5E4951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94" name="Oval 1492">
                <a:extLst>
                  <a:ext uri="{FF2B5EF4-FFF2-40B4-BE49-F238E27FC236}">
                    <a16:creationId xmlns:a16="http://schemas.microsoft.com/office/drawing/2014/main" id="{69F74F67-B69A-5D26-A44B-5DE1F1D1DB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Oval 1493">
                <a:extLst>
                  <a:ext uri="{FF2B5EF4-FFF2-40B4-BE49-F238E27FC236}">
                    <a16:creationId xmlns:a16="http://schemas.microsoft.com/office/drawing/2014/main" id="{E27EE9D6-3C5B-A8BE-6A8A-D0BF4B1738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6" name="Freeform 1494">
                <a:extLst>
                  <a:ext uri="{FF2B5EF4-FFF2-40B4-BE49-F238E27FC236}">
                    <a16:creationId xmlns:a16="http://schemas.microsoft.com/office/drawing/2014/main" id="{223DB5C7-FEFB-F9EF-9C45-FBA305ABC5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95">
                <a:extLst>
                  <a:ext uri="{FF2B5EF4-FFF2-40B4-BE49-F238E27FC236}">
                    <a16:creationId xmlns:a16="http://schemas.microsoft.com/office/drawing/2014/main" id="{8BF95161-5037-513A-D9BF-D9D9C4718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496">
                <a:extLst>
                  <a:ext uri="{FF2B5EF4-FFF2-40B4-BE49-F238E27FC236}">
                    <a16:creationId xmlns:a16="http://schemas.microsoft.com/office/drawing/2014/main" id="{3A93C764-9460-2C1C-ECB3-CFFC286F02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Oval 1497">
                <a:extLst>
                  <a:ext uri="{FF2B5EF4-FFF2-40B4-BE49-F238E27FC236}">
                    <a16:creationId xmlns:a16="http://schemas.microsoft.com/office/drawing/2014/main" id="{674097ED-8A14-8AF3-BB55-D590995B8C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498">
              <a:extLst>
                <a:ext uri="{FF2B5EF4-FFF2-40B4-BE49-F238E27FC236}">
                  <a16:creationId xmlns:a16="http://schemas.microsoft.com/office/drawing/2014/main" id="{4BC2D381-5B7F-BCB3-9F9B-4BCF9D61C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88" name="Oval 1499">
                <a:extLst>
                  <a:ext uri="{FF2B5EF4-FFF2-40B4-BE49-F238E27FC236}">
                    <a16:creationId xmlns:a16="http://schemas.microsoft.com/office/drawing/2014/main" id="{8B433AAF-2713-3955-F978-89FA5594A6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Oval 1500">
                <a:extLst>
                  <a:ext uri="{FF2B5EF4-FFF2-40B4-BE49-F238E27FC236}">
                    <a16:creationId xmlns:a16="http://schemas.microsoft.com/office/drawing/2014/main" id="{997A8F2D-7E78-08BF-E2B6-B753116CCE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0" name="Freeform 1501">
                <a:extLst>
                  <a:ext uri="{FF2B5EF4-FFF2-40B4-BE49-F238E27FC236}">
                    <a16:creationId xmlns:a16="http://schemas.microsoft.com/office/drawing/2014/main" id="{07B9EFF3-D4DA-8EF4-0CC8-ED63F5B93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502">
                <a:extLst>
                  <a:ext uri="{FF2B5EF4-FFF2-40B4-BE49-F238E27FC236}">
                    <a16:creationId xmlns:a16="http://schemas.microsoft.com/office/drawing/2014/main" id="{C1F957FE-902B-8EF8-A037-BB7EFCDD85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503">
                <a:extLst>
                  <a:ext uri="{FF2B5EF4-FFF2-40B4-BE49-F238E27FC236}">
                    <a16:creationId xmlns:a16="http://schemas.microsoft.com/office/drawing/2014/main" id="{1F917081-8284-A413-F798-C8F16D9E8F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Oval 1504">
                <a:extLst>
                  <a:ext uri="{FF2B5EF4-FFF2-40B4-BE49-F238E27FC236}">
                    <a16:creationId xmlns:a16="http://schemas.microsoft.com/office/drawing/2014/main" id="{C281953B-683B-02E2-CF21-7D3FA216E9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505">
              <a:extLst>
                <a:ext uri="{FF2B5EF4-FFF2-40B4-BE49-F238E27FC236}">
                  <a16:creationId xmlns:a16="http://schemas.microsoft.com/office/drawing/2014/main" id="{E1BE2969-8966-4FFE-7125-179DF9FB3A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82" name="Oval 1506">
                <a:extLst>
                  <a:ext uri="{FF2B5EF4-FFF2-40B4-BE49-F238E27FC236}">
                    <a16:creationId xmlns:a16="http://schemas.microsoft.com/office/drawing/2014/main" id="{5F175403-1DB3-D3E2-7709-8DEB9B2C2C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Oval 1507">
                <a:extLst>
                  <a:ext uri="{FF2B5EF4-FFF2-40B4-BE49-F238E27FC236}">
                    <a16:creationId xmlns:a16="http://schemas.microsoft.com/office/drawing/2014/main" id="{C9779DB8-B2AC-DF6F-2B17-D4B4D5F397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4" name="Freeform 1508">
                <a:extLst>
                  <a:ext uri="{FF2B5EF4-FFF2-40B4-BE49-F238E27FC236}">
                    <a16:creationId xmlns:a16="http://schemas.microsoft.com/office/drawing/2014/main" id="{254F20E4-D300-B771-0D46-A39B4C2B05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509">
                <a:extLst>
                  <a:ext uri="{FF2B5EF4-FFF2-40B4-BE49-F238E27FC236}">
                    <a16:creationId xmlns:a16="http://schemas.microsoft.com/office/drawing/2014/main" id="{08100441-AC51-7E4B-CEE1-FB05624CE1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510">
                <a:extLst>
                  <a:ext uri="{FF2B5EF4-FFF2-40B4-BE49-F238E27FC236}">
                    <a16:creationId xmlns:a16="http://schemas.microsoft.com/office/drawing/2014/main" id="{D9F25A30-93D2-5AD5-72D6-2B81D2CD14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Oval 1511">
                <a:extLst>
                  <a:ext uri="{FF2B5EF4-FFF2-40B4-BE49-F238E27FC236}">
                    <a16:creationId xmlns:a16="http://schemas.microsoft.com/office/drawing/2014/main" id="{285F8F2D-C7D1-BC60-6B02-2D579E00B1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12">
              <a:extLst>
                <a:ext uri="{FF2B5EF4-FFF2-40B4-BE49-F238E27FC236}">
                  <a16:creationId xmlns:a16="http://schemas.microsoft.com/office/drawing/2014/main" id="{7C85AA95-0A7C-6053-E05A-DF4DA9486F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76" name="Oval 1513">
                <a:extLst>
                  <a:ext uri="{FF2B5EF4-FFF2-40B4-BE49-F238E27FC236}">
                    <a16:creationId xmlns:a16="http://schemas.microsoft.com/office/drawing/2014/main" id="{507D8212-0C00-062C-521D-2FE1AE82D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Oval 1514">
                <a:extLst>
                  <a:ext uri="{FF2B5EF4-FFF2-40B4-BE49-F238E27FC236}">
                    <a16:creationId xmlns:a16="http://schemas.microsoft.com/office/drawing/2014/main" id="{03E85034-0253-46D6-C3CC-2EE9E99EE5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8" name="Freeform 1515">
                <a:extLst>
                  <a:ext uri="{FF2B5EF4-FFF2-40B4-BE49-F238E27FC236}">
                    <a16:creationId xmlns:a16="http://schemas.microsoft.com/office/drawing/2014/main" id="{9BB87037-19EE-4758-AACE-82CB6B3EA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516">
                <a:extLst>
                  <a:ext uri="{FF2B5EF4-FFF2-40B4-BE49-F238E27FC236}">
                    <a16:creationId xmlns:a16="http://schemas.microsoft.com/office/drawing/2014/main" id="{D1A8AB1A-00F0-8E6C-6CE3-B632B456C4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517">
                <a:extLst>
                  <a:ext uri="{FF2B5EF4-FFF2-40B4-BE49-F238E27FC236}">
                    <a16:creationId xmlns:a16="http://schemas.microsoft.com/office/drawing/2014/main" id="{B7954241-E3B2-B33F-F5EB-A53E78D56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Oval 1518">
                <a:extLst>
                  <a:ext uri="{FF2B5EF4-FFF2-40B4-BE49-F238E27FC236}">
                    <a16:creationId xmlns:a16="http://schemas.microsoft.com/office/drawing/2014/main" id="{C27BF7CC-122F-659B-CCBD-A6551F8E47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19">
              <a:extLst>
                <a:ext uri="{FF2B5EF4-FFF2-40B4-BE49-F238E27FC236}">
                  <a16:creationId xmlns:a16="http://schemas.microsoft.com/office/drawing/2014/main" id="{647BA7DB-2B71-1FC8-5F3B-233CF61888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70" name="Oval 1520">
                <a:extLst>
                  <a:ext uri="{FF2B5EF4-FFF2-40B4-BE49-F238E27FC236}">
                    <a16:creationId xmlns:a16="http://schemas.microsoft.com/office/drawing/2014/main" id="{B47B318E-64F0-AB22-B831-0DC014B641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Oval 1521">
                <a:extLst>
                  <a:ext uri="{FF2B5EF4-FFF2-40B4-BE49-F238E27FC236}">
                    <a16:creationId xmlns:a16="http://schemas.microsoft.com/office/drawing/2014/main" id="{EE634D7C-8E0C-2CD7-860C-7B95A8E88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2" name="Freeform 1522">
                <a:extLst>
                  <a:ext uri="{FF2B5EF4-FFF2-40B4-BE49-F238E27FC236}">
                    <a16:creationId xmlns:a16="http://schemas.microsoft.com/office/drawing/2014/main" id="{0622F987-39B6-57AD-1A21-A2B8363BC5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523">
                <a:extLst>
                  <a:ext uri="{FF2B5EF4-FFF2-40B4-BE49-F238E27FC236}">
                    <a16:creationId xmlns:a16="http://schemas.microsoft.com/office/drawing/2014/main" id="{BC64332B-624B-DA22-F8A5-D1EEFA3220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524">
                <a:extLst>
                  <a:ext uri="{FF2B5EF4-FFF2-40B4-BE49-F238E27FC236}">
                    <a16:creationId xmlns:a16="http://schemas.microsoft.com/office/drawing/2014/main" id="{2DC45FAE-A951-94D6-4AB9-0210D87F29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Oval 1525">
                <a:extLst>
                  <a:ext uri="{FF2B5EF4-FFF2-40B4-BE49-F238E27FC236}">
                    <a16:creationId xmlns:a16="http://schemas.microsoft.com/office/drawing/2014/main" id="{45E45B1F-A8DA-83CD-FC53-1B3733B76F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26">
              <a:extLst>
                <a:ext uri="{FF2B5EF4-FFF2-40B4-BE49-F238E27FC236}">
                  <a16:creationId xmlns:a16="http://schemas.microsoft.com/office/drawing/2014/main" id="{543BAD7D-915B-D9D5-8332-027BCA61AB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64" name="Oval 1527">
                <a:extLst>
                  <a:ext uri="{FF2B5EF4-FFF2-40B4-BE49-F238E27FC236}">
                    <a16:creationId xmlns:a16="http://schemas.microsoft.com/office/drawing/2014/main" id="{E0131BEB-B26D-A259-5D68-AA053711CB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Oval 1528">
                <a:extLst>
                  <a:ext uri="{FF2B5EF4-FFF2-40B4-BE49-F238E27FC236}">
                    <a16:creationId xmlns:a16="http://schemas.microsoft.com/office/drawing/2014/main" id="{9D1272D0-F4E1-97D6-7B35-ACF37B346B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6" name="Freeform 1529">
                <a:extLst>
                  <a:ext uri="{FF2B5EF4-FFF2-40B4-BE49-F238E27FC236}">
                    <a16:creationId xmlns:a16="http://schemas.microsoft.com/office/drawing/2014/main" id="{574C050C-E95A-1B81-6BA0-41E096461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530">
                <a:extLst>
                  <a:ext uri="{FF2B5EF4-FFF2-40B4-BE49-F238E27FC236}">
                    <a16:creationId xmlns:a16="http://schemas.microsoft.com/office/drawing/2014/main" id="{7651912B-9A65-2762-E7CD-00AB74BA08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531">
                <a:extLst>
                  <a:ext uri="{FF2B5EF4-FFF2-40B4-BE49-F238E27FC236}">
                    <a16:creationId xmlns:a16="http://schemas.microsoft.com/office/drawing/2014/main" id="{4FCE717D-33FD-3220-FA4D-AEF24B8FEF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Oval 1532">
                <a:extLst>
                  <a:ext uri="{FF2B5EF4-FFF2-40B4-BE49-F238E27FC236}">
                    <a16:creationId xmlns:a16="http://schemas.microsoft.com/office/drawing/2014/main" id="{1DB11BD8-FF76-584C-D750-D97D842FAE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33">
              <a:extLst>
                <a:ext uri="{FF2B5EF4-FFF2-40B4-BE49-F238E27FC236}">
                  <a16:creationId xmlns:a16="http://schemas.microsoft.com/office/drawing/2014/main" id="{1C0040B5-2A8C-ECE1-5688-432D4EED61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58" name="Oval 1534">
                <a:extLst>
                  <a:ext uri="{FF2B5EF4-FFF2-40B4-BE49-F238E27FC236}">
                    <a16:creationId xmlns:a16="http://schemas.microsoft.com/office/drawing/2014/main" id="{01502CAC-0846-7FAF-FF75-E02B2B9CE4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Oval 1535">
                <a:extLst>
                  <a:ext uri="{FF2B5EF4-FFF2-40B4-BE49-F238E27FC236}">
                    <a16:creationId xmlns:a16="http://schemas.microsoft.com/office/drawing/2014/main" id="{E93984C4-D582-A7F2-79CD-B39E4B59B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0" name="Freeform 1536">
                <a:extLst>
                  <a:ext uri="{FF2B5EF4-FFF2-40B4-BE49-F238E27FC236}">
                    <a16:creationId xmlns:a16="http://schemas.microsoft.com/office/drawing/2014/main" id="{319103C7-5A8E-742D-EC0D-ED670836A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537">
                <a:extLst>
                  <a:ext uri="{FF2B5EF4-FFF2-40B4-BE49-F238E27FC236}">
                    <a16:creationId xmlns:a16="http://schemas.microsoft.com/office/drawing/2014/main" id="{82ECB2D0-CD84-7B28-BF61-FDACF2FF40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538">
                <a:extLst>
                  <a:ext uri="{FF2B5EF4-FFF2-40B4-BE49-F238E27FC236}">
                    <a16:creationId xmlns:a16="http://schemas.microsoft.com/office/drawing/2014/main" id="{FDC65823-20E3-DEF7-24DB-7A1BC02809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Oval 1539">
                <a:extLst>
                  <a:ext uri="{FF2B5EF4-FFF2-40B4-BE49-F238E27FC236}">
                    <a16:creationId xmlns:a16="http://schemas.microsoft.com/office/drawing/2014/main" id="{B3AB8642-79EE-7552-55DE-96E88B6512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40">
              <a:extLst>
                <a:ext uri="{FF2B5EF4-FFF2-40B4-BE49-F238E27FC236}">
                  <a16:creationId xmlns:a16="http://schemas.microsoft.com/office/drawing/2014/main" id="{E9B3F29B-4612-70FA-09FC-2FE6875854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52" name="Oval 1541">
                <a:extLst>
                  <a:ext uri="{FF2B5EF4-FFF2-40B4-BE49-F238E27FC236}">
                    <a16:creationId xmlns:a16="http://schemas.microsoft.com/office/drawing/2014/main" id="{B64D53EC-85D1-5D8F-1AC8-C8714C9273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Oval 1542">
                <a:extLst>
                  <a:ext uri="{FF2B5EF4-FFF2-40B4-BE49-F238E27FC236}">
                    <a16:creationId xmlns:a16="http://schemas.microsoft.com/office/drawing/2014/main" id="{33F610D5-F77C-9E24-7ABA-326A35748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4" name="Freeform 1543">
                <a:extLst>
                  <a:ext uri="{FF2B5EF4-FFF2-40B4-BE49-F238E27FC236}">
                    <a16:creationId xmlns:a16="http://schemas.microsoft.com/office/drawing/2014/main" id="{570C8C24-7502-71AE-E935-A8C2BDBBA3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544">
                <a:extLst>
                  <a:ext uri="{FF2B5EF4-FFF2-40B4-BE49-F238E27FC236}">
                    <a16:creationId xmlns:a16="http://schemas.microsoft.com/office/drawing/2014/main" id="{0BF4A939-FB9D-A25D-7214-0DB6142C63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545">
                <a:extLst>
                  <a:ext uri="{FF2B5EF4-FFF2-40B4-BE49-F238E27FC236}">
                    <a16:creationId xmlns:a16="http://schemas.microsoft.com/office/drawing/2014/main" id="{66534332-71A0-F65E-DCB4-C33684399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Oval 1546">
                <a:extLst>
                  <a:ext uri="{FF2B5EF4-FFF2-40B4-BE49-F238E27FC236}">
                    <a16:creationId xmlns:a16="http://schemas.microsoft.com/office/drawing/2014/main" id="{8A70FF75-BCCC-0E5A-2C93-53954B7795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47">
              <a:extLst>
                <a:ext uri="{FF2B5EF4-FFF2-40B4-BE49-F238E27FC236}">
                  <a16:creationId xmlns:a16="http://schemas.microsoft.com/office/drawing/2014/main" id="{84282817-A5E3-1155-C6E5-9158995B4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46" name="Oval 1548">
                <a:extLst>
                  <a:ext uri="{FF2B5EF4-FFF2-40B4-BE49-F238E27FC236}">
                    <a16:creationId xmlns:a16="http://schemas.microsoft.com/office/drawing/2014/main" id="{E958EE25-D3D8-6B59-B6D8-DEB2311543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Oval 1549">
                <a:extLst>
                  <a:ext uri="{FF2B5EF4-FFF2-40B4-BE49-F238E27FC236}">
                    <a16:creationId xmlns:a16="http://schemas.microsoft.com/office/drawing/2014/main" id="{7A055583-1828-1710-4035-F21F6AB726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8" name="Freeform 1550">
                <a:extLst>
                  <a:ext uri="{FF2B5EF4-FFF2-40B4-BE49-F238E27FC236}">
                    <a16:creationId xmlns:a16="http://schemas.microsoft.com/office/drawing/2014/main" id="{28FA0323-A7A6-AACE-3A0E-9E576F967D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551">
                <a:extLst>
                  <a:ext uri="{FF2B5EF4-FFF2-40B4-BE49-F238E27FC236}">
                    <a16:creationId xmlns:a16="http://schemas.microsoft.com/office/drawing/2014/main" id="{94A5DA41-749C-A491-D1DB-B31CF7477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552">
                <a:extLst>
                  <a:ext uri="{FF2B5EF4-FFF2-40B4-BE49-F238E27FC236}">
                    <a16:creationId xmlns:a16="http://schemas.microsoft.com/office/drawing/2014/main" id="{D28354E4-406E-4D71-5EA8-12C2CCEB70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Oval 1553">
                <a:extLst>
                  <a:ext uri="{FF2B5EF4-FFF2-40B4-BE49-F238E27FC236}">
                    <a16:creationId xmlns:a16="http://schemas.microsoft.com/office/drawing/2014/main" id="{E9803FCF-C651-B2FD-5C8C-2BD369C1A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54">
              <a:extLst>
                <a:ext uri="{FF2B5EF4-FFF2-40B4-BE49-F238E27FC236}">
                  <a16:creationId xmlns:a16="http://schemas.microsoft.com/office/drawing/2014/main" id="{0D77B9B1-0063-D97E-7EF0-B355FD34E0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40" name="Oval 1555">
                <a:extLst>
                  <a:ext uri="{FF2B5EF4-FFF2-40B4-BE49-F238E27FC236}">
                    <a16:creationId xmlns:a16="http://schemas.microsoft.com/office/drawing/2014/main" id="{8B487CC4-8CDB-7D09-6DC6-0AAFB3C484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Oval 1556">
                <a:extLst>
                  <a:ext uri="{FF2B5EF4-FFF2-40B4-BE49-F238E27FC236}">
                    <a16:creationId xmlns:a16="http://schemas.microsoft.com/office/drawing/2014/main" id="{E959299D-0103-1B02-C40E-CA9C2875D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2" name="Freeform 1557">
                <a:extLst>
                  <a:ext uri="{FF2B5EF4-FFF2-40B4-BE49-F238E27FC236}">
                    <a16:creationId xmlns:a16="http://schemas.microsoft.com/office/drawing/2014/main" id="{DA2766ED-19DE-86AA-93AB-5F9D33F26A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558">
                <a:extLst>
                  <a:ext uri="{FF2B5EF4-FFF2-40B4-BE49-F238E27FC236}">
                    <a16:creationId xmlns:a16="http://schemas.microsoft.com/office/drawing/2014/main" id="{810C2791-BCF7-3B32-853A-2C49D3848D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559">
                <a:extLst>
                  <a:ext uri="{FF2B5EF4-FFF2-40B4-BE49-F238E27FC236}">
                    <a16:creationId xmlns:a16="http://schemas.microsoft.com/office/drawing/2014/main" id="{C9040872-084E-3132-C39C-66CB896602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Oval 1560">
                <a:extLst>
                  <a:ext uri="{FF2B5EF4-FFF2-40B4-BE49-F238E27FC236}">
                    <a16:creationId xmlns:a16="http://schemas.microsoft.com/office/drawing/2014/main" id="{A820A21E-D7A9-8A4F-72CB-1D5C125742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61">
              <a:extLst>
                <a:ext uri="{FF2B5EF4-FFF2-40B4-BE49-F238E27FC236}">
                  <a16:creationId xmlns:a16="http://schemas.microsoft.com/office/drawing/2014/main" id="{8C736215-6D36-E32B-A373-D833B73B5E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034" name="Oval 1562">
                <a:extLst>
                  <a:ext uri="{FF2B5EF4-FFF2-40B4-BE49-F238E27FC236}">
                    <a16:creationId xmlns:a16="http://schemas.microsoft.com/office/drawing/2014/main" id="{ABCED722-71AE-41A6-C870-140291F11E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Oval 1563">
                <a:extLst>
                  <a:ext uri="{FF2B5EF4-FFF2-40B4-BE49-F238E27FC236}">
                    <a16:creationId xmlns:a16="http://schemas.microsoft.com/office/drawing/2014/main" id="{B39FF305-9EB9-2922-BFB7-B9FF46252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6" name="Freeform 1564">
                <a:extLst>
                  <a:ext uri="{FF2B5EF4-FFF2-40B4-BE49-F238E27FC236}">
                    <a16:creationId xmlns:a16="http://schemas.microsoft.com/office/drawing/2014/main" id="{9A8789BE-EE66-0753-054B-5160DE008F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565">
                <a:extLst>
                  <a:ext uri="{FF2B5EF4-FFF2-40B4-BE49-F238E27FC236}">
                    <a16:creationId xmlns:a16="http://schemas.microsoft.com/office/drawing/2014/main" id="{53AAD305-0A76-A15C-41A8-E4034B67EE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566">
                <a:extLst>
                  <a:ext uri="{FF2B5EF4-FFF2-40B4-BE49-F238E27FC236}">
                    <a16:creationId xmlns:a16="http://schemas.microsoft.com/office/drawing/2014/main" id="{4B54BC70-6886-AA9C-49A6-A26113E88A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1567">
                <a:extLst>
                  <a:ext uri="{FF2B5EF4-FFF2-40B4-BE49-F238E27FC236}">
                    <a16:creationId xmlns:a16="http://schemas.microsoft.com/office/drawing/2014/main" id="{6F48D1DF-D09A-354B-ADBB-D3CF105756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68">
              <a:extLst>
                <a:ext uri="{FF2B5EF4-FFF2-40B4-BE49-F238E27FC236}">
                  <a16:creationId xmlns:a16="http://schemas.microsoft.com/office/drawing/2014/main" id="{7FC137DB-DD09-72CD-98F9-F35FA876AD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028" name="Oval 1569">
                <a:extLst>
                  <a:ext uri="{FF2B5EF4-FFF2-40B4-BE49-F238E27FC236}">
                    <a16:creationId xmlns:a16="http://schemas.microsoft.com/office/drawing/2014/main" id="{6B016CA9-E383-D663-7168-1395890CFD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Oval 1570">
                <a:extLst>
                  <a:ext uri="{FF2B5EF4-FFF2-40B4-BE49-F238E27FC236}">
                    <a16:creationId xmlns:a16="http://schemas.microsoft.com/office/drawing/2014/main" id="{FD91865E-6C0E-409B-F068-FFB693EF6D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0" name="Freeform 1571">
                <a:extLst>
                  <a:ext uri="{FF2B5EF4-FFF2-40B4-BE49-F238E27FC236}">
                    <a16:creationId xmlns:a16="http://schemas.microsoft.com/office/drawing/2014/main" id="{85BA5632-63A0-A76A-0ECB-D81D4DD051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72">
                <a:extLst>
                  <a:ext uri="{FF2B5EF4-FFF2-40B4-BE49-F238E27FC236}">
                    <a16:creationId xmlns:a16="http://schemas.microsoft.com/office/drawing/2014/main" id="{50C157F6-D3D3-62A3-9121-7B04445F8B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573">
                <a:extLst>
                  <a:ext uri="{FF2B5EF4-FFF2-40B4-BE49-F238E27FC236}">
                    <a16:creationId xmlns:a16="http://schemas.microsoft.com/office/drawing/2014/main" id="{0E5ECE4F-F303-7E7E-CFA6-ABFB17653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Oval 1574">
                <a:extLst>
                  <a:ext uri="{FF2B5EF4-FFF2-40B4-BE49-F238E27FC236}">
                    <a16:creationId xmlns:a16="http://schemas.microsoft.com/office/drawing/2014/main" id="{FD873642-2B2B-257E-4E4B-100FC6D82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75">
              <a:extLst>
                <a:ext uri="{FF2B5EF4-FFF2-40B4-BE49-F238E27FC236}">
                  <a16:creationId xmlns:a16="http://schemas.microsoft.com/office/drawing/2014/main" id="{CCEE4209-F783-FB5B-2F05-6981F34EF7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1" name="Oval 1576">
                <a:extLst>
                  <a:ext uri="{FF2B5EF4-FFF2-40B4-BE49-F238E27FC236}">
                    <a16:creationId xmlns:a16="http://schemas.microsoft.com/office/drawing/2014/main" id="{45C89790-9C01-5544-906C-100B2A5AC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" name="Oval 1577">
                <a:extLst>
                  <a:ext uri="{FF2B5EF4-FFF2-40B4-BE49-F238E27FC236}">
                    <a16:creationId xmlns:a16="http://schemas.microsoft.com/office/drawing/2014/main" id="{A518983A-81BF-A750-37C8-E5280741F3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" name="Freeform 1578">
                <a:extLst>
                  <a:ext uri="{FF2B5EF4-FFF2-40B4-BE49-F238E27FC236}">
                    <a16:creationId xmlns:a16="http://schemas.microsoft.com/office/drawing/2014/main" id="{63D531B0-653D-8111-0959-866EF0B95C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79">
                <a:extLst>
                  <a:ext uri="{FF2B5EF4-FFF2-40B4-BE49-F238E27FC236}">
                    <a16:creationId xmlns:a16="http://schemas.microsoft.com/office/drawing/2014/main" id="{034CE0E0-4587-B9D9-9FBD-E158296AD8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80">
                <a:extLst>
                  <a:ext uri="{FF2B5EF4-FFF2-40B4-BE49-F238E27FC236}">
                    <a16:creationId xmlns:a16="http://schemas.microsoft.com/office/drawing/2014/main" id="{8D723CF2-EE04-5789-F964-467B5D2E57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Oval 1581">
                <a:extLst>
                  <a:ext uri="{FF2B5EF4-FFF2-40B4-BE49-F238E27FC236}">
                    <a16:creationId xmlns:a16="http://schemas.microsoft.com/office/drawing/2014/main" id="{71F7C712-B7AA-A4F5-F922-7CF45CA829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82">
              <a:extLst>
                <a:ext uri="{FF2B5EF4-FFF2-40B4-BE49-F238E27FC236}">
                  <a16:creationId xmlns:a16="http://schemas.microsoft.com/office/drawing/2014/main" id="{F632AE97-9FDC-5FA9-B910-8E9DE84B4D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5" name="Oval 1583">
                <a:extLst>
                  <a:ext uri="{FF2B5EF4-FFF2-40B4-BE49-F238E27FC236}">
                    <a16:creationId xmlns:a16="http://schemas.microsoft.com/office/drawing/2014/main" id="{4AB7C34E-2125-553D-3719-ED4A5C75A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" name="Oval 1584">
                <a:extLst>
                  <a:ext uri="{FF2B5EF4-FFF2-40B4-BE49-F238E27FC236}">
                    <a16:creationId xmlns:a16="http://schemas.microsoft.com/office/drawing/2014/main" id="{62B4EAB0-AE09-E3D7-BD94-BAFD002702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" name="Freeform 1585">
                <a:extLst>
                  <a:ext uri="{FF2B5EF4-FFF2-40B4-BE49-F238E27FC236}">
                    <a16:creationId xmlns:a16="http://schemas.microsoft.com/office/drawing/2014/main" id="{1BF37286-CAC8-5535-F931-ECF6601716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 1586">
                <a:extLst>
                  <a:ext uri="{FF2B5EF4-FFF2-40B4-BE49-F238E27FC236}">
                    <a16:creationId xmlns:a16="http://schemas.microsoft.com/office/drawing/2014/main" id="{E40D93F7-444D-C1EB-19FE-6F4B60F09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587">
                <a:extLst>
                  <a:ext uri="{FF2B5EF4-FFF2-40B4-BE49-F238E27FC236}">
                    <a16:creationId xmlns:a16="http://schemas.microsoft.com/office/drawing/2014/main" id="{EE22C04A-9297-4C21-72C6-0284ABBA62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Oval 1588">
                <a:extLst>
                  <a:ext uri="{FF2B5EF4-FFF2-40B4-BE49-F238E27FC236}">
                    <a16:creationId xmlns:a16="http://schemas.microsoft.com/office/drawing/2014/main" id="{2F973814-266B-F7B4-0DF1-7D2077492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89">
              <a:extLst>
                <a:ext uri="{FF2B5EF4-FFF2-40B4-BE49-F238E27FC236}">
                  <a16:creationId xmlns:a16="http://schemas.microsoft.com/office/drawing/2014/main" id="{7CF297CF-BBBF-015F-5E6E-0EBA1042D8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49" name="Oval 1590">
                <a:extLst>
                  <a:ext uri="{FF2B5EF4-FFF2-40B4-BE49-F238E27FC236}">
                    <a16:creationId xmlns:a16="http://schemas.microsoft.com/office/drawing/2014/main" id="{25EAEB41-8E6C-54EE-6F65-94985C773F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" name="Oval 1591">
                <a:extLst>
                  <a:ext uri="{FF2B5EF4-FFF2-40B4-BE49-F238E27FC236}">
                    <a16:creationId xmlns:a16="http://schemas.microsoft.com/office/drawing/2014/main" id="{7CB9B676-01C4-785E-BA6A-65AF70C1E3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" name="Freeform 1592">
                <a:extLst>
                  <a:ext uri="{FF2B5EF4-FFF2-40B4-BE49-F238E27FC236}">
                    <a16:creationId xmlns:a16="http://schemas.microsoft.com/office/drawing/2014/main" id="{337ECD55-44BE-E8F1-DE05-EF4A1991C1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 1593">
                <a:extLst>
                  <a:ext uri="{FF2B5EF4-FFF2-40B4-BE49-F238E27FC236}">
                    <a16:creationId xmlns:a16="http://schemas.microsoft.com/office/drawing/2014/main" id="{792424BC-CAAC-6666-776E-C8770EFF59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4">
                <a:extLst>
                  <a:ext uri="{FF2B5EF4-FFF2-40B4-BE49-F238E27FC236}">
                    <a16:creationId xmlns:a16="http://schemas.microsoft.com/office/drawing/2014/main" id="{8E0095F2-0F4B-304D-9F93-016A177C04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Oval 1595">
                <a:extLst>
                  <a:ext uri="{FF2B5EF4-FFF2-40B4-BE49-F238E27FC236}">
                    <a16:creationId xmlns:a16="http://schemas.microsoft.com/office/drawing/2014/main" id="{50BDD462-AD1C-DF29-AA84-89DD1F5F1B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596">
              <a:extLst>
                <a:ext uri="{FF2B5EF4-FFF2-40B4-BE49-F238E27FC236}">
                  <a16:creationId xmlns:a16="http://schemas.microsoft.com/office/drawing/2014/main" id="{BB57A26D-AF99-F984-912D-43DB36E652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3" name="Oval 1597">
                <a:extLst>
                  <a:ext uri="{FF2B5EF4-FFF2-40B4-BE49-F238E27FC236}">
                    <a16:creationId xmlns:a16="http://schemas.microsoft.com/office/drawing/2014/main" id="{B7A0CD4D-3BE7-96A2-B7CA-67F21373A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" name="Oval 1598">
                <a:extLst>
                  <a:ext uri="{FF2B5EF4-FFF2-40B4-BE49-F238E27FC236}">
                    <a16:creationId xmlns:a16="http://schemas.microsoft.com/office/drawing/2014/main" id="{9DAA5A48-9EF8-6FF8-AA62-2A877FCD64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" name="Freeform 1599">
                <a:extLst>
                  <a:ext uri="{FF2B5EF4-FFF2-40B4-BE49-F238E27FC236}">
                    <a16:creationId xmlns:a16="http://schemas.microsoft.com/office/drawing/2014/main" id="{42EA4455-661F-6B86-4FAA-14B5C5AB58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1600">
                <a:extLst>
                  <a:ext uri="{FF2B5EF4-FFF2-40B4-BE49-F238E27FC236}">
                    <a16:creationId xmlns:a16="http://schemas.microsoft.com/office/drawing/2014/main" id="{21B1B019-42D8-03A3-DF74-0F71FA0810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1601">
                <a:extLst>
                  <a:ext uri="{FF2B5EF4-FFF2-40B4-BE49-F238E27FC236}">
                    <a16:creationId xmlns:a16="http://schemas.microsoft.com/office/drawing/2014/main" id="{6DAA6F28-3460-B9CC-FC5A-FF8126BFAC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Oval 1602">
                <a:extLst>
                  <a:ext uri="{FF2B5EF4-FFF2-40B4-BE49-F238E27FC236}">
                    <a16:creationId xmlns:a16="http://schemas.microsoft.com/office/drawing/2014/main" id="{9226AFC5-7DC5-C0BB-F052-1F0DC8383F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" name="Group 1603">
              <a:extLst>
                <a:ext uri="{FF2B5EF4-FFF2-40B4-BE49-F238E27FC236}">
                  <a16:creationId xmlns:a16="http://schemas.microsoft.com/office/drawing/2014/main" id="{CAD0D2BB-4DB7-D38D-9025-5A5B3B5D30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7" name="Oval 1604">
                <a:extLst>
                  <a:ext uri="{FF2B5EF4-FFF2-40B4-BE49-F238E27FC236}">
                    <a16:creationId xmlns:a16="http://schemas.microsoft.com/office/drawing/2014/main" id="{8576A55C-EA12-3A81-C68E-61B6C3A42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" name="Oval 1605">
                <a:extLst>
                  <a:ext uri="{FF2B5EF4-FFF2-40B4-BE49-F238E27FC236}">
                    <a16:creationId xmlns:a16="http://schemas.microsoft.com/office/drawing/2014/main" id="{7C543A72-985F-829E-8475-8F72A358B1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" name="Freeform 1606">
                <a:extLst>
                  <a:ext uri="{FF2B5EF4-FFF2-40B4-BE49-F238E27FC236}">
                    <a16:creationId xmlns:a16="http://schemas.microsoft.com/office/drawing/2014/main" id="{D99D98A8-15DB-AB9F-616C-5930459AD4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607">
                <a:extLst>
                  <a:ext uri="{FF2B5EF4-FFF2-40B4-BE49-F238E27FC236}">
                    <a16:creationId xmlns:a16="http://schemas.microsoft.com/office/drawing/2014/main" id="{B5FB99E6-1E88-B997-1175-694759FFD0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608">
                <a:extLst>
                  <a:ext uri="{FF2B5EF4-FFF2-40B4-BE49-F238E27FC236}">
                    <a16:creationId xmlns:a16="http://schemas.microsoft.com/office/drawing/2014/main" id="{DFDB9AAA-62CB-F811-2E52-2B99E06A8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Oval 1609">
                <a:extLst>
                  <a:ext uri="{FF2B5EF4-FFF2-40B4-BE49-F238E27FC236}">
                    <a16:creationId xmlns:a16="http://schemas.microsoft.com/office/drawing/2014/main" id="{E316E96A-C42E-3A13-67F7-8A227DD5F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415" name="Group 1385">
            <a:extLst>
              <a:ext uri="{FF2B5EF4-FFF2-40B4-BE49-F238E27FC236}">
                <a16:creationId xmlns:a16="http://schemas.microsoft.com/office/drawing/2014/main" id="{160AE31C-76D8-C9AD-925C-5CFC1F97C3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20924" y="244283"/>
            <a:ext cx="2818712" cy="606662"/>
            <a:chOff x="446" y="1196"/>
            <a:chExt cx="1048" cy="312"/>
          </a:xfrm>
        </p:grpSpPr>
        <p:grpSp>
          <p:nvGrpSpPr>
            <p:cNvPr id="1416" name="Group 1386">
              <a:extLst>
                <a:ext uri="{FF2B5EF4-FFF2-40B4-BE49-F238E27FC236}">
                  <a16:creationId xmlns:a16="http://schemas.microsoft.com/office/drawing/2014/main" id="{E89A0F12-E517-1E2E-AA22-319A866D32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634" name="Oval 1387">
                <a:extLst>
                  <a:ext uri="{FF2B5EF4-FFF2-40B4-BE49-F238E27FC236}">
                    <a16:creationId xmlns:a16="http://schemas.microsoft.com/office/drawing/2014/main" id="{8C49E771-5BD2-9C4A-7B85-39E066A77E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5" name="Oval 1388">
                <a:extLst>
                  <a:ext uri="{FF2B5EF4-FFF2-40B4-BE49-F238E27FC236}">
                    <a16:creationId xmlns:a16="http://schemas.microsoft.com/office/drawing/2014/main" id="{75DAA2DD-2EC8-AE13-2857-656D6474F4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6" name="Freeform 1389">
                <a:extLst>
                  <a:ext uri="{FF2B5EF4-FFF2-40B4-BE49-F238E27FC236}">
                    <a16:creationId xmlns:a16="http://schemas.microsoft.com/office/drawing/2014/main" id="{AC04C134-5CFB-4354-D6C1-245CA251C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7" name="Freeform 1390">
                <a:extLst>
                  <a:ext uri="{FF2B5EF4-FFF2-40B4-BE49-F238E27FC236}">
                    <a16:creationId xmlns:a16="http://schemas.microsoft.com/office/drawing/2014/main" id="{284FA4A3-5A60-368D-0CC6-DF970AFE36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8" name="Freeform 1391">
                <a:extLst>
                  <a:ext uri="{FF2B5EF4-FFF2-40B4-BE49-F238E27FC236}">
                    <a16:creationId xmlns:a16="http://schemas.microsoft.com/office/drawing/2014/main" id="{015BEBFE-454A-499F-AD1B-EE760D80A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9" name="Oval 1392">
                <a:extLst>
                  <a:ext uri="{FF2B5EF4-FFF2-40B4-BE49-F238E27FC236}">
                    <a16:creationId xmlns:a16="http://schemas.microsoft.com/office/drawing/2014/main" id="{7AB6D732-3AB8-9BA3-D3B5-423E94977A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7" name="Group 1393">
              <a:extLst>
                <a:ext uri="{FF2B5EF4-FFF2-40B4-BE49-F238E27FC236}">
                  <a16:creationId xmlns:a16="http://schemas.microsoft.com/office/drawing/2014/main" id="{803A69E9-EA9F-6108-5DE5-F99DE2B56C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628" name="Oval 1394">
                <a:extLst>
                  <a:ext uri="{FF2B5EF4-FFF2-40B4-BE49-F238E27FC236}">
                    <a16:creationId xmlns:a16="http://schemas.microsoft.com/office/drawing/2014/main" id="{9FC8CE5E-153A-5255-601D-69428A36E0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9" name="Oval 1395">
                <a:extLst>
                  <a:ext uri="{FF2B5EF4-FFF2-40B4-BE49-F238E27FC236}">
                    <a16:creationId xmlns:a16="http://schemas.microsoft.com/office/drawing/2014/main" id="{822B6D2E-62FC-DC88-3109-DFFCDE5398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30" name="Freeform 1396">
                <a:extLst>
                  <a:ext uri="{FF2B5EF4-FFF2-40B4-BE49-F238E27FC236}">
                    <a16:creationId xmlns:a16="http://schemas.microsoft.com/office/drawing/2014/main" id="{C54DDEBD-1A66-1B54-97D2-C5734F81A1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1" name="Freeform 1397">
                <a:extLst>
                  <a:ext uri="{FF2B5EF4-FFF2-40B4-BE49-F238E27FC236}">
                    <a16:creationId xmlns:a16="http://schemas.microsoft.com/office/drawing/2014/main" id="{0029350D-C5F7-3219-FD69-D796AB6A6D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2" name="Freeform 1398">
                <a:extLst>
                  <a:ext uri="{FF2B5EF4-FFF2-40B4-BE49-F238E27FC236}">
                    <a16:creationId xmlns:a16="http://schemas.microsoft.com/office/drawing/2014/main" id="{EF8524C2-7FBE-8C55-A56E-4ADCFF171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3" name="Oval 1399">
                <a:extLst>
                  <a:ext uri="{FF2B5EF4-FFF2-40B4-BE49-F238E27FC236}">
                    <a16:creationId xmlns:a16="http://schemas.microsoft.com/office/drawing/2014/main" id="{903CE50D-7B35-5982-4986-7E59F15B05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8" name="Group 1400">
              <a:extLst>
                <a:ext uri="{FF2B5EF4-FFF2-40B4-BE49-F238E27FC236}">
                  <a16:creationId xmlns:a16="http://schemas.microsoft.com/office/drawing/2014/main" id="{1B3B4675-393F-694D-5829-33BF6D6902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622" name="Oval 1401">
                <a:extLst>
                  <a:ext uri="{FF2B5EF4-FFF2-40B4-BE49-F238E27FC236}">
                    <a16:creationId xmlns:a16="http://schemas.microsoft.com/office/drawing/2014/main" id="{79886E0C-AE52-AAFE-BB90-6550B213B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3" name="Oval 1402">
                <a:extLst>
                  <a:ext uri="{FF2B5EF4-FFF2-40B4-BE49-F238E27FC236}">
                    <a16:creationId xmlns:a16="http://schemas.microsoft.com/office/drawing/2014/main" id="{50644848-6E66-54D9-5BE4-90B1C57D4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4" name="Freeform 1403">
                <a:extLst>
                  <a:ext uri="{FF2B5EF4-FFF2-40B4-BE49-F238E27FC236}">
                    <a16:creationId xmlns:a16="http://schemas.microsoft.com/office/drawing/2014/main" id="{04036318-30D8-7F87-F574-170B9BABF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5" name="Freeform 1404">
                <a:extLst>
                  <a:ext uri="{FF2B5EF4-FFF2-40B4-BE49-F238E27FC236}">
                    <a16:creationId xmlns:a16="http://schemas.microsoft.com/office/drawing/2014/main" id="{D93DF8F4-F2E4-C5DF-3AF4-700C9DEE89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6" name="Freeform 1405">
                <a:extLst>
                  <a:ext uri="{FF2B5EF4-FFF2-40B4-BE49-F238E27FC236}">
                    <a16:creationId xmlns:a16="http://schemas.microsoft.com/office/drawing/2014/main" id="{E3FB5B89-78BC-8E7D-EC53-7A3594E7F7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7" name="Oval 1406">
                <a:extLst>
                  <a:ext uri="{FF2B5EF4-FFF2-40B4-BE49-F238E27FC236}">
                    <a16:creationId xmlns:a16="http://schemas.microsoft.com/office/drawing/2014/main" id="{3FC7608B-F651-A8E6-AB49-6A2D065BBA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19" name="Group 1407">
              <a:extLst>
                <a:ext uri="{FF2B5EF4-FFF2-40B4-BE49-F238E27FC236}">
                  <a16:creationId xmlns:a16="http://schemas.microsoft.com/office/drawing/2014/main" id="{C7AE0903-3124-5963-E4F7-2806FB64E1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616" name="Oval 1408">
                <a:extLst>
                  <a:ext uri="{FF2B5EF4-FFF2-40B4-BE49-F238E27FC236}">
                    <a16:creationId xmlns:a16="http://schemas.microsoft.com/office/drawing/2014/main" id="{8B4C4AD5-F63D-E2F8-0A64-95B528DEB8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7" name="Oval 1409">
                <a:extLst>
                  <a:ext uri="{FF2B5EF4-FFF2-40B4-BE49-F238E27FC236}">
                    <a16:creationId xmlns:a16="http://schemas.microsoft.com/office/drawing/2014/main" id="{357C5D62-C211-738D-3282-9A60F8A30B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8" name="Freeform 1410">
                <a:extLst>
                  <a:ext uri="{FF2B5EF4-FFF2-40B4-BE49-F238E27FC236}">
                    <a16:creationId xmlns:a16="http://schemas.microsoft.com/office/drawing/2014/main" id="{BC531126-C238-670B-D47C-EB79B4613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9" name="Freeform 1411">
                <a:extLst>
                  <a:ext uri="{FF2B5EF4-FFF2-40B4-BE49-F238E27FC236}">
                    <a16:creationId xmlns:a16="http://schemas.microsoft.com/office/drawing/2014/main" id="{7DC9B993-80DA-6488-53AF-CD3A75580E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0" name="Freeform 1412">
                <a:extLst>
                  <a:ext uri="{FF2B5EF4-FFF2-40B4-BE49-F238E27FC236}">
                    <a16:creationId xmlns:a16="http://schemas.microsoft.com/office/drawing/2014/main" id="{229E628D-4539-A150-D960-ACFC5BB786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1" name="Oval 1413">
                <a:extLst>
                  <a:ext uri="{FF2B5EF4-FFF2-40B4-BE49-F238E27FC236}">
                    <a16:creationId xmlns:a16="http://schemas.microsoft.com/office/drawing/2014/main" id="{F320A45E-EF8D-9255-18A2-2D63F9B02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0" name="Group 1414">
              <a:extLst>
                <a:ext uri="{FF2B5EF4-FFF2-40B4-BE49-F238E27FC236}">
                  <a16:creationId xmlns:a16="http://schemas.microsoft.com/office/drawing/2014/main" id="{3B4E7E9B-8A9D-A2F5-1418-D5F7C2E8E9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610" name="Oval 1415">
                <a:extLst>
                  <a:ext uri="{FF2B5EF4-FFF2-40B4-BE49-F238E27FC236}">
                    <a16:creationId xmlns:a16="http://schemas.microsoft.com/office/drawing/2014/main" id="{348FCB20-E20F-CF64-428B-FAD28B885F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1" name="Oval 1416">
                <a:extLst>
                  <a:ext uri="{FF2B5EF4-FFF2-40B4-BE49-F238E27FC236}">
                    <a16:creationId xmlns:a16="http://schemas.microsoft.com/office/drawing/2014/main" id="{36C85405-3D03-380D-5815-56AE6B402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2" name="Freeform 1417">
                <a:extLst>
                  <a:ext uri="{FF2B5EF4-FFF2-40B4-BE49-F238E27FC236}">
                    <a16:creationId xmlns:a16="http://schemas.microsoft.com/office/drawing/2014/main" id="{790830C5-3DAA-8F46-2EAC-4D28D05C11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3" name="Freeform 1418">
                <a:extLst>
                  <a:ext uri="{FF2B5EF4-FFF2-40B4-BE49-F238E27FC236}">
                    <a16:creationId xmlns:a16="http://schemas.microsoft.com/office/drawing/2014/main" id="{71B84516-0B74-8F48-89BF-944D50E5D3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4" name="Freeform 1419">
                <a:extLst>
                  <a:ext uri="{FF2B5EF4-FFF2-40B4-BE49-F238E27FC236}">
                    <a16:creationId xmlns:a16="http://schemas.microsoft.com/office/drawing/2014/main" id="{3C657857-0AB0-90E4-2EC6-C00AD063B6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5" name="Oval 1420">
                <a:extLst>
                  <a:ext uri="{FF2B5EF4-FFF2-40B4-BE49-F238E27FC236}">
                    <a16:creationId xmlns:a16="http://schemas.microsoft.com/office/drawing/2014/main" id="{10A6FF70-915A-B8A9-9CD2-6120B1FD39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1" name="Group 1421">
              <a:extLst>
                <a:ext uri="{FF2B5EF4-FFF2-40B4-BE49-F238E27FC236}">
                  <a16:creationId xmlns:a16="http://schemas.microsoft.com/office/drawing/2014/main" id="{28252B15-E0A6-4893-FCD6-B7B4A3A10F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604" name="Oval 1422">
                <a:extLst>
                  <a:ext uri="{FF2B5EF4-FFF2-40B4-BE49-F238E27FC236}">
                    <a16:creationId xmlns:a16="http://schemas.microsoft.com/office/drawing/2014/main" id="{D03D6F89-BD2A-080C-9E62-0DDA28939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5" name="Oval 1423">
                <a:extLst>
                  <a:ext uri="{FF2B5EF4-FFF2-40B4-BE49-F238E27FC236}">
                    <a16:creationId xmlns:a16="http://schemas.microsoft.com/office/drawing/2014/main" id="{CD3FC196-ACA4-A0CA-D683-3579BBF31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6" name="Freeform 1424">
                <a:extLst>
                  <a:ext uri="{FF2B5EF4-FFF2-40B4-BE49-F238E27FC236}">
                    <a16:creationId xmlns:a16="http://schemas.microsoft.com/office/drawing/2014/main" id="{46D04B62-5DEC-02DA-28F6-2684F74509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7" name="Freeform 1425">
                <a:extLst>
                  <a:ext uri="{FF2B5EF4-FFF2-40B4-BE49-F238E27FC236}">
                    <a16:creationId xmlns:a16="http://schemas.microsoft.com/office/drawing/2014/main" id="{0200C577-B764-C01A-3A62-5E95E8547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" name="Freeform 1426">
                <a:extLst>
                  <a:ext uri="{FF2B5EF4-FFF2-40B4-BE49-F238E27FC236}">
                    <a16:creationId xmlns:a16="http://schemas.microsoft.com/office/drawing/2014/main" id="{17DCADD1-E009-87AF-149C-A52354414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" name="Oval 1427">
                <a:extLst>
                  <a:ext uri="{FF2B5EF4-FFF2-40B4-BE49-F238E27FC236}">
                    <a16:creationId xmlns:a16="http://schemas.microsoft.com/office/drawing/2014/main" id="{6EB2E7B9-EAB7-526D-5FF8-8E74295138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2" name="Group 1428">
              <a:extLst>
                <a:ext uri="{FF2B5EF4-FFF2-40B4-BE49-F238E27FC236}">
                  <a16:creationId xmlns:a16="http://schemas.microsoft.com/office/drawing/2014/main" id="{AA770D84-3A1B-5D07-A783-B0F753DC02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98" name="Oval 1429">
                <a:extLst>
                  <a:ext uri="{FF2B5EF4-FFF2-40B4-BE49-F238E27FC236}">
                    <a16:creationId xmlns:a16="http://schemas.microsoft.com/office/drawing/2014/main" id="{34823CED-1162-5DA0-9736-9AB720587F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9" name="Oval 1430">
                <a:extLst>
                  <a:ext uri="{FF2B5EF4-FFF2-40B4-BE49-F238E27FC236}">
                    <a16:creationId xmlns:a16="http://schemas.microsoft.com/office/drawing/2014/main" id="{7D7E14D5-B0AA-12CB-3B36-480CD0DE03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0" name="Freeform 1431">
                <a:extLst>
                  <a:ext uri="{FF2B5EF4-FFF2-40B4-BE49-F238E27FC236}">
                    <a16:creationId xmlns:a16="http://schemas.microsoft.com/office/drawing/2014/main" id="{34EED21B-8736-350A-101B-E2A99325F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1" name="Freeform 1432">
                <a:extLst>
                  <a:ext uri="{FF2B5EF4-FFF2-40B4-BE49-F238E27FC236}">
                    <a16:creationId xmlns:a16="http://schemas.microsoft.com/office/drawing/2014/main" id="{0CD41DE7-A58B-F59E-6CC7-F794377D2D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2" name="Freeform 1433">
                <a:extLst>
                  <a:ext uri="{FF2B5EF4-FFF2-40B4-BE49-F238E27FC236}">
                    <a16:creationId xmlns:a16="http://schemas.microsoft.com/office/drawing/2014/main" id="{E42ACBDB-9537-62BD-41A9-41ED852BC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3" name="Oval 1434">
                <a:extLst>
                  <a:ext uri="{FF2B5EF4-FFF2-40B4-BE49-F238E27FC236}">
                    <a16:creationId xmlns:a16="http://schemas.microsoft.com/office/drawing/2014/main" id="{DCEBA18F-8858-EFB5-9855-7BC42BEF76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3" name="Group 1435">
              <a:extLst>
                <a:ext uri="{FF2B5EF4-FFF2-40B4-BE49-F238E27FC236}">
                  <a16:creationId xmlns:a16="http://schemas.microsoft.com/office/drawing/2014/main" id="{931EA4B8-E837-DC9C-F577-EE34813D1B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92" name="Oval 1436">
                <a:extLst>
                  <a:ext uri="{FF2B5EF4-FFF2-40B4-BE49-F238E27FC236}">
                    <a16:creationId xmlns:a16="http://schemas.microsoft.com/office/drawing/2014/main" id="{FC3ACDB7-87A1-3232-64C5-D41100D42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3" name="Oval 1437">
                <a:extLst>
                  <a:ext uri="{FF2B5EF4-FFF2-40B4-BE49-F238E27FC236}">
                    <a16:creationId xmlns:a16="http://schemas.microsoft.com/office/drawing/2014/main" id="{FC9E7C26-FDF0-EF5B-DDB0-6EB9ADA3E7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4" name="Freeform 1438">
                <a:extLst>
                  <a:ext uri="{FF2B5EF4-FFF2-40B4-BE49-F238E27FC236}">
                    <a16:creationId xmlns:a16="http://schemas.microsoft.com/office/drawing/2014/main" id="{E9F8A558-338D-657B-5B91-20D9BA4828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5" name="Freeform 1439">
                <a:extLst>
                  <a:ext uri="{FF2B5EF4-FFF2-40B4-BE49-F238E27FC236}">
                    <a16:creationId xmlns:a16="http://schemas.microsoft.com/office/drawing/2014/main" id="{B642A77B-9A20-1A99-33BA-B94FA1E483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6" name="Freeform 1440">
                <a:extLst>
                  <a:ext uri="{FF2B5EF4-FFF2-40B4-BE49-F238E27FC236}">
                    <a16:creationId xmlns:a16="http://schemas.microsoft.com/office/drawing/2014/main" id="{18F9B4DA-773F-0E1C-F983-0CDB501AB6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7" name="Oval 1441">
                <a:extLst>
                  <a:ext uri="{FF2B5EF4-FFF2-40B4-BE49-F238E27FC236}">
                    <a16:creationId xmlns:a16="http://schemas.microsoft.com/office/drawing/2014/main" id="{7E23AA9A-74C0-EFD4-4C30-A99AA05966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4" name="Group 1442">
              <a:extLst>
                <a:ext uri="{FF2B5EF4-FFF2-40B4-BE49-F238E27FC236}">
                  <a16:creationId xmlns:a16="http://schemas.microsoft.com/office/drawing/2014/main" id="{67480D3F-F37F-36F1-1C45-1A5A2589F9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86" name="Oval 1443">
                <a:extLst>
                  <a:ext uri="{FF2B5EF4-FFF2-40B4-BE49-F238E27FC236}">
                    <a16:creationId xmlns:a16="http://schemas.microsoft.com/office/drawing/2014/main" id="{5ADBE77A-A3F5-57EA-2089-8ED1B4965C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7" name="Oval 1444">
                <a:extLst>
                  <a:ext uri="{FF2B5EF4-FFF2-40B4-BE49-F238E27FC236}">
                    <a16:creationId xmlns:a16="http://schemas.microsoft.com/office/drawing/2014/main" id="{9409FCE6-6E11-2529-AD4F-F38447767A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8" name="Freeform 1445">
                <a:extLst>
                  <a:ext uri="{FF2B5EF4-FFF2-40B4-BE49-F238E27FC236}">
                    <a16:creationId xmlns:a16="http://schemas.microsoft.com/office/drawing/2014/main" id="{C1DA0477-3F71-C2EE-461B-FB70D7077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9" name="Freeform 1446">
                <a:extLst>
                  <a:ext uri="{FF2B5EF4-FFF2-40B4-BE49-F238E27FC236}">
                    <a16:creationId xmlns:a16="http://schemas.microsoft.com/office/drawing/2014/main" id="{B350463C-571F-A4D4-7616-2BD7F6548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0" name="Freeform 1447">
                <a:extLst>
                  <a:ext uri="{FF2B5EF4-FFF2-40B4-BE49-F238E27FC236}">
                    <a16:creationId xmlns:a16="http://schemas.microsoft.com/office/drawing/2014/main" id="{56F3B50D-CCEB-6FB2-B893-679940C64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1" name="Oval 1448">
                <a:extLst>
                  <a:ext uri="{FF2B5EF4-FFF2-40B4-BE49-F238E27FC236}">
                    <a16:creationId xmlns:a16="http://schemas.microsoft.com/office/drawing/2014/main" id="{73DE40EE-70AE-DBDF-EFCC-330C7A4084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5" name="Group 1449">
              <a:extLst>
                <a:ext uri="{FF2B5EF4-FFF2-40B4-BE49-F238E27FC236}">
                  <a16:creationId xmlns:a16="http://schemas.microsoft.com/office/drawing/2014/main" id="{3A334E78-659F-858B-DDCE-8CCA2FB849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80" name="Oval 1450">
                <a:extLst>
                  <a:ext uri="{FF2B5EF4-FFF2-40B4-BE49-F238E27FC236}">
                    <a16:creationId xmlns:a16="http://schemas.microsoft.com/office/drawing/2014/main" id="{CFBED199-1FD9-DA48-21A4-8958DB178E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1" name="Oval 1451">
                <a:extLst>
                  <a:ext uri="{FF2B5EF4-FFF2-40B4-BE49-F238E27FC236}">
                    <a16:creationId xmlns:a16="http://schemas.microsoft.com/office/drawing/2014/main" id="{07E85473-5BC8-1D89-6D67-A9AB85BC69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2" name="Freeform 1452">
                <a:extLst>
                  <a:ext uri="{FF2B5EF4-FFF2-40B4-BE49-F238E27FC236}">
                    <a16:creationId xmlns:a16="http://schemas.microsoft.com/office/drawing/2014/main" id="{25D3E5B8-49D4-5261-6699-72261B15CA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3" name="Freeform 1453">
                <a:extLst>
                  <a:ext uri="{FF2B5EF4-FFF2-40B4-BE49-F238E27FC236}">
                    <a16:creationId xmlns:a16="http://schemas.microsoft.com/office/drawing/2014/main" id="{9FECD3AD-A77A-FC6F-3DD4-F52E2C6F26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4" name="Freeform 1454">
                <a:extLst>
                  <a:ext uri="{FF2B5EF4-FFF2-40B4-BE49-F238E27FC236}">
                    <a16:creationId xmlns:a16="http://schemas.microsoft.com/office/drawing/2014/main" id="{225399CB-FEE6-C7B8-6111-20DFAD3275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5" name="Oval 1455">
                <a:extLst>
                  <a:ext uri="{FF2B5EF4-FFF2-40B4-BE49-F238E27FC236}">
                    <a16:creationId xmlns:a16="http://schemas.microsoft.com/office/drawing/2014/main" id="{8D9A2CA3-79D1-A1B8-704F-027077EB1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6" name="Group 1456">
              <a:extLst>
                <a:ext uri="{FF2B5EF4-FFF2-40B4-BE49-F238E27FC236}">
                  <a16:creationId xmlns:a16="http://schemas.microsoft.com/office/drawing/2014/main" id="{C850B548-69E2-8985-7E9F-E17CCD725D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74" name="Oval 1457">
                <a:extLst>
                  <a:ext uri="{FF2B5EF4-FFF2-40B4-BE49-F238E27FC236}">
                    <a16:creationId xmlns:a16="http://schemas.microsoft.com/office/drawing/2014/main" id="{185B6259-5175-14DC-F32C-5F53BCAE1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5" name="Oval 1458">
                <a:extLst>
                  <a:ext uri="{FF2B5EF4-FFF2-40B4-BE49-F238E27FC236}">
                    <a16:creationId xmlns:a16="http://schemas.microsoft.com/office/drawing/2014/main" id="{A11C3873-734C-6537-1E95-A37410EE20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6" name="Freeform 1459">
                <a:extLst>
                  <a:ext uri="{FF2B5EF4-FFF2-40B4-BE49-F238E27FC236}">
                    <a16:creationId xmlns:a16="http://schemas.microsoft.com/office/drawing/2014/main" id="{491FE865-98BA-8146-2F07-6984EE7A0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Freeform 1460">
                <a:extLst>
                  <a:ext uri="{FF2B5EF4-FFF2-40B4-BE49-F238E27FC236}">
                    <a16:creationId xmlns:a16="http://schemas.microsoft.com/office/drawing/2014/main" id="{B58BD5D6-0334-C6EA-C56C-0385FF06BE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" name="Freeform 1461">
                <a:extLst>
                  <a:ext uri="{FF2B5EF4-FFF2-40B4-BE49-F238E27FC236}">
                    <a16:creationId xmlns:a16="http://schemas.microsoft.com/office/drawing/2014/main" id="{0DB05A6F-DD70-B107-490A-B73E5EFCB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Oval 1462">
                <a:extLst>
                  <a:ext uri="{FF2B5EF4-FFF2-40B4-BE49-F238E27FC236}">
                    <a16:creationId xmlns:a16="http://schemas.microsoft.com/office/drawing/2014/main" id="{4813787E-C592-0979-A355-45088AE968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7" name="Group 1463">
              <a:extLst>
                <a:ext uri="{FF2B5EF4-FFF2-40B4-BE49-F238E27FC236}">
                  <a16:creationId xmlns:a16="http://schemas.microsoft.com/office/drawing/2014/main" id="{53DE8C9B-6A6E-9624-1955-408DB63101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68" name="Oval 1464">
                <a:extLst>
                  <a:ext uri="{FF2B5EF4-FFF2-40B4-BE49-F238E27FC236}">
                    <a16:creationId xmlns:a16="http://schemas.microsoft.com/office/drawing/2014/main" id="{71170923-F03F-6FAD-E606-9E84B6BC18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9" name="Oval 1465">
                <a:extLst>
                  <a:ext uri="{FF2B5EF4-FFF2-40B4-BE49-F238E27FC236}">
                    <a16:creationId xmlns:a16="http://schemas.microsoft.com/office/drawing/2014/main" id="{86FB58EC-4119-CBB8-7D7B-B65899E5F4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0" name="Freeform 1466">
                <a:extLst>
                  <a:ext uri="{FF2B5EF4-FFF2-40B4-BE49-F238E27FC236}">
                    <a16:creationId xmlns:a16="http://schemas.microsoft.com/office/drawing/2014/main" id="{DD5EA35C-6A43-FEE3-A148-E8A97B9B1A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Freeform 1467">
                <a:extLst>
                  <a:ext uri="{FF2B5EF4-FFF2-40B4-BE49-F238E27FC236}">
                    <a16:creationId xmlns:a16="http://schemas.microsoft.com/office/drawing/2014/main" id="{90D44A3B-8A1B-A6C4-C57A-7C9D25CE1D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" name="Freeform 1468">
                <a:extLst>
                  <a:ext uri="{FF2B5EF4-FFF2-40B4-BE49-F238E27FC236}">
                    <a16:creationId xmlns:a16="http://schemas.microsoft.com/office/drawing/2014/main" id="{3121260B-35C2-B93E-892A-5B7F4E2154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Oval 1469">
                <a:extLst>
                  <a:ext uri="{FF2B5EF4-FFF2-40B4-BE49-F238E27FC236}">
                    <a16:creationId xmlns:a16="http://schemas.microsoft.com/office/drawing/2014/main" id="{0AC038B8-714E-3A03-688A-AF40995927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8" name="Group 1470">
              <a:extLst>
                <a:ext uri="{FF2B5EF4-FFF2-40B4-BE49-F238E27FC236}">
                  <a16:creationId xmlns:a16="http://schemas.microsoft.com/office/drawing/2014/main" id="{EB011C23-9119-2746-3BD1-1CBA14484F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62" name="Oval 1471">
                <a:extLst>
                  <a:ext uri="{FF2B5EF4-FFF2-40B4-BE49-F238E27FC236}">
                    <a16:creationId xmlns:a16="http://schemas.microsoft.com/office/drawing/2014/main" id="{74BFC33C-5FB8-4869-F75A-7ED379D641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" name="Oval 1472">
                <a:extLst>
                  <a:ext uri="{FF2B5EF4-FFF2-40B4-BE49-F238E27FC236}">
                    <a16:creationId xmlns:a16="http://schemas.microsoft.com/office/drawing/2014/main" id="{E5D58764-5A12-BE4A-0492-9457D17292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" name="Freeform 1473">
                <a:extLst>
                  <a:ext uri="{FF2B5EF4-FFF2-40B4-BE49-F238E27FC236}">
                    <a16:creationId xmlns:a16="http://schemas.microsoft.com/office/drawing/2014/main" id="{D011D386-88BA-4C41-B569-0DD3FFBCA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Freeform 1474">
                <a:extLst>
                  <a:ext uri="{FF2B5EF4-FFF2-40B4-BE49-F238E27FC236}">
                    <a16:creationId xmlns:a16="http://schemas.microsoft.com/office/drawing/2014/main" id="{EFF2B970-69A2-9F58-4122-A1022D730F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" name="Freeform 1475">
                <a:extLst>
                  <a:ext uri="{FF2B5EF4-FFF2-40B4-BE49-F238E27FC236}">
                    <a16:creationId xmlns:a16="http://schemas.microsoft.com/office/drawing/2014/main" id="{8BBE4889-06B5-C6FC-FAD0-FA48B6F8F5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Oval 1476">
                <a:extLst>
                  <a:ext uri="{FF2B5EF4-FFF2-40B4-BE49-F238E27FC236}">
                    <a16:creationId xmlns:a16="http://schemas.microsoft.com/office/drawing/2014/main" id="{17289ECC-2E54-612D-54DF-96F3C9FAD1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29" name="Group 1477">
              <a:extLst>
                <a:ext uri="{FF2B5EF4-FFF2-40B4-BE49-F238E27FC236}">
                  <a16:creationId xmlns:a16="http://schemas.microsoft.com/office/drawing/2014/main" id="{65A091EA-9AE5-8BA6-3B43-1EDBBD7961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556" name="Oval 1478">
                <a:extLst>
                  <a:ext uri="{FF2B5EF4-FFF2-40B4-BE49-F238E27FC236}">
                    <a16:creationId xmlns:a16="http://schemas.microsoft.com/office/drawing/2014/main" id="{2415C156-8CB6-98B3-24E9-E66A1B3574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" name="Oval 1479">
                <a:extLst>
                  <a:ext uri="{FF2B5EF4-FFF2-40B4-BE49-F238E27FC236}">
                    <a16:creationId xmlns:a16="http://schemas.microsoft.com/office/drawing/2014/main" id="{596BC664-A8E9-55A2-F311-E4D04BDB46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" name="Freeform 1480">
                <a:extLst>
                  <a:ext uri="{FF2B5EF4-FFF2-40B4-BE49-F238E27FC236}">
                    <a16:creationId xmlns:a16="http://schemas.microsoft.com/office/drawing/2014/main" id="{FAE16F51-44B2-F2AB-A837-3EB7A7B334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Freeform 1481">
                <a:extLst>
                  <a:ext uri="{FF2B5EF4-FFF2-40B4-BE49-F238E27FC236}">
                    <a16:creationId xmlns:a16="http://schemas.microsoft.com/office/drawing/2014/main" id="{083596E6-FC64-906A-D8A5-4808655B4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" name="Freeform 1482">
                <a:extLst>
                  <a:ext uri="{FF2B5EF4-FFF2-40B4-BE49-F238E27FC236}">
                    <a16:creationId xmlns:a16="http://schemas.microsoft.com/office/drawing/2014/main" id="{9FC93A79-56B6-8D25-4F1E-6DD6025BD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Oval 1483">
                <a:extLst>
                  <a:ext uri="{FF2B5EF4-FFF2-40B4-BE49-F238E27FC236}">
                    <a16:creationId xmlns:a16="http://schemas.microsoft.com/office/drawing/2014/main" id="{07DE9FBD-9BA5-CC53-2AC3-21B3E2BB33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0" name="Group 1484">
              <a:extLst>
                <a:ext uri="{FF2B5EF4-FFF2-40B4-BE49-F238E27FC236}">
                  <a16:creationId xmlns:a16="http://schemas.microsoft.com/office/drawing/2014/main" id="{AC3C6D00-EB13-C94D-53DB-FA372969DF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550" name="Oval 1485">
                <a:extLst>
                  <a:ext uri="{FF2B5EF4-FFF2-40B4-BE49-F238E27FC236}">
                    <a16:creationId xmlns:a16="http://schemas.microsoft.com/office/drawing/2014/main" id="{B039EF8E-9BE7-952F-E803-E2B36AE440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1" name="Oval 1486">
                <a:extLst>
                  <a:ext uri="{FF2B5EF4-FFF2-40B4-BE49-F238E27FC236}">
                    <a16:creationId xmlns:a16="http://schemas.microsoft.com/office/drawing/2014/main" id="{D8EFDE69-C825-A5CE-B545-6B10FF923F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2" name="Freeform 1487">
                <a:extLst>
                  <a:ext uri="{FF2B5EF4-FFF2-40B4-BE49-F238E27FC236}">
                    <a16:creationId xmlns:a16="http://schemas.microsoft.com/office/drawing/2014/main" id="{C49EC06E-FAD5-9F69-33DA-8744379661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Freeform 1488">
                <a:extLst>
                  <a:ext uri="{FF2B5EF4-FFF2-40B4-BE49-F238E27FC236}">
                    <a16:creationId xmlns:a16="http://schemas.microsoft.com/office/drawing/2014/main" id="{F4D86D10-6C22-222A-3A8C-9A62194497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" name="Freeform 1489">
                <a:extLst>
                  <a:ext uri="{FF2B5EF4-FFF2-40B4-BE49-F238E27FC236}">
                    <a16:creationId xmlns:a16="http://schemas.microsoft.com/office/drawing/2014/main" id="{A578D2E8-FB32-F03E-434B-2540F6E23C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Oval 1490">
                <a:extLst>
                  <a:ext uri="{FF2B5EF4-FFF2-40B4-BE49-F238E27FC236}">
                    <a16:creationId xmlns:a16="http://schemas.microsoft.com/office/drawing/2014/main" id="{AAD46605-09FB-0AA5-93D1-888D3A9542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1" name="Group 1491">
              <a:extLst>
                <a:ext uri="{FF2B5EF4-FFF2-40B4-BE49-F238E27FC236}">
                  <a16:creationId xmlns:a16="http://schemas.microsoft.com/office/drawing/2014/main" id="{0D5ACA44-0176-F483-E4A4-BB9A62C52C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544" name="Oval 1492">
                <a:extLst>
                  <a:ext uri="{FF2B5EF4-FFF2-40B4-BE49-F238E27FC236}">
                    <a16:creationId xmlns:a16="http://schemas.microsoft.com/office/drawing/2014/main" id="{CBB49D23-C79A-7043-2C22-BA2290F905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5" name="Oval 1493">
                <a:extLst>
                  <a:ext uri="{FF2B5EF4-FFF2-40B4-BE49-F238E27FC236}">
                    <a16:creationId xmlns:a16="http://schemas.microsoft.com/office/drawing/2014/main" id="{ABF2608E-07B9-6EFB-5263-A59ACE4296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6" name="Freeform 1494">
                <a:extLst>
                  <a:ext uri="{FF2B5EF4-FFF2-40B4-BE49-F238E27FC236}">
                    <a16:creationId xmlns:a16="http://schemas.microsoft.com/office/drawing/2014/main" id="{E63D4611-4298-3EED-0FF9-EB6A034AE8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Freeform 1495">
                <a:extLst>
                  <a:ext uri="{FF2B5EF4-FFF2-40B4-BE49-F238E27FC236}">
                    <a16:creationId xmlns:a16="http://schemas.microsoft.com/office/drawing/2014/main" id="{3007FD1D-E762-A511-7571-4921239EF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" name="Freeform 1496">
                <a:extLst>
                  <a:ext uri="{FF2B5EF4-FFF2-40B4-BE49-F238E27FC236}">
                    <a16:creationId xmlns:a16="http://schemas.microsoft.com/office/drawing/2014/main" id="{F27CFC2C-2F7C-36B6-C067-D58B6CCF92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Oval 1497">
                <a:extLst>
                  <a:ext uri="{FF2B5EF4-FFF2-40B4-BE49-F238E27FC236}">
                    <a16:creationId xmlns:a16="http://schemas.microsoft.com/office/drawing/2014/main" id="{11BAEDDA-A576-F3FF-7374-5AEEEE005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2" name="Group 1498">
              <a:extLst>
                <a:ext uri="{FF2B5EF4-FFF2-40B4-BE49-F238E27FC236}">
                  <a16:creationId xmlns:a16="http://schemas.microsoft.com/office/drawing/2014/main" id="{ED8F94B3-8D9B-7535-66FA-17F74ECD60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538" name="Oval 1499">
                <a:extLst>
                  <a:ext uri="{FF2B5EF4-FFF2-40B4-BE49-F238E27FC236}">
                    <a16:creationId xmlns:a16="http://schemas.microsoft.com/office/drawing/2014/main" id="{93CA9FDF-3F4F-3319-B851-644116AA7D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9" name="Oval 1500">
                <a:extLst>
                  <a:ext uri="{FF2B5EF4-FFF2-40B4-BE49-F238E27FC236}">
                    <a16:creationId xmlns:a16="http://schemas.microsoft.com/office/drawing/2014/main" id="{D46F172F-C040-7E5E-1823-BEDCD22B9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0" name="Freeform 1501">
                <a:extLst>
                  <a:ext uri="{FF2B5EF4-FFF2-40B4-BE49-F238E27FC236}">
                    <a16:creationId xmlns:a16="http://schemas.microsoft.com/office/drawing/2014/main" id="{D6A6C25C-6C3B-5245-5F28-9DEDE6877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Freeform 1502">
                <a:extLst>
                  <a:ext uri="{FF2B5EF4-FFF2-40B4-BE49-F238E27FC236}">
                    <a16:creationId xmlns:a16="http://schemas.microsoft.com/office/drawing/2014/main" id="{ABEE72BE-78DA-1176-E8AD-3E3B54167F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1503">
                <a:extLst>
                  <a:ext uri="{FF2B5EF4-FFF2-40B4-BE49-F238E27FC236}">
                    <a16:creationId xmlns:a16="http://schemas.microsoft.com/office/drawing/2014/main" id="{7B2E66C0-15EF-0D4F-8F64-D0395AEF23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Oval 1504">
                <a:extLst>
                  <a:ext uri="{FF2B5EF4-FFF2-40B4-BE49-F238E27FC236}">
                    <a16:creationId xmlns:a16="http://schemas.microsoft.com/office/drawing/2014/main" id="{42870AB4-81D7-9D23-08D5-D0D26559F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3" name="Group 1505">
              <a:extLst>
                <a:ext uri="{FF2B5EF4-FFF2-40B4-BE49-F238E27FC236}">
                  <a16:creationId xmlns:a16="http://schemas.microsoft.com/office/drawing/2014/main" id="{D8F8B470-02B5-FA9E-49B2-99D799D01D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532" name="Oval 1506">
                <a:extLst>
                  <a:ext uri="{FF2B5EF4-FFF2-40B4-BE49-F238E27FC236}">
                    <a16:creationId xmlns:a16="http://schemas.microsoft.com/office/drawing/2014/main" id="{F647CEE8-29DD-A87C-0AEA-0372BA04F8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3" name="Oval 1507">
                <a:extLst>
                  <a:ext uri="{FF2B5EF4-FFF2-40B4-BE49-F238E27FC236}">
                    <a16:creationId xmlns:a16="http://schemas.microsoft.com/office/drawing/2014/main" id="{C82AD147-65C9-3086-B268-3BA1F0CAFD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4" name="Freeform 1508">
                <a:extLst>
                  <a:ext uri="{FF2B5EF4-FFF2-40B4-BE49-F238E27FC236}">
                    <a16:creationId xmlns:a16="http://schemas.microsoft.com/office/drawing/2014/main" id="{475D1D46-1981-C1D9-A27F-67DA69109F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Freeform 1509">
                <a:extLst>
                  <a:ext uri="{FF2B5EF4-FFF2-40B4-BE49-F238E27FC236}">
                    <a16:creationId xmlns:a16="http://schemas.microsoft.com/office/drawing/2014/main" id="{C148FD65-CF93-EA0E-BB48-FB3CEE8653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1510">
                <a:extLst>
                  <a:ext uri="{FF2B5EF4-FFF2-40B4-BE49-F238E27FC236}">
                    <a16:creationId xmlns:a16="http://schemas.microsoft.com/office/drawing/2014/main" id="{6B79D2A9-B516-CFBA-AC50-2752066FB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Oval 1511">
                <a:extLst>
                  <a:ext uri="{FF2B5EF4-FFF2-40B4-BE49-F238E27FC236}">
                    <a16:creationId xmlns:a16="http://schemas.microsoft.com/office/drawing/2014/main" id="{8DAE4C15-81F3-3974-A31D-DEB0BC38BF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4" name="Group 1512">
              <a:extLst>
                <a:ext uri="{FF2B5EF4-FFF2-40B4-BE49-F238E27FC236}">
                  <a16:creationId xmlns:a16="http://schemas.microsoft.com/office/drawing/2014/main" id="{C1D8711A-C452-A4BF-A4C9-A370387C3F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526" name="Oval 1513">
                <a:extLst>
                  <a:ext uri="{FF2B5EF4-FFF2-40B4-BE49-F238E27FC236}">
                    <a16:creationId xmlns:a16="http://schemas.microsoft.com/office/drawing/2014/main" id="{4CE7AAD7-73F1-9DB8-0310-255F2854D4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7" name="Oval 1514">
                <a:extLst>
                  <a:ext uri="{FF2B5EF4-FFF2-40B4-BE49-F238E27FC236}">
                    <a16:creationId xmlns:a16="http://schemas.microsoft.com/office/drawing/2014/main" id="{F6B88AE1-E9C3-8802-C562-46E86C5C3B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8" name="Freeform 1515">
                <a:extLst>
                  <a:ext uri="{FF2B5EF4-FFF2-40B4-BE49-F238E27FC236}">
                    <a16:creationId xmlns:a16="http://schemas.microsoft.com/office/drawing/2014/main" id="{BBB7F1A8-9A91-8C14-F466-DC2EA6491D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Freeform 1516">
                <a:extLst>
                  <a:ext uri="{FF2B5EF4-FFF2-40B4-BE49-F238E27FC236}">
                    <a16:creationId xmlns:a16="http://schemas.microsoft.com/office/drawing/2014/main" id="{B41CA345-5E58-FAAA-5A3E-DD47693122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1517">
                <a:extLst>
                  <a:ext uri="{FF2B5EF4-FFF2-40B4-BE49-F238E27FC236}">
                    <a16:creationId xmlns:a16="http://schemas.microsoft.com/office/drawing/2014/main" id="{2C7C69CF-54DB-1573-B77F-99A75C12A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Oval 1518">
                <a:extLst>
                  <a:ext uri="{FF2B5EF4-FFF2-40B4-BE49-F238E27FC236}">
                    <a16:creationId xmlns:a16="http://schemas.microsoft.com/office/drawing/2014/main" id="{6DA42773-15B3-870E-F57F-EA8CB9F67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5" name="Group 1519">
              <a:extLst>
                <a:ext uri="{FF2B5EF4-FFF2-40B4-BE49-F238E27FC236}">
                  <a16:creationId xmlns:a16="http://schemas.microsoft.com/office/drawing/2014/main" id="{08302C2E-D2E6-61DC-5E4A-E0D6A25B6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520" name="Oval 1520">
                <a:extLst>
                  <a:ext uri="{FF2B5EF4-FFF2-40B4-BE49-F238E27FC236}">
                    <a16:creationId xmlns:a16="http://schemas.microsoft.com/office/drawing/2014/main" id="{A88834F8-EE3D-6368-896D-41CB302022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1" name="Oval 1521">
                <a:extLst>
                  <a:ext uri="{FF2B5EF4-FFF2-40B4-BE49-F238E27FC236}">
                    <a16:creationId xmlns:a16="http://schemas.microsoft.com/office/drawing/2014/main" id="{C3919049-E5FD-6920-1687-247452622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2" name="Freeform 1522">
                <a:extLst>
                  <a:ext uri="{FF2B5EF4-FFF2-40B4-BE49-F238E27FC236}">
                    <a16:creationId xmlns:a16="http://schemas.microsoft.com/office/drawing/2014/main" id="{0120A54A-C192-8F50-8E0F-49DE862A73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Freeform 1523">
                <a:extLst>
                  <a:ext uri="{FF2B5EF4-FFF2-40B4-BE49-F238E27FC236}">
                    <a16:creationId xmlns:a16="http://schemas.microsoft.com/office/drawing/2014/main" id="{366EC05C-7D5E-EBC2-C279-8626358A77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1524">
                <a:extLst>
                  <a:ext uri="{FF2B5EF4-FFF2-40B4-BE49-F238E27FC236}">
                    <a16:creationId xmlns:a16="http://schemas.microsoft.com/office/drawing/2014/main" id="{1CD4439B-1098-84DC-A8D2-97B88BD0DC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Oval 1525">
                <a:extLst>
                  <a:ext uri="{FF2B5EF4-FFF2-40B4-BE49-F238E27FC236}">
                    <a16:creationId xmlns:a16="http://schemas.microsoft.com/office/drawing/2014/main" id="{974C7063-6BD6-BCE7-7F36-043862F7AF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6" name="Group 1526">
              <a:extLst>
                <a:ext uri="{FF2B5EF4-FFF2-40B4-BE49-F238E27FC236}">
                  <a16:creationId xmlns:a16="http://schemas.microsoft.com/office/drawing/2014/main" id="{989F6F12-A5F3-C254-03D8-66AD26F2FA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514" name="Oval 1527">
                <a:extLst>
                  <a:ext uri="{FF2B5EF4-FFF2-40B4-BE49-F238E27FC236}">
                    <a16:creationId xmlns:a16="http://schemas.microsoft.com/office/drawing/2014/main" id="{A277185D-F6CF-1FF1-749B-167CAEE8A6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5" name="Oval 1528">
                <a:extLst>
                  <a:ext uri="{FF2B5EF4-FFF2-40B4-BE49-F238E27FC236}">
                    <a16:creationId xmlns:a16="http://schemas.microsoft.com/office/drawing/2014/main" id="{A9BB0021-86B1-E755-9136-DDF23FFE40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6" name="Freeform 1529">
                <a:extLst>
                  <a:ext uri="{FF2B5EF4-FFF2-40B4-BE49-F238E27FC236}">
                    <a16:creationId xmlns:a16="http://schemas.microsoft.com/office/drawing/2014/main" id="{08D4B1BA-CED0-D9EB-EE93-27B7EE2769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Freeform 1530">
                <a:extLst>
                  <a:ext uri="{FF2B5EF4-FFF2-40B4-BE49-F238E27FC236}">
                    <a16:creationId xmlns:a16="http://schemas.microsoft.com/office/drawing/2014/main" id="{42B1370F-6B3A-33D1-8C14-0A9DF91BE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1531">
                <a:extLst>
                  <a:ext uri="{FF2B5EF4-FFF2-40B4-BE49-F238E27FC236}">
                    <a16:creationId xmlns:a16="http://schemas.microsoft.com/office/drawing/2014/main" id="{51AA82C9-2229-BC8E-0275-110E1BD45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Oval 1532">
                <a:extLst>
                  <a:ext uri="{FF2B5EF4-FFF2-40B4-BE49-F238E27FC236}">
                    <a16:creationId xmlns:a16="http://schemas.microsoft.com/office/drawing/2014/main" id="{9E676AED-EBB2-C8C1-BD2F-9D3F4500C6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7" name="Group 1533">
              <a:extLst>
                <a:ext uri="{FF2B5EF4-FFF2-40B4-BE49-F238E27FC236}">
                  <a16:creationId xmlns:a16="http://schemas.microsoft.com/office/drawing/2014/main" id="{6A6AFDF3-7361-C06E-7FC4-9C02B028E9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508" name="Oval 1534">
                <a:extLst>
                  <a:ext uri="{FF2B5EF4-FFF2-40B4-BE49-F238E27FC236}">
                    <a16:creationId xmlns:a16="http://schemas.microsoft.com/office/drawing/2014/main" id="{A4DC2818-2CDB-28BC-3475-66AAEDF1C5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9" name="Oval 1535">
                <a:extLst>
                  <a:ext uri="{FF2B5EF4-FFF2-40B4-BE49-F238E27FC236}">
                    <a16:creationId xmlns:a16="http://schemas.microsoft.com/office/drawing/2014/main" id="{CFC25C53-997B-6388-97ED-53131E4899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0" name="Freeform 1536">
                <a:extLst>
                  <a:ext uri="{FF2B5EF4-FFF2-40B4-BE49-F238E27FC236}">
                    <a16:creationId xmlns:a16="http://schemas.microsoft.com/office/drawing/2014/main" id="{12EF2B9E-ECB9-E429-5A93-6E584CA3E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Freeform 1537">
                <a:extLst>
                  <a:ext uri="{FF2B5EF4-FFF2-40B4-BE49-F238E27FC236}">
                    <a16:creationId xmlns:a16="http://schemas.microsoft.com/office/drawing/2014/main" id="{BDDF3CE7-275B-518C-F7DA-7256BF836B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1538">
                <a:extLst>
                  <a:ext uri="{FF2B5EF4-FFF2-40B4-BE49-F238E27FC236}">
                    <a16:creationId xmlns:a16="http://schemas.microsoft.com/office/drawing/2014/main" id="{549FCD05-34A4-DAE4-2F89-98EC84778B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Oval 1539">
                <a:extLst>
                  <a:ext uri="{FF2B5EF4-FFF2-40B4-BE49-F238E27FC236}">
                    <a16:creationId xmlns:a16="http://schemas.microsoft.com/office/drawing/2014/main" id="{5351BD25-3837-2043-988D-663D24A3CE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8" name="Group 1540">
              <a:extLst>
                <a:ext uri="{FF2B5EF4-FFF2-40B4-BE49-F238E27FC236}">
                  <a16:creationId xmlns:a16="http://schemas.microsoft.com/office/drawing/2014/main" id="{0F9C1CFE-AB31-1720-AEF4-7CF97285EC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502" name="Oval 1541">
                <a:extLst>
                  <a:ext uri="{FF2B5EF4-FFF2-40B4-BE49-F238E27FC236}">
                    <a16:creationId xmlns:a16="http://schemas.microsoft.com/office/drawing/2014/main" id="{00272373-836B-9140-C709-12AB5EF6A5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3" name="Oval 1542">
                <a:extLst>
                  <a:ext uri="{FF2B5EF4-FFF2-40B4-BE49-F238E27FC236}">
                    <a16:creationId xmlns:a16="http://schemas.microsoft.com/office/drawing/2014/main" id="{DCB6A33C-E6D4-5732-72D4-1374DFB1B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4" name="Freeform 1543">
                <a:extLst>
                  <a:ext uri="{FF2B5EF4-FFF2-40B4-BE49-F238E27FC236}">
                    <a16:creationId xmlns:a16="http://schemas.microsoft.com/office/drawing/2014/main" id="{FF1727B7-8316-E325-DA21-0A949EB22F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Freeform 1544">
                <a:extLst>
                  <a:ext uri="{FF2B5EF4-FFF2-40B4-BE49-F238E27FC236}">
                    <a16:creationId xmlns:a16="http://schemas.microsoft.com/office/drawing/2014/main" id="{2B161AB3-B9EC-86C9-A56A-AEA1E8289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1545">
                <a:extLst>
                  <a:ext uri="{FF2B5EF4-FFF2-40B4-BE49-F238E27FC236}">
                    <a16:creationId xmlns:a16="http://schemas.microsoft.com/office/drawing/2014/main" id="{6FF3275A-4361-DC15-B53F-7BFE174883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Oval 1546">
                <a:extLst>
                  <a:ext uri="{FF2B5EF4-FFF2-40B4-BE49-F238E27FC236}">
                    <a16:creationId xmlns:a16="http://schemas.microsoft.com/office/drawing/2014/main" id="{8243DB81-C57A-C838-C996-FB39B0BF8D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39" name="Group 1547">
              <a:extLst>
                <a:ext uri="{FF2B5EF4-FFF2-40B4-BE49-F238E27FC236}">
                  <a16:creationId xmlns:a16="http://schemas.microsoft.com/office/drawing/2014/main" id="{DA56838A-5E65-B36A-363F-9BAEA300D4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96" name="Oval 1548">
                <a:extLst>
                  <a:ext uri="{FF2B5EF4-FFF2-40B4-BE49-F238E27FC236}">
                    <a16:creationId xmlns:a16="http://schemas.microsoft.com/office/drawing/2014/main" id="{47E47B68-9D3D-0DF9-A021-F58CB6BE1D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7" name="Oval 1549">
                <a:extLst>
                  <a:ext uri="{FF2B5EF4-FFF2-40B4-BE49-F238E27FC236}">
                    <a16:creationId xmlns:a16="http://schemas.microsoft.com/office/drawing/2014/main" id="{8A3FC261-0A64-CA05-8E4D-AA447969D2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8" name="Freeform 1550">
                <a:extLst>
                  <a:ext uri="{FF2B5EF4-FFF2-40B4-BE49-F238E27FC236}">
                    <a16:creationId xmlns:a16="http://schemas.microsoft.com/office/drawing/2014/main" id="{0C066C84-C242-765D-BC21-81A9DBD0C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Freeform 1551">
                <a:extLst>
                  <a:ext uri="{FF2B5EF4-FFF2-40B4-BE49-F238E27FC236}">
                    <a16:creationId xmlns:a16="http://schemas.microsoft.com/office/drawing/2014/main" id="{C81F863E-E0B6-7CEA-419D-4ECD4061EE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1552">
                <a:extLst>
                  <a:ext uri="{FF2B5EF4-FFF2-40B4-BE49-F238E27FC236}">
                    <a16:creationId xmlns:a16="http://schemas.microsoft.com/office/drawing/2014/main" id="{AD7D49F5-E2B5-C0A0-F9E9-9A95D6B29A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Oval 1553">
                <a:extLst>
                  <a:ext uri="{FF2B5EF4-FFF2-40B4-BE49-F238E27FC236}">
                    <a16:creationId xmlns:a16="http://schemas.microsoft.com/office/drawing/2014/main" id="{E8729CF7-51DE-D1A7-2BEE-869A255958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0" name="Group 1554">
              <a:extLst>
                <a:ext uri="{FF2B5EF4-FFF2-40B4-BE49-F238E27FC236}">
                  <a16:creationId xmlns:a16="http://schemas.microsoft.com/office/drawing/2014/main" id="{E5CADA39-30E5-C39D-13C0-B1E78CDFD3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90" name="Oval 1555">
                <a:extLst>
                  <a:ext uri="{FF2B5EF4-FFF2-40B4-BE49-F238E27FC236}">
                    <a16:creationId xmlns:a16="http://schemas.microsoft.com/office/drawing/2014/main" id="{A9458238-D5D6-1213-9187-7E11283DB2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1" name="Oval 1556">
                <a:extLst>
                  <a:ext uri="{FF2B5EF4-FFF2-40B4-BE49-F238E27FC236}">
                    <a16:creationId xmlns:a16="http://schemas.microsoft.com/office/drawing/2014/main" id="{B09F8B16-2845-1BDC-E336-9F98F1FD1C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2" name="Freeform 1557">
                <a:extLst>
                  <a:ext uri="{FF2B5EF4-FFF2-40B4-BE49-F238E27FC236}">
                    <a16:creationId xmlns:a16="http://schemas.microsoft.com/office/drawing/2014/main" id="{D280EF70-755A-37D3-5EBA-182FD5E38E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Freeform 1558">
                <a:extLst>
                  <a:ext uri="{FF2B5EF4-FFF2-40B4-BE49-F238E27FC236}">
                    <a16:creationId xmlns:a16="http://schemas.microsoft.com/office/drawing/2014/main" id="{3385ABA6-AB43-A09F-FBC4-A99411B944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1559">
                <a:extLst>
                  <a:ext uri="{FF2B5EF4-FFF2-40B4-BE49-F238E27FC236}">
                    <a16:creationId xmlns:a16="http://schemas.microsoft.com/office/drawing/2014/main" id="{6F7AF166-BB28-150B-1918-F3456D1D4E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Oval 1560">
                <a:extLst>
                  <a:ext uri="{FF2B5EF4-FFF2-40B4-BE49-F238E27FC236}">
                    <a16:creationId xmlns:a16="http://schemas.microsoft.com/office/drawing/2014/main" id="{312B7EB9-FA71-6FD1-D91D-784B2845E8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1" name="Group 1561">
              <a:extLst>
                <a:ext uri="{FF2B5EF4-FFF2-40B4-BE49-F238E27FC236}">
                  <a16:creationId xmlns:a16="http://schemas.microsoft.com/office/drawing/2014/main" id="{36EE7C4A-6A8C-B4BE-F357-43F449C5E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84" name="Oval 1562">
                <a:extLst>
                  <a:ext uri="{FF2B5EF4-FFF2-40B4-BE49-F238E27FC236}">
                    <a16:creationId xmlns:a16="http://schemas.microsoft.com/office/drawing/2014/main" id="{1FAC2F75-5387-8FD6-3E42-A6A2AE2CBA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5" name="Oval 1563">
                <a:extLst>
                  <a:ext uri="{FF2B5EF4-FFF2-40B4-BE49-F238E27FC236}">
                    <a16:creationId xmlns:a16="http://schemas.microsoft.com/office/drawing/2014/main" id="{DEB03024-0A46-E1FC-D3E4-EB8A6BE6CD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6" name="Freeform 1564">
                <a:extLst>
                  <a:ext uri="{FF2B5EF4-FFF2-40B4-BE49-F238E27FC236}">
                    <a16:creationId xmlns:a16="http://schemas.microsoft.com/office/drawing/2014/main" id="{218D2553-16BB-6A7E-7F67-5080838CA9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Freeform 1565">
                <a:extLst>
                  <a:ext uri="{FF2B5EF4-FFF2-40B4-BE49-F238E27FC236}">
                    <a16:creationId xmlns:a16="http://schemas.microsoft.com/office/drawing/2014/main" id="{CCC18F40-0666-19FD-6DA8-1C54BAAB6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1566">
                <a:extLst>
                  <a:ext uri="{FF2B5EF4-FFF2-40B4-BE49-F238E27FC236}">
                    <a16:creationId xmlns:a16="http://schemas.microsoft.com/office/drawing/2014/main" id="{E098767A-F874-A639-FF2F-282CBB73AD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Oval 1567">
                <a:extLst>
                  <a:ext uri="{FF2B5EF4-FFF2-40B4-BE49-F238E27FC236}">
                    <a16:creationId xmlns:a16="http://schemas.microsoft.com/office/drawing/2014/main" id="{C5CA2D6F-03D2-6048-0074-D1DFC46AD5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2" name="Group 1568">
              <a:extLst>
                <a:ext uri="{FF2B5EF4-FFF2-40B4-BE49-F238E27FC236}">
                  <a16:creationId xmlns:a16="http://schemas.microsoft.com/office/drawing/2014/main" id="{1C938C9E-12CF-B93E-9E78-664607E68A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78" name="Oval 1569">
                <a:extLst>
                  <a:ext uri="{FF2B5EF4-FFF2-40B4-BE49-F238E27FC236}">
                    <a16:creationId xmlns:a16="http://schemas.microsoft.com/office/drawing/2014/main" id="{E2D912E6-B259-01A3-F2B9-DA8BC53761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9" name="Oval 1570">
                <a:extLst>
                  <a:ext uri="{FF2B5EF4-FFF2-40B4-BE49-F238E27FC236}">
                    <a16:creationId xmlns:a16="http://schemas.microsoft.com/office/drawing/2014/main" id="{366599DD-F0C6-6AE6-3F30-E87542A105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0" name="Freeform 1571">
                <a:extLst>
                  <a:ext uri="{FF2B5EF4-FFF2-40B4-BE49-F238E27FC236}">
                    <a16:creationId xmlns:a16="http://schemas.microsoft.com/office/drawing/2014/main" id="{07E8CFF6-DB48-06B7-9B57-331E5EF51C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Freeform 1572">
                <a:extLst>
                  <a:ext uri="{FF2B5EF4-FFF2-40B4-BE49-F238E27FC236}">
                    <a16:creationId xmlns:a16="http://schemas.microsoft.com/office/drawing/2014/main" id="{135CDA28-DB58-8687-4624-674C7EC431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1573">
                <a:extLst>
                  <a:ext uri="{FF2B5EF4-FFF2-40B4-BE49-F238E27FC236}">
                    <a16:creationId xmlns:a16="http://schemas.microsoft.com/office/drawing/2014/main" id="{6B3000BF-407E-D4B2-3F50-60D704A3B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Oval 1574">
                <a:extLst>
                  <a:ext uri="{FF2B5EF4-FFF2-40B4-BE49-F238E27FC236}">
                    <a16:creationId xmlns:a16="http://schemas.microsoft.com/office/drawing/2014/main" id="{BC73592D-2B76-3732-5E00-110716DED3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3" name="Group 1575">
              <a:extLst>
                <a:ext uri="{FF2B5EF4-FFF2-40B4-BE49-F238E27FC236}">
                  <a16:creationId xmlns:a16="http://schemas.microsoft.com/office/drawing/2014/main" id="{99F9A3AB-222B-BE05-F256-F6650BB89D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72" name="Oval 1576">
                <a:extLst>
                  <a:ext uri="{FF2B5EF4-FFF2-40B4-BE49-F238E27FC236}">
                    <a16:creationId xmlns:a16="http://schemas.microsoft.com/office/drawing/2014/main" id="{4B8EC2D9-E8A2-3797-A77D-E13B3D1A2D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3" name="Oval 1577">
                <a:extLst>
                  <a:ext uri="{FF2B5EF4-FFF2-40B4-BE49-F238E27FC236}">
                    <a16:creationId xmlns:a16="http://schemas.microsoft.com/office/drawing/2014/main" id="{BDC5D72F-8829-C26D-1D19-A152F8DD97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4" name="Freeform 1578">
                <a:extLst>
                  <a:ext uri="{FF2B5EF4-FFF2-40B4-BE49-F238E27FC236}">
                    <a16:creationId xmlns:a16="http://schemas.microsoft.com/office/drawing/2014/main" id="{A89F0E08-1C30-FF58-9871-DFF3B5E6E3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Freeform 1579">
                <a:extLst>
                  <a:ext uri="{FF2B5EF4-FFF2-40B4-BE49-F238E27FC236}">
                    <a16:creationId xmlns:a16="http://schemas.microsoft.com/office/drawing/2014/main" id="{01A343F9-3D15-15BF-6B89-F0ED2A025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1580">
                <a:extLst>
                  <a:ext uri="{FF2B5EF4-FFF2-40B4-BE49-F238E27FC236}">
                    <a16:creationId xmlns:a16="http://schemas.microsoft.com/office/drawing/2014/main" id="{4FBA8594-EA0C-CA07-875C-BDB1ED6C71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Oval 1581">
                <a:extLst>
                  <a:ext uri="{FF2B5EF4-FFF2-40B4-BE49-F238E27FC236}">
                    <a16:creationId xmlns:a16="http://schemas.microsoft.com/office/drawing/2014/main" id="{38AFE768-869D-6E76-A22D-B011037DE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4" name="Group 1582">
              <a:extLst>
                <a:ext uri="{FF2B5EF4-FFF2-40B4-BE49-F238E27FC236}">
                  <a16:creationId xmlns:a16="http://schemas.microsoft.com/office/drawing/2014/main" id="{48315671-5CB6-A89E-9A02-CFA70968E5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66" name="Oval 1583">
                <a:extLst>
                  <a:ext uri="{FF2B5EF4-FFF2-40B4-BE49-F238E27FC236}">
                    <a16:creationId xmlns:a16="http://schemas.microsoft.com/office/drawing/2014/main" id="{08019172-AE05-88FF-5AAB-947BAA7499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7" name="Oval 1584">
                <a:extLst>
                  <a:ext uri="{FF2B5EF4-FFF2-40B4-BE49-F238E27FC236}">
                    <a16:creationId xmlns:a16="http://schemas.microsoft.com/office/drawing/2014/main" id="{CBF205D6-5258-67E0-9DF5-D195981D2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8" name="Freeform 1585">
                <a:extLst>
                  <a:ext uri="{FF2B5EF4-FFF2-40B4-BE49-F238E27FC236}">
                    <a16:creationId xmlns:a16="http://schemas.microsoft.com/office/drawing/2014/main" id="{47FED8E6-9D98-C2DF-6E08-C53DECDB4D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Freeform 1586">
                <a:extLst>
                  <a:ext uri="{FF2B5EF4-FFF2-40B4-BE49-F238E27FC236}">
                    <a16:creationId xmlns:a16="http://schemas.microsoft.com/office/drawing/2014/main" id="{8C76A672-0D27-2C6B-1420-C87BAD89BD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1587">
                <a:extLst>
                  <a:ext uri="{FF2B5EF4-FFF2-40B4-BE49-F238E27FC236}">
                    <a16:creationId xmlns:a16="http://schemas.microsoft.com/office/drawing/2014/main" id="{C4FA21C2-7E07-DA79-52C5-86095D3AE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Oval 1588">
                <a:extLst>
                  <a:ext uri="{FF2B5EF4-FFF2-40B4-BE49-F238E27FC236}">
                    <a16:creationId xmlns:a16="http://schemas.microsoft.com/office/drawing/2014/main" id="{660C7631-DA22-D02B-8800-A1B91AE0E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5" name="Group 1589">
              <a:extLst>
                <a:ext uri="{FF2B5EF4-FFF2-40B4-BE49-F238E27FC236}">
                  <a16:creationId xmlns:a16="http://schemas.microsoft.com/office/drawing/2014/main" id="{673536A6-1557-3008-EBE9-8FBAE99F30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60" name="Oval 1590">
                <a:extLst>
                  <a:ext uri="{FF2B5EF4-FFF2-40B4-BE49-F238E27FC236}">
                    <a16:creationId xmlns:a16="http://schemas.microsoft.com/office/drawing/2014/main" id="{C0FE0F5E-7F4F-53A7-4510-04E8A4FEE6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1" name="Oval 1591">
                <a:extLst>
                  <a:ext uri="{FF2B5EF4-FFF2-40B4-BE49-F238E27FC236}">
                    <a16:creationId xmlns:a16="http://schemas.microsoft.com/office/drawing/2014/main" id="{AA2E8F1B-6F7D-72B0-B99E-2CB519CC1A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2" name="Freeform 1592">
                <a:extLst>
                  <a:ext uri="{FF2B5EF4-FFF2-40B4-BE49-F238E27FC236}">
                    <a16:creationId xmlns:a16="http://schemas.microsoft.com/office/drawing/2014/main" id="{F98D2E73-3C9A-8B23-CB53-DD6C49C4A9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Freeform 1593">
                <a:extLst>
                  <a:ext uri="{FF2B5EF4-FFF2-40B4-BE49-F238E27FC236}">
                    <a16:creationId xmlns:a16="http://schemas.microsoft.com/office/drawing/2014/main" id="{99BD69AA-94EA-F053-F725-7277F43323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1594">
                <a:extLst>
                  <a:ext uri="{FF2B5EF4-FFF2-40B4-BE49-F238E27FC236}">
                    <a16:creationId xmlns:a16="http://schemas.microsoft.com/office/drawing/2014/main" id="{6235CA78-542C-28D2-BEA6-226A5CFF8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Oval 1595">
                <a:extLst>
                  <a:ext uri="{FF2B5EF4-FFF2-40B4-BE49-F238E27FC236}">
                    <a16:creationId xmlns:a16="http://schemas.microsoft.com/office/drawing/2014/main" id="{C67BF021-DDAC-C777-FF5B-8D493F912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6" name="Group 1596">
              <a:extLst>
                <a:ext uri="{FF2B5EF4-FFF2-40B4-BE49-F238E27FC236}">
                  <a16:creationId xmlns:a16="http://schemas.microsoft.com/office/drawing/2014/main" id="{3D2487F0-616E-2B04-7B54-5BB7C19582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454" name="Oval 1597">
                <a:extLst>
                  <a:ext uri="{FF2B5EF4-FFF2-40B4-BE49-F238E27FC236}">
                    <a16:creationId xmlns:a16="http://schemas.microsoft.com/office/drawing/2014/main" id="{8A0A9CE3-4C44-B928-1ADD-C3B8765C7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5" name="Oval 1598">
                <a:extLst>
                  <a:ext uri="{FF2B5EF4-FFF2-40B4-BE49-F238E27FC236}">
                    <a16:creationId xmlns:a16="http://schemas.microsoft.com/office/drawing/2014/main" id="{C50EEDCA-6E62-52A1-81F2-F348E4ACD1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6" name="Freeform 1599">
                <a:extLst>
                  <a:ext uri="{FF2B5EF4-FFF2-40B4-BE49-F238E27FC236}">
                    <a16:creationId xmlns:a16="http://schemas.microsoft.com/office/drawing/2014/main" id="{80EF138F-5BAE-C438-DFF0-E28B8CB607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Freeform 1600">
                <a:extLst>
                  <a:ext uri="{FF2B5EF4-FFF2-40B4-BE49-F238E27FC236}">
                    <a16:creationId xmlns:a16="http://schemas.microsoft.com/office/drawing/2014/main" id="{AEDECF7D-9004-32AA-CECF-056AB569CB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1601">
                <a:extLst>
                  <a:ext uri="{FF2B5EF4-FFF2-40B4-BE49-F238E27FC236}">
                    <a16:creationId xmlns:a16="http://schemas.microsoft.com/office/drawing/2014/main" id="{7F270DE0-5BAF-0819-E654-8975694126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Oval 1602">
                <a:extLst>
                  <a:ext uri="{FF2B5EF4-FFF2-40B4-BE49-F238E27FC236}">
                    <a16:creationId xmlns:a16="http://schemas.microsoft.com/office/drawing/2014/main" id="{7BC09C96-5D3D-5420-FBC4-886B1A1E02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47" name="Group 1603">
              <a:extLst>
                <a:ext uri="{FF2B5EF4-FFF2-40B4-BE49-F238E27FC236}">
                  <a16:creationId xmlns:a16="http://schemas.microsoft.com/office/drawing/2014/main" id="{A08ABF74-292F-4169-7D4C-A2170CB4ED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448" name="Oval 1604">
                <a:extLst>
                  <a:ext uri="{FF2B5EF4-FFF2-40B4-BE49-F238E27FC236}">
                    <a16:creationId xmlns:a16="http://schemas.microsoft.com/office/drawing/2014/main" id="{B4E8768E-B95B-C09C-F2B7-77E303F89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9" name="Oval 1605">
                <a:extLst>
                  <a:ext uri="{FF2B5EF4-FFF2-40B4-BE49-F238E27FC236}">
                    <a16:creationId xmlns:a16="http://schemas.microsoft.com/office/drawing/2014/main" id="{5FBA4E78-361A-9AB4-BFA1-6ABC83889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0" name="Freeform 1606">
                <a:extLst>
                  <a:ext uri="{FF2B5EF4-FFF2-40B4-BE49-F238E27FC236}">
                    <a16:creationId xmlns:a16="http://schemas.microsoft.com/office/drawing/2014/main" id="{3EC630C3-E90C-BE98-DAFB-CC2BEA3F6D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Freeform 1607">
                <a:extLst>
                  <a:ext uri="{FF2B5EF4-FFF2-40B4-BE49-F238E27FC236}">
                    <a16:creationId xmlns:a16="http://schemas.microsoft.com/office/drawing/2014/main" id="{42D901D9-01D0-7EE4-926D-507435FD83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1608">
                <a:extLst>
                  <a:ext uri="{FF2B5EF4-FFF2-40B4-BE49-F238E27FC236}">
                    <a16:creationId xmlns:a16="http://schemas.microsoft.com/office/drawing/2014/main" id="{82951D1B-5C23-C0B4-DBD2-BFE392A998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Oval 1609">
                <a:extLst>
                  <a:ext uri="{FF2B5EF4-FFF2-40B4-BE49-F238E27FC236}">
                    <a16:creationId xmlns:a16="http://schemas.microsoft.com/office/drawing/2014/main" id="{FD62DAD0-A01A-FA8E-43EE-E23579558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540" name="Grupo 2539">
            <a:extLst>
              <a:ext uri="{FF2B5EF4-FFF2-40B4-BE49-F238E27FC236}">
                <a16:creationId xmlns:a16="http://schemas.microsoft.com/office/drawing/2014/main" id="{34BB110C-5F5F-5758-00F9-08C5E204E08C}"/>
              </a:ext>
            </a:extLst>
          </p:cNvPr>
          <p:cNvGrpSpPr/>
          <p:nvPr/>
        </p:nvGrpSpPr>
        <p:grpSpPr>
          <a:xfrm>
            <a:off x="5638419" y="240762"/>
            <a:ext cx="1936520" cy="602773"/>
            <a:chOff x="5638419" y="1397005"/>
            <a:chExt cx="1936520" cy="1150917"/>
          </a:xfrm>
        </p:grpSpPr>
        <p:grpSp>
          <p:nvGrpSpPr>
            <p:cNvPr id="1866" name="Group 1386">
              <a:extLst>
                <a:ext uri="{FF2B5EF4-FFF2-40B4-BE49-F238E27FC236}">
                  <a16:creationId xmlns:a16="http://schemas.microsoft.com/office/drawing/2014/main" id="{7B0ABC4B-4B32-C662-AFA8-8C2E12F2F4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2084" name="Oval 1387">
                <a:extLst>
                  <a:ext uri="{FF2B5EF4-FFF2-40B4-BE49-F238E27FC236}">
                    <a16:creationId xmlns:a16="http://schemas.microsoft.com/office/drawing/2014/main" id="{A89DE24D-74CC-004A-74F0-29F7665ED4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5" name="Oval 1388">
                <a:extLst>
                  <a:ext uri="{FF2B5EF4-FFF2-40B4-BE49-F238E27FC236}">
                    <a16:creationId xmlns:a16="http://schemas.microsoft.com/office/drawing/2014/main" id="{A0806A0A-5FA3-F08D-CBB5-52994179C4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6" name="Freeform 1389">
                <a:extLst>
                  <a:ext uri="{FF2B5EF4-FFF2-40B4-BE49-F238E27FC236}">
                    <a16:creationId xmlns:a16="http://schemas.microsoft.com/office/drawing/2014/main" id="{A0236F7B-09F6-E3EF-0288-2810D3C7C0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Freeform 1390">
                <a:extLst>
                  <a:ext uri="{FF2B5EF4-FFF2-40B4-BE49-F238E27FC236}">
                    <a16:creationId xmlns:a16="http://schemas.microsoft.com/office/drawing/2014/main" id="{2B3FEAAC-9D43-9D13-D420-0703E39344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8" name="Freeform 1391">
                <a:extLst>
                  <a:ext uri="{FF2B5EF4-FFF2-40B4-BE49-F238E27FC236}">
                    <a16:creationId xmlns:a16="http://schemas.microsoft.com/office/drawing/2014/main" id="{53D18D59-F35D-BB03-6ABB-CF8664EED0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9" name="Oval 1392">
                <a:extLst>
                  <a:ext uri="{FF2B5EF4-FFF2-40B4-BE49-F238E27FC236}">
                    <a16:creationId xmlns:a16="http://schemas.microsoft.com/office/drawing/2014/main" id="{D8C5637B-86F3-E3BF-CC80-1F8EC923E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7" name="Group 1393">
              <a:extLst>
                <a:ext uri="{FF2B5EF4-FFF2-40B4-BE49-F238E27FC236}">
                  <a16:creationId xmlns:a16="http://schemas.microsoft.com/office/drawing/2014/main" id="{76C46224-4B2F-15CC-92AF-FD44DC777C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2078" name="Oval 1394">
                <a:extLst>
                  <a:ext uri="{FF2B5EF4-FFF2-40B4-BE49-F238E27FC236}">
                    <a16:creationId xmlns:a16="http://schemas.microsoft.com/office/drawing/2014/main" id="{78222EC1-E4E5-BBFF-350E-9A5709EE9E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9" name="Oval 1395">
                <a:extLst>
                  <a:ext uri="{FF2B5EF4-FFF2-40B4-BE49-F238E27FC236}">
                    <a16:creationId xmlns:a16="http://schemas.microsoft.com/office/drawing/2014/main" id="{B5941D4F-1DD2-938F-56B1-5994E8EB16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0" name="Freeform 1396">
                <a:extLst>
                  <a:ext uri="{FF2B5EF4-FFF2-40B4-BE49-F238E27FC236}">
                    <a16:creationId xmlns:a16="http://schemas.microsoft.com/office/drawing/2014/main" id="{99DB149D-5659-F834-2DBB-F5A914927C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1" name="Freeform 1397">
                <a:extLst>
                  <a:ext uri="{FF2B5EF4-FFF2-40B4-BE49-F238E27FC236}">
                    <a16:creationId xmlns:a16="http://schemas.microsoft.com/office/drawing/2014/main" id="{B8F15E69-A72D-5EFB-3C32-4088FC71E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2" name="Freeform 1398">
                <a:extLst>
                  <a:ext uri="{FF2B5EF4-FFF2-40B4-BE49-F238E27FC236}">
                    <a16:creationId xmlns:a16="http://schemas.microsoft.com/office/drawing/2014/main" id="{2FC72691-6E0D-DD68-6093-1DE16A23E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Oval 1399">
                <a:extLst>
                  <a:ext uri="{FF2B5EF4-FFF2-40B4-BE49-F238E27FC236}">
                    <a16:creationId xmlns:a16="http://schemas.microsoft.com/office/drawing/2014/main" id="{30811A74-821D-DA44-F987-472186EDF4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8" name="Group 1400">
              <a:extLst>
                <a:ext uri="{FF2B5EF4-FFF2-40B4-BE49-F238E27FC236}">
                  <a16:creationId xmlns:a16="http://schemas.microsoft.com/office/drawing/2014/main" id="{2B70627E-442A-B822-DB68-872E6190C9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2072" name="Oval 1401">
                <a:extLst>
                  <a:ext uri="{FF2B5EF4-FFF2-40B4-BE49-F238E27FC236}">
                    <a16:creationId xmlns:a16="http://schemas.microsoft.com/office/drawing/2014/main" id="{6B2845B3-7A69-E5DB-DE45-CC22132A8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3" name="Oval 1402">
                <a:extLst>
                  <a:ext uri="{FF2B5EF4-FFF2-40B4-BE49-F238E27FC236}">
                    <a16:creationId xmlns:a16="http://schemas.microsoft.com/office/drawing/2014/main" id="{CB1BD8E2-1722-DA00-60B8-9BBD2C47D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4" name="Freeform 1403">
                <a:extLst>
                  <a:ext uri="{FF2B5EF4-FFF2-40B4-BE49-F238E27FC236}">
                    <a16:creationId xmlns:a16="http://schemas.microsoft.com/office/drawing/2014/main" id="{29E3E021-A179-CFB0-5E76-9D47632E95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5" name="Freeform 1404">
                <a:extLst>
                  <a:ext uri="{FF2B5EF4-FFF2-40B4-BE49-F238E27FC236}">
                    <a16:creationId xmlns:a16="http://schemas.microsoft.com/office/drawing/2014/main" id="{9870B3F4-308E-A016-ED63-3D1AC83702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Freeform 1405">
                <a:extLst>
                  <a:ext uri="{FF2B5EF4-FFF2-40B4-BE49-F238E27FC236}">
                    <a16:creationId xmlns:a16="http://schemas.microsoft.com/office/drawing/2014/main" id="{8E62C19C-0BC2-3920-58B2-12272AD8D7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Oval 1406">
                <a:extLst>
                  <a:ext uri="{FF2B5EF4-FFF2-40B4-BE49-F238E27FC236}">
                    <a16:creationId xmlns:a16="http://schemas.microsoft.com/office/drawing/2014/main" id="{BD45CCC0-D85F-92A8-096A-107FC4AFD3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69" name="Group 1407">
              <a:extLst>
                <a:ext uri="{FF2B5EF4-FFF2-40B4-BE49-F238E27FC236}">
                  <a16:creationId xmlns:a16="http://schemas.microsoft.com/office/drawing/2014/main" id="{8282B5B4-282E-CBFC-5759-CDDFF762FE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2066" name="Oval 1408">
                <a:extLst>
                  <a:ext uri="{FF2B5EF4-FFF2-40B4-BE49-F238E27FC236}">
                    <a16:creationId xmlns:a16="http://schemas.microsoft.com/office/drawing/2014/main" id="{727B878F-1C94-652B-E234-3147BAAE7F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7" name="Oval 1409">
                <a:extLst>
                  <a:ext uri="{FF2B5EF4-FFF2-40B4-BE49-F238E27FC236}">
                    <a16:creationId xmlns:a16="http://schemas.microsoft.com/office/drawing/2014/main" id="{2674EF2F-2FC7-FB7F-103E-7BBA2C8F2B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8" name="Freeform 1410">
                <a:extLst>
                  <a:ext uri="{FF2B5EF4-FFF2-40B4-BE49-F238E27FC236}">
                    <a16:creationId xmlns:a16="http://schemas.microsoft.com/office/drawing/2014/main" id="{4246EDB1-4B16-516D-ADC1-A898508F49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Freeform 1411">
                <a:extLst>
                  <a:ext uri="{FF2B5EF4-FFF2-40B4-BE49-F238E27FC236}">
                    <a16:creationId xmlns:a16="http://schemas.microsoft.com/office/drawing/2014/main" id="{EAC90405-C426-252C-FF1C-C82D8B16A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Freeform 1412">
                <a:extLst>
                  <a:ext uri="{FF2B5EF4-FFF2-40B4-BE49-F238E27FC236}">
                    <a16:creationId xmlns:a16="http://schemas.microsoft.com/office/drawing/2014/main" id="{9343B21F-6B10-0336-65CD-8BBBE1F80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Oval 1413">
                <a:extLst>
                  <a:ext uri="{FF2B5EF4-FFF2-40B4-BE49-F238E27FC236}">
                    <a16:creationId xmlns:a16="http://schemas.microsoft.com/office/drawing/2014/main" id="{FFCE65BA-54C1-D223-9811-9C608DF8DE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0" name="Group 1414">
              <a:extLst>
                <a:ext uri="{FF2B5EF4-FFF2-40B4-BE49-F238E27FC236}">
                  <a16:creationId xmlns:a16="http://schemas.microsoft.com/office/drawing/2014/main" id="{96A03D68-570F-49B4-285C-C6E1C3311BB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2060" name="Oval 1415">
                <a:extLst>
                  <a:ext uri="{FF2B5EF4-FFF2-40B4-BE49-F238E27FC236}">
                    <a16:creationId xmlns:a16="http://schemas.microsoft.com/office/drawing/2014/main" id="{351137E9-C0B5-B500-8581-BC035481C7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1" name="Oval 1416">
                <a:extLst>
                  <a:ext uri="{FF2B5EF4-FFF2-40B4-BE49-F238E27FC236}">
                    <a16:creationId xmlns:a16="http://schemas.microsoft.com/office/drawing/2014/main" id="{14728B33-B7EE-6443-6067-0135948C45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2" name="Freeform 1417">
                <a:extLst>
                  <a:ext uri="{FF2B5EF4-FFF2-40B4-BE49-F238E27FC236}">
                    <a16:creationId xmlns:a16="http://schemas.microsoft.com/office/drawing/2014/main" id="{6B00FA33-7535-60D2-55A6-5E10CCC4CD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Freeform 1418">
                <a:extLst>
                  <a:ext uri="{FF2B5EF4-FFF2-40B4-BE49-F238E27FC236}">
                    <a16:creationId xmlns:a16="http://schemas.microsoft.com/office/drawing/2014/main" id="{1F8A1BCE-D679-FBA0-D0E8-9690838990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Freeform 1419">
                <a:extLst>
                  <a:ext uri="{FF2B5EF4-FFF2-40B4-BE49-F238E27FC236}">
                    <a16:creationId xmlns:a16="http://schemas.microsoft.com/office/drawing/2014/main" id="{1597C1FA-BC34-631C-CDE4-7AF15CFD30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5" name="Oval 1420">
                <a:extLst>
                  <a:ext uri="{FF2B5EF4-FFF2-40B4-BE49-F238E27FC236}">
                    <a16:creationId xmlns:a16="http://schemas.microsoft.com/office/drawing/2014/main" id="{F8727E59-A3B7-C391-DF80-EACE629515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1" name="Group 1421">
              <a:extLst>
                <a:ext uri="{FF2B5EF4-FFF2-40B4-BE49-F238E27FC236}">
                  <a16:creationId xmlns:a16="http://schemas.microsoft.com/office/drawing/2014/main" id="{7A4E4C90-A0D0-1637-E164-097A6C600A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2054" name="Oval 1422">
                <a:extLst>
                  <a:ext uri="{FF2B5EF4-FFF2-40B4-BE49-F238E27FC236}">
                    <a16:creationId xmlns:a16="http://schemas.microsoft.com/office/drawing/2014/main" id="{8AE9B3C8-EF35-4104-3578-26FCA8DB26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5" name="Oval 1423">
                <a:extLst>
                  <a:ext uri="{FF2B5EF4-FFF2-40B4-BE49-F238E27FC236}">
                    <a16:creationId xmlns:a16="http://schemas.microsoft.com/office/drawing/2014/main" id="{08229D94-DC01-3AA9-BE89-3BDE8B381B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6" name="Freeform 1424">
                <a:extLst>
                  <a:ext uri="{FF2B5EF4-FFF2-40B4-BE49-F238E27FC236}">
                    <a16:creationId xmlns:a16="http://schemas.microsoft.com/office/drawing/2014/main" id="{C0741EEE-6CD0-F83E-1262-50E7768ADF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" name="Freeform 1425">
                <a:extLst>
                  <a:ext uri="{FF2B5EF4-FFF2-40B4-BE49-F238E27FC236}">
                    <a16:creationId xmlns:a16="http://schemas.microsoft.com/office/drawing/2014/main" id="{7A3FB4CC-7CF3-FCE7-4B0B-CA000A330D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" name="Freeform 1426">
                <a:extLst>
                  <a:ext uri="{FF2B5EF4-FFF2-40B4-BE49-F238E27FC236}">
                    <a16:creationId xmlns:a16="http://schemas.microsoft.com/office/drawing/2014/main" id="{E16C4B51-605B-F69D-8C76-D7D01BA175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" name="Oval 1427">
                <a:extLst>
                  <a:ext uri="{FF2B5EF4-FFF2-40B4-BE49-F238E27FC236}">
                    <a16:creationId xmlns:a16="http://schemas.microsoft.com/office/drawing/2014/main" id="{B53235E5-47B5-CF7E-8631-596CE64CE6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2" name="Group 1428">
              <a:extLst>
                <a:ext uri="{FF2B5EF4-FFF2-40B4-BE49-F238E27FC236}">
                  <a16:creationId xmlns:a16="http://schemas.microsoft.com/office/drawing/2014/main" id="{E21DA5C3-6EBD-8FE2-DADB-F376E9FD11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2048" name="Oval 1429">
                <a:extLst>
                  <a:ext uri="{FF2B5EF4-FFF2-40B4-BE49-F238E27FC236}">
                    <a16:creationId xmlns:a16="http://schemas.microsoft.com/office/drawing/2014/main" id="{71E4F8DB-7B1A-BAB4-3EA0-E167EEB582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9" name="Oval 1430">
                <a:extLst>
                  <a:ext uri="{FF2B5EF4-FFF2-40B4-BE49-F238E27FC236}">
                    <a16:creationId xmlns:a16="http://schemas.microsoft.com/office/drawing/2014/main" id="{0D9D611A-3395-432C-7B2C-C652729D24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50" name="Freeform 1431">
                <a:extLst>
                  <a:ext uri="{FF2B5EF4-FFF2-40B4-BE49-F238E27FC236}">
                    <a16:creationId xmlns:a16="http://schemas.microsoft.com/office/drawing/2014/main" id="{04D3E835-212F-706E-E974-6370E5BF94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1" name="Freeform 1432">
                <a:extLst>
                  <a:ext uri="{FF2B5EF4-FFF2-40B4-BE49-F238E27FC236}">
                    <a16:creationId xmlns:a16="http://schemas.microsoft.com/office/drawing/2014/main" id="{4347721E-604B-4FC1-9399-88D1CF0785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" name="Freeform 1433">
                <a:extLst>
                  <a:ext uri="{FF2B5EF4-FFF2-40B4-BE49-F238E27FC236}">
                    <a16:creationId xmlns:a16="http://schemas.microsoft.com/office/drawing/2014/main" id="{2EFF709C-1DAD-6DB0-EF70-2422E43BF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" name="Oval 1434">
                <a:extLst>
                  <a:ext uri="{FF2B5EF4-FFF2-40B4-BE49-F238E27FC236}">
                    <a16:creationId xmlns:a16="http://schemas.microsoft.com/office/drawing/2014/main" id="{082B93D5-2584-621F-F5F4-163DC0FAF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3" name="Group 1435">
              <a:extLst>
                <a:ext uri="{FF2B5EF4-FFF2-40B4-BE49-F238E27FC236}">
                  <a16:creationId xmlns:a16="http://schemas.microsoft.com/office/drawing/2014/main" id="{9A983EC2-05D2-09BB-ED2E-363BB1BD3D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2042" name="Oval 1436">
                <a:extLst>
                  <a:ext uri="{FF2B5EF4-FFF2-40B4-BE49-F238E27FC236}">
                    <a16:creationId xmlns:a16="http://schemas.microsoft.com/office/drawing/2014/main" id="{91DD363F-00F7-1F63-E33D-EDB0D4FAFE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3" name="Oval 1437">
                <a:extLst>
                  <a:ext uri="{FF2B5EF4-FFF2-40B4-BE49-F238E27FC236}">
                    <a16:creationId xmlns:a16="http://schemas.microsoft.com/office/drawing/2014/main" id="{81A28628-1181-20EA-B382-022A4D190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4" name="Freeform 1438">
                <a:extLst>
                  <a:ext uri="{FF2B5EF4-FFF2-40B4-BE49-F238E27FC236}">
                    <a16:creationId xmlns:a16="http://schemas.microsoft.com/office/drawing/2014/main" id="{A58E638E-6136-4E7D-BD13-C5449C8E71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Freeform 1439">
                <a:extLst>
                  <a:ext uri="{FF2B5EF4-FFF2-40B4-BE49-F238E27FC236}">
                    <a16:creationId xmlns:a16="http://schemas.microsoft.com/office/drawing/2014/main" id="{B4D85205-8E9E-A4B1-0A4F-4E403D57B9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Freeform 1440">
                <a:extLst>
                  <a:ext uri="{FF2B5EF4-FFF2-40B4-BE49-F238E27FC236}">
                    <a16:creationId xmlns:a16="http://schemas.microsoft.com/office/drawing/2014/main" id="{31F62EE5-B3DE-9596-1C9A-A4C766CBFC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7" name="Oval 1441">
                <a:extLst>
                  <a:ext uri="{FF2B5EF4-FFF2-40B4-BE49-F238E27FC236}">
                    <a16:creationId xmlns:a16="http://schemas.microsoft.com/office/drawing/2014/main" id="{91F81F99-1C26-EDB8-0F24-AFA1C98995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4" name="Group 1442">
              <a:extLst>
                <a:ext uri="{FF2B5EF4-FFF2-40B4-BE49-F238E27FC236}">
                  <a16:creationId xmlns:a16="http://schemas.microsoft.com/office/drawing/2014/main" id="{B943C7B9-6E3B-0B35-C87E-F57304FD5D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2036" name="Oval 1443">
                <a:extLst>
                  <a:ext uri="{FF2B5EF4-FFF2-40B4-BE49-F238E27FC236}">
                    <a16:creationId xmlns:a16="http://schemas.microsoft.com/office/drawing/2014/main" id="{C137DA2F-7927-FB6A-14D7-A34BC4BA7C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7" name="Oval 1444">
                <a:extLst>
                  <a:ext uri="{FF2B5EF4-FFF2-40B4-BE49-F238E27FC236}">
                    <a16:creationId xmlns:a16="http://schemas.microsoft.com/office/drawing/2014/main" id="{0D141808-7594-A9F6-0B54-41F7913020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8" name="Freeform 1445">
                <a:extLst>
                  <a:ext uri="{FF2B5EF4-FFF2-40B4-BE49-F238E27FC236}">
                    <a16:creationId xmlns:a16="http://schemas.microsoft.com/office/drawing/2014/main" id="{3908C5C9-4787-2612-483B-EAC2E62AB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Freeform 1446">
                <a:extLst>
                  <a:ext uri="{FF2B5EF4-FFF2-40B4-BE49-F238E27FC236}">
                    <a16:creationId xmlns:a16="http://schemas.microsoft.com/office/drawing/2014/main" id="{75F5D50B-3A24-D549-53DB-7E842B6062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Freeform 1447">
                <a:extLst>
                  <a:ext uri="{FF2B5EF4-FFF2-40B4-BE49-F238E27FC236}">
                    <a16:creationId xmlns:a16="http://schemas.microsoft.com/office/drawing/2014/main" id="{0DA72E1C-5256-B47D-6F91-1AB47ECDC8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1" name="Oval 1448">
                <a:extLst>
                  <a:ext uri="{FF2B5EF4-FFF2-40B4-BE49-F238E27FC236}">
                    <a16:creationId xmlns:a16="http://schemas.microsoft.com/office/drawing/2014/main" id="{ACD3D791-56C7-F8F1-D733-B243C42CA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5" name="Group 1449">
              <a:extLst>
                <a:ext uri="{FF2B5EF4-FFF2-40B4-BE49-F238E27FC236}">
                  <a16:creationId xmlns:a16="http://schemas.microsoft.com/office/drawing/2014/main" id="{D9C41022-52AF-7B45-3E2F-481EA021FE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2030" name="Oval 1450">
                <a:extLst>
                  <a:ext uri="{FF2B5EF4-FFF2-40B4-BE49-F238E27FC236}">
                    <a16:creationId xmlns:a16="http://schemas.microsoft.com/office/drawing/2014/main" id="{FF9A0045-0E94-BDED-4F52-E92F0833A4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1" name="Oval 1451">
                <a:extLst>
                  <a:ext uri="{FF2B5EF4-FFF2-40B4-BE49-F238E27FC236}">
                    <a16:creationId xmlns:a16="http://schemas.microsoft.com/office/drawing/2014/main" id="{EBD30CBC-91EF-C792-C0A5-1CACAE9420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2" name="Freeform 1452">
                <a:extLst>
                  <a:ext uri="{FF2B5EF4-FFF2-40B4-BE49-F238E27FC236}">
                    <a16:creationId xmlns:a16="http://schemas.microsoft.com/office/drawing/2014/main" id="{F312698B-53F8-DC0E-B7CA-3058FEA9F1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3" name="Freeform 1453">
                <a:extLst>
                  <a:ext uri="{FF2B5EF4-FFF2-40B4-BE49-F238E27FC236}">
                    <a16:creationId xmlns:a16="http://schemas.microsoft.com/office/drawing/2014/main" id="{3465FF44-6957-5FC1-FFAB-5C34D938D2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4" name="Freeform 1454">
                <a:extLst>
                  <a:ext uri="{FF2B5EF4-FFF2-40B4-BE49-F238E27FC236}">
                    <a16:creationId xmlns:a16="http://schemas.microsoft.com/office/drawing/2014/main" id="{EE32A64A-58CF-E9DB-2639-14B37DE8EE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5" name="Oval 1455">
                <a:extLst>
                  <a:ext uri="{FF2B5EF4-FFF2-40B4-BE49-F238E27FC236}">
                    <a16:creationId xmlns:a16="http://schemas.microsoft.com/office/drawing/2014/main" id="{BB8DC3C2-BFB5-C455-5472-BE25A12880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6" name="Group 1456">
              <a:extLst>
                <a:ext uri="{FF2B5EF4-FFF2-40B4-BE49-F238E27FC236}">
                  <a16:creationId xmlns:a16="http://schemas.microsoft.com/office/drawing/2014/main" id="{943EFA2E-43CD-B09C-74E7-9668D49CA9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2024" name="Oval 1457">
                <a:extLst>
                  <a:ext uri="{FF2B5EF4-FFF2-40B4-BE49-F238E27FC236}">
                    <a16:creationId xmlns:a16="http://schemas.microsoft.com/office/drawing/2014/main" id="{B45F1672-A2CD-48F0-3E17-350ACD2BB4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5" name="Oval 1458">
                <a:extLst>
                  <a:ext uri="{FF2B5EF4-FFF2-40B4-BE49-F238E27FC236}">
                    <a16:creationId xmlns:a16="http://schemas.microsoft.com/office/drawing/2014/main" id="{D514260D-AB7C-9270-A2E1-162BDD33AD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6" name="Freeform 1459">
                <a:extLst>
                  <a:ext uri="{FF2B5EF4-FFF2-40B4-BE49-F238E27FC236}">
                    <a16:creationId xmlns:a16="http://schemas.microsoft.com/office/drawing/2014/main" id="{D2C4F3F8-5CAD-D53F-1B53-2F571466D0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7" name="Freeform 1460">
                <a:extLst>
                  <a:ext uri="{FF2B5EF4-FFF2-40B4-BE49-F238E27FC236}">
                    <a16:creationId xmlns:a16="http://schemas.microsoft.com/office/drawing/2014/main" id="{C6269CF1-DD05-F0C2-56E9-44CEE20E59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8" name="Freeform 1461">
                <a:extLst>
                  <a:ext uri="{FF2B5EF4-FFF2-40B4-BE49-F238E27FC236}">
                    <a16:creationId xmlns:a16="http://schemas.microsoft.com/office/drawing/2014/main" id="{0CAD18B0-6427-03D7-B311-845BB26694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Oval 1462">
                <a:extLst>
                  <a:ext uri="{FF2B5EF4-FFF2-40B4-BE49-F238E27FC236}">
                    <a16:creationId xmlns:a16="http://schemas.microsoft.com/office/drawing/2014/main" id="{EA37AE26-33E5-4B64-1291-AF7A196DB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7" name="Group 1463">
              <a:extLst>
                <a:ext uri="{FF2B5EF4-FFF2-40B4-BE49-F238E27FC236}">
                  <a16:creationId xmlns:a16="http://schemas.microsoft.com/office/drawing/2014/main" id="{67D3E3F9-0DCC-5D86-48FE-21FFEFA7B0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2018" name="Oval 1464">
                <a:extLst>
                  <a:ext uri="{FF2B5EF4-FFF2-40B4-BE49-F238E27FC236}">
                    <a16:creationId xmlns:a16="http://schemas.microsoft.com/office/drawing/2014/main" id="{7BF45B05-AED8-45A0-6EB2-A83352DC49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9" name="Oval 1465">
                <a:extLst>
                  <a:ext uri="{FF2B5EF4-FFF2-40B4-BE49-F238E27FC236}">
                    <a16:creationId xmlns:a16="http://schemas.microsoft.com/office/drawing/2014/main" id="{E474B13A-920B-2248-2585-80C1FD9BD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0" name="Freeform 1466">
                <a:extLst>
                  <a:ext uri="{FF2B5EF4-FFF2-40B4-BE49-F238E27FC236}">
                    <a16:creationId xmlns:a16="http://schemas.microsoft.com/office/drawing/2014/main" id="{44FBAB89-C72B-45F3-B994-A2D19F2330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1" name="Freeform 1467">
                <a:extLst>
                  <a:ext uri="{FF2B5EF4-FFF2-40B4-BE49-F238E27FC236}">
                    <a16:creationId xmlns:a16="http://schemas.microsoft.com/office/drawing/2014/main" id="{DDDAC17B-F999-1344-C726-B98723BAF3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2" name="Freeform 1468">
                <a:extLst>
                  <a:ext uri="{FF2B5EF4-FFF2-40B4-BE49-F238E27FC236}">
                    <a16:creationId xmlns:a16="http://schemas.microsoft.com/office/drawing/2014/main" id="{6FD167B2-BB35-7323-51F2-6AADE43A0A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3" name="Oval 1469">
                <a:extLst>
                  <a:ext uri="{FF2B5EF4-FFF2-40B4-BE49-F238E27FC236}">
                    <a16:creationId xmlns:a16="http://schemas.microsoft.com/office/drawing/2014/main" id="{9314464F-33A7-D18A-F71A-CFE8888963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8" name="Group 1470">
              <a:extLst>
                <a:ext uri="{FF2B5EF4-FFF2-40B4-BE49-F238E27FC236}">
                  <a16:creationId xmlns:a16="http://schemas.microsoft.com/office/drawing/2014/main" id="{2AA744B9-A023-B78C-18EC-7064504863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2012" name="Oval 1471">
                <a:extLst>
                  <a:ext uri="{FF2B5EF4-FFF2-40B4-BE49-F238E27FC236}">
                    <a16:creationId xmlns:a16="http://schemas.microsoft.com/office/drawing/2014/main" id="{813897F9-F98E-AC60-0F30-4D8D4FBDA6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3" name="Oval 1472">
                <a:extLst>
                  <a:ext uri="{FF2B5EF4-FFF2-40B4-BE49-F238E27FC236}">
                    <a16:creationId xmlns:a16="http://schemas.microsoft.com/office/drawing/2014/main" id="{F8491301-C908-50B3-A367-93540D7D8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4" name="Freeform 1473">
                <a:extLst>
                  <a:ext uri="{FF2B5EF4-FFF2-40B4-BE49-F238E27FC236}">
                    <a16:creationId xmlns:a16="http://schemas.microsoft.com/office/drawing/2014/main" id="{4590A242-DE9C-EFCE-E0D6-EDCF51076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5" name="Freeform 1474">
                <a:extLst>
                  <a:ext uri="{FF2B5EF4-FFF2-40B4-BE49-F238E27FC236}">
                    <a16:creationId xmlns:a16="http://schemas.microsoft.com/office/drawing/2014/main" id="{82A35E08-1F3E-D34F-B7C4-38D36ECC0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6" name="Freeform 1475">
                <a:extLst>
                  <a:ext uri="{FF2B5EF4-FFF2-40B4-BE49-F238E27FC236}">
                    <a16:creationId xmlns:a16="http://schemas.microsoft.com/office/drawing/2014/main" id="{DCD36087-2DEC-1D8B-A524-5CBA6209A4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7" name="Oval 1476">
                <a:extLst>
                  <a:ext uri="{FF2B5EF4-FFF2-40B4-BE49-F238E27FC236}">
                    <a16:creationId xmlns:a16="http://schemas.microsoft.com/office/drawing/2014/main" id="{2F7F5904-BA08-CF09-7D6B-35192175CB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79" name="Group 1477">
              <a:extLst>
                <a:ext uri="{FF2B5EF4-FFF2-40B4-BE49-F238E27FC236}">
                  <a16:creationId xmlns:a16="http://schemas.microsoft.com/office/drawing/2014/main" id="{81385C3B-C8EC-06F8-3E09-3F075D4841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2006" name="Oval 1478">
                <a:extLst>
                  <a:ext uri="{FF2B5EF4-FFF2-40B4-BE49-F238E27FC236}">
                    <a16:creationId xmlns:a16="http://schemas.microsoft.com/office/drawing/2014/main" id="{4BFD1E42-F95B-A17A-C73C-D7EEB606BC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7" name="Oval 1479">
                <a:extLst>
                  <a:ext uri="{FF2B5EF4-FFF2-40B4-BE49-F238E27FC236}">
                    <a16:creationId xmlns:a16="http://schemas.microsoft.com/office/drawing/2014/main" id="{DFF3C2B6-211C-A763-A391-34F5C4BAB7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8" name="Freeform 1480">
                <a:extLst>
                  <a:ext uri="{FF2B5EF4-FFF2-40B4-BE49-F238E27FC236}">
                    <a16:creationId xmlns:a16="http://schemas.microsoft.com/office/drawing/2014/main" id="{35A8C99B-B8B7-11C8-DABB-5B461382D6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Freeform 1481">
                <a:extLst>
                  <a:ext uri="{FF2B5EF4-FFF2-40B4-BE49-F238E27FC236}">
                    <a16:creationId xmlns:a16="http://schemas.microsoft.com/office/drawing/2014/main" id="{12E0B706-07D0-FC8E-656D-8B7A1993F7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Freeform 1482">
                <a:extLst>
                  <a:ext uri="{FF2B5EF4-FFF2-40B4-BE49-F238E27FC236}">
                    <a16:creationId xmlns:a16="http://schemas.microsoft.com/office/drawing/2014/main" id="{14602A80-2710-4727-4E62-6983C6DD39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1" name="Oval 1483">
                <a:extLst>
                  <a:ext uri="{FF2B5EF4-FFF2-40B4-BE49-F238E27FC236}">
                    <a16:creationId xmlns:a16="http://schemas.microsoft.com/office/drawing/2014/main" id="{1627A5BD-5B1A-DC72-18DC-87E8300889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0" name="Group 1484">
              <a:extLst>
                <a:ext uri="{FF2B5EF4-FFF2-40B4-BE49-F238E27FC236}">
                  <a16:creationId xmlns:a16="http://schemas.microsoft.com/office/drawing/2014/main" id="{E8A6A6CF-1EF4-DD2B-8055-86CB0A07F67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2000" name="Oval 1485">
                <a:extLst>
                  <a:ext uri="{FF2B5EF4-FFF2-40B4-BE49-F238E27FC236}">
                    <a16:creationId xmlns:a16="http://schemas.microsoft.com/office/drawing/2014/main" id="{1A69724A-6BF5-B976-FE94-CFCC476468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1" name="Oval 1486">
                <a:extLst>
                  <a:ext uri="{FF2B5EF4-FFF2-40B4-BE49-F238E27FC236}">
                    <a16:creationId xmlns:a16="http://schemas.microsoft.com/office/drawing/2014/main" id="{50977DF1-9ECF-8E73-B631-F86619CFDF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2" name="Freeform 1487">
                <a:extLst>
                  <a:ext uri="{FF2B5EF4-FFF2-40B4-BE49-F238E27FC236}">
                    <a16:creationId xmlns:a16="http://schemas.microsoft.com/office/drawing/2014/main" id="{57D02DC3-C940-13BD-723A-F173C0AA45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3" name="Freeform 1488">
                <a:extLst>
                  <a:ext uri="{FF2B5EF4-FFF2-40B4-BE49-F238E27FC236}">
                    <a16:creationId xmlns:a16="http://schemas.microsoft.com/office/drawing/2014/main" id="{BB5C54D0-782E-20EE-A848-C6D61107FF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4" name="Freeform 1489">
                <a:extLst>
                  <a:ext uri="{FF2B5EF4-FFF2-40B4-BE49-F238E27FC236}">
                    <a16:creationId xmlns:a16="http://schemas.microsoft.com/office/drawing/2014/main" id="{8D5D1F3D-25BE-1BF9-E68A-C924424B8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5" name="Oval 1490">
                <a:extLst>
                  <a:ext uri="{FF2B5EF4-FFF2-40B4-BE49-F238E27FC236}">
                    <a16:creationId xmlns:a16="http://schemas.microsoft.com/office/drawing/2014/main" id="{8D049325-6638-B403-9D18-EC0653CD9A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1" name="Group 1491">
              <a:extLst>
                <a:ext uri="{FF2B5EF4-FFF2-40B4-BE49-F238E27FC236}">
                  <a16:creationId xmlns:a16="http://schemas.microsoft.com/office/drawing/2014/main" id="{AD52F4AD-F049-B827-FA41-9BDBA7DF06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1994" name="Oval 1492">
                <a:extLst>
                  <a:ext uri="{FF2B5EF4-FFF2-40B4-BE49-F238E27FC236}">
                    <a16:creationId xmlns:a16="http://schemas.microsoft.com/office/drawing/2014/main" id="{08E7E7BE-C5D0-F7B4-FD09-1FB0BC51D2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5" name="Oval 1493">
                <a:extLst>
                  <a:ext uri="{FF2B5EF4-FFF2-40B4-BE49-F238E27FC236}">
                    <a16:creationId xmlns:a16="http://schemas.microsoft.com/office/drawing/2014/main" id="{9CFC1A26-120F-D847-2E24-63E5F7989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6" name="Freeform 1494">
                <a:extLst>
                  <a:ext uri="{FF2B5EF4-FFF2-40B4-BE49-F238E27FC236}">
                    <a16:creationId xmlns:a16="http://schemas.microsoft.com/office/drawing/2014/main" id="{4D6C7EF8-EB1D-D719-FF92-45ECD934DF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7" name="Freeform 1495">
                <a:extLst>
                  <a:ext uri="{FF2B5EF4-FFF2-40B4-BE49-F238E27FC236}">
                    <a16:creationId xmlns:a16="http://schemas.microsoft.com/office/drawing/2014/main" id="{7A66BB40-A721-1C63-6076-047F59153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8" name="Freeform 1496">
                <a:extLst>
                  <a:ext uri="{FF2B5EF4-FFF2-40B4-BE49-F238E27FC236}">
                    <a16:creationId xmlns:a16="http://schemas.microsoft.com/office/drawing/2014/main" id="{8FBE1831-7CE8-40F3-3FC7-14A81AA22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9" name="Oval 1497">
                <a:extLst>
                  <a:ext uri="{FF2B5EF4-FFF2-40B4-BE49-F238E27FC236}">
                    <a16:creationId xmlns:a16="http://schemas.microsoft.com/office/drawing/2014/main" id="{A116C437-F890-92A5-43A2-022C7B9C77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2" name="Group 1498">
              <a:extLst>
                <a:ext uri="{FF2B5EF4-FFF2-40B4-BE49-F238E27FC236}">
                  <a16:creationId xmlns:a16="http://schemas.microsoft.com/office/drawing/2014/main" id="{247455CE-8C23-AF26-D113-B34AF0EB08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1988" name="Oval 1499">
                <a:extLst>
                  <a:ext uri="{FF2B5EF4-FFF2-40B4-BE49-F238E27FC236}">
                    <a16:creationId xmlns:a16="http://schemas.microsoft.com/office/drawing/2014/main" id="{84DA5D65-BD14-8974-C8BC-CDDDC4C5A2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9" name="Oval 1500">
                <a:extLst>
                  <a:ext uri="{FF2B5EF4-FFF2-40B4-BE49-F238E27FC236}">
                    <a16:creationId xmlns:a16="http://schemas.microsoft.com/office/drawing/2014/main" id="{BDA8AD8B-E2B0-BADD-38E5-4B4ED64B03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0" name="Freeform 1501">
                <a:extLst>
                  <a:ext uri="{FF2B5EF4-FFF2-40B4-BE49-F238E27FC236}">
                    <a16:creationId xmlns:a16="http://schemas.microsoft.com/office/drawing/2014/main" id="{C85E5EDD-7C4D-76D9-107D-52AB2092D5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1" name="Freeform 1502">
                <a:extLst>
                  <a:ext uri="{FF2B5EF4-FFF2-40B4-BE49-F238E27FC236}">
                    <a16:creationId xmlns:a16="http://schemas.microsoft.com/office/drawing/2014/main" id="{45261179-4C33-DDAC-B02C-7ED631F31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2" name="Freeform 1503">
                <a:extLst>
                  <a:ext uri="{FF2B5EF4-FFF2-40B4-BE49-F238E27FC236}">
                    <a16:creationId xmlns:a16="http://schemas.microsoft.com/office/drawing/2014/main" id="{7A3B7027-E02E-A5D5-5B54-3B03B7759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Oval 1504">
                <a:extLst>
                  <a:ext uri="{FF2B5EF4-FFF2-40B4-BE49-F238E27FC236}">
                    <a16:creationId xmlns:a16="http://schemas.microsoft.com/office/drawing/2014/main" id="{AD2C2A81-0395-43DE-179D-2B435431B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3" name="Group 1505">
              <a:extLst>
                <a:ext uri="{FF2B5EF4-FFF2-40B4-BE49-F238E27FC236}">
                  <a16:creationId xmlns:a16="http://schemas.microsoft.com/office/drawing/2014/main" id="{B239469E-CEC2-CE0D-D226-9BBBEF1B20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1982" name="Oval 1506">
                <a:extLst>
                  <a:ext uri="{FF2B5EF4-FFF2-40B4-BE49-F238E27FC236}">
                    <a16:creationId xmlns:a16="http://schemas.microsoft.com/office/drawing/2014/main" id="{00014440-CB12-25E6-1C18-C82D19DCEF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3" name="Oval 1507">
                <a:extLst>
                  <a:ext uri="{FF2B5EF4-FFF2-40B4-BE49-F238E27FC236}">
                    <a16:creationId xmlns:a16="http://schemas.microsoft.com/office/drawing/2014/main" id="{01CEA5D0-8266-330E-B9D9-AFACFCF15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4" name="Freeform 1508">
                <a:extLst>
                  <a:ext uri="{FF2B5EF4-FFF2-40B4-BE49-F238E27FC236}">
                    <a16:creationId xmlns:a16="http://schemas.microsoft.com/office/drawing/2014/main" id="{A6A6C747-EFD1-2EA6-CAE5-654A8D34AE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" name="Freeform 1509">
                <a:extLst>
                  <a:ext uri="{FF2B5EF4-FFF2-40B4-BE49-F238E27FC236}">
                    <a16:creationId xmlns:a16="http://schemas.microsoft.com/office/drawing/2014/main" id="{4410D26F-C232-7351-F4D0-43821601A8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" name="Freeform 1510">
                <a:extLst>
                  <a:ext uri="{FF2B5EF4-FFF2-40B4-BE49-F238E27FC236}">
                    <a16:creationId xmlns:a16="http://schemas.microsoft.com/office/drawing/2014/main" id="{0FEA2CF9-1D45-EB40-740E-C27640F826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" name="Oval 1511">
                <a:extLst>
                  <a:ext uri="{FF2B5EF4-FFF2-40B4-BE49-F238E27FC236}">
                    <a16:creationId xmlns:a16="http://schemas.microsoft.com/office/drawing/2014/main" id="{49D70988-1863-1F9A-5728-B719A9009E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4" name="Group 1512">
              <a:extLst>
                <a:ext uri="{FF2B5EF4-FFF2-40B4-BE49-F238E27FC236}">
                  <a16:creationId xmlns:a16="http://schemas.microsoft.com/office/drawing/2014/main" id="{0DF8F882-E280-DD4F-3E96-E61D5A179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1976" name="Oval 1513">
                <a:extLst>
                  <a:ext uri="{FF2B5EF4-FFF2-40B4-BE49-F238E27FC236}">
                    <a16:creationId xmlns:a16="http://schemas.microsoft.com/office/drawing/2014/main" id="{E5B7F1DA-FBF1-FFBC-13CD-B28B620488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7" name="Oval 1514">
                <a:extLst>
                  <a:ext uri="{FF2B5EF4-FFF2-40B4-BE49-F238E27FC236}">
                    <a16:creationId xmlns:a16="http://schemas.microsoft.com/office/drawing/2014/main" id="{B406415D-C215-B5A6-6C7B-294F0A1936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8" name="Freeform 1515">
                <a:extLst>
                  <a:ext uri="{FF2B5EF4-FFF2-40B4-BE49-F238E27FC236}">
                    <a16:creationId xmlns:a16="http://schemas.microsoft.com/office/drawing/2014/main" id="{B174B187-6B2C-9850-F531-5B9D1BEE58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" name="Freeform 1516">
                <a:extLst>
                  <a:ext uri="{FF2B5EF4-FFF2-40B4-BE49-F238E27FC236}">
                    <a16:creationId xmlns:a16="http://schemas.microsoft.com/office/drawing/2014/main" id="{465DACD2-CE01-6961-3D6E-EAB7C24FBC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0" name="Freeform 1517">
                <a:extLst>
                  <a:ext uri="{FF2B5EF4-FFF2-40B4-BE49-F238E27FC236}">
                    <a16:creationId xmlns:a16="http://schemas.microsoft.com/office/drawing/2014/main" id="{22390F26-649F-FBE2-7D2C-76AC698037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1" name="Oval 1518">
                <a:extLst>
                  <a:ext uri="{FF2B5EF4-FFF2-40B4-BE49-F238E27FC236}">
                    <a16:creationId xmlns:a16="http://schemas.microsoft.com/office/drawing/2014/main" id="{495DD36B-8378-1EE7-AB4C-8CA603BFC5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5" name="Group 1519">
              <a:extLst>
                <a:ext uri="{FF2B5EF4-FFF2-40B4-BE49-F238E27FC236}">
                  <a16:creationId xmlns:a16="http://schemas.microsoft.com/office/drawing/2014/main" id="{3D6FD40C-8CF8-FA9C-AD13-1ED8DC096A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1970" name="Oval 1520">
                <a:extLst>
                  <a:ext uri="{FF2B5EF4-FFF2-40B4-BE49-F238E27FC236}">
                    <a16:creationId xmlns:a16="http://schemas.microsoft.com/office/drawing/2014/main" id="{FE87E1E8-E1BC-1EA5-7471-AB546BD76A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1" name="Oval 1521">
                <a:extLst>
                  <a:ext uri="{FF2B5EF4-FFF2-40B4-BE49-F238E27FC236}">
                    <a16:creationId xmlns:a16="http://schemas.microsoft.com/office/drawing/2014/main" id="{C8932A59-B00E-4D9A-AF4D-526D5E76A6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2" name="Freeform 1522">
                <a:extLst>
                  <a:ext uri="{FF2B5EF4-FFF2-40B4-BE49-F238E27FC236}">
                    <a16:creationId xmlns:a16="http://schemas.microsoft.com/office/drawing/2014/main" id="{89E6B1AC-1ECA-1E6B-E7FC-716B898BBE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3" name="Freeform 1523">
                <a:extLst>
                  <a:ext uri="{FF2B5EF4-FFF2-40B4-BE49-F238E27FC236}">
                    <a16:creationId xmlns:a16="http://schemas.microsoft.com/office/drawing/2014/main" id="{1B9F9BBB-71B8-6A63-37CF-35E8B7CA1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4" name="Freeform 1524">
                <a:extLst>
                  <a:ext uri="{FF2B5EF4-FFF2-40B4-BE49-F238E27FC236}">
                    <a16:creationId xmlns:a16="http://schemas.microsoft.com/office/drawing/2014/main" id="{7BF15655-64B1-00D2-36C2-26B4D4C5F7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5" name="Oval 1525">
                <a:extLst>
                  <a:ext uri="{FF2B5EF4-FFF2-40B4-BE49-F238E27FC236}">
                    <a16:creationId xmlns:a16="http://schemas.microsoft.com/office/drawing/2014/main" id="{F43F61AC-9A69-B269-FEEA-6C7315F9C9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6" name="Group 1526">
              <a:extLst>
                <a:ext uri="{FF2B5EF4-FFF2-40B4-BE49-F238E27FC236}">
                  <a16:creationId xmlns:a16="http://schemas.microsoft.com/office/drawing/2014/main" id="{F20E5551-E605-5B4E-C50D-8E216D1E5E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1964" name="Oval 1527">
                <a:extLst>
                  <a:ext uri="{FF2B5EF4-FFF2-40B4-BE49-F238E27FC236}">
                    <a16:creationId xmlns:a16="http://schemas.microsoft.com/office/drawing/2014/main" id="{A3B7919C-EB30-BAAF-0999-EAC495C7AA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5" name="Oval 1528">
                <a:extLst>
                  <a:ext uri="{FF2B5EF4-FFF2-40B4-BE49-F238E27FC236}">
                    <a16:creationId xmlns:a16="http://schemas.microsoft.com/office/drawing/2014/main" id="{00B13D50-6B18-4995-55E0-A56FA0EC31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6" name="Freeform 1529">
                <a:extLst>
                  <a:ext uri="{FF2B5EF4-FFF2-40B4-BE49-F238E27FC236}">
                    <a16:creationId xmlns:a16="http://schemas.microsoft.com/office/drawing/2014/main" id="{29DB74EB-5EF8-ADE7-DBD2-7ABAB8F422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" name="Freeform 1530">
                <a:extLst>
                  <a:ext uri="{FF2B5EF4-FFF2-40B4-BE49-F238E27FC236}">
                    <a16:creationId xmlns:a16="http://schemas.microsoft.com/office/drawing/2014/main" id="{7F3E3D67-97F9-3EFF-D0F1-51E6F77AD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" name="Freeform 1531">
                <a:extLst>
                  <a:ext uri="{FF2B5EF4-FFF2-40B4-BE49-F238E27FC236}">
                    <a16:creationId xmlns:a16="http://schemas.microsoft.com/office/drawing/2014/main" id="{57A7F009-E172-0EBB-6DE6-F0B7A6171E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" name="Oval 1532">
                <a:extLst>
                  <a:ext uri="{FF2B5EF4-FFF2-40B4-BE49-F238E27FC236}">
                    <a16:creationId xmlns:a16="http://schemas.microsoft.com/office/drawing/2014/main" id="{8423FDB8-A34B-F927-2656-958F0E8B39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87" name="Group 1533">
              <a:extLst>
                <a:ext uri="{FF2B5EF4-FFF2-40B4-BE49-F238E27FC236}">
                  <a16:creationId xmlns:a16="http://schemas.microsoft.com/office/drawing/2014/main" id="{E3CFA000-C93E-FD35-E0A1-599A185344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1958" name="Oval 1534">
                <a:extLst>
                  <a:ext uri="{FF2B5EF4-FFF2-40B4-BE49-F238E27FC236}">
                    <a16:creationId xmlns:a16="http://schemas.microsoft.com/office/drawing/2014/main" id="{E055893B-BFAE-0468-36AA-3F24F08AE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9" name="Oval 1535">
                <a:extLst>
                  <a:ext uri="{FF2B5EF4-FFF2-40B4-BE49-F238E27FC236}">
                    <a16:creationId xmlns:a16="http://schemas.microsoft.com/office/drawing/2014/main" id="{DAF7C29F-155F-7A66-4D56-0B53BE3E7E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0" name="Freeform 1536">
                <a:extLst>
                  <a:ext uri="{FF2B5EF4-FFF2-40B4-BE49-F238E27FC236}">
                    <a16:creationId xmlns:a16="http://schemas.microsoft.com/office/drawing/2014/main" id="{6BFDFDAE-AEC0-3524-5933-8E5DB914FA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" name="Freeform 1537">
                <a:extLst>
                  <a:ext uri="{FF2B5EF4-FFF2-40B4-BE49-F238E27FC236}">
                    <a16:creationId xmlns:a16="http://schemas.microsoft.com/office/drawing/2014/main" id="{BBC65EBE-A518-7DDB-C1E2-E4F4F166C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2" name="Freeform 1538">
                <a:extLst>
                  <a:ext uri="{FF2B5EF4-FFF2-40B4-BE49-F238E27FC236}">
                    <a16:creationId xmlns:a16="http://schemas.microsoft.com/office/drawing/2014/main" id="{DD4C88A7-FB40-F61A-FABB-860CCD8C4B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" name="Oval 1539">
                <a:extLst>
                  <a:ext uri="{FF2B5EF4-FFF2-40B4-BE49-F238E27FC236}">
                    <a16:creationId xmlns:a16="http://schemas.microsoft.com/office/drawing/2014/main" id="{80B25BB9-214D-D099-EEBD-ACA16AEDA9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3576" name="CuadroTexto 3575">
            <a:extLst>
              <a:ext uri="{FF2B5EF4-FFF2-40B4-BE49-F238E27FC236}">
                <a16:creationId xmlns:a16="http://schemas.microsoft.com/office/drawing/2014/main" id="{0EBE0FC7-F55D-2A92-9095-708760BA261E}"/>
              </a:ext>
            </a:extLst>
          </p:cNvPr>
          <p:cNvSpPr txBox="1"/>
          <p:nvPr/>
        </p:nvSpPr>
        <p:spPr>
          <a:xfrm>
            <a:off x="2" y="27065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577" name="CuadroTexto 3576">
            <a:extLst>
              <a:ext uri="{FF2B5EF4-FFF2-40B4-BE49-F238E27FC236}">
                <a16:creationId xmlns:a16="http://schemas.microsoft.com/office/drawing/2014/main" id="{E66DFC99-EE07-D85F-147C-4D4EC1094290}"/>
              </a:ext>
            </a:extLst>
          </p:cNvPr>
          <p:cNvSpPr txBox="1"/>
          <p:nvPr/>
        </p:nvSpPr>
        <p:spPr>
          <a:xfrm>
            <a:off x="4475" y="902774"/>
            <a:ext cx="1927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Espacio intermembrana</a:t>
            </a:r>
          </a:p>
        </p:txBody>
      </p:sp>
      <p:grpSp>
        <p:nvGrpSpPr>
          <p:cNvPr id="3579" name="Group 1385">
            <a:extLst>
              <a:ext uri="{FF2B5EF4-FFF2-40B4-BE49-F238E27FC236}">
                <a16:creationId xmlns:a16="http://schemas.microsoft.com/office/drawing/2014/main" id="{44368F76-FB73-3BF2-AE2C-BF760C865E3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5104" y="2789363"/>
            <a:ext cx="2818712" cy="606662"/>
            <a:chOff x="446" y="1196"/>
            <a:chExt cx="1048" cy="312"/>
          </a:xfrm>
        </p:grpSpPr>
        <p:grpSp>
          <p:nvGrpSpPr>
            <p:cNvPr id="3580" name="Group 1386">
              <a:extLst>
                <a:ext uri="{FF2B5EF4-FFF2-40B4-BE49-F238E27FC236}">
                  <a16:creationId xmlns:a16="http://schemas.microsoft.com/office/drawing/2014/main" id="{335DE81A-A86D-BA0C-4138-41B32E5882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3798" name="Oval 1387">
                <a:extLst>
                  <a:ext uri="{FF2B5EF4-FFF2-40B4-BE49-F238E27FC236}">
                    <a16:creationId xmlns:a16="http://schemas.microsoft.com/office/drawing/2014/main" id="{E340E4E9-20C1-859B-EBDA-4EEE6D75B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99" name="Oval 1388">
                <a:extLst>
                  <a:ext uri="{FF2B5EF4-FFF2-40B4-BE49-F238E27FC236}">
                    <a16:creationId xmlns:a16="http://schemas.microsoft.com/office/drawing/2014/main" id="{4A2EC8D6-30F1-A898-1D5C-1E177462B9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00" name="Freeform 1389">
                <a:extLst>
                  <a:ext uri="{FF2B5EF4-FFF2-40B4-BE49-F238E27FC236}">
                    <a16:creationId xmlns:a16="http://schemas.microsoft.com/office/drawing/2014/main" id="{32DA00A8-3FFD-A5DA-F781-1EC9DDC11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1" name="Freeform 1390">
                <a:extLst>
                  <a:ext uri="{FF2B5EF4-FFF2-40B4-BE49-F238E27FC236}">
                    <a16:creationId xmlns:a16="http://schemas.microsoft.com/office/drawing/2014/main" id="{F98E60A9-930C-EC5A-58E8-3F65D372A8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2" name="Freeform 1391">
                <a:extLst>
                  <a:ext uri="{FF2B5EF4-FFF2-40B4-BE49-F238E27FC236}">
                    <a16:creationId xmlns:a16="http://schemas.microsoft.com/office/drawing/2014/main" id="{826FAF38-90AE-9038-1FE1-9D4E980DD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3" name="Oval 1392">
                <a:extLst>
                  <a:ext uri="{FF2B5EF4-FFF2-40B4-BE49-F238E27FC236}">
                    <a16:creationId xmlns:a16="http://schemas.microsoft.com/office/drawing/2014/main" id="{C6698442-1604-4BBE-DCAC-E688A0EDDD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1" name="Group 1393">
              <a:extLst>
                <a:ext uri="{FF2B5EF4-FFF2-40B4-BE49-F238E27FC236}">
                  <a16:creationId xmlns:a16="http://schemas.microsoft.com/office/drawing/2014/main" id="{E3CB2BE0-76D9-D733-A2A9-9A21DD615A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3792" name="Oval 1394">
                <a:extLst>
                  <a:ext uri="{FF2B5EF4-FFF2-40B4-BE49-F238E27FC236}">
                    <a16:creationId xmlns:a16="http://schemas.microsoft.com/office/drawing/2014/main" id="{E1C5CCB4-8E91-C4A7-E5FF-98B5E97218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93" name="Oval 1395">
                <a:extLst>
                  <a:ext uri="{FF2B5EF4-FFF2-40B4-BE49-F238E27FC236}">
                    <a16:creationId xmlns:a16="http://schemas.microsoft.com/office/drawing/2014/main" id="{B24FC099-18D9-C471-F9C0-CDFF7FF367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94" name="Freeform 1396">
                <a:extLst>
                  <a:ext uri="{FF2B5EF4-FFF2-40B4-BE49-F238E27FC236}">
                    <a16:creationId xmlns:a16="http://schemas.microsoft.com/office/drawing/2014/main" id="{EB67452F-EF98-7811-98B2-9AD7383BB1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5" name="Freeform 1397">
                <a:extLst>
                  <a:ext uri="{FF2B5EF4-FFF2-40B4-BE49-F238E27FC236}">
                    <a16:creationId xmlns:a16="http://schemas.microsoft.com/office/drawing/2014/main" id="{F3F39F43-F2A8-19E6-0167-C7E431EB56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6" name="Freeform 1398">
                <a:extLst>
                  <a:ext uri="{FF2B5EF4-FFF2-40B4-BE49-F238E27FC236}">
                    <a16:creationId xmlns:a16="http://schemas.microsoft.com/office/drawing/2014/main" id="{EC7C36AF-AD08-3967-70C7-225D53A3D4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7" name="Oval 1399">
                <a:extLst>
                  <a:ext uri="{FF2B5EF4-FFF2-40B4-BE49-F238E27FC236}">
                    <a16:creationId xmlns:a16="http://schemas.microsoft.com/office/drawing/2014/main" id="{DD9D2727-04C1-8F4C-0B01-32CF2BBCAF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2" name="Group 1400">
              <a:extLst>
                <a:ext uri="{FF2B5EF4-FFF2-40B4-BE49-F238E27FC236}">
                  <a16:creationId xmlns:a16="http://schemas.microsoft.com/office/drawing/2014/main" id="{18A361DE-E9E7-9637-B441-C18D2153E1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3786" name="Oval 1401">
                <a:extLst>
                  <a:ext uri="{FF2B5EF4-FFF2-40B4-BE49-F238E27FC236}">
                    <a16:creationId xmlns:a16="http://schemas.microsoft.com/office/drawing/2014/main" id="{90C9C903-EA66-A218-CFAE-BD2E27D384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7" name="Oval 1402">
                <a:extLst>
                  <a:ext uri="{FF2B5EF4-FFF2-40B4-BE49-F238E27FC236}">
                    <a16:creationId xmlns:a16="http://schemas.microsoft.com/office/drawing/2014/main" id="{E3F8FDA4-3E4E-FAC4-49C4-DF81257985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8" name="Freeform 1403">
                <a:extLst>
                  <a:ext uri="{FF2B5EF4-FFF2-40B4-BE49-F238E27FC236}">
                    <a16:creationId xmlns:a16="http://schemas.microsoft.com/office/drawing/2014/main" id="{40F40080-46B7-4F8B-9D93-889A5F5DDD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9" name="Freeform 1404">
                <a:extLst>
                  <a:ext uri="{FF2B5EF4-FFF2-40B4-BE49-F238E27FC236}">
                    <a16:creationId xmlns:a16="http://schemas.microsoft.com/office/drawing/2014/main" id="{41D37B2A-0330-F2FC-09CD-44B49BEE01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0" name="Freeform 1405">
                <a:extLst>
                  <a:ext uri="{FF2B5EF4-FFF2-40B4-BE49-F238E27FC236}">
                    <a16:creationId xmlns:a16="http://schemas.microsoft.com/office/drawing/2014/main" id="{98726932-D061-C716-D5EE-8F770E94A9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1" name="Oval 1406">
                <a:extLst>
                  <a:ext uri="{FF2B5EF4-FFF2-40B4-BE49-F238E27FC236}">
                    <a16:creationId xmlns:a16="http://schemas.microsoft.com/office/drawing/2014/main" id="{BCFB65BE-C3F4-4BE1-96F0-837BB79C1F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3" name="Group 1407">
              <a:extLst>
                <a:ext uri="{FF2B5EF4-FFF2-40B4-BE49-F238E27FC236}">
                  <a16:creationId xmlns:a16="http://schemas.microsoft.com/office/drawing/2014/main" id="{D55B756C-1604-5D80-29C0-C24A0E0F9D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3780" name="Oval 1408">
                <a:extLst>
                  <a:ext uri="{FF2B5EF4-FFF2-40B4-BE49-F238E27FC236}">
                    <a16:creationId xmlns:a16="http://schemas.microsoft.com/office/drawing/2014/main" id="{71EAC013-7528-157F-CB70-8B055F8890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1" name="Oval 1409">
                <a:extLst>
                  <a:ext uri="{FF2B5EF4-FFF2-40B4-BE49-F238E27FC236}">
                    <a16:creationId xmlns:a16="http://schemas.microsoft.com/office/drawing/2014/main" id="{165CDD4D-D1DA-91C3-53BB-972D5A4A47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2" name="Freeform 1410">
                <a:extLst>
                  <a:ext uri="{FF2B5EF4-FFF2-40B4-BE49-F238E27FC236}">
                    <a16:creationId xmlns:a16="http://schemas.microsoft.com/office/drawing/2014/main" id="{19A7571A-5C3B-166A-FDC0-6606B93544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3" name="Freeform 1411">
                <a:extLst>
                  <a:ext uri="{FF2B5EF4-FFF2-40B4-BE49-F238E27FC236}">
                    <a16:creationId xmlns:a16="http://schemas.microsoft.com/office/drawing/2014/main" id="{E572FC3D-BDAE-B116-F3B7-01211A5B10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4" name="Freeform 1412">
                <a:extLst>
                  <a:ext uri="{FF2B5EF4-FFF2-40B4-BE49-F238E27FC236}">
                    <a16:creationId xmlns:a16="http://schemas.microsoft.com/office/drawing/2014/main" id="{269B7D59-2455-D505-3E28-7AFA1608DA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5" name="Oval 1413">
                <a:extLst>
                  <a:ext uri="{FF2B5EF4-FFF2-40B4-BE49-F238E27FC236}">
                    <a16:creationId xmlns:a16="http://schemas.microsoft.com/office/drawing/2014/main" id="{3DB1E802-815A-2B0F-01AB-25E6F274C2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4" name="Group 1414">
              <a:extLst>
                <a:ext uri="{FF2B5EF4-FFF2-40B4-BE49-F238E27FC236}">
                  <a16:creationId xmlns:a16="http://schemas.microsoft.com/office/drawing/2014/main" id="{129F4D95-7D69-692D-D95A-2720AAB413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3774" name="Oval 1415">
                <a:extLst>
                  <a:ext uri="{FF2B5EF4-FFF2-40B4-BE49-F238E27FC236}">
                    <a16:creationId xmlns:a16="http://schemas.microsoft.com/office/drawing/2014/main" id="{B8570855-C2A1-164A-78A5-E5DFD7EE8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5" name="Oval 1416">
                <a:extLst>
                  <a:ext uri="{FF2B5EF4-FFF2-40B4-BE49-F238E27FC236}">
                    <a16:creationId xmlns:a16="http://schemas.microsoft.com/office/drawing/2014/main" id="{3C468C37-7278-44C2-9903-F0C73C5962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6" name="Freeform 1417">
                <a:extLst>
                  <a:ext uri="{FF2B5EF4-FFF2-40B4-BE49-F238E27FC236}">
                    <a16:creationId xmlns:a16="http://schemas.microsoft.com/office/drawing/2014/main" id="{5CE8E8C3-1BB3-13BD-9C69-86AD209FAB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7" name="Freeform 1418">
                <a:extLst>
                  <a:ext uri="{FF2B5EF4-FFF2-40B4-BE49-F238E27FC236}">
                    <a16:creationId xmlns:a16="http://schemas.microsoft.com/office/drawing/2014/main" id="{1F8341A2-F736-AB8B-AD8E-DF3C3E986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8" name="Freeform 1419">
                <a:extLst>
                  <a:ext uri="{FF2B5EF4-FFF2-40B4-BE49-F238E27FC236}">
                    <a16:creationId xmlns:a16="http://schemas.microsoft.com/office/drawing/2014/main" id="{2CB66E61-69DF-2E89-CA5C-D5D4AD3538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9" name="Oval 1420">
                <a:extLst>
                  <a:ext uri="{FF2B5EF4-FFF2-40B4-BE49-F238E27FC236}">
                    <a16:creationId xmlns:a16="http://schemas.microsoft.com/office/drawing/2014/main" id="{3101ECAA-722C-3351-076D-481A39405B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5" name="Group 1421">
              <a:extLst>
                <a:ext uri="{FF2B5EF4-FFF2-40B4-BE49-F238E27FC236}">
                  <a16:creationId xmlns:a16="http://schemas.microsoft.com/office/drawing/2014/main" id="{8D59664B-2C8E-90B3-98DA-7881F4266D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3768" name="Oval 1422">
                <a:extLst>
                  <a:ext uri="{FF2B5EF4-FFF2-40B4-BE49-F238E27FC236}">
                    <a16:creationId xmlns:a16="http://schemas.microsoft.com/office/drawing/2014/main" id="{21F8B61D-A849-9DFD-73C3-14F8997BAD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9" name="Oval 1423">
                <a:extLst>
                  <a:ext uri="{FF2B5EF4-FFF2-40B4-BE49-F238E27FC236}">
                    <a16:creationId xmlns:a16="http://schemas.microsoft.com/office/drawing/2014/main" id="{A7242B0B-8E71-6637-BA63-5897399135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0" name="Freeform 1424">
                <a:extLst>
                  <a:ext uri="{FF2B5EF4-FFF2-40B4-BE49-F238E27FC236}">
                    <a16:creationId xmlns:a16="http://schemas.microsoft.com/office/drawing/2014/main" id="{4FD155BC-9A6D-4371-BE32-E2B353B975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1" name="Freeform 1425">
                <a:extLst>
                  <a:ext uri="{FF2B5EF4-FFF2-40B4-BE49-F238E27FC236}">
                    <a16:creationId xmlns:a16="http://schemas.microsoft.com/office/drawing/2014/main" id="{EE857103-67BE-34C1-B673-3BD7AB1BF8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2" name="Freeform 1426">
                <a:extLst>
                  <a:ext uri="{FF2B5EF4-FFF2-40B4-BE49-F238E27FC236}">
                    <a16:creationId xmlns:a16="http://schemas.microsoft.com/office/drawing/2014/main" id="{130CFA1A-F42D-E3CE-0E82-E0E3ECB543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3" name="Oval 1427">
                <a:extLst>
                  <a:ext uri="{FF2B5EF4-FFF2-40B4-BE49-F238E27FC236}">
                    <a16:creationId xmlns:a16="http://schemas.microsoft.com/office/drawing/2014/main" id="{C75F03D1-07E9-1F35-C8F3-1C50AF00AF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6" name="Group 1428">
              <a:extLst>
                <a:ext uri="{FF2B5EF4-FFF2-40B4-BE49-F238E27FC236}">
                  <a16:creationId xmlns:a16="http://schemas.microsoft.com/office/drawing/2014/main" id="{D5023D83-1C72-F61D-F4DF-BB71081CDC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3762" name="Oval 1429">
                <a:extLst>
                  <a:ext uri="{FF2B5EF4-FFF2-40B4-BE49-F238E27FC236}">
                    <a16:creationId xmlns:a16="http://schemas.microsoft.com/office/drawing/2014/main" id="{506FE554-295B-1A3A-ACFF-46A4A3F1BE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3" name="Oval 1430">
                <a:extLst>
                  <a:ext uri="{FF2B5EF4-FFF2-40B4-BE49-F238E27FC236}">
                    <a16:creationId xmlns:a16="http://schemas.microsoft.com/office/drawing/2014/main" id="{CC4A0883-ECF0-0C2B-AC3F-F7572AD7ED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64" name="Freeform 1431">
                <a:extLst>
                  <a:ext uri="{FF2B5EF4-FFF2-40B4-BE49-F238E27FC236}">
                    <a16:creationId xmlns:a16="http://schemas.microsoft.com/office/drawing/2014/main" id="{D1870C22-B0C0-130F-A0EC-40280898F8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5" name="Freeform 1432">
                <a:extLst>
                  <a:ext uri="{FF2B5EF4-FFF2-40B4-BE49-F238E27FC236}">
                    <a16:creationId xmlns:a16="http://schemas.microsoft.com/office/drawing/2014/main" id="{FD9E84D3-562A-77FD-6557-0B8842DF78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6" name="Freeform 1433">
                <a:extLst>
                  <a:ext uri="{FF2B5EF4-FFF2-40B4-BE49-F238E27FC236}">
                    <a16:creationId xmlns:a16="http://schemas.microsoft.com/office/drawing/2014/main" id="{9D4527DA-E907-A314-91CC-6A12FA9FB7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7" name="Oval 1434">
                <a:extLst>
                  <a:ext uri="{FF2B5EF4-FFF2-40B4-BE49-F238E27FC236}">
                    <a16:creationId xmlns:a16="http://schemas.microsoft.com/office/drawing/2014/main" id="{0830755E-CDE6-9F46-7863-FCF27AE2D3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7" name="Group 1435">
              <a:extLst>
                <a:ext uri="{FF2B5EF4-FFF2-40B4-BE49-F238E27FC236}">
                  <a16:creationId xmlns:a16="http://schemas.microsoft.com/office/drawing/2014/main" id="{B681CAAB-92BF-0DCC-7096-F2CDBC0592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3756" name="Oval 1436">
                <a:extLst>
                  <a:ext uri="{FF2B5EF4-FFF2-40B4-BE49-F238E27FC236}">
                    <a16:creationId xmlns:a16="http://schemas.microsoft.com/office/drawing/2014/main" id="{7B1347E0-0C98-3DB3-61CF-FC5028D98E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57" name="Oval 1437">
                <a:extLst>
                  <a:ext uri="{FF2B5EF4-FFF2-40B4-BE49-F238E27FC236}">
                    <a16:creationId xmlns:a16="http://schemas.microsoft.com/office/drawing/2014/main" id="{AA37E436-1C50-5E96-BB5C-A2ED8FEA20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58" name="Freeform 1438">
                <a:extLst>
                  <a:ext uri="{FF2B5EF4-FFF2-40B4-BE49-F238E27FC236}">
                    <a16:creationId xmlns:a16="http://schemas.microsoft.com/office/drawing/2014/main" id="{89C165CE-7349-AEE4-A874-7751B63E25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9" name="Freeform 1439">
                <a:extLst>
                  <a:ext uri="{FF2B5EF4-FFF2-40B4-BE49-F238E27FC236}">
                    <a16:creationId xmlns:a16="http://schemas.microsoft.com/office/drawing/2014/main" id="{D376E017-DD62-420E-8B17-68603D5FAB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0" name="Freeform 1440">
                <a:extLst>
                  <a:ext uri="{FF2B5EF4-FFF2-40B4-BE49-F238E27FC236}">
                    <a16:creationId xmlns:a16="http://schemas.microsoft.com/office/drawing/2014/main" id="{DD8299AE-8F19-510C-B753-2566B7B0DC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1" name="Oval 1441">
                <a:extLst>
                  <a:ext uri="{FF2B5EF4-FFF2-40B4-BE49-F238E27FC236}">
                    <a16:creationId xmlns:a16="http://schemas.microsoft.com/office/drawing/2014/main" id="{0FC9AF48-53C3-6A09-7EA4-A2E4A28112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8" name="Group 1442">
              <a:extLst>
                <a:ext uri="{FF2B5EF4-FFF2-40B4-BE49-F238E27FC236}">
                  <a16:creationId xmlns:a16="http://schemas.microsoft.com/office/drawing/2014/main" id="{A0775E76-743B-F216-9B27-AFE8CB667F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750" name="Oval 1443">
                <a:extLst>
                  <a:ext uri="{FF2B5EF4-FFF2-40B4-BE49-F238E27FC236}">
                    <a16:creationId xmlns:a16="http://schemas.microsoft.com/office/drawing/2014/main" id="{A7645C33-FF2C-22BD-CE79-24DB2805DD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51" name="Oval 1444">
                <a:extLst>
                  <a:ext uri="{FF2B5EF4-FFF2-40B4-BE49-F238E27FC236}">
                    <a16:creationId xmlns:a16="http://schemas.microsoft.com/office/drawing/2014/main" id="{5138953E-3402-F336-898F-4FF050638E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52" name="Freeform 1445">
                <a:extLst>
                  <a:ext uri="{FF2B5EF4-FFF2-40B4-BE49-F238E27FC236}">
                    <a16:creationId xmlns:a16="http://schemas.microsoft.com/office/drawing/2014/main" id="{90DE9054-0758-199C-05B0-0038E2D5A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3" name="Freeform 1446">
                <a:extLst>
                  <a:ext uri="{FF2B5EF4-FFF2-40B4-BE49-F238E27FC236}">
                    <a16:creationId xmlns:a16="http://schemas.microsoft.com/office/drawing/2014/main" id="{5FD89CD3-CC37-08AE-B32C-2DDC5B1B36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4" name="Freeform 1447">
                <a:extLst>
                  <a:ext uri="{FF2B5EF4-FFF2-40B4-BE49-F238E27FC236}">
                    <a16:creationId xmlns:a16="http://schemas.microsoft.com/office/drawing/2014/main" id="{F44319B4-6B4C-C76C-F7AD-656EE9467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5" name="Oval 1448">
                <a:extLst>
                  <a:ext uri="{FF2B5EF4-FFF2-40B4-BE49-F238E27FC236}">
                    <a16:creationId xmlns:a16="http://schemas.microsoft.com/office/drawing/2014/main" id="{84201E1A-73EF-6909-1EE4-47D5332FAC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89" name="Group 1449">
              <a:extLst>
                <a:ext uri="{FF2B5EF4-FFF2-40B4-BE49-F238E27FC236}">
                  <a16:creationId xmlns:a16="http://schemas.microsoft.com/office/drawing/2014/main" id="{B1AACE3C-17E2-67F9-A966-5D3C3DEA50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744" name="Oval 1450">
                <a:extLst>
                  <a:ext uri="{FF2B5EF4-FFF2-40B4-BE49-F238E27FC236}">
                    <a16:creationId xmlns:a16="http://schemas.microsoft.com/office/drawing/2014/main" id="{D9F04A95-2260-D72C-89CD-86F12B4FF8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45" name="Oval 1451">
                <a:extLst>
                  <a:ext uri="{FF2B5EF4-FFF2-40B4-BE49-F238E27FC236}">
                    <a16:creationId xmlns:a16="http://schemas.microsoft.com/office/drawing/2014/main" id="{7DFC6FBC-14AF-A30D-F0FA-ED18EB2D65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46" name="Freeform 1452">
                <a:extLst>
                  <a:ext uri="{FF2B5EF4-FFF2-40B4-BE49-F238E27FC236}">
                    <a16:creationId xmlns:a16="http://schemas.microsoft.com/office/drawing/2014/main" id="{EBB5B8B5-18B2-34A4-F342-E6D5766925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7" name="Freeform 1453">
                <a:extLst>
                  <a:ext uri="{FF2B5EF4-FFF2-40B4-BE49-F238E27FC236}">
                    <a16:creationId xmlns:a16="http://schemas.microsoft.com/office/drawing/2014/main" id="{A95687B2-C61C-A07A-C508-B7F3ACB0C9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8" name="Freeform 1454">
                <a:extLst>
                  <a:ext uri="{FF2B5EF4-FFF2-40B4-BE49-F238E27FC236}">
                    <a16:creationId xmlns:a16="http://schemas.microsoft.com/office/drawing/2014/main" id="{3CD33CAE-A744-5C45-41F6-61CC303591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9" name="Oval 1455">
                <a:extLst>
                  <a:ext uri="{FF2B5EF4-FFF2-40B4-BE49-F238E27FC236}">
                    <a16:creationId xmlns:a16="http://schemas.microsoft.com/office/drawing/2014/main" id="{AF2B8580-ECA5-31AE-1795-E60A60617B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0" name="Group 1456">
              <a:extLst>
                <a:ext uri="{FF2B5EF4-FFF2-40B4-BE49-F238E27FC236}">
                  <a16:creationId xmlns:a16="http://schemas.microsoft.com/office/drawing/2014/main" id="{EA6DF880-7E41-8871-B928-1B8B7A11BD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738" name="Oval 1457">
                <a:extLst>
                  <a:ext uri="{FF2B5EF4-FFF2-40B4-BE49-F238E27FC236}">
                    <a16:creationId xmlns:a16="http://schemas.microsoft.com/office/drawing/2014/main" id="{57C29680-3AC9-2E2D-FE85-012A8836B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39" name="Oval 1458">
                <a:extLst>
                  <a:ext uri="{FF2B5EF4-FFF2-40B4-BE49-F238E27FC236}">
                    <a16:creationId xmlns:a16="http://schemas.microsoft.com/office/drawing/2014/main" id="{F27E885A-0DCA-0FDB-2EFF-CD3F4BBA9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40" name="Freeform 1459">
                <a:extLst>
                  <a:ext uri="{FF2B5EF4-FFF2-40B4-BE49-F238E27FC236}">
                    <a16:creationId xmlns:a16="http://schemas.microsoft.com/office/drawing/2014/main" id="{C137857E-9DC0-FD6B-8E2D-8C9F80EDB2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1" name="Freeform 1460">
                <a:extLst>
                  <a:ext uri="{FF2B5EF4-FFF2-40B4-BE49-F238E27FC236}">
                    <a16:creationId xmlns:a16="http://schemas.microsoft.com/office/drawing/2014/main" id="{A293195B-A1CE-CEF2-758A-199EF63E5F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2" name="Freeform 1461">
                <a:extLst>
                  <a:ext uri="{FF2B5EF4-FFF2-40B4-BE49-F238E27FC236}">
                    <a16:creationId xmlns:a16="http://schemas.microsoft.com/office/drawing/2014/main" id="{1FE7820A-BD0F-A907-F6C6-7E9D59E4CF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3" name="Oval 1462">
                <a:extLst>
                  <a:ext uri="{FF2B5EF4-FFF2-40B4-BE49-F238E27FC236}">
                    <a16:creationId xmlns:a16="http://schemas.microsoft.com/office/drawing/2014/main" id="{6D858CA4-3559-C739-61D0-0969584B74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1" name="Group 1463">
              <a:extLst>
                <a:ext uri="{FF2B5EF4-FFF2-40B4-BE49-F238E27FC236}">
                  <a16:creationId xmlns:a16="http://schemas.microsoft.com/office/drawing/2014/main" id="{20AFE9D9-18FA-1BF8-41F9-E0500C5B14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732" name="Oval 1464">
                <a:extLst>
                  <a:ext uri="{FF2B5EF4-FFF2-40B4-BE49-F238E27FC236}">
                    <a16:creationId xmlns:a16="http://schemas.microsoft.com/office/drawing/2014/main" id="{F41D25BA-7AFB-9AC9-B7BC-F4188710AE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33" name="Oval 1465">
                <a:extLst>
                  <a:ext uri="{FF2B5EF4-FFF2-40B4-BE49-F238E27FC236}">
                    <a16:creationId xmlns:a16="http://schemas.microsoft.com/office/drawing/2014/main" id="{46E9135D-32F3-B2C6-9B6A-F494E6CDCD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34" name="Freeform 1466">
                <a:extLst>
                  <a:ext uri="{FF2B5EF4-FFF2-40B4-BE49-F238E27FC236}">
                    <a16:creationId xmlns:a16="http://schemas.microsoft.com/office/drawing/2014/main" id="{6111BC6A-C61C-50A6-2CEA-6B8A408464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5" name="Freeform 1467">
                <a:extLst>
                  <a:ext uri="{FF2B5EF4-FFF2-40B4-BE49-F238E27FC236}">
                    <a16:creationId xmlns:a16="http://schemas.microsoft.com/office/drawing/2014/main" id="{784CDEB1-13AE-33A9-EE55-EB3F3944F4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6" name="Freeform 1468">
                <a:extLst>
                  <a:ext uri="{FF2B5EF4-FFF2-40B4-BE49-F238E27FC236}">
                    <a16:creationId xmlns:a16="http://schemas.microsoft.com/office/drawing/2014/main" id="{F46A93FF-D322-0B2E-0DF0-E936A08A26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7" name="Oval 1469">
                <a:extLst>
                  <a:ext uri="{FF2B5EF4-FFF2-40B4-BE49-F238E27FC236}">
                    <a16:creationId xmlns:a16="http://schemas.microsoft.com/office/drawing/2014/main" id="{EBE9FE5F-D474-70E7-CC1F-3C54D38404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2" name="Group 1470">
              <a:extLst>
                <a:ext uri="{FF2B5EF4-FFF2-40B4-BE49-F238E27FC236}">
                  <a16:creationId xmlns:a16="http://schemas.microsoft.com/office/drawing/2014/main" id="{FC4CF23A-D1B5-DEF6-262A-728E7EFD57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26" name="Oval 1471">
                <a:extLst>
                  <a:ext uri="{FF2B5EF4-FFF2-40B4-BE49-F238E27FC236}">
                    <a16:creationId xmlns:a16="http://schemas.microsoft.com/office/drawing/2014/main" id="{FAB3D567-0CC4-24A8-460E-90CF25F38A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7" name="Oval 1472">
                <a:extLst>
                  <a:ext uri="{FF2B5EF4-FFF2-40B4-BE49-F238E27FC236}">
                    <a16:creationId xmlns:a16="http://schemas.microsoft.com/office/drawing/2014/main" id="{15513F36-F19E-3ED3-3ABC-19E9947695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8" name="Freeform 1473">
                <a:extLst>
                  <a:ext uri="{FF2B5EF4-FFF2-40B4-BE49-F238E27FC236}">
                    <a16:creationId xmlns:a16="http://schemas.microsoft.com/office/drawing/2014/main" id="{83D3A31F-B65F-5C1A-ABB2-FEAB5B5F69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9" name="Freeform 1474">
                <a:extLst>
                  <a:ext uri="{FF2B5EF4-FFF2-40B4-BE49-F238E27FC236}">
                    <a16:creationId xmlns:a16="http://schemas.microsoft.com/office/drawing/2014/main" id="{91A0C91A-30FB-5924-6282-EABF55A6E0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0" name="Freeform 1475">
                <a:extLst>
                  <a:ext uri="{FF2B5EF4-FFF2-40B4-BE49-F238E27FC236}">
                    <a16:creationId xmlns:a16="http://schemas.microsoft.com/office/drawing/2014/main" id="{25D57BD7-A12E-9A11-0A9D-E7B0A0BDD0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1" name="Oval 1476">
                <a:extLst>
                  <a:ext uri="{FF2B5EF4-FFF2-40B4-BE49-F238E27FC236}">
                    <a16:creationId xmlns:a16="http://schemas.microsoft.com/office/drawing/2014/main" id="{C80D697A-E6A1-BE27-B8F7-E9A2A05CA5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3" name="Group 1477">
              <a:extLst>
                <a:ext uri="{FF2B5EF4-FFF2-40B4-BE49-F238E27FC236}">
                  <a16:creationId xmlns:a16="http://schemas.microsoft.com/office/drawing/2014/main" id="{A1A7C25E-93A8-E91B-3288-56B8ADAD77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720" name="Oval 1478">
                <a:extLst>
                  <a:ext uri="{FF2B5EF4-FFF2-40B4-BE49-F238E27FC236}">
                    <a16:creationId xmlns:a16="http://schemas.microsoft.com/office/drawing/2014/main" id="{F4F1967A-D364-E069-5898-DBDEAE6F86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1" name="Oval 1479">
                <a:extLst>
                  <a:ext uri="{FF2B5EF4-FFF2-40B4-BE49-F238E27FC236}">
                    <a16:creationId xmlns:a16="http://schemas.microsoft.com/office/drawing/2014/main" id="{DBFE4504-162D-3A84-AD79-D5E004855D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2" name="Freeform 1480">
                <a:extLst>
                  <a:ext uri="{FF2B5EF4-FFF2-40B4-BE49-F238E27FC236}">
                    <a16:creationId xmlns:a16="http://schemas.microsoft.com/office/drawing/2014/main" id="{635CB190-C9D4-D7A8-EC1B-440385BE87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3" name="Freeform 1481">
                <a:extLst>
                  <a:ext uri="{FF2B5EF4-FFF2-40B4-BE49-F238E27FC236}">
                    <a16:creationId xmlns:a16="http://schemas.microsoft.com/office/drawing/2014/main" id="{73DACB72-ED2A-8201-5BF4-688DF0D5CF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4" name="Freeform 1482">
                <a:extLst>
                  <a:ext uri="{FF2B5EF4-FFF2-40B4-BE49-F238E27FC236}">
                    <a16:creationId xmlns:a16="http://schemas.microsoft.com/office/drawing/2014/main" id="{41659EE5-F791-EB48-0154-73851229A8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5" name="Oval 1483">
                <a:extLst>
                  <a:ext uri="{FF2B5EF4-FFF2-40B4-BE49-F238E27FC236}">
                    <a16:creationId xmlns:a16="http://schemas.microsoft.com/office/drawing/2014/main" id="{532BF57A-CE84-4610-142B-CE94D80FE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4" name="Group 1484">
              <a:extLst>
                <a:ext uri="{FF2B5EF4-FFF2-40B4-BE49-F238E27FC236}">
                  <a16:creationId xmlns:a16="http://schemas.microsoft.com/office/drawing/2014/main" id="{C74F9C65-D151-DBD3-DBFB-698180579E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714" name="Oval 1485">
                <a:extLst>
                  <a:ext uri="{FF2B5EF4-FFF2-40B4-BE49-F238E27FC236}">
                    <a16:creationId xmlns:a16="http://schemas.microsoft.com/office/drawing/2014/main" id="{6F423A2C-F510-564A-40C6-EEDDFA3222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5" name="Oval 1486">
                <a:extLst>
                  <a:ext uri="{FF2B5EF4-FFF2-40B4-BE49-F238E27FC236}">
                    <a16:creationId xmlns:a16="http://schemas.microsoft.com/office/drawing/2014/main" id="{5CE7D000-39E7-8BD7-0022-B168E53217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6" name="Freeform 1487">
                <a:extLst>
                  <a:ext uri="{FF2B5EF4-FFF2-40B4-BE49-F238E27FC236}">
                    <a16:creationId xmlns:a16="http://schemas.microsoft.com/office/drawing/2014/main" id="{BC0699DE-15CC-8971-E9D9-E7AB65D10D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7" name="Freeform 1488">
                <a:extLst>
                  <a:ext uri="{FF2B5EF4-FFF2-40B4-BE49-F238E27FC236}">
                    <a16:creationId xmlns:a16="http://schemas.microsoft.com/office/drawing/2014/main" id="{1617C3D5-EA57-8543-CC4C-421EF8D5D0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8" name="Freeform 1489">
                <a:extLst>
                  <a:ext uri="{FF2B5EF4-FFF2-40B4-BE49-F238E27FC236}">
                    <a16:creationId xmlns:a16="http://schemas.microsoft.com/office/drawing/2014/main" id="{FB2EDC85-77B8-47A5-BF46-47DC274D2A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9" name="Oval 1490">
                <a:extLst>
                  <a:ext uri="{FF2B5EF4-FFF2-40B4-BE49-F238E27FC236}">
                    <a16:creationId xmlns:a16="http://schemas.microsoft.com/office/drawing/2014/main" id="{0CBF0EED-18F1-D43B-CB8A-DF97AD93CF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5" name="Group 1491">
              <a:extLst>
                <a:ext uri="{FF2B5EF4-FFF2-40B4-BE49-F238E27FC236}">
                  <a16:creationId xmlns:a16="http://schemas.microsoft.com/office/drawing/2014/main" id="{27757158-B35E-EE01-8B56-0689B434E6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708" name="Oval 1492">
                <a:extLst>
                  <a:ext uri="{FF2B5EF4-FFF2-40B4-BE49-F238E27FC236}">
                    <a16:creationId xmlns:a16="http://schemas.microsoft.com/office/drawing/2014/main" id="{9E7061E0-DDB5-6392-9709-DABC6AA4F4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9" name="Oval 1493">
                <a:extLst>
                  <a:ext uri="{FF2B5EF4-FFF2-40B4-BE49-F238E27FC236}">
                    <a16:creationId xmlns:a16="http://schemas.microsoft.com/office/drawing/2014/main" id="{4D3EF9F6-47EB-9C02-159D-AD05845194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0" name="Freeform 1494">
                <a:extLst>
                  <a:ext uri="{FF2B5EF4-FFF2-40B4-BE49-F238E27FC236}">
                    <a16:creationId xmlns:a16="http://schemas.microsoft.com/office/drawing/2014/main" id="{3960070E-085A-7659-E457-AB344BC1DA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1" name="Freeform 1495">
                <a:extLst>
                  <a:ext uri="{FF2B5EF4-FFF2-40B4-BE49-F238E27FC236}">
                    <a16:creationId xmlns:a16="http://schemas.microsoft.com/office/drawing/2014/main" id="{F8D1C859-6060-0A73-168E-9FD14B0972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2" name="Freeform 1496">
                <a:extLst>
                  <a:ext uri="{FF2B5EF4-FFF2-40B4-BE49-F238E27FC236}">
                    <a16:creationId xmlns:a16="http://schemas.microsoft.com/office/drawing/2014/main" id="{C2CC8713-D87A-0285-2519-0E4F0F199C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3" name="Oval 1497">
                <a:extLst>
                  <a:ext uri="{FF2B5EF4-FFF2-40B4-BE49-F238E27FC236}">
                    <a16:creationId xmlns:a16="http://schemas.microsoft.com/office/drawing/2014/main" id="{B975119D-730B-87A6-EE63-18F2AE29E3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6" name="Group 1498">
              <a:extLst>
                <a:ext uri="{FF2B5EF4-FFF2-40B4-BE49-F238E27FC236}">
                  <a16:creationId xmlns:a16="http://schemas.microsoft.com/office/drawing/2014/main" id="{62B11EB0-BE69-66FE-BF19-ADC574E28F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702" name="Oval 1499">
                <a:extLst>
                  <a:ext uri="{FF2B5EF4-FFF2-40B4-BE49-F238E27FC236}">
                    <a16:creationId xmlns:a16="http://schemas.microsoft.com/office/drawing/2014/main" id="{619AEDF8-B6EF-A17E-85A0-A84662BE24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3" name="Oval 1500">
                <a:extLst>
                  <a:ext uri="{FF2B5EF4-FFF2-40B4-BE49-F238E27FC236}">
                    <a16:creationId xmlns:a16="http://schemas.microsoft.com/office/drawing/2014/main" id="{68C864CB-B833-09A6-26C1-CDF16C076C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04" name="Freeform 1501">
                <a:extLst>
                  <a:ext uri="{FF2B5EF4-FFF2-40B4-BE49-F238E27FC236}">
                    <a16:creationId xmlns:a16="http://schemas.microsoft.com/office/drawing/2014/main" id="{1ACD84B8-D447-EEFD-8AB8-DFAE36D8E4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5" name="Freeform 1502">
                <a:extLst>
                  <a:ext uri="{FF2B5EF4-FFF2-40B4-BE49-F238E27FC236}">
                    <a16:creationId xmlns:a16="http://schemas.microsoft.com/office/drawing/2014/main" id="{BDC072E2-1E09-5821-5708-B0207A6527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6" name="Freeform 1503">
                <a:extLst>
                  <a:ext uri="{FF2B5EF4-FFF2-40B4-BE49-F238E27FC236}">
                    <a16:creationId xmlns:a16="http://schemas.microsoft.com/office/drawing/2014/main" id="{1CDA36B3-AD3B-C34E-8B3B-D2A7E80843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7" name="Oval 1504">
                <a:extLst>
                  <a:ext uri="{FF2B5EF4-FFF2-40B4-BE49-F238E27FC236}">
                    <a16:creationId xmlns:a16="http://schemas.microsoft.com/office/drawing/2014/main" id="{271CC34E-CF30-795D-AF28-605C4BFC45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7" name="Group 1505">
              <a:extLst>
                <a:ext uri="{FF2B5EF4-FFF2-40B4-BE49-F238E27FC236}">
                  <a16:creationId xmlns:a16="http://schemas.microsoft.com/office/drawing/2014/main" id="{D681730B-97E6-E762-7304-A8158A2FAE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696" name="Oval 1506">
                <a:extLst>
                  <a:ext uri="{FF2B5EF4-FFF2-40B4-BE49-F238E27FC236}">
                    <a16:creationId xmlns:a16="http://schemas.microsoft.com/office/drawing/2014/main" id="{2BF6BC42-8A25-8CC0-3C31-A8975F3917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97" name="Oval 1507">
                <a:extLst>
                  <a:ext uri="{FF2B5EF4-FFF2-40B4-BE49-F238E27FC236}">
                    <a16:creationId xmlns:a16="http://schemas.microsoft.com/office/drawing/2014/main" id="{27A31B1D-7D46-C994-A79A-B714975ECD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98" name="Freeform 1508">
                <a:extLst>
                  <a:ext uri="{FF2B5EF4-FFF2-40B4-BE49-F238E27FC236}">
                    <a16:creationId xmlns:a16="http://schemas.microsoft.com/office/drawing/2014/main" id="{47D821EA-B804-6CC2-F5BD-F12D6404B6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9" name="Freeform 1509">
                <a:extLst>
                  <a:ext uri="{FF2B5EF4-FFF2-40B4-BE49-F238E27FC236}">
                    <a16:creationId xmlns:a16="http://schemas.microsoft.com/office/drawing/2014/main" id="{9492DC32-BE27-7171-390D-36E53A7804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0" name="Freeform 1510">
                <a:extLst>
                  <a:ext uri="{FF2B5EF4-FFF2-40B4-BE49-F238E27FC236}">
                    <a16:creationId xmlns:a16="http://schemas.microsoft.com/office/drawing/2014/main" id="{43569B14-0429-BAD6-1203-1F30567A37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1" name="Oval 1511">
                <a:extLst>
                  <a:ext uri="{FF2B5EF4-FFF2-40B4-BE49-F238E27FC236}">
                    <a16:creationId xmlns:a16="http://schemas.microsoft.com/office/drawing/2014/main" id="{3AF884B0-E8A4-06D9-DEF6-63DC5BCEBE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8" name="Group 1512">
              <a:extLst>
                <a:ext uri="{FF2B5EF4-FFF2-40B4-BE49-F238E27FC236}">
                  <a16:creationId xmlns:a16="http://schemas.microsoft.com/office/drawing/2014/main" id="{15F6C589-7DD6-81C7-BC07-14C06D1C75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690" name="Oval 1513">
                <a:extLst>
                  <a:ext uri="{FF2B5EF4-FFF2-40B4-BE49-F238E27FC236}">
                    <a16:creationId xmlns:a16="http://schemas.microsoft.com/office/drawing/2014/main" id="{004BBB5D-0388-ECEB-0D38-6E70BA823D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91" name="Oval 1514">
                <a:extLst>
                  <a:ext uri="{FF2B5EF4-FFF2-40B4-BE49-F238E27FC236}">
                    <a16:creationId xmlns:a16="http://schemas.microsoft.com/office/drawing/2014/main" id="{C92B42BE-D914-556A-1F46-A4FE846316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92" name="Freeform 1515">
                <a:extLst>
                  <a:ext uri="{FF2B5EF4-FFF2-40B4-BE49-F238E27FC236}">
                    <a16:creationId xmlns:a16="http://schemas.microsoft.com/office/drawing/2014/main" id="{4FDE59E3-4FF8-EAA5-8BBB-23206331E0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3" name="Freeform 1516">
                <a:extLst>
                  <a:ext uri="{FF2B5EF4-FFF2-40B4-BE49-F238E27FC236}">
                    <a16:creationId xmlns:a16="http://schemas.microsoft.com/office/drawing/2014/main" id="{7CAA2F23-91B6-0905-6DCB-936888CC8D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4" name="Freeform 1517">
                <a:extLst>
                  <a:ext uri="{FF2B5EF4-FFF2-40B4-BE49-F238E27FC236}">
                    <a16:creationId xmlns:a16="http://schemas.microsoft.com/office/drawing/2014/main" id="{7A8D7B32-9573-3DBC-33A2-00114064D0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5" name="Oval 1518">
                <a:extLst>
                  <a:ext uri="{FF2B5EF4-FFF2-40B4-BE49-F238E27FC236}">
                    <a16:creationId xmlns:a16="http://schemas.microsoft.com/office/drawing/2014/main" id="{AF03023F-878F-16AB-BAC9-C4C9F5829C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99" name="Group 1519">
              <a:extLst>
                <a:ext uri="{FF2B5EF4-FFF2-40B4-BE49-F238E27FC236}">
                  <a16:creationId xmlns:a16="http://schemas.microsoft.com/office/drawing/2014/main" id="{F06DBFB5-B11C-B85F-4DA5-03158B5195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684" name="Oval 1520">
                <a:extLst>
                  <a:ext uri="{FF2B5EF4-FFF2-40B4-BE49-F238E27FC236}">
                    <a16:creationId xmlns:a16="http://schemas.microsoft.com/office/drawing/2014/main" id="{19048442-10D5-DA6F-2AD2-F8A62CE296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85" name="Oval 1521">
                <a:extLst>
                  <a:ext uri="{FF2B5EF4-FFF2-40B4-BE49-F238E27FC236}">
                    <a16:creationId xmlns:a16="http://schemas.microsoft.com/office/drawing/2014/main" id="{D3CC4A06-4967-3D0F-60BC-DE4A58758C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86" name="Freeform 1522">
                <a:extLst>
                  <a:ext uri="{FF2B5EF4-FFF2-40B4-BE49-F238E27FC236}">
                    <a16:creationId xmlns:a16="http://schemas.microsoft.com/office/drawing/2014/main" id="{D8197A0B-C08D-5F9E-8255-AB0CAD8BB0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7" name="Freeform 1523">
                <a:extLst>
                  <a:ext uri="{FF2B5EF4-FFF2-40B4-BE49-F238E27FC236}">
                    <a16:creationId xmlns:a16="http://schemas.microsoft.com/office/drawing/2014/main" id="{FEF7E1E1-8ED2-7CBD-899D-C388276A69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8" name="Freeform 1524">
                <a:extLst>
                  <a:ext uri="{FF2B5EF4-FFF2-40B4-BE49-F238E27FC236}">
                    <a16:creationId xmlns:a16="http://schemas.microsoft.com/office/drawing/2014/main" id="{2C06FE7D-DFAD-6E07-325C-C813CF3AA0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9" name="Oval 1525">
                <a:extLst>
                  <a:ext uri="{FF2B5EF4-FFF2-40B4-BE49-F238E27FC236}">
                    <a16:creationId xmlns:a16="http://schemas.microsoft.com/office/drawing/2014/main" id="{9889690C-6CEB-B96D-0C25-5D78EF5EB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0" name="Group 1526">
              <a:extLst>
                <a:ext uri="{FF2B5EF4-FFF2-40B4-BE49-F238E27FC236}">
                  <a16:creationId xmlns:a16="http://schemas.microsoft.com/office/drawing/2014/main" id="{4E60FCD8-C2F8-D0A2-476B-F1111FEF8E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678" name="Oval 1527">
                <a:extLst>
                  <a:ext uri="{FF2B5EF4-FFF2-40B4-BE49-F238E27FC236}">
                    <a16:creationId xmlns:a16="http://schemas.microsoft.com/office/drawing/2014/main" id="{C26C51B4-9F2A-9595-AEA2-926D342B2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79" name="Oval 1528">
                <a:extLst>
                  <a:ext uri="{FF2B5EF4-FFF2-40B4-BE49-F238E27FC236}">
                    <a16:creationId xmlns:a16="http://schemas.microsoft.com/office/drawing/2014/main" id="{1B5F5D04-B384-93AC-4867-696ABA6410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80" name="Freeform 1529">
                <a:extLst>
                  <a:ext uri="{FF2B5EF4-FFF2-40B4-BE49-F238E27FC236}">
                    <a16:creationId xmlns:a16="http://schemas.microsoft.com/office/drawing/2014/main" id="{7475FD74-64A6-438E-50C2-4E9B54D475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1" name="Freeform 1530">
                <a:extLst>
                  <a:ext uri="{FF2B5EF4-FFF2-40B4-BE49-F238E27FC236}">
                    <a16:creationId xmlns:a16="http://schemas.microsoft.com/office/drawing/2014/main" id="{4DCA81FA-05E4-D710-CBBC-A4ED0651F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2" name="Freeform 1531">
                <a:extLst>
                  <a:ext uri="{FF2B5EF4-FFF2-40B4-BE49-F238E27FC236}">
                    <a16:creationId xmlns:a16="http://schemas.microsoft.com/office/drawing/2014/main" id="{CABF7142-011B-D083-7BB0-955D61F193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3" name="Oval 1532">
                <a:extLst>
                  <a:ext uri="{FF2B5EF4-FFF2-40B4-BE49-F238E27FC236}">
                    <a16:creationId xmlns:a16="http://schemas.microsoft.com/office/drawing/2014/main" id="{E41DC9DE-E688-C0BE-E618-A8BDDFD554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1" name="Group 1533">
              <a:extLst>
                <a:ext uri="{FF2B5EF4-FFF2-40B4-BE49-F238E27FC236}">
                  <a16:creationId xmlns:a16="http://schemas.microsoft.com/office/drawing/2014/main" id="{6C9133BA-705D-3203-77DA-AE6D056BEE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672" name="Oval 1534">
                <a:extLst>
                  <a:ext uri="{FF2B5EF4-FFF2-40B4-BE49-F238E27FC236}">
                    <a16:creationId xmlns:a16="http://schemas.microsoft.com/office/drawing/2014/main" id="{10D2FE97-8FB1-7CB0-728B-58AFD31C2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73" name="Oval 1535">
                <a:extLst>
                  <a:ext uri="{FF2B5EF4-FFF2-40B4-BE49-F238E27FC236}">
                    <a16:creationId xmlns:a16="http://schemas.microsoft.com/office/drawing/2014/main" id="{B205222D-DEAA-7399-3D42-11EA6ECE1E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74" name="Freeform 1536">
                <a:extLst>
                  <a:ext uri="{FF2B5EF4-FFF2-40B4-BE49-F238E27FC236}">
                    <a16:creationId xmlns:a16="http://schemas.microsoft.com/office/drawing/2014/main" id="{09C90315-D4C1-2FAD-AC99-E5E895FA52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5" name="Freeform 1537">
                <a:extLst>
                  <a:ext uri="{FF2B5EF4-FFF2-40B4-BE49-F238E27FC236}">
                    <a16:creationId xmlns:a16="http://schemas.microsoft.com/office/drawing/2014/main" id="{DD597E64-A1E2-096D-B3F2-742D2A903B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6" name="Freeform 1538">
                <a:extLst>
                  <a:ext uri="{FF2B5EF4-FFF2-40B4-BE49-F238E27FC236}">
                    <a16:creationId xmlns:a16="http://schemas.microsoft.com/office/drawing/2014/main" id="{CE5F6035-0396-BB98-0709-12A814B1B4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7" name="Oval 1539">
                <a:extLst>
                  <a:ext uri="{FF2B5EF4-FFF2-40B4-BE49-F238E27FC236}">
                    <a16:creationId xmlns:a16="http://schemas.microsoft.com/office/drawing/2014/main" id="{97EF481B-58F7-1EAE-5117-147D38BFE4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2" name="Group 1540">
              <a:extLst>
                <a:ext uri="{FF2B5EF4-FFF2-40B4-BE49-F238E27FC236}">
                  <a16:creationId xmlns:a16="http://schemas.microsoft.com/office/drawing/2014/main" id="{F6C92575-D511-6CE7-8A17-080402B5F4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666" name="Oval 1541">
                <a:extLst>
                  <a:ext uri="{FF2B5EF4-FFF2-40B4-BE49-F238E27FC236}">
                    <a16:creationId xmlns:a16="http://schemas.microsoft.com/office/drawing/2014/main" id="{9CDE1151-A408-FA2C-8F5B-E3E9215042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7" name="Oval 1542">
                <a:extLst>
                  <a:ext uri="{FF2B5EF4-FFF2-40B4-BE49-F238E27FC236}">
                    <a16:creationId xmlns:a16="http://schemas.microsoft.com/office/drawing/2014/main" id="{7676339A-5493-4241-90E1-98864123CF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8" name="Freeform 1543">
                <a:extLst>
                  <a:ext uri="{FF2B5EF4-FFF2-40B4-BE49-F238E27FC236}">
                    <a16:creationId xmlns:a16="http://schemas.microsoft.com/office/drawing/2014/main" id="{012A1011-E99C-B6ED-8CEB-35AAA392DA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9" name="Freeform 1544">
                <a:extLst>
                  <a:ext uri="{FF2B5EF4-FFF2-40B4-BE49-F238E27FC236}">
                    <a16:creationId xmlns:a16="http://schemas.microsoft.com/office/drawing/2014/main" id="{01CAA0B0-9267-9F7F-9F05-F3B0A38E1F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0" name="Freeform 1545">
                <a:extLst>
                  <a:ext uri="{FF2B5EF4-FFF2-40B4-BE49-F238E27FC236}">
                    <a16:creationId xmlns:a16="http://schemas.microsoft.com/office/drawing/2014/main" id="{9D1C7441-2D36-F74F-C665-F0DB9E1D03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1" name="Oval 1546">
                <a:extLst>
                  <a:ext uri="{FF2B5EF4-FFF2-40B4-BE49-F238E27FC236}">
                    <a16:creationId xmlns:a16="http://schemas.microsoft.com/office/drawing/2014/main" id="{EAB25163-F40E-084D-6258-32B2772AF4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3" name="Group 1547">
              <a:extLst>
                <a:ext uri="{FF2B5EF4-FFF2-40B4-BE49-F238E27FC236}">
                  <a16:creationId xmlns:a16="http://schemas.microsoft.com/office/drawing/2014/main" id="{442B0A78-46CF-5D56-4F10-3AB81806C0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660" name="Oval 1548">
                <a:extLst>
                  <a:ext uri="{FF2B5EF4-FFF2-40B4-BE49-F238E27FC236}">
                    <a16:creationId xmlns:a16="http://schemas.microsoft.com/office/drawing/2014/main" id="{772D245C-3070-BB83-C0DC-443238367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1" name="Oval 1549">
                <a:extLst>
                  <a:ext uri="{FF2B5EF4-FFF2-40B4-BE49-F238E27FC236}">
                    <a16:creationId xmlns:a16="http://schemas.microsoft.com/office/drawing/2014/main" id="{E737A2FB-46DF-95E6-FEBC-34FC8B23BE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2" name="Freeform 1550">
                <a:extLst>
                  <a:ext uri="{FF2B5EF4-FFF2-40B4-BE49-F238E27FC236}">
                    <a16:creationId xmlns:a16="http://schemas.microsoft.com/office/drawing/2014/main" id="{2F65E88D-C0AF-2435-9BBE-212029A42D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3" name="Freeform 1551">
                <a:extLst>
                  <a:ext uri="{FF2B5EF4-FFF2-40B4-BE49-F238E27FC236}">
                    <a16:creationId xmlns:a16="http://schemas.microsoft.com/office/drawing/2014/main" id="{8ED23919-C1FC-893A-7EA3-B5D1452D00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4" name="Freeform 1552">
                <a:extLst>
                  <a:ext uri="{FF2B5EF4-FFF2-40B4-BE49-F238E27FC236}">
                    <a16:creationId xmlns:a16="http://schemas.microsoft.com/office/drawing/2014/main" id="{7853DA42-0413-C9D7-692E-0DCD4A547A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5" name="Oval 1553">
                <a:extLst>
                  <a:ext uri="{FF2B5EF4-FFF2-40B4-BE49-F238E27FC236}">
                    <a16:creationId xmlns:a16="http://schemas.microsoft.com/office/drawing/2014/main" id="{245DC32A-AEE8-9606-2FBD-E05416A5DD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4" name="Group 1554">
              <a:extLst>
                <a:ext uri="{FF2B5EF4-FFF2-40B4-BE49-F238E27FC236}">
                  <a16:creationId xmlns:a16="http://schemas.microsoft.com/office/drawing/2014/main" id="{3A7820D8-491C-FA54-1878-077EE45428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654" name="Oval 1555">
                <a:extLst>
                  <a:ext uri="{FF2B5EF4-FFF2-40B4-BE49-F238E27FC236}">
                    <a16:creationId xmlns:a16="http://schemas.microsoft.com/office/drawing/2014/main" id="{D1B1444E-F52F-38DF-5D8F-DAD2B1D4E4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5" name="Oval 1556">
                <a:extLst>
                  <a:ext uri="{FF2B5EF4-FFF2-40B4-BE49-F238E27FC236}">
                    <a16:creationId xmlns:a16="http://schemas.microsoft.com/office/drawing/2014/main" id="{C0F91B0F-F356-D432-A09D-905615A03E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6" name="Freeform 1557">
                <a:extLst>
                  <a:ext uri="{FF2B5EF4-FFF2-40B4-BE49-F238E27FC236}">
                    <a16:creationId xmlns:a16="http://schemas.microsoft.com/office/drawing/2014/main" id="{B6B2FE6D-4DB8-95D8-B966-1632C5EE3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7" name="Freeform 1558">
                <a:extLst>
                  <a:ext uri="{FF2B5EF4-FFF2-40B4-BE49-F238E27FC236}">
                    <a16:creationId xmlns:a16="http://schemas.microsoft.com/office/drawing/2014/main" id="{866E4979-3AD2-12E6-C781-86E8846D41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8" name="Freeform 1559">
                <a:extLst>
                  <a:ext uri="{FF2B5EF4-FFF2-40B4-BE49-F238E27FC236}">
                    <a16:creationId xmlns:a16="http://schemas.microsoft.com/office/drawing/2014/main" id="{3A089916-F2B0-DF4D-0A46-A2F1EAA190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9" name="Oval 1560">
                <a:extLst>
                  <a:ext uri="{FF2B5EF4-FFF2-40B4-BE49-F238E27FC236}">
                    <a16:creationId xmlns:a16="http://schemas.microsoft.com/office/drawing/2014/main" id="{CDBBA175-729C-4292-0372-5D6AF0FBFA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5" name="Group 1561">
              <a:extLst>
                <a:ext uri="{FF2B5EF4-FFF2-40B4-BE49-F238E27FC236}">
                  <a16:creationId xmlns:a16="http://schemas.microsoft.com/office/drawing/2014/main" id="{1143CFD0-BFAA-AC11-86C8-AE683D30A6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648" name="Oval 1562">
                <a:extLst>
                  <a:ext uri="{FF2B5EF4-FFF2-40B4-BE49-F238E27FC236}">
                    <a16:creationId xmlns:a16="http://schemas.microsoft.com/office/drawing/2014/main" id="{9A41F9C6-32EB-5EA9-AD79-206C74F45F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9" name="Oval 1563">
                <a:extLst>
                  <a:ext uri="{FF2B5EF4-FFF2-40B4-BE49-F238E27FC236}">
                    <a16:creationId xmlns:a16="http://schemas.microsoft.com/office/drawing/2014/main" id="{CD087E85-F2F4-A8E9-17D5-B6FAA51EB8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0" name="Freeform 1564">
                <a:extLst>
                  <a:ext uri="{FF2B5EF4-FFF2-40B4-BE49-F238E27FC236}">
                    <a16:creationId xmlns:a16="http://schemas.microsoft.com/office/drawing/2014/main" id="{4C81F6BE-88FD-3F21-1A98-B78350B560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1" name="Freeform 1565">
                <a:extLst>
                  <a:ext uri="{FF2B5EF4-FFF2-40B4-BE49-F238E27FC236}">
                    <a16:creationId xmlns:a16="http://schemas.microsoft.com/office/drawing/2014/main" id="{EE12A054-F1B2-8B10-4F53-651EADA4A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2" name="Freeform 1566">
                <a:extLst>
                  <a:ext uri="{FF2B5EF4-FFF2-40B4-BE49-F238E27FC236}">
                    <a16:creationId xmlns:a16="http://schemas.microsoft.com/office/drawing/2014/main" id="{51ABBDB5-0194-A720-54C3-585860A1C4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3" name="Oval 1567">
                <a:extLst>
                  <a:ext uri="{FF2B5EF4-FFF2-40B4-BE49-F238E27FC236}">
                    <a16:creationId xmlns:a16="http://schemas.microsoft.com/office/drawing/2014/main" id="{43AE67A2-8D01-0E09-A268-DA8D981B1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6" name="Group 1568">
              <a:extLst>
                <a:ext uri="{FF2B5EF4-FFF2-40B4-BE49-F238E27FC236}">
                  <a16:creationId xmlns:a16="http://schemas.microsoft.com/office/drawing/2014/main" id="{E609096F-A0A4-4F27-E956-29C1C8CBFA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3642" name="Oval 1569">
                <a:extLst>
                  <a:ext uri="{FF2B5EF4-FFF2-40B4-BE49-F238E27FC236}">
                    <a16:creationId xmlns:a16="http://schemas.microsoft.com/office/drawing/2014/main" id="{D6314A24-AD60-D081-31D0-91B076D6CC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3" name="Oval 1570">
                <a:extLst>
                  <a:ext uri="{FF2B5EF4-FFF2-40B4-BE49-F238E27FC236}">
                    <a16:creationId xmlns:a16="http://schemas.microsoft.com/office/drawing/2014/main" id="{EDCD30D4-66D4-4814-222D-02EA0E5C18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44" name="Freeform 1571">
                <a:extLst>
                  <a:ext uri="{FF2B5EF4-FFF2-40B4-BE49-F238E27FC236}">
                    <a16:creationId xmlns:a16="http://schemas.microsoft.com/office/drawing/2014/main" id="{034EE599-D97F-FC42-9242-FD22D172F3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5" name="Freeform 1572">
                <a:extLst>
                  <a:ext uri="{FF2B5EF4-FFF2-40B4-BE49-F238E27FC236}">
                    <a16:creationId xmlns:a16="http://schemas.microsoft.com/office/drawing/2014/main" id="{E51527D6-FD11-C45A-F468-E1C5C57580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6" name="Freeform 1573">
                <a:extLst>
                  <a:ext uri="{FF2B5EF4-FFF2-40B4-BE49-F238E27FC236}">
                    <a16:creationId xmlns:a16="http://schemas.microsoft.com/office/drawing/2014/main" id="{338CA0DD-25D8-141A-A219-8D574A6145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7" name="Oval 1574">
                <a:extLst>
                  <a:ext uri="{FF2B5EF4-FFF2-40B4-BE49-F238E27FC236}">
                    <a16:creationId xmlns:a16="http://schemas.microsoft.com/office/drawing/2014/main" id="{AC9250EB-120A-5B8E-7160-2AA841BDD8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7" name="Group 1575">
              <a:extLst>
                <a:ext uri="{FF2B5EF4-FFF2-40B4-BE49-F238E27FC236}">
                  <a16:creationId xmlns:a16="http://schemas.microsoft.com/office/drawing/2014/main" id="{7B211CDA-C0A0-C50D-5061-4EE89E74DC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3636" name="Oval 1576">
                <a:extLst>
                  <a:ext uri="{FF2B5EF4-FFF2-40B4-BE49-F238E27FC236}">
                    <a16:creationId xmlns:a16="http://schemas.microsoft.com/office/drawing/2014/main" id="{9D8B4BDD-2A00-1E86-FF7A-D8C1D037F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37" name="Oval 1577">
                <a:extLst>
                  <a:ext uri="{FF2B5EF4-FFF2-40B4-BE49-F238E27FC236}">
                    <a16:creationId xmlns:a16="http://schemas.microsoft.com/office/drawing/2014/main" id="{3DEB79D9-7021-D1AB-4A68-9C57CC6DAB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38" name="Freeform 1578">
                <a:extLst>
                  <a:ext uri="{FF2B5EF4-FFF2-40B4-BE49-F238E27FC236}">
                    <a16:creationId xmlns:a16="http://schemas.microsoft.com/office/drawing/2014/main" id="{2B1D16C3-1111-A30E-1E2B-5BFD80D7A7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9" name="Freeform 1579">
                <a:extLst>
                  <a:ext uri="{FF2B5EF4-FFF2-40B4-BE49-F238E27FC236}">
                    <a16:creationId xmlns:a16="http://schemas.microsoft.com/office/drawing/2014/main" id="{1542DEED-1F4F-4ADE-4059-1EADD0B2E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0" name="Freeform 1580">
                <a:extLst>
                  <a:ext uri="{FF2B5EF4-FFF2-40B4-BE49-F238E27FC236}">
                    <a16:creationId xmlns:a16="http://schemas.microsoft.com/office/drawing/2014/main" id="{0A842BB2-FFF5-E745-E147-3D15BFE3FC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1" name="Oval 1581">
                <a:extLst>
                  <a:ext uri="{FF2B5EF4-FFF2-40B4-BE49-F238E27FC236}">
                    <a16:creationId xmlns:a16="http://schemas.microsoft.com/office/drawing/2014/main" id="{44491E9F-1B22-3082-F4EB-626C74EC60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8" name="Group 1582">
              <a:extLst>
                <a:ext uri="{FF2B5EF4-FFF2-40B4-BE49-F238E27FC236}">
                  <a16:creationId xmlns:a16="http://schemas.microsoft.com/office/drawing/2014/main" id="{ADA40484-D021-C722-F023-57CCEDC866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3630" name="Oval 1583">
                <a:extLst>
                  <a:ext uri="{FF2B5EF4-FFF2-40B4-BE49-F238E27FC236}">
                    <a16:creationId xmlns:a16="http://schemas.microsoft.com/office/drawing/2014/main" id="{6C33AB56-8086-C957-6900-D206C8ED7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31" name="Oval 1584">
                <a:extLst>
                  <a:ext uri="{FF2B5EF4-FFF2-40B4-BE49-F238E27FC236}">
                    <a16:creationId xmlns:a16="http://schemas.microsoft.com/office/drawing/2014/main" id="{5A9AA5E0-2AFE-753B-09A8-C9ED905AE5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32" name="Freeform 1585">
                <a:extLst>
                  <a:ext uri="{FF2B5EF4-FFF2-40B4-BE49-F238E27FC236}">
                    <a16:creationId xmlns:a16="http://schemas.microsoft.com/office/drawing/2014/main" id="{A94AB20F-D0F2-E7C3-F49F-4DF8F29EB5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3" name="Freeform 1586">
                <a:extLst>
                  <a:ext uri="{FF2B5EF4-FFF2-40B4-BE49-F238E27FC236}">
                    <a16:creationId xmlns:a16="http://schemas.microsoft.com/office/drawing/2014/main" id="{890A3052-65F9-00EE-2A9C-987A4BF524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4" name="Freeform 1587">
                <a:extLst>
                  <a:ext uri="{FF2B5EF4-FFF2-40B4-BE49-F238E27FC236}">
                    <a16:creationId xmlns:a16="http://schemas.microsoft.com/office/drawing/2014/main" id="{4A07740B-5285-3F5D-C4A9-7AAE4FC32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5" name="Oval 1588">
                <a:extLst>
                  <a:ext uri="{FF2B5EF4-FFF2-40B4-BE49-F238E27FC236}">
                    <a16:creationId xmlns:a16="http://schemas.microsoft.com/office/drawing/2014/main" id="{9E487409-61FB-A035-4967-2F385BF75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09" name="Group 1589">
              <a:extLst>
                <a:ext uri="{FF2B5EF4-FFF2-40B4-BE49-F238E27FC236}">
                  <a16:creationId xmlns:a16="http://schemas.microsoft.com/office/drawing/2014/main" id="{BD3A3D34-99FA-B131-DE37-3CEDD96A34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3624" name="Oval 1590">
                <a:extLst>
                  <a:ext uri="{FF2B5EF4-FFF2-40B4-BE49-F238E27FC236}">
                    <a16:creationId xmlns:a16="http://schemas.microsoft.com/office/drawing/2014/main" id="{03012D5E-266A-FF83-D4E5-BAB1E07EAD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25" name="Oval 1591">
                <a:extLst>
                  <a:ext uri="{FF2B5EF4-FFF2-40B4-BE49-F238E27FC236}">
                    <a16:creationId xmlns:a16="http://schemas.microsoft.com/office/drawing/2014/main" id="{34A436FE-3711-74CB-B28A-DEC154CEC1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26" name="Freeform 1592">
                <a:extLst>
                  <a:ext uri="{FF2B5EF4-FFF2-40B4-BE49-F238E27FC236}">
                    <a16:creationId xmlns:a16="http://schemas.microsoft.com/office/drawing/2014/main" id="{0ACDC5A8-E9BF-1B5A-E3C0-9BB7742B41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7" name="Freeform 1593">
                <a:extLst>
                  <a:ext uri="{FF2B5EF4-FFF2-40B4-BE49-F238E27FC236}">
                    <a16:creationId xmlns:a16="http://schemas.microsoft.com/office/drawing/2014/main" id="{C304EFF1-E0A4-CD81-A782-274E9FB52C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8" name="Freeform 1594">
                <a:extLst>
                  <a:ext uri="{FF2B5EF4-FFF2-40B4-BE49-F238E27FC236}">
                    <a16:creationId xmlns:a16="http://schemas.microsoft.com/office/drawing/2014/main" id="{43437C47-4DF5-82E4-DE36-7764A15CC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9" name="Oval 1595">
                <a:extLst>
                  <a:ext uri="{FF2B5EF4-FFF2-40B4-BE49-F238E27FC236}">
                    <a16:creationId xmlns:a16="http://schemas.microsoft.com/office/drawing/2014/main" id="{AF626934-3526-25AF-1FE2-A794B9C9CF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10" name="Group 1596">
              <a:extLst>
                <a:ext uri="{FF2B5EF4-FFF2-40B4-BE49-F238E27FC236}">
                  <a16:creationId xmlns:a16="http://schemas.microsoft.com/office/drawing/2014/main" id="{EA4E967D-CA68-F97D-5CFC-D3E1711B94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3618" name="Oval 1597">
                <a:extLst>
                  <a:ext uri="{FF2B5EF4-FFF2-40B4-BE49-F238E27FC236}">
                    <a16:creationId xmlns:a16="http://schemas.microsoft.com/office/drawing/2014/main" id="{FF62CBC4-3BDA-2F0B-F33D-29798E3451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19" name="Oval 1598">
                <a:extLst>
                  <a:ext uri="{FF2B5EF4-FFF2-40B4-BE49-F238E27FC236}">
                    <a16:creationId xmlns:a16="http://schemas.microsoft.com/office/drawing/2014/main" id="{84FC894D-B580-7CA9-95C5-9F82847DFC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20" name="Freeform 1599">
                <a:extLst>
                  <a:ext uri="{FF2B5EF4-FFF2-40B4-BE49-F238E27FC236}">
                    <a16:creationId xmlns:a16="http://schemas.microsoft.com/office/drawing/2014/main" id="{2D04972F-38C3-C668-FA4E-41A2942567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1" name="Freeform 1600">
                <a:extLst>
                  <a:ext uri="{FF2B5EF4-FFF2-40B4-BE49-F238E27FC236}">
                    <a16:creationId xmlns:a16="http://schemas.microsoft.com/office/drawing/2014/main" id="{09A7A064-0195-FEB1-4A69-D11BCA742A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2" name="Freeform 1601">
                <a:extLst>
                  <a:ext uri="{FF2B5EF4-FFF2-40B4-BE49-F238E27FC236}">
                    <a16:creationId xmlns:a16="http://schemas.microsoft.com/office/drawing/2014/main" id="{46874E1C-A684-6B75-7141-72580E313C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3" name="Oval 1602">
                <a:extLst>
                  <a:ext uri="{FF2B5EF4-FFF2-40B4-BE49-F238E27FC236}">
                    <a16:creationId xmlns:a16="http://schemas.microsoft.com/office/drawing/2014/main" id="{39AC589B-7040-A29B-E724-D36AC9A20C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11" name="Group 1603">
              <a:extLst>
                <a:ext uri="{FF2B5EF4-FFF2-40B4-BE49-F238E27FC236}">
                  <a16:creationId xmlns:a16="http://schemas.microsoft.com/office/drawing/2014/main" id="{A789F79D-CBF5-CF85-8771-2D04EAA9F5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612" name="Oval 1604">
                <a:extLst>
                  <a:ext uri="{FF2B5EF4-FFF2-40B4-BE49-F238E27FC236}">
                    <a16:creationId xmlns:a16="http://schemas.microsoft.com/office/drawing/2014/main" id="{0B703A29-2BC1-6DF0-B812-1C84D69156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13" name="Oval 1605">
                <a:extLst>
                  <a:ext uri="{FF2B5EF4-FFF2-40B4-BE49-F238E27FC236}">
                    <a16:creationId xmlns:a16="http://schemas.microsoft.com/office/drawing/2014/main" id="{2B5F17AB-60BE-ED18-6D08-53702EF0CC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14" name="Freeform 1606">
                <a:extLst>
                  <a:ext uri="{FF2B5EF4-FFF2-40B4-BE49-F238E27FC236}">
                    <a16:creationId xmlns:a16="http://schemas.microsoft.com/office/drawing/2014/main" id="{85933BD6-A416-75AF-90E7-DA78E3700E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5" name="Freeform 1607">
                <a:extLst>
                  <a:ext uri="{FF2B5EF4-FFF2-40B4-BE49-F238E27FC236}">
                    <a16:creationId xmlns:a16="http://schemas.microsoft.com/office/drawing/2014/main" id="{82B97F3E-3A86-4FF1-3DDD-52BB7BB526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6" name="Freeform 1608">
                <a:extLst>
                  <a:ext uri="{FF2B5EF4-FFF2-40B4-BE49-F238E27FC236}">
                    <a16:creationId xmlns:a16="http://schemas.microsoft.com/office/drawing/2014/main" id="{1C6DF821-DBA5-494A-9636-AEBAC49163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7" name="Oval 1609">
                <a:extLst>
                  <a:ext uri="{FF2B5EF4-FFF2-40B4-BE49-F238E27FC236}">
                    <a16:creationId xmlns:a16="http://schemas.microsoft.com/office/drawing/2014/main" id="{D9E83DB9-4496-4A9E-49A0-8C1B28208E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3804" name="Group 1385">
            <a:extLst>
              <a:ext uri="{FF2B5EF4-FFF2-40B4-BE49-F238E27FC236}">
                <a16:creationId xmlns:a16="http://schemas.microsoft.com/office/drawing/2014/main" id="{CA75C922-3E3B-F00A-88F3-15FF8558E7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08352" y="2791690"/>
            <a:ext cx="2818712" cy="606662"/>
            <a:chOff x="446" y="1196"/>
            <a:chExt cx="1048" cy="312"/>
          </a:xfrm>
        </p:grpSpPr>
        <p:grpSp>
          <p:nvGrpSpPr>
            <p:cNvPr id="3805" name="Group 1386">
              <a:extLst>
                <a:ext uri="{FF2B5EF4-FFF2-40B4-BE49-F238E27FC236}">
                  <a16:creationId xmlns:a16="http://schemas.microsoft.com/office/drawing/2014/main" id="{F17769B2-4780-4BBA-589C-291204EB2A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023" name="Oval 1387">
                <a:extLst>
                  <a:ext uri="{FF2B5EF4-FFF2-40B4-BE49-F238E27FC236}">
                    <a16:creationId xmlns:a16="http://schemas.microsoft.com/office/drawing/2014/main" id="{68872C97-D799-CAC2-E9A3-A1BE426D83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24" name="Oval 1388">
                <a:extLst>
                  <a:ext uri="{FF2B5EF4-FFF2-40B4-BE49-F238E27FC236}">
                    <a16:creationId xmlns:a16="http://schemas.microsoft.com/office/drawing/2014/main" id="{480C1A1F-7F26-A93C-8C67-A63D8FD611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25" name="Freeform 1389">
                <a:extLst>
                  <a:ext uri="{FF2B5EF4-FFF2-40B4-BE49-F238E27FC236}">
                    <a16:creationId xmlns:a16="http://schemas.microsoft.com/office/drawing/2014/main" id="{1694598B-2B78-998A-92C1-D1A878C0C7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6" name="Freeform 1390">
                <a:extLst>
                  <a:ext uri="{FF2B5EF4-FFF2-40B4-BE49-F238E27FC236}">
                    <a16:creationId xmlns:a16="http://schemas.microsoft.com/office/drawing/2014/main" id="{72680A5B-3A30-02B0-62DD-4F3C4E60D1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7" name="Freeform 1391">
                <a:extLst>
                  <a:ext uri="{FF2B5EF4-FFF2-40B4-BE49-F238E27FC236}">
                    <a16:creationId xmlns:a16="http://schemas.microsoft.com/office/drawing/2014/main" id="{2C707737-1565-34AC-CD0D-0C2CC5DC64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8" name="Oval 1392">
                <a:extLst>
                  <a:ext uri="{FF2B5EF4-FFF2-40B4-BE49-F238E27FC236}">
                    <a16:creationId xmlns:a16="http://schemas.microsoft.com/office/drawing/2014/main" id="{D74F7846-B96F-F7F3-B9EE-542E511AA3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06" name="Group 1393">
              <a:extLst>
                <a:ext uri="{FF2B5EF4-FFF2-40B4-BE49-F238E27FC236}">
                  <a16:creationId xmlns:a16="http://schemas.microsoft.com/office/drawing/2014/main" id="{22EAD18A-1828-C168-6C51-2570A8C0E3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017" name="Oval 1394">
                <a:extLst>
                  <a:ext uri="{FF2B5EF4-FFF2-40B4-BE49-F238E27FC236}">
                    <a16:creationId xmlns:a16="http://schemas.microsoft.com/office/drawing/2014/main" id="{EF17274F-3465-37F5-ED1F-9ABB513232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8" name="Oval 1395">
                <a:extLst>
                  <a:ext uri="{FF2B5EF4-FFF2-40B4-BE49-F238E27FC236}">
                    <a16:creationId xmlns:a16="http://schemas.microsoft.com/office/drawing/2014/main" id="{F0FC2289-E52D-F12D-EC26-3000D51FDF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9" name="Freeform 1396">
                <a:extLst>
                  <a:ext uri="{FF2B5EF4-FFF2-40B4-BE49-F238E27FC236}">
                    <a16:creationId xmlns:a16="http://schemas.microsoft.com/office/drawing/2014/main" id="{C5B403BD-CE85-13AD-F082-9F725D131E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0" name="Freeform 1397">
                <a:extLst>
                  <a:ext uri="{FF2B5EF4-FFF2-40B4-BE49-F238E27FC236}">
                    <a16:creationId xmlns:a16="http://schemas.microsoft.com/office/drawing/2014/main" id="{7EE7AB31-BCB7-8C23-DD0F-CC93EADC70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1" name="Freeform 1398">
                <a:extLst>
                  <a:ext uri="{FF2B5EF4-FFF2-40B4-BE49-F238E27FC236}">
                    <a16:creationId xmlns:a16="http://schemas.microsoft.com/office/drawing/2014/main" id="{D0D8738E-C713-1D82-F97C-008E8926E6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2" name="Oval 1399">
                <a:extLst>
                  <a:ext uri="{FF2B5EF4-FFF2-40B4-BE49-F238E27FC236}">
                    <a16:creationId xmlns:a16="http://schemas.microsoft.com/office/drawing/2014/main" id="{55762850-A01B-0088-AB79-F68DF31D82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07" name="Group 1400">
              <a:extLst>
                <a:ext uri="{FF2B5EF4-FFF2-40B4-BE49-F238E27FC236}">
                  <a16:creationId xmlns:a16="http://schemas.microsoft.com/office/drawing/2014/main" id="{32F7EBDB-7931-F764-2821-F48C05CA5F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011" name="Oval 1401">
                <a:extLst>
                  <a:ext uri="{FF2B5EF4-FFF2-40B4-BE49-F238E27FC236}">
                    <a16:creationId xmlns:a16="http://schemas.microsoft.com/office/drawing/2014/main" id="{C790A672-57B7-1654-E702-2C37CEBA5F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2" name="Oval 1402">
                <a:extLst>
                  <a:ext uri="{FF2B5EF4-FFF2-40B4-BE49-F238E27FC236}">
                    <a16:creationId xmlns:a16="http://schemas.microsoft.com/office/drawing/2014/main" id="{F7B784F7-7CE0-2A94-5459-CA7D66BE2A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3" name="Freeform 1403">
                <a:extLst>
                  <a:ext uri="{FF2B5EF4-FFF2-40B4-BE49-F238E27FC236}">
                    <a16:creationId xmlns:a16="http://schemas.microsoft.com/office/drawing/2014/main" id="{50C897D1-47DC-EB82-89C1-AE8894768A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4" name="Freeform 1404">
                <a:extLst>
                  <a:ext uri="{FF2B5EF4-FFF2-40B4-BE49-F238E27FC236}">
                    <a16:creationId xmlns:a16="http://schemas.microsoft.com/office/drawing/2014/main" id="{41E64494-CE90-8017-81B9-A8F5CE610D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5" name="Freeform 1405">
                <a:extLst>
                  <a:ext uri="{FF2B5EF4-FFF2-40B4-BE49-F238E27FC236}">
                    <a16:creationId xmlns:a16="http://schemas.microsoft.com/office/drawing/2014/main" id="{E947A318-CBAC-BB04-15C1-EBEE42E468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6" name="Oval 1406">
                <a:extLst>
                  <a:ext uri="{FF2B5EF4-FFF2-40B4-BE49-F238E27FC236}">
                    <a16:creationId xmlns:a16="http://schemas.microsoft.com/office/drawing/2014/main" id="{698CDCC4-E1C8-501F-C08B-50DEF4DC16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08" name="Group 1407">
              <a:extLst>
                <a:ext uri="{FF2B5EF4-FFF2-40B4-BE49-F238E27FC236}">
                  <a16:creationId xmlns:a16="http://schemas.microsoft.com/office/drawing/2014/main" id="{A1339A7E-0E93-D6D0-0892-750F867139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005" name="Oval 1408">
                <a:extLst>
                  <a:ext uri="{FF2B5EF4-FFF2-40B4-BE49-F238E27FC236}">
                    <a16:creationId xmlns:a16="http://schemas.microsoft.com/office/drawing/2014/main" id="{70DADFF8-2314-793A-D1D7-E4C943C366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6" name="Oval 1409">
                <a:extLst>
                  <a:ext uri="{FF2B5EF4-FFF2-40B4-BE49-F238E27FC236}">
                    <a16:creationId xmlns:a16="http://schemas.microsoft.com/office/drawing/2014/main" id="{378DB372-E2EA-5CC7-C990-E08944C784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7" name="Freeform 1410">
                <a:extLst>
                  <a:ext uri="{FF2B5EF4-FFF2-40B4-BE49-F238E27FC236}">
                    <a16:creationId xmlns:a16="http://schemas.microsoft.com/office/drawing/2014/main" id="{8A9B66D7-F538-9149-DBBD-7B7872BC9E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8" name="Freeform 1411">
                <a:extLst>
                  <a:ext uri="{FF2B5EF4-FFF2-40B4-BE49-F238E27FC236}">
                    <a16:creationId xmlns:a16="http://schemas.microsoft.com/office/drawing/2014/main" id="{57A6F3E6-00CD-5CB0-6BEB-19E8C8B16C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9" name="Freeform 1412">
                <a:extLst>
                  <a:ext uri="{FF2B5EF4-FFF2-40B4-BE49-F238E27FC236}">
                    <a16:creationId xmlns:a16="http://schemas.microsoft.com/office/drawing/2014/main" id="{C17A8359-68A0-1500-0470-118597503A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0" name="Oval 1413">
                <a:extLst>
                  <a:ext uri="{FF2B5EF4-FFF2-40B4-BE49-F238E27FC236}">
                    <a16:creationId xmlns:a16="http://schemas.microsoft.com/office/drawing/2014/main" id="{93367833-CB5C-4378-D61A-03E3EA05F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09" name="Group 1414">
              <a:extLst>
                <a:ext uri="{FF2B5EF4-FFF2-40B4-BE49-F238E27FC236}">
                  <a16:creationId xmlns:a16="http://schemas.microsoft.com/office/drawing/2014/main" id="{00DCA127-B2D1-90F4-099B-0AFA098749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3999" name="Oval 1415">
                <a:extLst>
                  <a:ext uri="{FF2B5EF4-FFF2-40B4-BE49-F238E27FC236}">
                    <a16:creationId xmlns:a16="http://schemas.microsoft.com/office/drawing/2014/main" id="{5B6E7E57-F886-113F-6008-ED5DFE566C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0" name="Oval 1416">
                <a:extLst>
                  <a:ext uri="{FF2B5EF4-FFF2-40B4-BE49-F238E27FC236}">
                    <a16:creationId xmlns:a16="http://schemas.microsoft.com/office/drawing/2014/main" id="{435E0882-E8EC-B375-BD28-8557B6B7A3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01" name="Freeform 1417">
                <a:extLst>
                  <a:ext uri="{FF2B5EF4-FFF2-40B4-BE49-F238E27FC236}">
                    <a16:creationId xmlns:a16="http://schemas.microsoft.com/office/drawing/2014/main" id="{F0BB0C97-E5EE-511C-4FAF-617DC3C45C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2" name="Freeform 1418">
                <a:extLst>
                  <a:ext uri="{FF2B5EF4-FFF2-40B4-BE49-F238E27FC236}">
                    <a16:creationId xmlns:a16="http://schemas.microsoft.com/office/drawing/2014/main" id="{161C67C3-2446-F38B-EEBA-31BCC9CBC3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3" name="Freeform 1419">
                <a:extLst>
                  <a:ext uri="{FF2B5EF4-FFF2-40B4-BE49-F238E27FC236}">
                    <a16:creationId xmlns:a16="http://schemas.microsoft.com/office/drawing/2014/main" id="{4031E85E-7382-78C1-3213-F4C8F4FDF5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4" name="Oval 1420">
                <a:extLst>
                  <a:ext uri="{FF2B5EF4-FFF2-40B4-BE49-F238E27FC236}">
                    <a16:creationId xmlns:a16="http://schemas.microsoft.com/office/drawing/2014/main" id="{C589080E-6881-6E13-5C43-6849540F1F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0" name="Group 1421">
              <a:extLst>
                <a:ext uri="{FF2B5EF4-FFF2-40B4-BE49-F238E27FC236}">
                  <a16:creationId xmlns:a16="http://schemas.microsoft.com/office/drawing/2014/main" id="{363F3B7A-2992-729C-1863-5A3E8AF4B0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3993" name="Oval 1422">
                <a:extLst>
                  <a:ext uri="{FF2B5EF4-FFF2-40B4-BE49-F238E27FC236}">
                    <a16:creationId xmlns:a16="http://schemas.microsoft.com/office/drawing/2014/main" id="{FA295C10-B0E6-201F-0992-7ABC012A8B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94" name="Oval 1423">
                <a:extLst>
                  <a:ext uri="{FF2B5EF4-FFF2-40B4-BE49-F238E27FC236}">
                    <a16:creationId xmlns:a16="http://schemas.microsoft.com/office/drawing/2014/main" id="{24050916-A513-2DA1-96D5-4601AAA561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95" name="Freeform 1424">
                <a:extLst>
                  <a:ext uri="{FF2B5EF4-FFF2-40B4-BE49-F238E27FC236}">
                    <a16:creationId xmlns:a16="http://schemas.microsoft.com/office/drawing/2014/main" id="{500C1C43-38F1-788F-BEE6-A92CDFD05C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" name="Freeform 1425">
                <a:extLst>
                  <a:ext uri="{FF2B5EF4-FFF2-40B4-BE49-F238E27FC236}">
                    <a16:creationId xmlns:a16="http://schemas.microsoft.com/office/drawing/2014/main" id="{FC3900A3-068B-502C-47C4-84A4C5914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" name="Freeform 1426">
                <a:extLst>
                  <a:ext uri="{FF2B5EF4-FFF2-40B4-BE49-F238E27FC236}">
                    <a16:creationId xmlns:a16="http://schemas.microsoft.com/office/drawing/2014/main" id="{46292D69-3513-0B4C-35D5-8B9EC14543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8" name="Oval 1427">
                <a:extLst>
                  <a:ext uri="{FF2B5EF4-FFF2-40B4-BE49-F238E27FC236}">
                    <a16:creationId xmlns:a16="http://schemas.microsoft.com/office/drawing/2014/main" id="{8BB1651D-E521-C85F-8B8A-C00923E0F4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1" name="Group 1428">
              <a:extLst>
                <a:ext uri="{FF2B5EF4-FFF2-40B4-BE49-F238E27FC236}">
                  <a16:creationId xmlns:a16="http://schemas.microsoft.com/office/drawing/2014/main" id="{D5EECF0D-54FB-1BF8-EBA6-1FB64DAD80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3987" name="Oval 1429">
                <a:extLst>
                  <a:ext uri="{FF2B5EF4-FFF2-40B4-BE49-F238E27FC236}">
                    <a16:creationId xmlns:a16="http://schemas.microsoft.com/office/drawing/2014/main" id="{7E5EA869-55EE-063D-94C8-63AE16CEC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88" name="Oval 1430">
                <a:extLst>
                  <a:ext uri="{FF2B5EF4-FFF2-40B4-BE49-F238E27FC236}">
                    <a16:creationId xmlns:a16="http://schemas.microsoft.com/office/drawing/2014/main" id="{B65824F7-717C-4C86-C30B-DC05BAD9EC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89" name="Freeform 1431">
                <a:extLst>
                  <a:ext uri="{FF2B5EF4-FFF2-40B4-BE49-F238E27FC236}">
                    <a16:creationId xmlns:a16="http://schemas.microsoft.com/office/drawing/2014/main" id="{BC7145E5-3A9D-D1E5-4ABF-3C7BD5C23C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0" name="Freeform 1432">
                <a:extLst>
                  <a:ext uri="{FF2B5EF4-FFF2-40B4-BE49-F238E27FC236}">
                    <a16:creationId xmlns:a16="http://schemas.microsoft.com/office/drawing/2014/main" id="{C53E3D3B-D7C9-4166-45B6-82E71F4615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1" name="Freeform 1433">
                <a:extLst>
                  <a:ext uri="{FF2B5EF4-FFF2-40B4-BE49-F238E27FC236}">
                    <a16:creationId xmlns:a16="http://schemas.microsoft.com/office/drawing/2014/main" id="{F704D335-E576-D4E6-BF5C-47CCEAED01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2" name="Oval 1434">
                <a:extLst>
                  <a:ext uri="{FF2B5EF4-FFF2-40B4-BE49-F238E27FC236}">
                    <a16:creationId xmlns:a16="http://schemas.microsoft.com/office/drawing/2014/main" id="{CC68EF48-94C8-E1E4-29F7-A5E48B82F4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2" name="Group 1435">
              <a:extLst>
                <a:ext uri="{FF2B5EF4-FFF2-40B4-BE49-F238E27FC236}">
                  <a16:creationId xmlns:a16="http://schemas.microsoft.com/office/drawing/2014/main" id="{8CAB1460-80E4-1BEE-762C-6BB9CB598C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3981" name="Oval 1436">
                <a:extLst>
                  <a:ext uri="{FF2B5EF4-FFF2-40B4-BE49-F238E27FC236}">
                    <a16:creationId xmlns:a16="http://schemas.microsoft.com/office/drawing/2014/main" id="{D5D447BB-5754-EFDB-8B6A-DD3814554D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82" name="Oval 1437">
                <a:extLst>
                  <a:ext uri="{FF2B5EF4-FFF2-40B4-BE49-F238E27FC236}">
                    <a16:creationId xmlns:a16="http://schemas.microsoft.com/office/drawing/2014/main" id="{8BF167A8-74EA-6B80-4E0F-773D4D1EC4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83" name="Freeform 1438">
                <a:extLst>
                  <a:ext uri="{FF2B5EF4-FFF2-40B4-BE49-F238E27FC236}">
                    <a16:creationId xmlns:a16="http://schemas.microsoft.com/office/drawing/2014/main" id="{AD502DAA-E55A-0020-D781-C9ED5F13C8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4" name="Freeform 1439">
                <a:extLst>
                  <a:ext uri="{FF2B5EF4-FFF2-40B4-BE49-F238E27FC236}">
                    <a16:creationId xmlns:a16="http://schemas.microsoft.com/office/drawing/2014/main" id="{6FB1E343-F7D8-88CC-6BE9-55693F9EC5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5" name="Freeform 1440">
                <a:extLst>
                  <a:ext uri="{FF2B5EF4-FFF2-40B4-BE49-F238E27FC236}">
                    <a16:creationId xmlns:a16="http://schemas.microsoft.com/office/drawing/2014/main" id="{81752720-C362-2DD0-0CFC-056A24D436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6" name="Oval 1441">
                <a:extLst>
                  <a:ext uri="{FF2B5EF4-FFF2-40B4-BE49-F238E27FC236}">
                    <a16:creationId xmlns:a16="http://schemas.microsoft.com/office/drawing/2014/main" id="{529116FC-9248-E705-245D-9D456F45BC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3" name="Group 1442">
              <a:extLst>
                <a:ext uri="{FF2B5EF4-FFF2-40B4-BE49-F238E27FC236}">
                  <a16:creationId xmlns:a16="http://schemas.microsoft.com/office/drawing/2014/main" id="{0E89705F-E5A5-D81A-8566-45EE0F397D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3975" name="Oval 1443">
                <a:extLst>
                  <a:ext uri="{FF2B5EF4-FFF2-40B4-BE49-F238E27FC236}">
                    <a16:creationId xmlns:a16="http://schemas.microsoft.com/office/drawing/2014/main" id="{E9D32E77-9F5C-D638-6766-CFA0A127F9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76" name="Oval 1444">
                <a:extLst>
                  <a:ext uri="{FF2B5EF4-FFF2-40B4-BE49-F238E27FC236}">
                    <a16:creationId xmlns:a16="http://schemas.microsoft.com/office/drawing/2014/main" id="{1330CAAC-D8D3-45F6-1C1F-1A1928CBF4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77" name="Freeform 1445">
                <a:extLst>
                  <a:ext uri="{FF2B5EF4-FFF2-40B4-BE49-F238E27FC236}">
                    <a16:creationId xmlns:a16="http://schemas.microsoft.com/office/drawing/2014/main" id="{20CA6593-5FCD-C014-012E-55A7141B8A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8" name="Freeform 1446">
                <a:extLst>
                  <a:ext uri="{FF2B5EF4-FFF2-40B4-BE49-F238E27FC236}">
                    <a16:creationId xmlns:a16="http://schemas.microsoft.com/office/drawing/2014/main" id="{20FFB3F9-2DD3-17EC-659E-A5477DBE0A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9" name="Freeform 1447">
                <a:extLst>
                  <a:ext uri="{FF2B5EF4-FFF2-40B4-BE49-F238E27FC236}">
                    <a16:creationId xmlns:a16="http://schemas.microsoft.com/office/drawing/2014/main" id="{F754D2F2-A6C3-40C5-A5A1-DC55D92B01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0" name="Oval 1448">
                <a:extLst>
                  <a:ext uri="{FF2B5EF4-FFF2-40B4-BE49-F238E27FC236}">
                    <a16:creationId xmlns:a16="http://schemas.microsoft.com/office/drawing/2014/main" id="{88C2A9CD-2F94-4019-E894-4185E33709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4" name="Group 1449">
              <a:extLst>
                <a:ext uri="{FF2B5EF4-FFF2-40B4-BE49-F238E27FC236}">
                  <a16:creationId xmlns:a16="http://schemas.microsoft.com/office/drawing/2014/main" id="{588986FB-1633-6FBA-06EC-34E07DE377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69" name="Oval 1450">
                <a:extLst>
                  <a:ext uri="{FF2B5EF4-FFF2-40B4-BE49-F238E27FC236}">
                    <a16:creationId xmlns:a16="http://schemas.microsoft.com/office/drawing/2014/main" id="{65B87204-BDE2-79BF-340C-6C99458E80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70" name="Oval 1451">
                <a:extLst>
                  <a:ext uri="{FF2B5EF4-FFF2-40B4-BE49-F238E27FC236}">
                    <a16:creationId xmlns:a16="http://schemas.microsoft.com/office/drawing/2014/main" id="{8B8CFDA7-3CFB-B9FD-C9A9-EF08C319DA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71" name="Freeform 1452">
                <a:extLst>
                  <a:ext uri="{FF2B5EF4-FFF2-40B4-BE49-F238E27FC236}">
                    <a16:creationId xmlns:a16="http://schemas.microsoft.com/office/drawing/2014/main" id="{1AE6A966-D351-CC26-A9A0-95F489D4AD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2" name="Freeform 1453">
                <a:extLst>
                  <a:ext uri="{FF2B5EF4-FFF2-40B4-BE49-F238E27FC236}">
                    <a16:creationId xmlns:a16="http://schemas.microsoft.com/office/drawing/2014/main" id="{06FC8D85-2E8C-5A08-5584-6162C05328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3" name="Freeform 1454">
                <a:extLst>
                  <a:ext uri="{FF2B5EF4-FFF2-40B4-BE49-F238E27FC236}">
                    <a16:creationId xmlns:a16="http://schemas.microsoft.com/office/drawing/2014/main" id="{D8CF2DB6-947A-5244-DFF6-CDCA781020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4" name="Oval 1455">
                <a:extLst>
                  <a:ext uri="{FF2B5EF4-FFF2-40B4-BE49-F238E27FC236}">
                    <a16:creationId xmlns:a16="http://schemas.microsoft.com/office/drawing/2014/main" id="{349139B6-7AAB-F3C3-B63B-C5BD934364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5" name="Group 1456">
              <a:extLst>
                <a:ext uri="{FF2B5EF4-FFF2-40B4-BE49-F238E27FC236}">
                  <a16:creationId xmlns:a16="http://schemas.microsoft.com/office/drawing/2014/main" id="{214AE651-F483-A64A-A9CA-F1AB88F84C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963" name="Oval 1457">
                <a:extLst>
                  <a:ext uri="{FF2B5EF4-FFF2-40B4-BE49-F238E27FC236}">
                    <a16:creationId xmlns:a16="http://schemas.microsoft.com/office/drawing/2014/main" id="{75AEDDAE-4274-5806-A3F5-E67905138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64" name="Oval 1458">
                <a:extLst>
                  <a:ext uri="{FF2B5EF4-FFF2-40B4-BE49-F238E27FC236}">
                    <a16:creationId xmlns:a16="http://schemas.microsoft.com/office/drawing/2014/main" id="{30DB5983-A3DB-435F-1DE5-AF32BC87B1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65" name="Freeform 1459">
                <a:extLst>
                  <a:ext uri="{FF2B5EF4-FFF2-40B4-BE49-F238E27FC236}">
                    <a16:creationId xmlns:a16="http://schemas.microsoft.com/office/drawing/2014/main" id="{F5FA445D-8809-4EDD-240F-F9F006F27D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6" name="Freeform 1460">
                <a:extLst>
                  <a:ext uri="{FF2B5EF4-FFF2-40B4-BE49-F238E27FC236}">
                    <a16:creationId xmlns:a16="http://schemas.microsoft.com/office/drawing/2014/main" id="{33068C50-95B5-DAB2-8674-A50F938CB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7" name="Freeform 1461">
                <a:extLst>
                  <a:ext uri="{FF2B5EF4-FFF2-40B4-BE49-F238E27FC236}">
                    <a16:creationId xmlns:a16="http://schemas.microsoft.com/office/drawing/2014/main" id="{9AC08729-4B6E-37B9-8477-A1DBFFD2DC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8" name="Oval 1462">
                <a:extLst>
                  <a:ext uri="{FF2B5EF4-FFF2-40B4-BE49-F238E27FC236}">
                    <a16:creationId xmlns:a16="http://schemas.microsoft.com/office/drawing/2014/main" id="{5E5AF4CB-B7E8-58BA-5841-ADACC0EA5D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6" name="Group 1463">
              <a:extLst>
                <a:ext uri="{FF2B5EF4-FFF2-40B4-BE49-F238E27FC236}">
                  <a16:creationId xmlns:a16="http://schemas.microsoft.com/office/drawing/2014/main" id="{CFDBDA2E-1A9D-FF25-C6BD-9F9781F26E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957" name="Oval 1464">
                <a:extLst>
                  <a:ext uri="{FF2B5EF4-FFF2-40B4-BE49-F238E27FC236}">
                    <a16:creationId xmlns:a16="http://schemas.microsoft.com/office/drawing/2014/main" id="{BE733E8B-DCF1-AAAC-E2FE-6974BF68AF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8" name="Oval 1465">
                <a:extLst>
                  <a:ext uri="{FF2B5EF4-FFF2-40B4-BE49-F238E27FC236}">
                    <a16:creationId xmlns:a16="http://schemas.microsoft.com/office/drawing/2014/main" id="{BF7952B5-506F-3D4F-0AF9-6EC22E2817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9" name="Freeform 1466">
                <a:extLst>
                  <a:ext uri="{FF2B5EF4-FFF2-40B4-BE49-F238E27FC236}">
                    <a16:creationId xmlns:a16="http://schemas.microsoft.com/office/drawing/2014/main" id="{5B3A699D-C00A-0F17-8752-11AC12568C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0" name="Freeform 1467">
                <a:extLst>
                  <a:ext uri="{FF2B5EF4-FFF2-40B4-BE49-F238E27FC236}">
                    <a16:creationId xmlns:a16="http://schemas.microsoft.com/office/drawing/2014/main" id="{9A617500-65FA-6DF6-F91E-EC6E4238D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1" name="Freeform 1468">
                <a:extLst>
                  <a:ext uri="{FF2B5EF4-FFF2-40B4-BE49-F238E27FC236}">
                    <a16:creationId xmlns:a16="http://schemas.microsoft.com/office/drawing/2014/main" id="{9E058B4C-F26B-2B3D-2F28-61330B625F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2" name="Oval 1469">
                <a:extLst>
                  <a:ext uri="{FF2B5EF4-FFF2-40B4-BE49-F238E27FC236}">
                    <a16:creationId xmlns:a16="http://schemas.microsoft.com/office/drawing/2014/main" id="{198E342E-9C37-1305-72A1-FB244D41D0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7" name="Group 1470">
              <a:extLst>
                <a:ext uri="{FF2B5EF4-FFF2-40B4-BE49-F238E27FC236}">
                  <a16:creationId xmlns:a16="http://schemas.microsoft.com/office/drawing/2014/main" id="{EDF90D23-B722-71BD-D8AB-F9E321A2E6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951" name="Oval 1471">
                <a:extLst>
                  <a:ext uri="{FF2B5EF4-FFF2-40B4-BE49-F238E27FC236}">
                    <a16:creationId xmlns:a16="http://schemas.microsoft.com/office/drawing/2014/main" id="{CA4B4397-2878-44A4-4509-53319BD1F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2" name="Oval 1472">
                <a:extLst>
                  <a:ext uri="{FF2B5EF4-FFF2-40B4-BE49-F238E27FC236}">
                    <a16:creationId xmlns:a16="http://schemas.microsoft.com/office/drawing/2014/main" id="{D3A0829B-7BAC-F10B-7995-839055893C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3" name="Freeform 1473">
                <a:extLst>
                  <a:ext uri="{FF2B5EF4-FFF2-40B4-BE49-F238E27FC236}">
                    <a16:creationId xmlns:a16="http://schemas.microsoft.com/office/drawing/2014/main" id="{8079B312-C701-BFD4-5051-BCE2E9046B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4" name="Freeform 1474">
                <a:extLst>
                  <a:ext uri="{FF2B5EF4-FFF2-40B4-BE49-F238E27FC236}">
                    <a16:creationId xmlns:a16="http://schemas.microsoft.com/office/drawing/2014/main" id="{DA255B21-967E-2E30-674D-815B7A78E1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5" name="Freeform 1475">
                <a:extLst>
                  <a:ext uri="{FF2B5EF4-FFF2-40B4-BE49-F238E27FC236}">
                    <a16:creationId xmlns:a16="http://schemas.microsoft.com/office/drawing/2014/main" id="{18B02107-A60C-1176-26E7-365BFB9A85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6" name="Oval 1476">
                <a:extLst>
                  <a:ext uri="{FF2B5EF4-FFF2-40B4-BE49-F238E27FC236}">
                    <a16:creationId xmlns:a16="http://schemas.microsoft.com/office/drawing/2014/main" id="{D300CCEF-4942-CB6F-1CF5-5700DE757B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8" name="Group 1477">
              <a:extLst>
                <a:ext uri="{FF2B5EF4-FFF2-40B4-BE49-F238E27FC236}">
                  <a16:creationId xmlns:a16="http://schemas.microsoft.com/office/drawing/2014/main" id="{507D1C60-C901-1283-ADB8-5A39B91779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945" name="Oval 1478">
                <a:extLst>
                  <a:ext uri="{FF2B5EF4-FFF2-40B4-BE49-F238E27FC236}">
                    <a16:creationId xmlns:a16="http://schemas.microsoft.com/office/drawing/2014/main" id="{3F45FD18-ABFB-4C8C-C0CA-07C107675C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6" name="Oval 1479">
                <a:extLst>
                  <a:ext uri="{FF2B5EF4-FFF2-40B4-BE49-F238E27FC236}">
                    <a16:creationId xmlns:a16="http://schemas.microsoft.com/office/drawing/2014/main" id="{2E021ADF-8E36-CD64-6517-F14AA98E36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7" name="Freeform 1480">
                <a:extLst>
                  <a:ext uri="{FF2B5EF4-FFF2-40B4-BE49-F238E27FC236}">
                    <a16:creationId xmlns:a16="http://schemas.microsoft.com/office/drawing/2014/main" id="{8B526911-98D5-369E-2B1F-D847CCD394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8" name="Freeform 1481">
                <a:extLst>
                  <a:ext uri="{FF2B5EF4-FFF2-40B4-BE49-F238E27FC236}">
                    <a16:creationId xmlns:a16="http://schemas.microsoft.com/office/drawing/2014/main" id="{596FA054-6BFD-54C1-EB23-DCDEBA4209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9" name="Freeform 1482">
                <a:extLst>
                  <a:ext uri="{FF2B5EF4-FFF2-40B4-BE49-F238E27FC236}">
                    <a16:creationId xmlns:a16="http://schemas.microsoft.com/office/drawing/2014/main" id="{D225DEEC-02ED-C5AF-6072-21C2670AC3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0" name="Oval 1483">
                <a:extLst>
                  <a:ext uri="{FF2B5EF4-FFF2-40B4-BE49-F238E27FC236}">
                    <a16:creationId xmlns:a16="http://schemas.microsoft.com/office/drawing/2014/main" id="{7C52C5FD-7376-26FB-EA76-D05CAF91FE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19" name="Group 1484">
              <a:extLst>
                <a:ext uri="{FF2B5EF4-FFF2-40B4-BE49-F238E27FC236}">
                  <a16:creationId xmlns:a16="http://schemas.microsoft.com/office/drawing/2014/main" id="{3B720384-2FA6-54AF-2C28-49DDD04C7B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939" name="Oval 1485">
                <a:extLst>
                  <a:ext uri="{FF2B5EF4-FFF2-40B4-BE49-F238E27FC236}">
                    <a16:creationId xmlns:a16="http://schemas.microsoft.com/office/drawing/2014/main" id="{60B69BBF-31C3-3D8F-BBC6-B7888A4AE9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0" name="Oval 1486">
                <a:extLst>
                  <a:ext uri="{FF2B5EF4-FFF2-40B4-BE49-F238E27FC236}">
                    <a16:creationId xmlns:a16="http://schemas.microsoft.com/office/drawing/2014/main" id="{D6F22DE2-45F3-8354-B864-6B45853276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41" name="Freeform 1487">
                <a:extLst>
                  <a:ext uri="{FF2B5EF4-FFF2-40B4-BE49-F238E27FC236}">
                    <a16:creationId xmlns:a16="http://schemas.microsoft.com/office/drawing/2014/main" id="{197E228F-3AE9-1EC3-218B-EE541AB202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2" name="Freeform 1488">
                <a:extLst>
                  <a:ext uri="{FF2B5EF4-FFF2-40B4-BE49-F238E27FC236}">
                    <a16:creationId xmlns:a16="http://schemas.microsoft.com/office/drawing/2014/main" id="{3E86F872-0857-8AEA-32C6-5C45925E05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3" name="Freeform 1489">
                <a:extLst>
                  <a:ext uri="{FF2B5EF4-FFF2-40B4-BE49-F238E27FC236}">
                    <a16:creationId xmlns:a16="http://schemas.microsoft.com/office/drawing/2014/main" id="{AC9A52D3-7051-B035-9409-F6742D0A9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4" name="Oval 1490">
                <a:extLst>
                  <a:ext uri="{FF2B5EF4-FFF2-40B4-BE49-F238E27FC236}">
                    <a16:creationId xmlns:a16="http://schemas.microsoft.com/office/drawing/2014/main" id="{59F55F4B-B3CA-334D-F572-DDB576FE4E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0" name="Group 1491">
              <a:extLst>
                <a:ext uri="{FF2B5EF4-FFF2-40B4-BE49-F238E27FC236}">
                  <a16:creationId xmlns:a16="http://schemas.microsoft.com/office/drawing/2014/main" id="{2317AC3B-EF11-DF05-DBA7-8F0E8F10DF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933" name="Oval 1492">
                <a:extLst>
                  <a:ext uri="{FF2B5EF4-FFF2-40B4-BE49-F238E27FC236}">
                    <a16:creationId xmlns:a16="http://schemas.microsoft.com/office/drawing/2014/main" id="{0B60286B-6E03-42BD-93FD-DD10070E57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34" name="Oval 1493">
                <a:extLst>
                  <a:ext uri="{FF2B5EF4-FFF2-40B4-BE49-F238E27FC236}">
                    <a16:creationId xmlns:a16="http://schemas.microsoft.com/office/drawing/2014/main" id="{DF8E7AB2-2350-8421-22DE-5777918BE2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35" name="Freeform 1494">
                <a:extLst>
                  <a:ext uri="{FF2B5EF4-FFF2-40B4-BE49-F238E27FC236}">
                    <a16:creationId xmlns:a16="http://schemas.microsoft.com/office/drawing/2014/main" id="{E88F8D3D-6F02-0133-4A5B-CEABEE5E45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6" name="Freeform 1495">
                <a:extLst>
                  <a:ext uri="{FF2B5EF4-FFF2-40B4-BE49-F238E27FC236}">
                    <a16:creationId xmlns:a16="http://schemas.microsoft.com/office/drawing/2014/main" id="{145F1B72-2D86-E69A-B8E8-2DBD48A9F0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7" name="Freeform 1496">
                <a:extLst>
                  <a:ext uri="{FF2B5EF4-FFF2-40B4-BE49-F238E27FC236}">
                    <a16:creationId xmlns:a16="http://schemas.microsoft.com/office/drawing/2014/main" id="{4475CB34-5D84-D2C0-97D3-B9E0692600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8" name="Oval 1497">
                <a:extLst>
                  <a:ext uri="{FF2B5EF4-FFF2-40B4-BE49-F238E27FC236}">
                    <a16:creationId xmlns:a16="http://schemas.microsoft.com/office/drawing/2014/main" id="{B32581BB-A7EB-B6CC-1A95-62945C9A91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1" name="Group 1498">
              <a:extLst>
                <a:ext uri="{FF2B5EF4-FFF2-40B4-BE49-F238E27FC236}">
                  <a16:creationId xmlns:a16="http://schemas.microsoft.com/office/drawing/2014/main" id="{5249263D-47B1-6FFA-D0AE-4DB4FE3915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927" name="Oval 1499">
                <a:extLst>
                  <a:ext uri="{FF2B5EF4-FFF2-40B4-BE49-F238E27FC236}">
                    <a16:creationId xmlns:a16="http://schemas.microsoft.com/office/drawing/2014/main" id="{8A60D665-1801-B393-A4A9-BB8FC332C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28" name="Oval 1500">
                <a:extLst>
                  <a:ext uri="{FF2B5EF4-FFF2-40B4-BE49-F238E27FC236}">
                    <a16:creationId xmlns:a16="http://schemas.microsoft.com/office/drawing/2014/main" id="{74072EA6-C851-8AA7-505B-71886E628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29" name="Freeform 1501">
                <a:extLst>
                  <a:ext uri="{FF2B5EF4-FFF2-40B4-BE49-F238E27FC236}">
                    <a16:creationId xmlns:a16="http://schemas.microsoft.com/office/drawing/2014/main" id="{B0719680-81B8-065F-CB87-4CD4E383C8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0" name="Freeform 1502">
                <a:extLst>
                  <a:ext uri="{FF2B5EF4-FFF2-40B4-BE49-F238E27FC236}">
                    <a16:creationId xmlns:a16="http://schemas.microsoft.com/office/drawing/2014/main" id="{56A83FE3-9298-3E05-40ED-CDC7C62AA8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1" name="Freeform 1503">
                <a:extLst>
                  <a:ext uri="{FF2B5EF4-FFF2-40B4-BE49-F238E27FC236}">
                    <a16:creationId xmlns:a16="http://schemas.microsoft.com/office/drawing/2014/main" id="{9AF4A60F-C8BF-0EEE-47BA-2BEE5A86D9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2" name="Oval 1504">
                <a:extLst>
                  <a:ext uri="{FF2B5EF4-FFF2-40B4-BE49-F238E27FC236}">
                    <a16:creationId xmlns:a16="http://schemas.microsoft.com/office/drawing/2014/main" id="{E95305CA-CEA5-152E-16DB-45F313B43D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2" name="Group 1505">
              <a:extLst>
                <a:ext uri="{FF2B5EF4-FFF2-40B4-BE49-F238E27FC236}">
                  <a16:creationId xmlns:a16="http://schemas.microsoft.com/office/drawing/2014/main" id="{8FB58E81-8834-22A9-E708-C30F7195ED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921" name="Oval 1506">
                <a:extLst>
                  <a:ext uri="{FF2B5EF4-FFF2-40B4-BE49-F238E27FC236}">
                    <a16:creationId xmlns:a16="http://schemas.microsoft.com/office/drawing/2014/main" id="{6D91FA6C-4A48-5D9A-B105-80E0BD3B35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22" name="Oval 1507">
                <a:extLst>
                  <a:ext uri="{FF2B5EF4-FFF2-40B4-BE49-F238E27FC236}">
                    <a16:creationId xmlns:a16="http://schemas.microsoft.com/office/drawing/2014/main" id="{EE9A0E3C-91B5-05A3-A105-10CD7AC89F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23" name="Freeform 1508">
                <a:extLst>
                  <a:ext uri="{FF2B5EF4-FFF2-40B4-BE49-F238E27FC236}">
                    <a16:creationId xmlns:a16="http://schemas.microsoft.com/office/drawing/2014/main" id="{0E38F43F-2BB4-DD3D-418B-3019681353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4" name="Freeform 1509">
                <a:extLst>
                  <a:ext uri="{FF2B5EF4-FFF2-40B4-BE49-F238E27FC236}">
                    <a16:creationId xmlns:a16="http://schemas.microsoft.com/office/drawing/2014/main" id="{DCB37062-BAB6-0166-7104-4FBF75D980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5" name="Freeform 1510">
                <a:extLst>
                  <a:ext uri="{FF2B5EF4-FFF2-40B4-BE49-F238E27FC236}">
                    <a16:creationId xmlns:a16="http://schemas.microsoft.com/office/drawing/2014/main" id="{945C3BE7-0E30-E617-E97D-049F23B46B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6" name="Oval 1511">
                <a:extLst>
                  <a:ext uri="{FF2B5EF4-FFF2-40B4-BE49-F238E27FC236}">
                    <a16:creationId xmlns:a16="http://schemas.microsoft.com/office/drawing/2014/main" id="{18917E17-CFE9-9C4B-5DE5-23FB9EBDA1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3" name="Group 1512">
              <a:extLst>
                <a:ext uri="{FF2B5EF4-FFF2-40B4-BE49-F238E27FC236}">
                  <a16:creationId xmlns:a16="http://schemas.microsoft.com/office/drawing/2014/main" id="{5C3815A3-AB8A-93C8-0DBA-2576EAFFE1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915" name="Oval 1513">
                <a:extLst>
                  <a:ext uri="{FF2B5EF4-FFF2-40B4-BE49-F238E27FC236}">
                    <a16:creationId xmlns:a16="http://schemas.microsoft.com/office/drawing/2014/main" id="{77AADE9F-EC2B-A704-D57F-D6C7379F8E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16" name="Oval 1514">
                <a:extLst>
                  <a:ext uri="{FF2B5EF4-FFF2-40B4-BE49-F238E27FC236}">
                    <a16:creationId xmlns:a16="http://schemas.microsoft.com/office/drawing/2014/main" id="{14D6241F-50CC-5CFA-9B09-CB342FF044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17" name="Freeform 1515">
                <a:extLst>
                  <a:ext uri="{FF2B5EF4-FFF2-40B4-BE49-F238E27FC236}">
                    <a16:creationId xmlns:a16="http://schemas.microsoft.com/office/drawing/2014/main" id="{186E7E95-C326-C951-A7B6-40C83CF675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8" name="Freeform 1516">
                <a:extLst>
                  <a:ext uri="{FF2B5EF4-FFF2-40B4-BE49-F238E27FC236}">
                    <a16:creationId xmlns:a16="http://schemas.microsoft.com/office/drawing/2014/main" id="{9EF82C89-C93F-59A7-5DC6-564DA94DBE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9" name="Freeform 1517">
                <a:extLst>
                  <a:ext uri="{FF2B5EF4-FFF2-40B4-BE49-F238E27FC236}">
                    <a16:creationId xmlns:a16="http://schemas.microsoft.com/office/drawing/2014/main" id="{118A744A-6087-FEA6-E4D1-794EF04FFD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0" name="Oval 1518">
                <a:extLst>
                  <a:ext uri="{FF2B5EF4-FFF2-40B4-BE49-F238E27FC236}">
                    <a16:creationId xmlns:a16="http://schemas.microsoft.com/office/drawing/2014/main" id="{A9C2F932-D949-B01A-10F4-4E4C475B4A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4" name="Group 1519">
              <a:extLst>
                <a:ext uri="{FF2B5EF4-FFF2-40B4-BE49-F238E27FC236}">
                  <a16:creationId xmlns:a16="http://schemas.microsoft.com/office/drawing/2014/main" id="{9B0DC3EC-1F11-AB19-3308-023582AF0C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909" name="Oval 1520">
                <a:extLst>
                  <a:ext uri="{FF2B5EF4-FFF2-40B4-BE49-F238E27FC236}">
                    <a16:creationId xmlns:a16="http://schemas.microsoft.com/office/drawing/2014/main" id="{400E10FB-7AD4-4D09-3AD1-21F6D9F005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10" name="Oval 1521">
                <a:extLst>
                  <a:ext uri="{FF2B5EF4-FFF2-40B4-BE49-F238E27FC236}">
                    <a16:creationId xmlns:a16="http://schemas.microsoft.com/office/drawing/2014/main" id="{C61285EA-B8E2-09CE-84A6-8E2B579F4C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11" name="Freeform 1522">
                <a:extLst>
                  <a:ext uri="{FF2B5EF4-FFF2-40B4-BE49-F238E27FC236}">
                    <a16:creationId xmlns:a16="http://schemas.microsoft.com/office/drawing/2014/main" id="{F8CB970C-69E9-6DBB-FA79-5F876A4FB7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2" name="Freeform 1523">
                <a:extLst>
                  <a:ext uri="{FF2B5EF4-FFF2-40B4-BE49-F238E27FC236}">
                    <a16:creationId xmlns:a16="http://schemas.microsoft.com/office/drawing/2014/main" id="{4A6DC86F-5EB1-DFA4-ECEB-FAA9CE709F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3" name="Freeform 1524">
                <a:extLst>
                  <a:ext uri="{FF2B5EF4-FFF2-40B4-BE49-F238E27FC236}">
                    <a16:creationId xmlns:a16="http://schemas.microsoft.com/office/drawing/2014/main" id="{9B7A16DB-72B4-0F50-4BE7-7C2E037DA7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4" name="Oval 1525">
                <a:extLst>
                  <a:ext uri="{FF2B5EF4-FFF2-40B4-BE49-F238E27FC236}">
                    <a16:creationId xmlns:a16="http://schemas.microsoft.com/office/drawing/2014/main" id="{584C53ED-3E48-0998-D0FC-3C585D93B9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5" name="Group 1526">
              <a:extLst>
                <a:ext uri="{FF2B5EF4-FFF2-40B4-BE49-F238E27FC236}">
                  <a16:creationId xmlns:a16="http://schemas.microsoft.com/office/drawing/2014/main" id="{8A0192DC-D165-C6EF-DCB4-252B8A5AE9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903" name="Oval 1527">
                <a:extLst>
                  <a:ext uri="{FF2B5EF4-FFF2-40B4-BE49-F238E27FC236}">
                    <a16:creationId xmlns:a16="http://schemas.microsoft.com/office/drawing/2014/main" id="{B564791F-27B7-CEAE-1416-01A689F9F0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04" name="Oval 1528">
                <a:extLst>
                  <a:ext uri="{FF2B5EF4-FFF2-40B4-BE49-F238E27FC236}">
                    <a16:creationId xmlns:a16="http://schemas.microsoft.com/office/drawing/2014/main" id="{A449A3E0-7A1B-5532-4D70-D11910AE02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05" name="Freeform 1529">
                <a:extLst>
                  <a:ext uri="{FF2B5EF4-FFF2-40B4-BE49-F238E27FC236}">
                    <a16:creationId xmlns:a16="http://schemas.microsoft.com/office/drawing/2014/main" id="{D1AFA68A-74A3-7C81-3B9C-29BE39F9C9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6" name="Freeform 1530">
                <a:extLst>
                  <a:ext uri="{FF2B5EF4-FFF2-40B4-BE49-F238E27FC236}">
                    <a16:creationId xmlns:a16="http://schemas.microsoft.com/office/drawing/2014/main" id="{4B163838-9156-918F-A027-FC78C47D05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7" name="Freeform 1531">
                <a:extLst>
                  <a:ext uri="{FF2B5EF4-FFF2-40B4-BE49-F238E27FC236}">
                    <a16:creationId xmlns:a16="http://schemas.microsoft.com/office/drawing/2014/main" id="{0D3BB054-4128-7F77-6C4F-CF24AF2F18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8" name="Oval 1532">
                <a:extLst>
                  <a:ext uri="{FF2B5EF4-FFF2-40B4-BE49-F238E27FC236}">
                    <a16:creationId xmlns:a16="http://schemas.microsoft.com/office/drawing/2014/main" id="{8C5BBFAE-BC1B-A00C-F157-BE734C74E8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6" name="Group 1533">
              <a:extLst>
                <a:ext uri="{FF2B5EF4-FFF2-40B4-BE49-F238E27FC236}">
                  <a16:creationId xmlns:a16="http://schemas.microsoft.com/office/drawing/2014/main" id="{45AA6065-BEF4-C09A-CA6A-25AB09212C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897" name="Oval 1534">
                <a:extLst>
                  <a:ext uri="{FF2B5EF4-FFF2-40B4-BE49-F238E27FC236}">
                    <a16:creationId xmlns:a16="http://schemas.microsoft.com/office/drawing/2014/main" id="{A008BD2C-B1B8-CCB4-A688-ABCCA74186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8" name="Oval 1535">
                <a:extLst>
                  <a:ext uri="{FF2B5EF4-FFF2-40B4-BE49-F238E27FC236}">
                    <a16:creationId xmlns:a16="http://schemas.microsoft.com/office/drawing/2014/main" id="{91A31FEE-59A1-FECB-3873-4D2310F00E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9" name="Freeform 1536">
                <a:extLst>
                  <a:ext uri="{FF2B5EF4-FFF2-40B4-BE49-F238E27FC236}">
                    <a16:creationId xmlns:a16="http://schemas.microsoft.com/office/drawing/2014/main" id="{7722C88F-4AE5-8B33-B7C4-085C4E8830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" name="Freeform 1537">
                <a:extLst>
                  <a:ext uri="{FF2B5EF4-FFF2-40B4-BE49-F238E27FC236}">
                    <a16:creationId xmlns:a16="http://schemas.microsoft.com/office/drawing/2014/main" id="{0866B059-D7E2-86F2-D950-A154C0BA59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1" name="Freeform 1538">
                <a:extLst>
                  <a:ext uri="{FF2B5EF4-FFF2-40B4-BE49-F238E27FC236}">
                    <a16:creationId xmlns:a16="http://schemas.microsoft.com/office/drawing/2014/main" id="{892495D1-527C-7354-4BDE-DD3D5EDBF5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2" name="Oval 1539">
                <a:extLst>
                  <a:ext uri="{FF2B5EF4-FFF2-40B4-BE49-F238E27FC236}">
                    <a16:creationId xmlns:a16="http://schemas.microsoft.com/office/drawing/2014/main" id="{BCE16D68-D0DB-EC0C-426F-1A79507D11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7" name="Group 1540">
              <a:extLst>
                <a:ext uri="{FF2B5EF4-FFF2-40B4-BE49-F238E27FC236}">
                  <a16:creationId xmlns:a16="http://schemas.microsoft.com/office/drawing/2014/main" id="{EF645A53-5E70-E411-BB07-E264AA8740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891" name="Oval 1541">
                <a:extLst>
                  <a:ext uri="{FF2B5EF4-FFF2-40B4-BE49-F238E27FC236}">
                    <a16:creationId xmlns:a16="http://schemas.microsoft.com/office/drawing/2014/main" id="{3D6E2ED1-DE29-CA19-0F8E-EE4EB43621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2" name="Oval 1542">
                <a:extLst>
                  <a:ext uri="{FF2B5EF4-FFF2-40B4-BE49-F238E27FC236}">
                    <a16:creationId xmlns:a16="http://schemas.microsoft.com/office/drawing/2014/main" id="{8401916F-6251-A500-EC48-B957686919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3" name="Freeform 1543">
                <a:extLst>
                  <a:ext uri="{FF2B5EF4-FFF2-40B4-BE49-F238E27FC236}">
                    <a16:creationId xmlns:a16="http://schemas.microsoft.com/office/drawing/2014/main" id="{949101FF-0950-0029-6341-9B9E4CCCB0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" name="Freeform 1544">
                <a:extLst>
                  <a:ext uri="{FF2B5EF4-FFF2-40B4-BE49-F238E27FC236}">
                    <a16:creationId xmlns:a16="http://schemas.microsoft.com/office/drawing/2014/main" id="{5A0F16C4-9BF6-1BAC-353F-310612EE6A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5" name="Freeform 1545">
                <a:extLst>
                  <a:ext uri="{FF2B5EF4-FFF2-40B4-BE49-F238E27FC236}">
                    <a16:creationId xmlns:a16="http://schemas.microsoft.com/office/drawing/2014/main" id="{5FEF8FAA-A50A-0916-CB0F-FF3F56006C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6" name="Oval 1546">
                <a:extLst>
                  <a:ext uri="{FF2B5EF4-FFF2-40B4-BE49-F238E27FC236}">
                    <a16:creationId xmlns:a16="http://schemas.microsoft.com/office/drawing/2014/main" id="{D41EE74D-38A7-00EB-8F03-12F2135FBF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8" name="Group 1547">
              <a:extLst>
                <a:ext uri="{FF2B5EF4-FFF2-40B4-BE49-F238E27FC236}">
                  <a16:creationId xmlns:a16="http://schemas.microsoft.com/office/drawing/2014/main" id="{E2875DEA-E44E-4FE5-BA43-777026C7DE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885" name="Oval 1548">
                <a:extLst>
                  <a:ext uri="{FF2B5EF4-FFF2-40B4-BE49-F238E27FC236}">
                    <a16:creationId xmlns:a16="http://schemas.microsoft.com/office/drawing/2014/main" id="{176313C4-467E-AF1A-1D2C-D2FA31A4C1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6" name="Oval 1549">
                <a:extLst>
                  <a:ext uri="{FF2B5EF4-FFF2-40B4-BE49-F238E27FC236}">
                    <a16:creationId xmlns:a16="http://schemas.microsoft.com/office/drawing/2014/main" id="{F28DCC42-A7C9-0A25-4357-1BE416133A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7" name="Freeform 1550">
                <a:extLst>
                  <a:ext uri="{FF2B5EF4-FFF2-40B4-BE49-F238E27FC236}">
                    <a16:creationId xmlns:a16="http://schemas.microsoft.com/office/drawing/2014/main" id="{1B63D608-D4F4-272B-CD24-2AE8EEEE02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8" name="Freeform 1551">
                <a:extLst>
                  <a:ext uri="{FF2B5EF4-FFF2-40B4-BE49-F238E27FC236}">
                    <a16:creationId xmlns:a16="http://schemas.microsoft.com/office/drawing/2014/main" id="{A7361E6F-AF5B-9D71-BB04-1FC29F54DE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9" name="Freeform 1552">
                <a:extLst>
                  <a:ext uri="{FF2B5EF4-FFF2-40B4-BE49-F238E27FC236}">
                    <a16:creationId xmlns:a16="http://schemas.microsoft.com/office/drawing/2014/main" id="{7102C871-6C9C-89EE-4A0D-3EF18FAC9F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0" name="Oval 1553">
                <a:extLst>
                  <a:ext uri="{FF2B5EF4-FFF2-40B4-BE49-F238E27FC236}">
                    <a16:creationId xmlns:a16="http://schemas.microsoft.com/office/drawing/2014/main" id="{EFB7367A-1860-4EB3-7200-44FEBDFBB3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29" name="Group 1554">
              <a:extLst>
                <a:ext uri="{FF2B5EF4-FFF2-40B4-BE49-F238E27FC236}">
                  <a16:creationId xmlns:a16="http://schemas.microsoft.com/office/drawing/2014/main" id="{B67BF6F5-30DA-DAD3-E521-3BBB303707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879" name="Oval 1555">
                <a:extLst>
                  <a:ext uri="{FF2B5EF4-FFF2-40B4-BE49-F238E27FC236}">
                    <a16:creationId xmlns:a16="http://schemas.microsoft.com/office/drawing/2014/main" id="{D16CDF98-DF4D-8BBE-46CF-D3C715EEB7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0" name="Oval 1556">
                <a:extLst>
                  <a:ext uri="{FF2B5EF4-FFF2-40B4-BE49-F238E27FC236}">
                    <a16:creationId xmlns:a16="http://schemas.microsoft.com/office/drawing/2014/main" id="{BA5D7EF9-EFAA-9F6E-E46B-37BA76C374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81" name="Freeform 1557">
                <a:extLst>
                  <a:ext uri="{FF2B5EF4-FFF2-40B4-BE49-F238E27FC236}">
                    <a16:creationId xmlns:a16="http://schemas.microsoft.com/office/drawing/2014/main" id="{5F6BCFEE-9BCC-509F-6405-C5C31CED13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2" name="Freeform 1558">
                <a:extLst>
                  <a:ext uri="{FF2B5EF4-FFF2-40B4-BE49-F238E27FC236}">
                    <a16:creationId xmlns:a16="http://schemas.microsoft.com/office/drawing/2014/main" id="{6F047ADC-DF54-0551-C202-98B58972F4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3" name="Freeform 1559">
                <a:extLst>
                  <a:ext uri="{FF2B5EF4-FFF2-40B4-BE49-F238E27FC236}">
                    <a16:creationId xmlns:a16="http://schemas.microsoft.com/office/drawing/2014/main" id="{F6971E97-D25B-C82C-17CE-55F8A59C8F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4" name="Oval 1560">
                <a:extLst>
                  <a:ext uri="{FF2B5EF4-FFF2-40B4-BE49-F238E27FC236}">
                    <a16:creationId xmlns:a16="http://schemas.microsoft.com/office/drawing/2014/main" id="{853B2AAF-4532-7E04-A467-5FAE179767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0" name="Group 1561">
              <a:extLst>
                <a:ext uri="{FF2B5EF4-FFF2-40B4-BE49-F238E27FC236}">
                  <a16:creationId xmlns:a16="http://schemas.microsoft.com/office/drawing/2014/main" id="{17170501-B750-2D86-2EA9-086E22D9A5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873" name="Oval 1562">
                <a:extLst>
                  <a:ext uri="{FF2B5EF4-FFF2-40B4-BE49-F238E27FC236}">
                    <a16:creationId xmlns:a16="http://schemas.microsoft.com/office/drawing/2014/main" id="{C9D04D42-ACAC-AA65-B7F5-EFB95F0866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74" name="Oval 1563">
                <a:extLst>
                  <a:ext uri="{FF2B5EF4-FFF2-40B4-BE49-F238E27FC236}">
                    <a16:creationId xmlns:a16="http://schemas.microsoft.com/office/drawing/2014/main" id="{06806EA0-FCD2-6C93-B8B0-CD9163CB40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75" name="Freeform 1564">
                <a:extLst>
                  <a:ext uri="{FF2B5EF4-FFF2-40B4-BE49-F238E27FC236}">
                    <a16:creationId xmlns:a16="http://schemas.microsoft.com/office/drawing/2014/main" id="{62C726CD-B2BF-5336-1F1B-80B1CC8E24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6" name="Freeform 1565">
                <a:extLst>
                  <a:ext uri="{FF2B5EF4-FFF2-40B4-BE49-F238E27FC236}">
                    <a16:creationId xmlns:a16="http://schemas.microsoft.com/office/drawing/2014/main" id="{D37BA4FC-B4AB-AB54-BB46-10BBCCF0C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7" name="Freeform 1566">
                <a:extLst>
                  <a:ext uri="{FF2B5EF4-FFF2-40B4-BE49-F238E27FC236}">
                    <a16:creationId xmlns:a16="http://schemas.microsoft.com/office/drawing/2014/main" id="{01D33F44-8EB5-05DE-390E-6B1A8281BD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8" name="Oval 1567">
                <a:extLst>
                  <a:ext uri="{FF2B5EF4-FFF2-40B4-BE49-F238E27FC236}">
                    <a16:creationId xmlns:a16="http://schemas.microsoft.com/office/drawing/2014/main" id="{4D13CCD8-C35F-79FF-2CC0-DF5428A1ED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1" name="Group 1568">
              <a:extLst>
                <a:ext uri="{FF2B5EF4-FFF2-40B4-BE49-F238E27FC236}">
                  <a16:creationId xmlns:a16="http://schemas.microsoft.com/office/drawing/2014/main" id="{D4F964EB-CCE4-BD1F-37EC-678A6FC54C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3867" name="Oval 1569">
                <a:extLst>
                  <a:ext uri="{FF2B5EF4-FFF2-40B4-BE49-F238E27FC236}">
                    <a16:creationId xmlns:a16="http://schemas.microsoft.com/office/drawing/2014/main" id="{9A9962A7-5A6E-6B3F-B9E2-DBDD89BC7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68" name="Oval 1570">
                <a:extLst>
                  <a:ext uri="{FF2B5EF4-FFF2-40B4-BE49-F238E27FC236}">
                    <a16:creationId xmlns:a16="http://schemas.microsoft.com/office/drawing/2014/main" id="{7696CB4C-EEC6-D335-3124-42DB8C349C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69" name="Freeform 1571">
                <a:extLst>
                  <a:ext uri="{FF2B5EF4-FFF2-40B4-BE49-F238E27FC236}">
                    <a16:creationId xmlns:a16="http://schemas.microsoft.com/office/drawing/2014/main" id="{9F2F6C6B-AF18-C866-12C4-E41F407025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0" name="Freeform 1572">
                <a:extLst>
                  <a:ext uri="{FF2B5EF4-FFF2-40B4-BE49-F238E27FC236}">
                    <a16:creationId xmlns:a16="http://schemas.microsoft.com/office/drawing/2014/main" id="{34A2EAD5-52FC-6A5D-0BE5-31CCA26F8A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1" name="Freeform 1573">
                <a:extLst>
                  <a:ext uri="{FF2B5EF4-FFF2-40B4-BE49-F238E27FC236}">
                    <a16:creationId xmlns:a16="http://schemas.microsoft.com/office/drawing/2014/main" id="{12DF91AD-5180-B7C3-E686-47318D883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2" name="Oval 1574">
                <a:extLst>
                  <a:ext uri="{FF2B5EF4-FFF2-40B4-BE49-F238E27FC236}">
                    <a16:creationId xmlns:a16="http://schemas.microsoft.com/office/drawing/2014/main" id="{808737BC-D767-575B-CECB-62EA63223C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2" name="Group 1575">
              <a:extLst>
                <a:ext uri="{FF2B5EF4-FFF2-40B4-BE49-F238E27FC236}">
                  <a16:creationId xmlns:a16="http://schemas.microsoft.com/office/drawing/2014/main" id="{C6F3CD4F-56BB-95C0-62E5-D42D6F55B3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3861" name="Oval 1576">
                <a:extLst>
                  <a:ext uri="{FF2B5EF4-FFF2-40B4-BE49-F238E27FC236}">
                    <a16:creationId xmlns:a16="http://schemas.microsoft.com/office/drawing/2014/main" id="{746A0B50-E4BD-4A58-91CE-550E541285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62" name="Oval 1577">
                <a:extLst>
                  <a:ext uri="{FF2B5EF4-FFF2-40B4-BE49-F238E27FC236}">
                    <a16:creationId xmlns:a16="http://schemas.microsoft.com/office/drawing/2014/main" id="{3553FA70-B2CC-B82C-FAA2-4CEB2E4358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63" name="Freeform 1578">
                <a:extLst>
                  <a:ext uri="{FF2B5EF4-FFF2-40B4-BE49-F238E27FC236}">
                    <a16:creationId xmlns:a16="http://schemas.microsoft.com/office/drawing/2014/main" id="{BE0705F5-A284-27FC-8135-5C970F13C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4" name="Freeform 1579">
                <a:extLst>
                  <a:ext uri="{FF2B5EF4-FFF2-40B4-BE49-F238E27FC236}">
                    <a16:creationId xmlns:a16="http://schemas.microsoft.com/office/drawing/2014/main" id="{EC44DBDD-D786-26DA-C322-9856B71440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5" name="Freeform 1580">
                <a:extLst>
                  <a:ext uri="{FF2B5EF4-FFF2-40B4-BE49-F238E27FC236}">
                    <a16:creationId xmlns:a16="http://schemas.microsoft.com/office/drawing/2014/main" id="{15600D52-4F93-9845-DF67-C9DD29E1B0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6" name="Oval 1581">
                <a:extLst>
                  <a:ext uri="{FF2B5EF4-FFF2-40B4-BE49-F238E27FC236}">
                    <a16:creationId xmlns:a16="http://schemas.microsoft.com/office/drawing/2014/main" id="{8782CB22-0C41-110A-7DEB-03CCAEEDFF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3" name="Group 1582">
              <a:extLst>
                <a:ext uri="{FF2B5EF4-FFF2-40B4-BE49-F238E27FC236}">
                  <a16:creationId xmlns:a16="http://schemas.microsoft.com/office/drawing/2014/main" id="{D5D0E521-C4FD-6B27-A2A8-3599A4DF52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3855" name="Oval 1583">
                <a:extLst>
                  <a:ext uri="{FF2B5EF4-FFF2-40B4-BE49-F238E27FC236}">
                    <a16:creationId xmlns:a16="http://schemas.microsoft.com/office/drawing/2014/main" id="{140A6AA5-D489-BD14-71E3-C0014C7821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56" name="Oval 1584">
                <a:extLst>
                  <a:ext uri="{FF2B5EF4-FFF2-40B4-BE49-F238E27FC236}">
                    <a16:creationId xmlns:a16="http://schemas.microsoft.com/office/drawing/2014/main" id="{90C7AD29-825E-917C-076C-B57A0C27C6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57" name="Freeform 1585">
                <a:extLst>
                  <a:ext uri="{FF2B5EF4-FFF2-40B4-BE49-F238E27FC236}">
                    <a16:creationId xmlns:a16="http://schemas.microsoft.com/office/drawing/2014/main" id="{15085785-84B3-5CC1-303F-38C11D3B7F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8" name="Freeform 1586">
                <a:extLst>
                  <a:ext uri="{FF2B5EF4-FFF2-40B4-BE49-F238E27FC236}">
                    <a16:creationId xmlns:a16="http://schemas.microsoft.com/office/drawing/2014/main" id="{676A9FB6-A0C1-0DD7-FD31-9B128C40E5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9" name="Freeform 1587">
                <a:extLst>
                  <a:ext uri="{FF2B5EF4-FFF2-40B4-BE49-F238E27FC236}">
                    <a16:creationId xmlns:a16="http://schemas.microsoft.com/office/drawing/2014/main" id="{2E70BAA0-6297-4B12-93D6-BBEB210E12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0" name="Oval 1588">
                <a:extLst>
                  <a:ext uri="{FF2B5EF4-FFF2-40B4-BE49-F238E27FC236}">
                    <a16:creationId xmlns:a16="http://schemas.microsoft.com/office/drawing/2014/main" id="{88F1ED7B-46D7-D0C0-23B2-9E9219DE7C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4" name="Group 1589">
              <a:extLst>
                <a:ext uri="{FF2B5EF4-FFF2-40B4-BE49-F238E27FC236}">
                  <a16:creationId xmlns:a16="http://schemas.microsoft.com/office/drawing/2014/main" id="{4A84CF21-44DF-976D-6507-F94C75349D5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3849" name="Oval 1590">
                <a:extLst>
                  <a:ext uri="{FF2B5EF4-FFF2-40B4-BE49-F238E27FC236}">
                    <a16:creationId xmlns:a16="http://schemas.microsoft.com/office/drawing/2014/main" id="{DBDCAE61-8E11-3F1D-7762-273192BBD8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50" name="Oval 1591">
                <a:extLst>
                  <a:ext uri="{FF2B5EF4-FFF2-40B4-BE49-F238E27FC236}">
                    <a16:creationId xmlns:a16="http://schemas.microsoft.com/office/drawing/2014/main" id="{BAA73B11-E291-0EE1-831D-B4094B14F6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51" name="Freeform 1592">
                <a:extLst>
                  <a:ext uri="{FF2B5EF4-FFF2-40B4-BE49-F238E27FC236}">
                    <a16:creationId xmlns:a16="http://schemas.microsoft.com/office/drawing/2014/main" id="{F040E954-E6CF-93F7-7B4C-6753F3251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2" name="Freeform 1593">
                <a:extLst>
                  <a:ext uri="{FF2B5EF4-FFF2-40B4-BE49-F238E27FC236}">
                    <a16:creationId xmlns:a16="http://schemas.microsoft.com/office/drawing/2014/main" id="{EE915EDD-637B-6C06-6BF3-6CB8327296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3" name="Freeform 1594">
                <a:extLst>
                  <a:ext uri="{FF2B5EF4-FFF2-40B4-BE49-F238E27FC236}">
                    <a16:creationId xmlns:a16="http://schemas.microsoft.com/office/drawing/2014/main" id="{5CD01BF7-3D6A-1BCA-778D-1AEE7DE97C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4" name="Oval 1595">
                <a:extLst>
                  <a:ext uri="{FF2B5EF4-FFF2-40B4-BE49-F238E27FC236}">
                    <a16:creationId xmlns:a16="http://schemas.microsoft.com/office/drawing/2014/main" id="{FAC504EF-F74F-238D-63BA-216B9379CF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5" name="Group 1596">
              <a:extLst>
                <a:ext uri="{FF2B5EF4-FFF2-40B4-BE49-F238E27FC236}">
                  <a16:creationId xmlns:a16="http://schemas.microsoft.com/office/drawing/2014/main" id="{F40DA914-891C-1149-5EA2-FB86F473E4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3843" name="Oval 1597">
                <a:extLst>
                  <a:ext uri="{FF2B5EF4-FFF2-40B4-BE49-F238E27FC236}">
                    <a16:creationId xmlns:a16="http://schemas.microsoft.com/office/drawing/2014/main" id="{E13509E1-528C-DA6E-1456-A2C22C2E8C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44" name="Oval 1598">
                <a:extLst>
                  <a:ext uri="{FF2B5EF4-FFF2-40B4-BE49-F238E27FC236}">
                    <a16:creationId xmlns:a16="http://schemas.microsoft.com/office/drawing/2014/main" id="{C54C9A7D-6958-FDB0-747A-7DCB4D81EE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45" name="Freeform 1599">
                <a:extLst>
                  <a:ext uri="{FF2B5EF4-FFF2-40B4-BE49-F238E27FC236}">
                    <a16:creationId xmlns:a16="http://schemas.microsoft.com/office/drawing/2014/main" id="{9DB8D1F2-8D42-4A91-9B6F-AD2533E0F2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6" name="Freeform 1600">
                <a:extLst>
                  <a:ext uri="{FF2B5EF4-FFF2-40B4-BE49-F238E27FC236}">
                    <a16:creationId xmlns:a16="http://schemas.microsoft.com/office/drawing/2014/main" id="{C1D8F17C-1870-C172-415F-20D4955863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7" name="Freeform 1601">
                <a:extLst>
                  <a:ext uri="{FF2B5EF4-FFF2-40B4-BE49-F238E27FC236}">
                    <a16:creationId xmlns:a16="http://schemas.microsoft.com/office/drawing/2014/main" id="{F930E0C7-DF6F-FA06-B0CE-482927F58F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8" name="Oval 1602">
                <a:extLst>
                  <a:ext uri="{FF2B5EF4-FFF2-40B4-BE49-F238E27FC236}">
                    <a16:creationId xmlns:a16="http://schemas.microsoft.com/office/drawing/2014/main" id="{0A1BA811-FF0A-951E-993B-ADFD970998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36" name="Group 1603">
              <a:extLst>
                <a:ext uri="{FF2B5EF4-FFF2-40B4-BE49-F238E27FC236}">
                  <a16:creationId xmlns:a16="http://schemas.microsoft.com/office/drawing/2014/main" id="{E40498C9-8BEA-AC48-5792-E840F645F2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837" name="Oval 1604">
                <a:extLst>
                  <a:ext uri="{FF2B5EF4-FFF2-40B4-BE49-F238E27FC236}">
                    <a16:creationId xmlns:a16="http://schemas.microsoft.com/office/drawing/2014/main" id="{7CF25923-D47A-ABC2-CFC8-F8507EA2D9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8" name="Oval 1605">
                <a:extLst>
                  <a:ext uri="{FF2B5EF4-FFF2-40B4-BE49-F238E27FC236}">
                    <a16:creationId xmlns:a16="http://schemas.microsoft.com/office/drawing/2014/main" id="{F4053438-957B-99E6-7E76-518069D05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9" name="Freeform 1606">
                <a:extLst>
                  <a:ext uri="{FF2B5EF4-FFF2-40B4-BE49-F238E27FC236}">
                    <a16:creationId xmlns:a16="http://schemas.microsoft.com/office/drawing/2014/main" id="{2777089C-ECD5-0BEA-37D0-5BB9053588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" name="Freeform 1607">
                <a:extLst>
                  <a:ext uri="{FF2B5EF4-FFF2-40B4-BE49-F238E27FC236}">
                    <a16:creationId xmlns:a16="http://schemas.microsoft.com/office/drawing/2014/main" id="{49585A2E-0D76-0E2B-8CF1-685EA1B05C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1" name="Freeform 1608">
                <a:extLst>
                  <a:ext uri="{FF2B5EF4-FFF2-40B4-BE49-F238E27FC236}">
                    <a16:creationId xmlns:a16="http://schemas.microsoft.com/office/drawing/2014/main" id="{BA3EE3B4-ED84-F898-21C0-D69603B937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2" name="Oval 1609">
                <a:extLst>
                  <a:ext uri="{FF2B5EF4-FFF2-40B4-BE49-F238E27FC236}">
                    <a16:creationId xmlns:a16="http://schemas.microsoft.com/office/drawing/2014/main" id="{973C4DD3-FA9D-C861-D86F-36924F4A55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029" name="Grupo 4028">
            <a:extLst>
              <a:ext uri="{FF2B5EF4-FFF2-40B4-BE49-F238E27FC236}">
                <a16:creationId xmlns:a16="http://schemas.microsoft.com/office/drawing/2014/main" id="{7233C880-7120-A64A-599D-31D5A5B051D3}"/>
              </a:ext>
            </a:extLst>
          </p:cNvPr>
          <p:cNvGrpSpPr/>
          <p:nvPr/>
        </p:nvGrpSpPr>
        <p:grpSpPr>
          <a:xfrm>
            <a:off x="5622823" y="2790827"/>
            <a:ext cx="1936520" cy="602773"/>
            <a:chOff x="5638419" y="1397005"/>
            <a:chExt cx="1936520" cy="1150917"/>
          </a:xfrm>
        </p:grpSpPr>
        <p:grpSp>
          <p:nvGrpSpPr>
            <p:cNvPr id="4030" name="Group 1386">
              <a:extLst>
                <a:ext uri="{FF2B5EF4-FFF2-40B4-BE49-F238E27FC236}">
                  <a16:creationId xmlns:a16="http://schemas.microsoft.com/office/drawing/2014/main" id="{F6B62573-4951-8A99-E43D-ADCA549B7C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638419" y="1404431"/>
              <a:ext cx="166756" cy="534619"/>
              <a:chOff x="533" y="1248"/>
              <a:chExt cx="175" cy="403"/>
            </a:xfrm>
          </p:grpSpPr>
          <p:sp>
            <p:nvSpPr>
              <p:cNvPr id="4178" name="Oval 1387">
                <a:extLst>
                  <a:ext uri="{FF2B5EF4-FFF2-40B4-BE49-F238E27FC236}">
                    <a16:creationId xmlns:a16="http://schemas.microsoft.com/office/drawing/2014/main" id="{D51E72DB-6B3B-A93B-9816-EA3A78374F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79" name="Oval 1388">
                <a:extLst>
                  <a:ext uri="{FF2B5EF4-FFF2-40B4-BE49-F238E27FC236}">
                    <a16:creationId xmlns:a16="http://schemas.microsoft.com/office/drawing/2014/main" id="{19C1BF05-C6BF-7A34-3572-2C2E80517B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80" name="Freeform 1389">
                <a:extLst>
                  <a:ext uri="{FF2B5EF4-FFF2-40B4-BE49-F238E27FC236}">
                    <a16:creationId xmlns:a16="http://schemas.microsoft.com/office/drawing/2014/main" id="{2C84C3F6-326F-8412-0E9F-DED439514F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1" name="Freeform 1390">
                <a:extLst>
                  <a:ext uri="{FF2B5EF4-FFF2-40B4-BE49-F238E27FC236}">
                    <a16:creationId xmlns:a16="http://schemas.microsoft.com/office/drawing/2014/main" id="{137F3B0C-83D3-F610-7FF8-19CD88F5AB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2" name="Freeform 1391">
                <a:extLst>
                  <a:ext uri="{FF2B5EF4-FFF2-40B4-BE49-F238E27FC236}">
                    <a16:creationId xmlns:a16="http://schemas.microsoft.com/office/drawing/2014/main" id="{C2DB6AEA-4B69-BC2E-8CC8-8063E0BD7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3" name="Oval 1392">
                <a:extLst>
                  <a:ext uri="{FF2B5EF4-FFF2-40B4-BE49-F238E27FC236}">
                    <a16:creationId xmlns:a16="http://schemas.microsoft.com/office/drawing/2014/main" id="{A9CF0D97-0884-2EE6-43FC-F03D986216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1" name="Group 1393">
              <a:extLst>
                <a:ext uri="{FF2B5EF4-FFF2-40B4-BE49-F238E27FC236}">
                  <a16:creationId xmlns:a16="http://schemas.microsoft.com/office/drawing/2014/main" id="{B753249B-3C78-8F0C-7CF0-7B081B1E7D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643798" y="2013303"/>
              <a:ext cx="166756" cy="534619"/>
              <a:chOff x="533" y="1248"/>
              <a:chExt cx="175" cy="403"/>
            </a:xfrm>
          </p:grpSpPr>
          <p:sp>
            <p:nvSpPr>
              <p:cNvPr id="4172" name="Oval 1394">
                <a:extLst>
                  <a:ext uri="{FF2B5EF4-FFF2-40B4-BE49-F238E27FC236}">
                    <a16:creationId xmlns:a16="http://schemas.microsoft.com/office/drawing/2014/main" id="{02C10F4E-C4EA-AD38-FDB0-262B5F7435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73" name="Oval 1395">
                <a:extLst>
                  <a:ext uri="{FF2B5EF4-FFF2-40B4-BE49-F238E27FC236}">
                    <a16:creationId xmlns:a16="http://schemas.microsoft.com/office/drawing/2014/main" id="{A498B816-61D7-44E7-1D72-AE9ED2F3DD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74" name="Freeform 1396">
                <a:extLst>
                  <a:ext uri="{FF2B5EF4-FFF2-40B4-BE49-F238E27FC236}">
                    <a16:creationId xmlns:a16="http://schemas.microsoft.com/office/drawing/2014/main" id="{159CF790-1EB3-449E-9D45-8EBFE673DB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5" name="Freeform 1397">
                <a:extLst>
                  <a:ext uri="{FF2B5EF4-FFF2-40B4-BE49-F238E27FC236}">
                    <a16:creationId xmlns:a16="http://schemas.microsoft.com/office/drawing/2014/main" id="{04BA4FA9-DB4B-B12A-A67C-7556264017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6" name="Freeform 1398">
                <a:extLst>
                  <a:ext uri="{FF2B5EF4-FFF2-40B4-BE49-F238E27FC236}">
                    <a16:creationId xmlns:a16="http://schemas.microsoft.com/office/drawing/2014/main" id="{0882AF5F-6525-6BEB-3200-E75323CF5E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7" name="Oval 1399">
                <a:extLst>
                  <a:ext uri="{FF2B5EF4-FFF2-40B4-BE49-F238E27FC236}">
                    <a16:creationId xmlns:a16="http://schemas.microsoft.com/office/drawing/2014/main" id="{2DA8B5FE-65CE-C242-4DD3-41CF956BAE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2" name="Group 1400">
              <a:extLst>
                <a:ext uri="{FF2B5EF4-FFF2-40B4-BE49-F238E27FC236}">
                  <a16:creationId xmlns:a16="http://schemas.microsoft.com/office/drawing/2014/main" id="{6CEF31EF-1CDD-D612-D079-74D7A29751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815933" y="1404431"/>
              <a:ext cx="166756" cy="534619"/>
              <a:chOff x="533" y="1248"/>
              <a:chExt cx="175" cy="403"/>
            </a:xfrm>
          </p:grpSpPr>
          <p:sp>
            <p:nvSpPr>
              <p:cNvPr id="4166" name="Oval 1401">
                <a:extLst>
                  <a:ext uri="{FF2B5EF4-FFF2-40B4-BE49-F238E27FC236}">
                    <a16:creationId xmlns:a16="http://schemas.microsoft.com/office/drawing/2014/main" id="{6997B8DB-A891-444D-C84C-AE7D363592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67" name="Oval 1402">
                <a:extLst>
                  <a:ext uri="{FF2B5EF4-FFF2-40B4-BE49-F238E27FC236}">
                    <a16:creationId xmlns:a16="http://schemas.microsoft.com/office/drawing/2014/main" id="{1DD49B1E-8D01-B08C-BBA5-C184521785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68" name="Freeform 1403">
                <a:extLst>
                  <a:ext uri="{FF2B5EF4-FFF2-40B4-BE49-F238E27FC236}">
                    <a16:creationId xmlns:a16="http://schemas.microsoft.com/office/drawing/2014/main" id="{D631330A-128B-7399-1130-AD8824038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9" name="Freeform 1404">
                <a:extLst>
                  <a:ext uri="{FF2B5EF4-FFF2-40B4-BE49-F238E27FC236}">
                    <a16:creationId xmlns:a16="http://schemas.microsoft.com/office/drawing/2014/main" id="{16F370FD-B040-6726-44EE-69BCC53FF0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0" name="Freeform 1405">
                <a:extLst>
                  <a:ext uri="{FF2B5EF4-FFF2-40B4-BE49-F238E27FC236}">
                    <a16:creationId xmlns:a16="http://schemas.microsoft.com/office/drawing/2014/main" id="{DAD3B75E-A35F-6DC8-BAD7-FFE3B65BD3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1" name="Oval 1406">
                <a:extLst>
                  <a:ext uri="{FF2B5EF4-FFF2-40B4-BE49-F238E27FC236}">
                    <a16:creationId xmlns:a16="http://schemas.microsoft.com/office/drawing/2014/main" id="{2882DD7C-D01E-BDF1-0CB8-0D54E7F4F1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3" name="Group 1407">
              <a:extLst>
                <a:ext uri="{FF2B5EF4-FFF2-40B4-BE49-F238E27FC236}">
                  <a16:creationId xmlns:a16="http://schemas.microsoft.com/office/drawing/2014/main" id="{BCECE797-CBE3-6EAB-6485-816940190E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821313" y="2013303"/>
              <a:ext cx="166756" cy="534619"/>
              <a:chOff x="533" y="1248"/>
              <a:chExt cx="175" cy="403"/>
            </a:xfrm>
          </p:grpSpPr>
          <p:sp>
            <p:nvSpPr>
              <p:cNvPr id="4160" name="Oval 1408">
                <a:extLst>
                  <a:ext uri="{FF2B5EF4-FFF2-40B4-BE49-F238E27FC236}">
                    <a16:creationId xmlns:a16="http://schemas.microsoft.com/office/drawing/2014/main" id="{150E3716-1FFA-241E-1997-39EDCA0688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61" name="Oval 1409">
                <a:extLst>
                  <a:ext uri="{FF2B5EF4-FFF2-40B4-BE49-F238E27FC236}">
                    <a16:creationId xmlns:a16="http://schemas.microsoft.com/office/drawing/2014/main" id="{4412855E-57FC-404F-2BE4-C9B1604E67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62" name="Freeform 1410">
                <a:extLst>
                  <a:ext uri="{FF2B5EF4-FFF2-40B4-BE49-F238E27FC236}">
                    <a16:creationId xmlns:a16="http://schemas.microsoft.com/office/drawing/2014/main" id="{C8B237B5-CDB1-644E-7EC2-ADBEEACD6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3" name="Freeform 1411">
                <a:extLst>
                  <a:ext uri="{FF2B5EF4-FFF2-40B4-BE49-F238E27FC236}">
                    <a16:creationId xmlns:a16="http://schemas.microsoft.com/office/drawing/2014/main" id="{8D888F70-8B98-CE44-9ADE-3214FC56C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4" name="Freeform 1412">
                <a:extLst>
                  <a:ext uri="{FF2B5EF4-FFF2-40B4-BE49-F238E27FC236}">
                    <a16:creationId xmlns:a16="http://schemas.microsoft.com/office/drawing/2014/main" id="{C4939F1E-508E-8979-C024-2851761CD0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5" name="Oval 1413">
                <a:extLst>
                  <a:ext uri="{FF2B5EF4-FFF2-40B4-BE49-F238E27FC236}">
                    <a16:creationId xmlns:a16="http://schemas.microsoft.com/office/drawing/2014/main" id="{64D1C7DE-71A6-0F05-214E-A7CC9D686D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4" name="Group 1414">
              <a:extLst>
                <a:ext uri="{FF2B5EF4-FFF2-40B4-BE49-F238E27FC236}">
                  <a16:creationId xmlns:a16="http://schemas.microsoft.com/office/drawing/2014/main" id="{7266F53F-7015-91EA-CD0B-9C8E2B84BE8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988068" y="1404431"/>
              <a:ext cx="166756" cy="534619"/>
              <a:chOff x="533" y="1248"/>
              <a:chExt cx="175" cy="403"/>
            </a:xfrm>
          </p:grpSpPr>
          <p:sp>
            <p:nvSpPr>
              <p:cNvPr id="4154" name="Oval 1415">
                <a:extLst>
                  <a:ext uri="{FF2B5EF4-FFF2-40B4-BE49-F238E27FC236}">
                    <a16:creationId xmlns:a16="http://schemas.microsoft.com/office/drawing/2014/main" id="{1FC97654-71C6-2FE1-50E3-531E0E7D8D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55" name="Oval 1416">
                <a:extLst>
                  <a:ext uri="{FF2B5EF4-FFF2-40B4-BE49-F238E27FC236}">
                    <a16:creationId xmlns:a16="http://schemas.microsoft.com/office/drawing/2014/main" id="{BDE9D74C-BA40-DDC1-86F0-DB4AA1D3E7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56" name="Freeform 1417">
                <a:extLst>
                  <a:ext uri="{FF2B5EF4-FFF2-40B4-BE49-F238E27FC236}">
                    <a16:creationId xmlns:a16="http://schemas.microsoft.com/office/drawing/2014/main" id="{34EFB80E-FD4D-01A7-2C18-DE6E914BB3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7" name="Freeform 1418">
                <a:extLst>
                  <a:ext uri="{FF2B5EF4-FFF2-40B4-BE49-F238E27FC236}">
                    <a16:creationId xmlns:a16="http://schemas.microsoft.com/office/drawing/2014/main" id="{AE8F5AF2-3489-E130-9850-589C33A3E6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8" name="Freeform 1419">
                <a:extLst>
                  <a:ext uri="{FF2B5EF4-FFF2-40B4-BE49-F238E27FC236}">
                    <a16:creationId xmlns:a16="http://schemas.microsoft.com/office/drawing/2014/main" id="{31D393BE-01D3-DE97-98F1-CF7EB1DCB6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9" name="Oval 1420">
                <a:extLst>
                  <a:ext uri="{FF2B5EF4-FFF2-40B4-BE49-F238E27FC236}">
                    <a16:creationId xmlns:a16="http://schemas.microsoft.com/office/drawing/2014/main" id="{89E98142-6B71-F210-BF34-35EA61DDCB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5" name="Group 1421">
              <a:extLst>
                <a:ext uri="{FF2B5EF4-FFF2-40B4-BE49-F238E27FC236}">
                  <a16:creationId xmlns:a16="http://schemas.microsoft.com/office/drawing/2014/main" id="{470B6CCE-DBDC-54B1-8A21-E98EC8A77A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993448" y="2013303"/>
              <a:ext cx="166756" cy="534619"/>
              <a:chOff x="533" y="1248"/>
              <a:chExt cx="175" cy="403"/>
            </a:xfrm>
          </p:grpSpPr>
          <p:sp>
            <p:nvSpPr>
              <p:cNvPr id="4148" name="Oval 1422">
                <a:extLst>
                  <a:ext uri="{FF2B5EF4-FFF2-40B4-BE49-F238E27FC236}">
                    <a16:creationId xmlns:a16="http://schemas.microsoft.com/office/drawing/2014/main" id="{1975E0AC-2C41-7A2C-4695-E3906B12F4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49" name="Oval 1423">
                <a:extLst>
                  <a:ext uri="{FF2B5EF4-FFF2-40B4-BE49-F238E27FC236}">
                    <a16:creationId xmlns:a16="http://schemas.microsoft.com/office/drawing/2014/main" id="{65A01F58-6DB8-4391-0ED2-CEB9C534E9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50" name="Freeform 1424">
                <a:extLst>
                  <a:ext uri="{FF2B5EF4-FFF2-40B4-BE49-F238E27FC236}">
                    <a16:creationId xmlns:a16="http://schemas.microsoft.com/office/drawing/2014/main" id="{05861F8F-4370-587B-4CFC-F88EA33446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1" name="Freeform 1425">
                <a:extLst>
                  <a:ext uri="{FF2B5EF4-FFF2-40B4-BE49-F238E27FC236}">
                    <a16:creationId xmlns:a16="http://schemas.microsoft.com/office/drawing/2014/main" id="{2AF19DC2-F496-B9E0-62FC-1D8EE784F4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2" name="Freeform 1426">
                <a:extLst>
                  <a:ext uri="{FF2B5EF4-FFF2-40B4-BE49-F238E27FC236}">
                    <a16:creationId xmlns:a16="http://schemas.microsoft.com/office/drawing/2014/main" id="{CF552897-6550-7BCF-9D86-85F28E4D39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3" name="Oval 1427">
                <a:extLst>
                  <a:ext uri="{FF2B5EF4-FFF2-40B4-BE49-F238E27FC236}">
                    <a16:creationId xmlns:a16="http://schemas.microsoft.com/office/drawing/2014/main" id="{6AC1C5B0-4005-0543-7926-FA9D774B64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6" name="Group 1428">
              <a:extLst>
                <a:ext uri="{FF2B5EF4-FFF2-40B4-BE49-F238E27FC236}">
                  <a16:creationId xmlns:a16="http://schemas.microsoft.com/office/drawing/2014/main" id="{6794A8E1-BE1C-0810-9973-B7190A2744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162893" y="1404431"/>
              <a:ext cx="166756" cy="534619"/>
              <a:chOff x="533" y="1248"/>
              <a:chExt cx="175" cy="403"/>
            </a:xfrm>
          </p:grpSpPr>
          <p:sp>
            <p:nvSpPr>
              <p:cNvPr id="4142" name="Oval 1429">
                <a:extLst>
                  <a:ext uri="{FF2B5EF4-FFF2-40B4-BE49-F238E27FC236}">
                    <a16:creationId xmlns:a16="http://schemas.microsoft.com/office/drawing/2014/main" id="{0CE67DB8-A435-37F1-F2E2-F7E954CD4F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43" name="Oval 1430">
                <a:extLst>
                  <a:ext uri="{FF2B5EF4-FFF2-40B4-BE49-F238E27FC236}">
                    <a16:creationId xmlns:a16="http://schemas.microsoft.com/office/drawing/2014/main" id="{4538599D-8EE5-3197-3309-CD02A49BA0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44" name="Freeform 1431">
                <a:extLst>
                  <a:ext uri="{FF2B5EF4-FFF2-40B4-BE49-F238E27FC236}">
                    <a16:creationId xmlns:a16="http://schemas.microsoft.com/office/drawing/2014/main" id="{35D45503-9017-00B8-D780-804EB51A2C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5" name="Freeform 1432">
                <a:extLst>
                  <a:ext uri="{FF2B5EF4-FFF2-40B4-BE49-F238E27FC236}">
                    <a16:creationId xmlns:a16="http://schemas.microsoft.com/office/drawing/2014/main" id="{27F89C10-C04B-3A9B-CEE6-626CD632DF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6" name="Freeform 1433">
                <a:extLst>
                  <a:ext uri="{FF2B5EF4-FFF2-40B4-BE49-F238E27FC236}">
                    <a16:creationId xmlns:a16="http://schemas.microsoft.com/office/drawing/2014/main" id="{158D112F-8DFA-61A9-6926-9D56298CA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" name="Oval 1434">
                <a:extLst>
                  <a:ext uri="{FF2B5EF4-FFF2-40B4-BE49-F238E27FC236}">
                    <a16:creationId xmlns:a16="http://schemas.microsoft.com/office/drawing/2014/main" id="{488E89C3-2C0A-373C-0327-CFBFB6242D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7" name="Group 1435">
              <a:extLst>
                <a:ext uri="{FF2B5EF4-FFF2-40B4-BE49-F238E27FC236}">
                  <a16:creationId xmlns:a16="http://schemas.microsoft.com/office/drawing/2014/main" id="{6F454D0F-CB08-FF49-A7C6-8C59260797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168272" y="2013303"/>
              <a:ext cx="166756" cy="534619"/>
              <a:chOff x="533" y="1248"/>
              <a:chExt cx="175" cy="403"/>
            </a:xfrm>
          </p:grpSpPr>
          <p:sp>
            <p:nvSpPr>
              <p:cNvPr id="4136" name="Oval 1436">
                <a:extLst>
                  <a:ext uri="{FF2B5EF4-FFF2-40B4-BE49-F238E27FC236}">
                    <a16:creationId xmlns:a16="http://schemas.microsoft.com/office/drawing/2014/main" id="{6BE6E613-485D-27EF-1CE5-E8E86AF2C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7" name="Oval 1437">
                <a:extLst>
                  <a:ext uri="{FF2B5EF4-FFF2-40B4-BE49-F238E27FC236}">
                    <a16:creationId xmlns:a16="http://schemas.microsoft.com/office/drawing/2014/main" id="{3DE1C863-375F-58A7-BA5A-6C97E542D4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8" name="Freeform 1438">
                <a:extLst>
                  <a:ext uri="{FF2B5EF4-FFF2-40B4-BE49-F238E27FC236}">
                    <a16:creationId xmlns:a16="http://schemas.microsoft.com/office/drawing/2014/main" id="{62143426-6729-4133-226A-CA4A4DEDFE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9" name="Freeform 1439">
                <a:extLst>
                  <a:ext uri="{FF2B5EF4-FFF2-40B4-BE49-F238E27FC236}">
                    <a16:creationId xmlns:a16="http://schemas.microsoft.com/office/drawing/2014/main" id="{6C60631B-7D6D-01BD-778A-6782585E6C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0" name="Freeform 1440">
                <a:extLst>
                  <a:ext uri="{FF2B5EF4-FFF2-40B4-BE49-F238E27FC236}">
                    <a16:creationId xmlns:a16="http://schemas.microsoft.com/office/drawing/2014/main" id="{10040678-1C5A-0250-D308-A517E4B158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1" name="Oval 1441">
                <a:extLst>
                  <a:ext uri="{FF2B5EF4-FFF2-40B4-BE49-F238E27FC236}">
                    <a16:creationId xmlns:a16="http://schemas.microsoft.com/office/drawing/2014/main" id="{C5996010-AA49-200D-2B67-77A9BEB05E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8" name="Group 1442">
              <a:extLst>
                <a:ext uri="{FF2B5EF4-FFF2-40B4-BE49-F238E27FC236}">
                  <a16:creationId xmlns:a16="http://schemas.microsoft.com/office/drawing/2014/main" id="{0FAE36E9-92F8-29AA-DBD2-D838F51AE2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345787" y="1397005"/>
              <a:ext cx="166756" cy="534619"/>
              <a:chOff x="533" y="1248"/>
              <a:chExt cx="175" cy="403"/>
            </a:xfrm>
          </p:grpSpPr>
          <p:sp>
            <p:nvSpPr>
              <p:cNvPr id="4130" name="Oval 1443">
                <a:extLst>
                  <a:ext uri="{FF2B5EF4-FFF2-40B4-BE49-F238E27FC236}">
                    <a16:creationId xmlns:a16="http://schemas.microsoft.com/office/drawing/2014/main" id="{D78550FE-654F-26F3-DB4B-2F2FEFE9EB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1" name="Oval 1444">
                <a:extLst>
                  <a:ext uri="{FF2B5EF4-FFF2-40B4-BE49-F238E27FC236}">
                    <a16:creationId xmlns:a16="http://schemas.microsoft.com/office/drawing/2014/main" id="{3B7ABA56-1429-07CF-94D7-1A13EA1467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2" name="Freeform 1445">
                <a:extLst>
                  <a:ext uri="{FF2B5EF4-FFF2-40B4-BE49-F238E27FC236}">
                    <a16:creationId xmlns:a16="http://schemas.microsoft.com/office/drawing/2014/main" id="{E75A15A7-2701-35BE-889E-4DF9DE8529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3" name="Freeform 1446">
                <a:extLst>
                  <a:ext uri="{FF2B5EF4-FFF2-40B4-BE49-F238E27FC236}">
                    <a16:creationId xmlns:a16="http://schemas.microsoft.com/office/drawing/2014/main" id="{F7A177C0-BF2E-1E8A-25D6-D7373A006B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4" name="Freeform 1447">
                <a:extLst>
                  <a:ext uri="{FF2B5EF4-FFF2-40B4-BE49-F238E27FC236}">
                    <a16:creationId xmlns:a16="http://schemas.microsoft.com/office/drawing/2014/main" id="{99556AD5-72A7-12F8-B619-207BD84035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5" name="Oval 1448">
                <a:extLst>
                  <a:ext uri="{FF2B5EF4-FFF2-40B4-BE49-F238E27FC236}">
                    <a16:creationId xmlns:a16="http://schemas.microsoft.com/office/drawing/2014/main" id="{A3DD99B2-A5D6-A7CC-9BCA-7A7DC076A8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39" name="Group 1449">
              <a:extLst>
                <a:ext uri="{FF2B5EF4-FFF2-40B4-BE49-F238E27FC236}">
                  <a16:creationId xmlns:a16="http://schemas.microsoft.com/office/drawing/2014/main" id="{4CA47E15-4D0F-E697-04DD-5DEBF427BE8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351166" y="2005877"/>
              <a:ext cx="166756" cy="534619"/>
              <a:chOff x="533" y="1248"/>
              <a:chExt cx="175" cy="403"/>
            </a:xfrm>
          </p:grpSpPr>
          <p:sp>
            <p:nvSpPr>
              <p:cNvPr id="4124" name="Oval 1450">
                <a:extLst>
                  <a:ext uri="{FF2B5EF4-FFF2-40B4-BE49-F238E27FC236}">
                    <a16:creationId xmlns:a16="http://schemas.microsoft.com/office/drawing/2014/main" id="{6B37D4EE-5A1B-94FB-FD8D-E59F586098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5" name="Oval 1451">
                <a:extLst>
                  <a:ext uri="{FF2B5EF4-FFF2-40B4-BE49-F238E27FC236}">
                    <a16:creationId xmlns:a16="http://schemas.microsoft.com/office/drawing/2014/main" id="{4F4CB649-4230-37AD-D90A-D90A0679E6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6" name="Freeform 1452">
                <a:extLst>
                  <a:ext uri="{FF2B5EF4-FFF2-40B4-BE49-F238E27FC236}">
                    <a16:creationId xmlns:a16="http://schemas.microsoft.com/office/drawing/2014/main" id="{994CA047-0464-6330-4B8A-732F833867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7" name="Freeform 1453">
                <a:extLst>
                  <a:ext uri="{FF2B5EF4-FFF2-40B4-BE49-F238E27FC236}">
                    <a16:creationId xmlns:a16="http://schemas.microsoft.com/office/drawing/2014/main" id="{8094934B-7DE9-6E06-B63F-BF0EE41EFB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8" name="Freeform 1454">
                <a:extLst>
                  <a:ext uri="{FF2B5EF4-FFF2-40B4-BE49-F238E27FC236}">
                    <a16:creationId xmlns:a16="http://schemas.microsoft.com/office/drawing/2014/main" id="{CEDDDBA2-FAFC-5DE6-55B2-566BB8599C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9" name="Oval 1455">
                <a:extLst>
                  <a:ext uri="{FF2B5EF4-FFF2-40B4-BE49-F238E27FC236}">
                    <a16:creationId xmlns:a16="http://schemas.microsoft.com/office/drawing/2014/main" id="{F316DCFC-4DA8-92ED-E836-24158C4F9F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0" name="Group 1456">
              <a:extLst>
                <a:ext uri="{FF2B5EF4-FFF2-40B4-BE49-F238E27FC236}">
                  <a16:creationId xmlns:a16="http://schemas.microsoft.com/office/drawing/2014/main" id="{383295EF-6CD8-5DF2-CF7E-99E90C3EB5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3301" y="1397005"/>
              <a:ext cx="166756" cy="534619"/>
              <a:chOff x="533" y="1248"/>
              <a:chExt cx="175" cy="403"/>
            </a:xfrm>
          </p:grpSpPr>
          <p:sp>
            <p:nvSpPr>
              <p:cNvPr id="4118" name="Oval 1457">
                <a:extLst>
                  <a:ext uri="{FF2B5EF4-FFF2-40B4-BE49-F238E27FC236}">
                    <a16:creationId xmlns:a16="http://schemas.microsoft.com/office/drawing/2014/main" id="{26792FD0-55D4-65DE-575A-224139F6DD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19" name="Oval 1458">
                <a:extLst>
                  <a:ext uri="{FF2B5EF4-FFF2-40B4-BE49-F238E27FC236}">
                    <a16:creationId xmlns:a16="http://schemas.microsoft.com/office/drawing/2014/main" id="{7AA9AAA7-6B24-AC2B-A364-475ABA3765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20" name="Freeform 1459">
                <a:extLst>
                  <a:ext uri="{FF2B5EF4-FFF2-40B4-BE49-F238E27FC236}">
                    <a16:creationId xmlns:a16="http://schemas.microsoft.com/office/drawing/2014/main" id="{F38EBFAF-B83F-453F-3475-E947353BBA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" name="Freeform 1460">
                <a:extLst>
                  <a:ext uri="{FF2B5EF4-FFF2-40B4-BE49-F238E27FC236}">
                    <a16:creationId xmlns:a16="http://schemas.microsoft.com/office/drawing/2014/main" id="{ED367D5C-F09E-18AB-5354-3BC109CD9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" name="Freeform 1461">
                <a:extLst>
                  <a:ext uri="{FF2B5EF4-FFF2-40B4-BE49-F238E27FC236}">
                    <a16:creationId xmlns:a16="http://schemas.microsoft.com/office/drawing/2014/main" id="{07086490-D31B-FFA7-0996-3608C88391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" name="Oval 1462">
                <a:extLst>
                  <a:ext uri="{FF2B5EF4-FFF2-40B4-BE49-F238E27FC236}">
                    <a16:creationId xmlns:a16="http://schemas.microsoft.com/office/drawing/2014/main" id="{D0D12BDA-DAB8-5692-E2B7-D169B6ED98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1" name="Group 1463">
              <a:extLst>
                <a:ext uri="{FF2B5EF4-FFF2-40B4-BE49-F238E27FC236}">
                  <a16:creationId xmlns:a16="http://schemas.microsoft.com/office/drawing/2014/main" id="{E8BA5769-A1B5-2573-B636-8B465FB3FF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528680" y="2005877"/>
              <a:ext cx="166756" cy="534619"/>
              <a:chOff x="533" y="1248"/>
              <a:chExt cx="175" cy="403"/>
            </a:xfrm>
          </p:grpSpPr>
          <p:sp>
            <p:nvSpPr>
              <p:cNvPr id="4112" name="Oval 1464">
                <a:extLst>
                  <a:ext uri="{FF2B5EF4-FFF2-40B4-BE49-F238E27FC236}">
                    <a16:creationId xmlns:a16="http://schemas.microsoft.com/office/drawing/2014/main" id="{1DE2E369-4FD0-D7CA-281F-CD0FFDC2A3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13" name="Oval 1465">
                <a:extLst>
                  <a:ext uri="{FF2B5EF4-FFF2-40B4-BE49-F238E27FC236}">
                    <a16:creationId xmlns:a16="http://schemas.microsoft.com/office/drawing/2014/main" id="{78CB3D81-6E89-90AB-C5DE-2A21553D90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14" name="Freeform 1466">
                <a:extLst>
                  <a:ext uri="{FF2B5EF4-FFF2-40B4-BE49-F238E27FC236}">
                    <a16:creationId xmlns:a16="http://schemas.microsoft.com/office/drawing/2014/main" id="{165164A8-6E00-F5D7-3366-B7F8059CE4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5" name="Freeform 1467">
                <a:extLst>
                  <a:ext uri="{FF2B5EF4-FFF2-40B4-BE49-F238E27FC236}">
                    <a16:creationId xmlns:a16="http://schemas.microsoft.com/office/drawing/2014/main" id="{8174AD8D-F545-45D8-7603-1C34F3C774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6" name="Freeform 1468">
                <a:extLst>
                  <a:ext uri="{FF2B5EF4-FFF2-40B4-BE49-F238E27FC236}">
                    <a16:creationId xmlns:a16="http://schemas.microsoft.com/office/drawing/2014/main" id="{39DF1FE2-098C-A245-FFDB-017468A113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" name="Oval 1469">
                <a:extLst>
                  <a:ext uri="{FF2B5EF4-FFF2-40B4-BE49-F238E27FC236}">
                    <a16:creationId xmlns:a16="http://schemas.microsoft.com/office/drawing/2014/main" id="{FFD0447B-18F5-84BF-DFB8-1FD6DF625E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2" name="Group 1470">
              <a:extLst>
                <a:ext uri="{FF2B5EF4-FFF2-40B4-BE49-F238E27FC236}">
                  <a16:creationId xmlns:a16="http://schemas.microsoft.com/office/drawing/2014/main" id="{5DD58C83-06C5-2BE9-A3F5-D170F4ACB7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695436" y="1397005"/>
              <a:ext cx="166756" cy="534619"/>
              <a:chOff x="533" y="1248"/>
              <a:chExt cx="175" cy="403"/>
            </a:xfrm>
          </p:grpSpPr>
          <p:sp>
            <p:nvSpPr>
              <p:cNvPr id="4106" name="Oval 1471">
                <a:extLst>
                  <a:ext uri="{FF2B5EF4-FFF2-40B4-BE49-F238E27FC236}">
                    <a16:creationId xmlns:a16="http://schemas.microsoft.com/office/drawing/2014/main" id="{9C5B46B6-271F-6A3E-37C0-3DECDC81E2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07" name="Oval 1472">
                <a:extLst>
                  <a:ext uri="{FF2B5EF4-FFF2-40B4-BE49-F238E27FC236}">
                    <a16:creationId xmlns:a16="http://schemas.microsoft.com/office/drawing/2014/main" id="{A2EF1B2D-56BE-E1F6-1F16-031D6DF8E1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08" name="Freeform 1473">
                <a:extLst>
                  <a:ext uri="{FF2B5EF4-FFF2-40B4-BE49-F238E27FC236}">
                    <a16:creationId xmlns:a16="http://schemas.microsoft.com/office/drawing/2014/main" id="{AB1337BC-F89A-F12A-FC46-1FE9119AB6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9" name="Freeform 1474">
                <a:extLst>
                  <a:ext uri="{FF2B5EF4-FFF2-40B4-BE49-F238E27FC236}">
                    <a16:creationId xmlns:a16="http://schemas.microsoft.com/office/drawing/2014/main" id="{0B19EF3B-863D-E9F7-EF8C-9C2CE79679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0" name="Freeform 1475">
                <a:extLst>
                  <a:ext uri="{FF2B5EF4-FFF2-40B4-BE49-F238E27FC236}">
                    <a16:creationId xmlns:a16="http://schemas.microsoft.com/office/drawing/2014/main" id="{D8B065B5-A6B7-5945-52FD-28DAFB01B0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" name="Oval 1476">
                <a:extLst>
                  <a:ext uri="{FF2B5EF4-FFF2-40B4-BE49-F238E27FC236}">
                    <a16:creationId xmlns:a16="http://schemas.microsoft.com/office/drawing/2014/main" id="{8E2B6BDC-F721-900E-1878-322B738510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3" name="Group 1477">
              <a:extLst>
                <a:ext uri="{FF2B5EF4-FFF2-40B4-BE49-F238E27FC236}">
                  <a16:creationId xmlns:a16="http://schemas.microsoft.com/office/drawing/2014/main" id="{21DAA15A-5F77-3630-065C-F97652BA93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700815" y="2005877"/>
              <a:ext cx="166756" cy="534619"/>
              <a:chOff x="533" y="1248"/>
              <a:chExt cx="175" cy="403"/>
            </a:xfrm>
          </p:grpSpPr>
          <p:sp>
            <p:nvSpPr>
              <p:cNvPr id="4100" name="Oval 1478">
                <a:extLst>
                  <a:ext uri="{FF2B5EF4-FFF2-40B4-BE49-F238E27FC236}">
                    <a16:creationId xmlns:a16="http://schemas.microsoft.com/office/drawing/2014/main" id="{1D904D3F-2A50-18F3-D486-B25C14043C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01" name="Oval 1479">
                <a:extLst>
                  <a:ext uri="{FF2B5EF4-FFF2-40B4-BE49-F238E27FC236}">
                    <a16:creationId xmlns:a16="http://schemas.microsoft.com/office/drawing/2014/main" id="{EEAD60F2-014F-0B47-09C3-DF243B0541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02" name="Freeform 1480">
                <a:extLst>
                  <a:ext uri="{FF2B5EF4-FFF2-40B4-BE49-F238E27FC236}">
                    <a16:creationId xmlns:a16="http://schemas.microsoft.com/office/drawing/2014/main" id="{077108FB-381B-59CD-457B-67A4D65D0A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3" name="Freeform 1481">
                <a:extLst>
                  <a:ext uri="{FF2B5EF4-FFF2-40B4-BE49-F238E27FC236}">
                    <a16:creationId xmlns:a16="http://schemas.microsoft.com/office/drawing/2014/main" id="{7A4843E8-CEEC-8C82-DCFE-E32E310192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4" name="Freeform 1482">
                <a:extLst>
                  <a:ext uri="{FF2B5EF4-FFF2-40B4-BE49-F238E27FC236}">
                    <a16:creationId xmlns:a16="http://schemas.microsoft.com/office/drawing/2014/main" id="{CC75E68B-2446-08C2-C950-622A5B7B1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5" name="Oval 1483">
                <a:extLst>
                  <a:ext uri="{FF2B5EF4-FFF2-40B4-BE49-F238E27FC236}">
                    <a16:creationId xmlns:a16="http://schemas.microsoft.com/office/drawing/2014/main" id="{0C8279E0-7889-B365-CFEE-49CA33B37B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4" name="Group 1484">
              <a:extLst>
                <a:ext uri="{FF2B5EF4-FFF2-40B4-BE49-F238E27FC236}">
                  <a16:creationId xmlns:a16="http://schemas.microsoft.com/office/drawing/2014/main" id="{F11F1690-18F9-E1DC-1513-AF0658EF33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870261" y="1397005"/>
              <a:ext cx="166756" cy="534619"/>
              <a:chOff x="533" y="1248"/>
              <a:chExt cx="175" cy="403"/>
            </a:xfrm>
          </p:grpSpPr>
          <p:sp>
            <p:nvSpPr>
              <p:cNvPr id="4094" name="Oval 1485">
                <a:extLst>
                  <a:ext uri="{FF2B5EF4-FFF2-40B4-BE49-F238E27FC236}">
                    <a16:creationId xmlns:a16="http://schemas.microsoft.com/office/drawing/2014/main" id="{7FBD807C-5671-3D1E-6AFF-6EBDAC66FD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95" name="Oval 1486">
                <a:extLst>
                  <a:ext uri="{FF2B5EF4-FFF2-40B4-BE49-F238E27FC236}">
                    <a16:creationId xmlns:a16="http://schemas.microsoft.com/office/drawing/2014/main" id="{125B5E70-5C5C-13B4-69CB-18EA997A81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96" name="Freeform 1487">
                <a:extLst>
                  <a:ext uri="{FF2B5EF4-FFF2-40B4-BE49-F238E27FC236}">
                    <a16:creationId xmlns:a16="http://schemas.microsoft.com/office/drawing/2014/main" id="{CED45A64-CC1D-01E2-54FC-95DF0A086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7" name="Freeform 1488">
                <a:extLst>
                  <a:ext uri="{FF2B5EF4-FFF2-40B4-BE49-F238E27FC236}">
                    <a16:creationId xmlns:a16="http://schemas.microsoft.com/office/drawing/2014/main" id="{FC4910BA-0440-96EB-3378-003501C592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" name="Freeform 1489">
                <a:extLst>
                  <a:ext uri="{FF2B5EF4-FFF2-40B4-BE49-F238E27FC236}">
                    <a16:creationId xmlns:a16="http://schemas.microsoft.com/office/drawing/2014/main" id="{653A8011-1015-2AC4-F117-8E7ACF769A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" name="Oval 1490">
                <a:extLst>
                  <a:ext uri="{FF2B5EF4-FFF2-40B4-BE49-F238E27FC236}">
                    <a16:creationId xmlns:a16="http://schemas.microsoft.com/office/drawing/2014/main" id="{03C9CB6F-30E7-65FE-44F9-A0517EACD3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5" name="Group 1491">
              <a:extLst>
                <a:ext uri="{FF2B5EF4-FFF2-40B4-BE49-F238E27FC236}">
                  <a16:creationId xmlns:a16="http://schemas.microsoft.com/office/drawing/2014/main" id="{3E738F91-3004-C412-7DA3-A9017D1A53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875640" y="2005877"/>
              <a:ext cx="166756" cy="534619"/>
              <a:chOff x="533" y="1248"/>
              <a:chExt cx="175" cy="403"/>
            </a:xfrm>
          </p:grpSpPr>
          <p:sp>
            <p:nvSpPr>
              <p:cNvPr id="4088" name="Oval 1492">
                <a:extLst>
                  <a:ext uri="{FF2B5EF4-FFF2-40B4-BE49-F238E27FC236}">
                    <a16:creationId xmlns:a16="http://schemas.microsoft.com/office/drawing/2014/main" id="{B7CA1463-6BB2-413D-C1FA-25226C96C8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89" name="Oval 1493">
                <a:extLst>
                  <a:ext uri="{FF2B5EF4-FFF2-40B4-BE49-F238E27FC236}">
                    <a16:creationId xmlns:a16="http://schemas.microsoft.com/office/drawing/2014/main" id="{24D51EA2-FEDD-1CA0-F013-80E2F15A11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90" name="Freeform 1494">
                <a:extLst>
                  <a:ext uri="{FF2B5EF4-FFF2-40B4-BE49-F238E27FC236}">
                    <a16:creationId xmlns:a16="http://schemas.microsoft.com/office/drawing/2014/main" id="{DEB5395D-137D-E680-78BC-4779AD0EC2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1" name="Freeform 1495">
                <a:extLst>
                  <a:ext uri="{FF2B5EF4-FFF2-40B4-BE49-F238E27FC236}">
                    <a16:creationId xmlns:a16="http://schemas.microsoft.com/office/drawing/2014/main" id="{AEA9F1E7-4D06-9A7E-8408-5FA62565C0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2" name="Freeform 1496">
                <a:extLst>
                  <a:ext uri="{FF2B5EF4-FFF2-40B4-BE49-F238E27FC236}">
                    <a16:creationId xmlns:a16="http://schemas.microsoft.com/office/drawing/2014/main" id="{5A1D82DC-B976-395A-131F-C4AD438923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3" name="Oval 1497">
                <a:extLst>
                  <a:ext uri="{FF2B5EF4-FFF2-40B4-BE49-F238E27FC236}">
                    <a16:creationId xmlns:a16="http://schemas.microsoft.com/office/drawing/2014/main" id="{E4484584-8247-BD33-DDFB-8B5526721B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6" name="Group 1498">
              <a:extLst>
                <a:ext uri="{FF2B5EF4-FFF2-40B4-BE49-F238E27FC236}">
                  <a16:creationId xmlns:a16="http://schemas.microsoft.com/office/drawing/2014/main" id="{A8AEB39E-A100-F4B9-F052-03F8168925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53154" y="1397005"/>
              <a:ext cx="166756" cy="534619"/>
              <a:chOff x="533" y="1248"/>
              <a:chExt cx="175" cy="403"/>
            </a:xfrm>
          </p:grpSpPr>
          <p:sp>
            <p:nvSpPr>
              <p:cNvPr id="4082" name="Oval 1499">
                <a:extLst>
                  <a:ext uri="{FF2B5EF4-FFF2-40B4-BE49-F238E27FC236}">
                    <a16:creationId xmlns:a16="http://schemas.microsoft.com/office/drawing/2014/main" id="{FED7ABAF-47FB-357F-BBB1-3EB2316973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83" name="Oval 1500">
                <a:extLst>
                  <a:ext uri="{FF2B5EF4-FFF2-40B4-BE49-F238E27FC236}">
                    <a16:creationId xmlns:a16="http://schemas.microsoft.com/office/drawing/2014/main" id="{78546DCD-A0C9-CE4E-4FFE-056399A9B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84" name="Freeform 1501">
                <a:extLst>
                  <a:ext uri="{FF2B5EF4-FFF2-40B4-BE49-F238E27FC236}">
                    <a16:creationId xmlns:a16="http://schemas.microsoft.com/office/drawing/2014/main" id="{90ED64E9-0C83-0CA6-BDB8-5E73F083D8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5" name="Freeform 1502">
                <a:extLst>
                  <a:ext uri="{FF2B5EF4-FFF2-40B4-BE49-F238E27FC236}">
                    <a16:creationId xmlns:a16="http://schemas.microsoft.com/office/drawing/2014/main" id="{5EB24790-876E-D51A-45A7-1CF472601F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6" name="Freeform 1503">
                <a:extLst>
                  <a:ext uri="{FF2B5EF4-FFF2-40B4-BE49-F238E27FC236}">
                    <a16:creationId xmlns:a16="http://schemas.microsoft.com/office/drawing/2014/main" id="{350CE499-AB7F-02D0-4F2A-9CF0D025CB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7" name="Oval 1504">
                <a:extLst>
                  <a:ext uri="{FF2B5EF4-FFF2-40B4-BE49-F238E27FC236}">
                    <a16:creationId xmlns:a16="http://schemas.microsoft.com/office/drawing/2014/main" id="{7A69EDD2-9102-0EBB-40A2-FCA1BD6D62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7" name="Group 1505">
              <a:extLst>
                <a:ext uri="{FF2B5EF4-FFF2-40B4-BE49-F238E27FC236}">
                  <a16:creationId xmlns:a16="http://schemas.microsoft.com/office/drawing/2014/main" id="{21292BE8-C73E-E640-0520-7E28410B0ED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058533" y="2005877"/>
              <a:ext cx="166756" cy="534619"/>
              <a:chOff x="533" y="1248"/>
              <a:chExt cx="175" cy="403"/>
            </a:xfrm>
          </p:grpSpPr>
          <p:sp>
            <p:nvSpPr>
              <p:cNvPr id="4076" name="Oval 1506">
                <a:extLst>
                  <a:ext uri="{FF2B5EF4-FFF2-40B4-BE49-F238E27FC236}">
                    <a16:creationId xmlns:a16="http://schemas.microsoft.com/office/drawing/2014/main" id="{7D75BC64-7D27-D2BC-0ED3-1F04E8A082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7" name="Oval 1507">
                <a:extLst>
                  <a:ext uri="{FF2B5EF4-FFF2-40B4-BE49-F238E27FC236}">
                    <a16:creationId xmlns:a16="http://schemas.microsoft.com/office/drawing/2014/main" id="{D3767A62-8BC0-3B1F-05B1-ABC6A93570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8" name="Freeform 1508">
                <a:extLst>
                  <a:ext uri="{FF2B5EF4-FFF2-40B4-BE49-F238E27FC236}">
                    <a16:creationId xmlns:a16="http://schemas.microsoft.com/office/drawing/2014/main" id="{97A838CE-0DDC-1B16-292F-A0CF926AE1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9" name="Freeform 1509">
                <a:extLst>
                  <a:ext uri="{FF2B5EF4-FFF2-40B4-BE49-F238E27FC236}">
                    <a16:creationId xmlns:a16="http://schemas.microsoft.com/office/drawing/2014/main" id="{E8893F8F-10DE-4540-AE83-77425C4C45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0" name="Freeform 1510">
                <a:extLst>
                  <a:ext uri="{FF2B5EF4-FFF2-40B4-BE49-F238E27FC236}">
                    <a16:creationId xmlns:a16="http://schemas.microsoft.com/office/drawing/2014/main" id="{E592CE67-D86E-4425-3C52-ED908BB375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1" name="Oval 1511">
                <a:extLst>
                  <a:ext uri="{FF2B5EF4-FFF2-40B4-BE49-F238E27FC236}">
                    <a16:creationId xmlns:a16="http://schemas.microsoft.com/office/drawing/2014/main" id="{1D5AC755-F023-3D00-1568-8E5F048395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8" name="Group 1512">
              <a:extLst>
                <a:ext uri="{FF2B5EF4-FFF2-40B4-BE49-F238E27FC236}">
                  <a16:creationId xmlns:a16="http://schemas.microsoft.com/office/drawing/2014/main" id="{53A83990-F40C-AC88-C1C7-6FB03D09DF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230669" y="1397005"/>
              <a:ext cx="166756" cy="534619"/>
              <a:chOff x="533" y="1248"/>
              <a:chExt cx="175" cy="403"/>
            </a:xfrm>
          </p:grpSpPr>
          <p:sp>
            <p:nvSpPr>
              <p:cNvPr id="4070" name="Oval 1513">
                <a:extLst>
                  <a:ext uri="{FF2B5EF4-FFF2-40B4-BE49-F238E27FC236}">
                    <a16:creationId xmlns:a16="http://schemas.microsoft.com/office/drawing/2014/main" id="{D038286F-EF05-7812-8C8A-004C87CD54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1" name="Oval 1514">
                <a:extLst>
                  <a:ext uri="{FF2B5EF4-FFF2-40B4-BE49-F238E27FC236}">
                    <a16:creationId xmlns:a16="http://schemas.microsoft.com/office/drawing/2014/main" id="{5D552BFF-759E-C1DB-7BE5-EA35DA991E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2" name="Freeform 1515">
                <a:extLst>
                  <a:ext uri="{FF2B5EF4-FFF2-40B4-BE49-F238E27FC236}">
                    <a16:creationId xmlns:a16="http://schemas.microsoft.com/office/drawing/2014/main" id="{B8ABBFA0-23BA-AB65-7B16-7A0B63E8BB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3" name="Freeform 1516">
                <a:extLst>
                  <a:ext uri="{FF2B5EF4-FFF2-40B4-BE49-F238E27FC236}">
                    <a16:creationId xmlns:a16="http://schemas.microsoft.com/office/drawing/2014/main" id="{2EA4E158-86BE-D86D-C82C-08E93A8C5D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4" name="Freeform 1517">
                <a:extLst>
                  <a:ext uri="{FF2B5EF4-FFF2-40B4-BE49-F238E27FC236}">
                    <a16:creationId xmlns:a16="http://schemas.microsoft.com/office/drawing/2014/main" id="{43CD527F-6A07-D412-C855-2833947C1B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" name="Oval 1518">
                <a:extLst>
                  <a:ext uri="{FF2B5EF4-FFF2-40B4-BE49-F238E27FC236}">
                    <a16:creationId xmlns:a16="http://schemas.microsoft.com/office/drawing/2014/main" id="{AF9F820E-0575-427B-35B0-728725EA7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49" name="Group 1519">
              <a:extLst>
                <a:ext uri="{FF2B5EF4-FFF2-40B4-BE49-F238E27FC236}">
                  <a16:creationId xmlns:a16="http://schemas.microsoft.com/office/drawing/2014/main" id="{BA3FD325-CA53-6A4A-649A-F430BAD69D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236048" y="2005877"/>
              <a:ext cx="166756" cy="534619"/>
              <a:chOff x="533" y="1248"/>
              <a:chExt cx="175" cy="403"/>
            </a:xfrm>
          </p:grpSpPr>
          <p:sp>
            <p:nvSpPr>
              <p:cNvPr id="4064" name="Oval 1520">
                <a:extLst>
                  <a:ext uri="{FF2B5EF4-FFF2-40B4-BE49-F238E27FC236}">
                    <a16:creationId xmlns:a16="http://schemas.microsoft.com/office/drawing/2014/main" id="{F43B9533-A707-00F9-5821-575CBC767E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5" name="Oval 1521">
                <a:extLst>
                  <a:ext uri="{FF2B5EF4-FFF2-40B4-BE49-F238E27FC236}">
                    <a16:creationId xmlns:a16="http://schemas.microsoft.com/office/drawing/2014/main" id="{78469BD5-4434-3189-EABC-9D7F0FAD4B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6" name="Freeform 1522">
                <a:extLst>
                  <a:ext uri="{FF2B5EF4-FFF2-40B4-BE49-F238E27FC236}">
                    <a16:creationId xmlns:a16="http://schemas.microsoft.com/office/drawing/2014/main" id="{60A80573-BEE8-42C3-0EEE-DDC577687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7" name="Freeform 1523">
                <a:extLst>
                  <a:ext uri="{FF2B5EF4-FFF2-40B4-BE49-F238E27FC236}">
                    <a16:creationId xmlns:a16="http://schemas.microsoft.com/office/drawing/2014/main" id="{774C380A-9BB6-9955-1FA2-5F7E186503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8" name="Freeform 1524">
                <a:extLst>
                  <a:ext uri="{FF2B5EF4-FFF2-40B4-BE49-F238E27FC236}">
                    <a16:creationId xmlns:a16="http://schemas.microsoft.com/office/drawing/2014/main" id="{7038772D-4536-F484-7B14-2A69435C0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9" name="Oval 1525">
                <a:extLst>
                  <a:ext uri="{FF2B5EF4-FFF2-40B4-BE49-F238E27FC236}">
                    <a16:creationId xmlns:a16="http://schemas.microsoft.com/office/drawing/2014/main" id="{CBF14014-7D0F-305A-0EF4-9986BB5453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50" name="Group 1526">
              <a:extLst>
                <a:ext uri="{FF2B5EF4-FFF2-40B4-BE49-F238E27FC236}">
                  <a16:creationId xmlns:a16="http://schemas.microsoft.com/office/drawing/2014/main" id="{50B9DE9B-3A7F-6E27-99D1-819766C610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402804" y="1397005"/>
              <a:ext cx="166756" cy="534619"/>
              <a:chOff x="533" y="1248"/>
              <a:chExt cx="175" cy="403"/>
            </a:xfrm>
          </p:grpSpPr>
          <p:sp>
            <p:nvSpPr>
              <p:cNvPr id="4058" name="Oval 1527">
                <a:extLst>
                  <a:ext uri="{FF2B5EF4-FFF2-40B4-BE49-F238E27FC236}">
                    <a16:creationId xmlns:a16="http://schemas.microsoft.com/office/drawing/2014/main" id="{910640D3-8261-3E4C-0F94-9D00CD8F4B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59" name="Oval 1528">
                <a:extLst>
                  <a:ext uri="{FF2B5EF4-FFF2-40B4-BE49-F238E27FC236}">
                    <a16:creationId xmlns:a16="http://schemas.microsoft.com/office/drawing/2014/main" id="{12E94CF5-0ADF-45E8-E185-FB359BA59D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60" name="Freeform 1529">
                <a:extLst>
                  <a:ext uri="{FF2B5EF4-FFF2-40B4-BE49-F238E27FC236}">
                    <a16:creationId xmlns:a16="http://schemas.microsoft.com/office/drawing/2014/main" id="{57C5CBE7-E761-18C9-8323-23B709E493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1" name="Freeform 1530">
                <a:extLst>
                  <a:ext uri="{FF2B5EF4-FFF2-40B4-BE49-F238E27FC236}">
                    <a16:creationId xmlns:a16="http://schemas.microsoft.com/office/drawing/2014/main" id="{E061F37A-EF46-D200-6878-411347D1CF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2" name="Freeform 1531">
                <a:extLst>
                  <a:ext uri="{FF2B5EF4-FFF2-40B4-BE49-F238E27FC236}">
                    <a16:creationId xmlns:a16="http://schemas.microsoft.com/office/drawing/2014/main" id="{2EE758F1-0571-C9B2-9BB2-0ACD3A8FD9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3" name="Oval 1532">
                <a:extLst>
                  <a:ext uri="{FF2B5EF4-FFF2-40B4-BE49-F238E27FC236}">
                    <a16:creationId xmlns:a16="http://schemas.microsoft.com/office/drawing/2014/main" id="{8429F947-CCCD-D722-AAFB-5E20129779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051" name="Group 1533">
              <a:extLst>
                <a:ext uri="{FF2B5EF4-FFF2-40B4-BE49-F238E27FC236}">
                  <a16:creationId xmlns:a16="http://schemas.microsoft.com/office/drawing/2014/main" id="{458B745F-C726-5046-974F-91401074C7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408183" y="2005877"/>
              <a:ext cx="166756" cy="534619"/>
              <a:chOff x="533" y="1248"/>
              <a:chExt cx="175" cy="403"/>
            </a:xfrm>
          </p:grpSpPr>
          <p:sp>
            <p:nvSpPr>
              <p:cNvPr id="4052" name="Oval 1534">
                <a:extLst>
                  <a:ext uri="{FF2B5EF4-FFF2-40B4-BE49-F238E27FC236}">
                    <a16:creationId xmlns:a16="http://schemas.microsoft.com/office/drawing/2014/main" id="{DEABC851-8656-1BF5-6A50-A19675E07E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53" name="Oval 1535">
                <a:extLst>
                  <a:ext uri="{FF2B5EF4-FFF2-40B4-BE49-F238E27FC236}">
                    <a16:creationId xmlns:a16="http://schemas.microsoft.com/office/drawing/2014/main" id="{7ECA7670-C7C5-ED49-D0C5-3088C5E21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54" name="Freeform 1536">
                <a:extLst>
                  <a:ext uri="{FF2B5EF4-FFF2-40B4-BE49-F238E27FC236}">
                    <a16:creationId xmlns:a16="http://schemas.microsoft.com/office/drawing/2014/main" id="{95F33F07-58CA-E7CC-D465-866CED61B7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5" name="Freeform 1537">
                <a:extLst>
                  <a:ext uri="{FF2B5EF4-FFF2-40B4-BE49-F238E27FC236}">
                    <a16:creationId xmlns:a16="http://schemas.microsoft.com/office/drawing/2014/main" id="{9862A9CB-183A-B604-7688-1F330396CF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6" name="Freeform 1538">
                <a:extLst>
                  <a:ext uri="{FF2B5EF4-FFF2-40B4-BE49-F238E27FC236}">
                    <a16:creationId xmlns:a16="http://schemas.microsoft.com/office/drawing/2014/main" id="{2FF35C2A-4E24-7595-31AB-B6366C2BC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7" name="Oval 1539">
                <a:extLst>
                  <a:ext uri="{FF2B5EF4-FFF2-40B4-BE49-F238E27FC236}">
                    <a16:creationId xmlns:a16="http://schemas.microsoft.com/office/drawing/2014/main" id="{520B23D4-4171-02D7-6441-AED8C2DE58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184" name="Group 2114">
            <a:extLst>
              <a:ext uri="{FF2B5EF4-FFF2-40B4-BE49-F238E27FC236}">
                <a16:creationId xmlns:a16="http://schemas.microsoft.com/office/drawing/2014/main" id="{D14FA42D-52CE-9579-27EA-D9721A5C98EF}"/>
              </a:ext>
            </a:extLst>
          </p:cNvPr>
          <p:cNvGrpSpPr>
            <a:grpSpLocks/>
          </p:cNvGrpSpPr>
          <p:nvPr/>
        </p:nvGrpSpPr>
        <p:grpSpPr bwMode="auto">
          <a:xfrm>
            <a:off x="1257153" y="2802047"/>
            <a:ext cx="407823" cy="605019"/>
            <a:chOff x="1211" y="2523"/>
            <a:chExt cx="464" cy="701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185" name="Freeform 2115">
              <a:extLst>
                <a:ext uri="{FF2B5EF4-FFF2-40B4-BE49-F238E27FC236}">
                  <a16:creationId xmlns:a16="http://schemas.microsoft.com/office/drawing/2014/main" id="{6B49B0F4-5182-4BFE-929E-46D3D9DFD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2523"/>
              <a:ext cx="244" cy="701"/>
            </a:xfrm>
            <a:custGeom>
              <a:avLst/>
              <a:gdLst>
                <a:gd name="T0" fmla="*/ 893 w 118"/>
                <a:gd name="T1" fmla="*/ 812 h 317"/>
                <a:gd name="T2" fmla="*/ 984 w 118"/>
                <a:gd name="T3" fmla="*/ 376 h 317"/>
                <a:gd name="T4" fmla="*/ 713 w 118"/>
                <a:gd name="T5" fmla="*/ 33 h 317"/>
                <a:gd name="T6" fmla="*/ 17 w 118"/>
                <a:gd name="T7" fmla="*/ 1448 h 317"/>
                <a:gd name="T8" fmla="*/ 680 w 118"/>
                <a:gd name="T9" fmla="*/ 3375 h 317"/>
                <a:gd name="T10" fmla="*/ 910 w 118"/>
                <a:gd name="T11" fmla="*/ 2132 h 317"/>
                <a:gd name="T12" fmla="*/ 753 w 118"/>
                <a:gd name="T13" fmla="*/ 1796 h 317"/>
                <a:gd name="T14" fmla="*/ 645 w 118"/>
                <a:gd name="T15" fmla="*/ 1404 h 317"/>
                <a:gd name="T16" fmla="*/ 777 w 118"/>
                <a:gd name="T17" fmla="*/ 982 h 317"/>
                <a:gd name="T18" fmla="*/ 893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6" name="Freeform 2116">
              <a:extLst>
                <a:ext uri="{FF2B5EF4-FFF2-40B4-BE49-F238E27FC236}">
                  <a16:creationId xmlns:a16="http://schemas.microsoft.com/office/drawing/2014/main" id="{9DF816B9-20F3-67A0-E34C-692EFF6A8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523"/>
              <a:ext cx="244" cy="701"/>
            </a:xfrm>
            <a:custGeom>
              <a:avLst/>
              <a:gdLst>
                <a:gd name="T0" fmla="*/ 141 w 118"/>
                <a:gd name="T1" fmla="*/ 812 h 317"/>
                <a:gd name="T2" fmla="*/ 60 w 118"/>
                <a:gd name="T3" fmla="*/ 376 h 317"/>
                <a:gd name="T4" fmla="*/ 316 w 118"/>
                <a:gd name="T5" fmla="*/ 33 h 317"/>
                <a:gd name="T6" fmla="*/ 1017 w 118"/>
                <a:gd name="T7" fmla="*/ 1448 h 317"/>
                <a:gd name="T8" fmla="*/ 356 w 118"/>
                <a:gd name="T9" fmla="*/ 3375 h 317"/>
                <a:gd name="T10" fmla="*/ 124 w 118"/>
                <a:gd name="T11" fmla="*/ 2132 h 317"/>
                <a:gd name="T12" fmla="*/ 292 w 118"/>
                <a:gd name="T13" fmla="*/ 1796 h 317"/>
                <a:gd name="T14" fmla="*/ 389 w 118"/>
                <a:gd name="T15" fmla="*/ 1404 h 317"/>
                <a:gd name="T16" fmla="*/ 265 w 118"/>
                <a:gd name="T17" fmla="*/ 982 h 317"/>
                <a:gd name="T18" fmla="*/ 141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7" name="Freeform 2117">
              <a:extLst>
                <a:ext uri="{FF2B5EF4-FFF2-40B4-BE49-F238E27FC236}">
                  <a16:creationId xmlns:a16="http://schemas.microsoft.com/office/drawing/2014/main" id="{445F1A36-D060-A538-45F3-73870940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598"/>
              <a:ext cx="120" cy="610"/>
            </a:xfrm>
            <a:custGeom>
              <a:avLst/>
              <a:gdLst>
                <a:gd name="T0" fmla="*/ 52 w 58"/>
                <a:gd name="T1" fmla="*/ 9 h 276"/>
                <a:gd name="T2" fmla="*/ 159 w 58"/>
                <a:gd name="T3" fmla="*/ 444 h 276"/>
                <a:gd name="T4" fmla="*/ 283 w 58"/>
                <a:gd name="T5" fmla="*/ 614 h 276"/>
                <a:gd name="T6" fmla="*/ 408 w 58"/>
                <a:gd name="T7" fmla="*/ 1037 h 276"/>
                <a:gd name="T8" fmla="*/ 308 w 58"/>
                <a:gd name="T9" fmla="*/ 1426 h 276"/>
                <a:gd name="T10" fmla="*/ 141 w 58"/>
                <a:gd name="T11" fmla="*/ 1759 h 276"/>
                <a:gd name="T12" fmla="*/ 329 w 58"/>
                <a:gd name="T13" fmla="*/ 2946 h 276"/>
                <a:gd name="T14" fmla="*/ 337 w 58"/>
                <a:gd name="T15" fmla="*/ 2946 h 276"/>
                <a:gd name="T16" fmla="*/ 223 w 58"/>
                <a:gd name="T17" fmla="*/ 1759 h 276"/>
                <a:gd name="T18" fmla="*/ 416 w 58"/>
                <a:gd name="T19" fmla="*/ 1426 h 276"/>
                <a:gd name="T20" fmla="*/ 513 w 58"/>
                <a:gd name="T21" fmla="*/ 1037 h 276"/>
                <a:gd name="T22" fmla="*/ 381 w 58"/>
                <a:gd name="T23" fmla="*/ 597 h 276"/>
                <a:gd name="T24" fmla="*/ 52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6" y="1"/>
                  </a:moveTo>
                  <a:cubicBezTo>
                    <a:pt x="6" y="18"/>
                    <a:pt x="13" y="31"/>
                    <a:pt x="18" y="41"/>
                  </a:cubicBezTo>
                  <a:cubicBezTo>
                    <a:pt x="21" y="47"/>
                    <a:pt x="29" y="54"/>
                    <a:pt x="32" y="57"/>
                  </a:cubicBezTo>
                  <a:cubicBezTo>
                    <a:pt x="40" y="64"/>
                    <a:pt x="46" y="79"/>
                    <a:pt x="46" y="96"/>
                  </a:cubicBezTo>
                  <a:cubicBezTo>
                    <a:pt x="46" y="111"/>
                    <a:pt x="41" y="124"/>
                    <a:pt x="35" y="132"/>
                  </a:cubicBezTo>
                  <a:cubicBezTo>
                    <a:pt x="30" y="138"/>
                    <a:pt x="20" y="151"/>
                    <a:pt x="16" y="163"/>
                  </a:cubicBezTo>
                  <a:cubicBezTo>
                    <a:pt x="0" y="213"/>
                    <a:pt x="2" y="276"/>
                    <a:pt x="37" y="273"/>
                  </a:cubicBezTo>
                  <a:cubicBezTo>
                    <a:pt x="38" y="273"/>
                    <a:pt x="37" y="273"/>
                    <a:pt x="38" y="273"/>
                  </a:cubicBezTo>
                  <a:cubicBezTo>
                    <a:pt x="0" y="270"/>
                    <a:pt x="13" y="203"/>
                    <a:pt x="25" y="163"/>
                  </a:cubicBezTo>
                  <a:cubicBezTo>
                    <a:pt x="29" y="152"/>
                    <a:pt x="43" y="137"/>
                    <a:pt x="47" y="132"/>
                  </a:cubicBezTo>
                  <a:cubicBezTo>
                    <a:pt x="54" y="123"/>
                    <a:pt x="58" y="110"/>
                    <a:pt x="58" y="96"/>
                  </a:cubicBezTo>
                  <a:cubicBezTo>
                    <a:pt x="58" y="79"/>
                    <a:pt x="51" y="62"/>
                    <a:pt x="43" y="55"/>
                  </a:cubicBezTo>
                  <a:cubicBezTo>
                    <a:pt x="26" y="41"/>
                    <a:pt x="6" y="28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8" name="Freeform 2118">
              <a:extLst>
                <a:ext uri="{FF2B5EF4-FFF2-40B4-BE49-F238E27FC236}">
                  <a16:creationId xmlns:a16="http://schemas.microsoft.com/office/drawing/2014/main" id="{9D2A1379-AA47-9715-EB39-CFEBB91B3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2724"/>
              <a:ext cx="73" cy="234"/>
            </a:xfrm>
            <a:custGeom>
              <a:avLst/>
              <a:gdLst>
                <a:gd name="T0" fmla="*/ 144 w 35"/>
                <a:gd name="T1" fmla="*/ 0 h 106"/>
                <a:gd name="T2" fmla="*/ 273 w 35"/>
                <a:gd name="T3" fmla="*/ 419 h 106"/>
                <a:gd name="T4" fmla="*/ 173 w 35"/>
                <a:gd name="T5" fmla="*/ 808 h 106"/>
                <a:gd name="T6" fmla="*/ 0 w 35"/>
                <a:gd name="T7" fmla="*/ 1141 h 106"/>
                <a:gd name="T8" fmla="*/ 209 w 35"/>
                <a:gd name="T9" fmla="*/ 808 h 106"/>
                <a:gd name="T10" fmla="*/ 309 w 35"/>
                <a:gd name="T11" fmla="*/ 400 h 106"/>
                <a:gd name="T12" fmla="*/ 144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6" y="0"/>
                  </a:moveTo>
                  <a:cubicBezTo>
                    <a:pt x="24" y="7"/>
                    <a:pt x="30" y="22"/>
                    <a:pt x="30" y="39"/>
                  </a:cubicBezTo>
                  <a:cubicBezTo>
                    <a:pt x="30" y="54"/>
                    <a:pt x="25" y="67"/>
                    <a:pt x="19" y="75"/>
                  </a:cubicBezTo>
                  <a:cubicBezTo>
                    <a:pt x="14" y="81"/>
                    <a:pt x="4" y="94"/>
                    <a:pt x="0" y="106"/>
                  </a:cubicBezTo>
                  <a:cubicBezTo>
                    <a:pt x="5" y="95"/>
                    <a:pt x="15" y="88"/>
                    <a:pt x="23" y="75"/>
                  </a:cubicBezTo>
                  <a:cubicBezTo>
                    <a:pt x="31" y="63"/>
                    <a:pt x="35" y="50"/>
                    <a:pt x="34" y="37"/>
                  </a:cubicBezTo>
                  <a:cubicBezTo>
                    <a:pt x="32" y="23"/>
                    <a:pt x="26" y="4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89" name="Freeform 2119">
              <a:extLst>
                <a:ext uri="{FF2B5EF4-FFF2-40B4-BE49-F238E27FC236}">
                  <a16:creationId xmlns:a16="http://schemas.microsoft.com/office/drawing/2014/main" id="{85D70AE3-77DF-B0D2-2025-E52E17FB5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2598"/>
              <a:ext cx="120" cy="610"/>
            </a:xfrm>
            <a:custGeom>
              <a:avLst/>
              <a:gdLst>
                <a:gd name="T0" fmla="*/ 461 w 58"/>
                <a:gd name="T1" fmla="*/ 9 h 276"/>
                <a:gd name="T2" fmla="*/ 356 w 58"/>
                <a:gd name="T3" fmla="*/ 444 h 276"/>
                <a:gd name="T4" fmla="*/ 232 w 58"/>
                <a:gd name="T5" fmla="*/ 614 h 276"/>
                <a:gd name="T6" fmla="*/ 108 w 58"/>
                <a:gd name="T7" fmla="*/ 1037 h 276"/>
                <a:gd name="T8" fmla="*/ 205 w 58"/>
                <a:gd name="T9" fmla="*/ 1426 h 276"/>
                <a:gd name="T10" fmla="*/ 372 w 58"/>
                <a:gd name="T11" fmla="*/ 1759 h 276"/>
                <a:gd name="T12" fmla="*/ 184 w 58"/>
                <a:gd name="T13" fmla="*/ 2946 h 276"/>
                <a:gd name="T14" fmla="*/ 176 w 58"/>
                <a:gd name="T15" fmla="*/ 2946 h 276"/>
                <a:gd name="T16" fmla="*/ 292 w 58"/>
                <a:gd name="T17" fmla="*/ 1759 h 276"/>
                <a:gd name="T18" fmla="*/ 99 w 58"/>
                <a:gd name="T19" fmla="*/ 1426 h 276"/>
                <a:gd name="T20" fmla="*/ 0 w 58"/>
                <a:gd name="T21" fmla="*/ 1037 h 276"/>
                <a:gd name="T22" fmla="*/ 132 w 58"/>
                <a:gd name="T23" fmla="*/ 597 h 276"/>
                <a:gd name="T24" fmla="*/ 461 w 58"/>
                <a:gd name="T25" fmla="*/ 0 h 2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76">
                  <a:moveTo>
                    <a:pt x="52" y="1"/>
                  </a:moveTo>
                  <a:cubicBezTo>
                    <a:pt x="52" y="18"/>
                    <a:pt x="46" y="31"/>
                    <a:pt x="40" y="41"/>
                  </a:cubicBezTo>
                  <a:cubicBezTo>
                    <a:pt x="37" y="47"/>
                    <a:pt x="29" y="54"/>
                    <a:pt x="26" y="57"/>
                  </a:cubicBezTo>
                  <a:cubicBezTo>
                    <a:pt x="18" y="64"/>
                    <a:pt x="12" y="79"/>
                    <a:pt x="12" y="96"/>
                  </a:cubicBezTo>
                  <a:cubicBezTo>
                    <a:pt x="12" y="111"/>
                    <a:pt x="17" y="124"/>
                    <a:pt x="23" y="132"/>
                  </a:cubicBezTo>
                  <a:cubicBezTo>
                    <a:pt x="28" y="138"/>
                    <a:pt x="38" y="151"/>
                    <a:pt x="42" y="163"/>
                  </a:cubicBezTo>
                  <a:cubicBezTo>
                    <a:pt x="58" y="213"/>
                    <a:pt x="56" y="276"/>
                    <a:pt x="21" y="273"/>
                  </a:cubicBezTo>
                  <a:cubicBezTo>
                    <a:pt x="20" y="273"/>
                    <a:pt x="21" y="273"/>
                    <a:pt x="20" y="273"/>
                  </a:cubicBezTo>
                  <a:cubicBezTo>
                    <a:pt x="58" y="270"/>
                    <a:pt x="45" y="203"/>
                    <a:pt x="33" y="163"/>
                  </a:cubicBezTo>
                  <a:cubicBezTo>
                    <a:pt x="29" y="152"/>
                    <a:pt x="15" y="137"/>
                    <a:pt x="11" y="132"/>
                  </a:cubicBezTo>
                  <a:cubicBezTo>
                    <a:pt x="4" y="123"/>
                    <a:pt x="0" y="110"/>
                    <a:pt x="0" y="96"/>
                  </a:cubicBezTo>
                  <a:cubicBezTo>
                    <a:pt x="0" y="79"/>
                    <a:pt x="7" y="62"/>
                    <a:pt x="15" y="55"/>
                  </a:cubicBezTo>
                  <a:cubicBezTo>
                    <a:pt x="32" y="41"/>
                    <a:pt x="52" y="28"/>
                    <a:pt x="5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0" name="Freeform 2120">
              <a:extLst>
                <a:ext uri="{FF2B5EF4-FFF2-40B4-BE49-F238E27FC236}">
                  <a16:creationId xmlns:a16="http://schemas.microsoft.com/office/drawing/2014/main" id="{F29CC764-D9BA-7037-7F9F-D1BC6F597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2724"/>
              <a:ext cx="73" cy="234"/>
            </a:xfrm>
            <a:custGeom>
              <a:avLst/>
              <a:gdLst>
                <a:gd name="T0" fmla="*/ 173 w 35"/>
                <a:gd name="T1" fmla="*/ 0 h 106"/>
                <a:gd name="T2" fmla="*/ 44 w 35"/>
                <a:gd name="T3" fmla="*/ 419 h 106"/>
                <a:gd name="T4" fmla="*/ 144 w 35"/>
                <a:gd name="T5" fmla="*/ 808 h 106"/>
                <a:gd name="T6" fmla="*/ 317 w 35"/>
                <a:gd name="T7" fmla="*/ 1141 h 106"/>
                <a:gd name="T8" fmla="*/ 108 w 35"/>
                <a:gd name="T9" fmla="*/ 808 h 106"/>
                <a:gd name="T10" fmla="*/ 8 w 35"/>
                <a:gd name="T11" fmla="*/ 400 h 106"/>
                <a:gd name="T12" fmla="*/ 173 w 35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106">
                  <a:moveTo>
                    <a:pt x="19" y="0"/>
                  </a:moveTo>
                  <a:cubicBezTo>
                    <a:pt x="11" y="7"/>
                    <a:pt x="5" y="22"/>
                    <a:pt x="5" y="39"/>
                  </a:cubicBezTo>
                  <a:cubicBezTo>
                    <a:pt x="5" y="54"/>
                    <a:pt x="10" y="67"/>
                    <a:pt x="16" y="75"/>
                  </a:cubicBezTo>
                  <a:cubicBezTo>
                    <a:pt x="21" y="81"/>
                    <a:pt x="31" y="94"/>
                    <a:pt x="35" y="106"/>
                  </a:cubicBezTo>
                  <a:cubicBezTo>
                    <a:pt x="30" y="95"/>
                    <a:pt x="20" y="88"/>
                    <a:pt x="12" y="75"/>
                  </a:cubicBezTo>
                  <a:cubicBezTo>
                    <a:pt x="4" y="63"/>
                    <a:pt x="0" y="50"/>
                    <a:pt x="1" y="37"/>
                  </a:cubicBezTo>
                  <a:cubicBezTo>
                    <a:pt x="3" y="23"/>
                    <a:pt x="9" y="4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1" name="Freeform 2121">
              <a:extLst>
                <a:ext uri="{FF2B5EF4-FFF2-40B4-BE49-F238E27FC236}">
                  <a16:creationId xmlns:a16="http://schemas.microsoft.com/office/drawing/2014/main" id="{9E363438-80A6-DC6E-D4D6-D4965712F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525"/>
              <a:ext cx="160" cy="679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803 h 307"/>
                <a:gd name="T6" fmla="*/ 133 w 77"/>
                <a:gd name="T7" fmla="*/ 973 h 307"/>
                <a:gd name="T8" fmla="*/ 0 w 77"/>
                <a:gd name="T9" fmla="*/ 1393 h 307"/>
                <a:gd name="T10" fmla="*/ 108 w 77"/>
                <a:gd name="T11" fmla="*/ 1785 h 307"/>
                <a:gd name="T12" fmla="*/ 268 w 77"/>
                <a:gd name="T13" fmla="*/ 2119 h 307"/>
                <a:gd name="T14" fmla="*/ 199 w 77"/>
                <a:gd name="T15" fmla="*/ 3322 h 307"/>
                <a:gd name="T16" fmla="*/ 349 w 77"/>
                <a:gd name="T17" fmla="*/ 3267 h 307"/>
                <a:gd name="T18" fmla="*/ 492 w 77"/>
                <a:gd name="T19" fmla="*/ 3322 h 307"/>
                <a:gd name="T20" fmla="*/ 424 w 77"/>
                <a:gd name="T21" fmla="*/ 2119 h 307"/>
                <a:gd name="T22" fmla="*/ 592 w 77"/>
                <a:gd name="T23" fmla="*/ 1785 h 307"/>
                <a:gd name="T24" fmla="*/ 690 w 77"/>
                <a:gd name="T25" fmla="*/ 1393 h 307"/>
                <a:gd name="T26" fmla="*/ 565 w 77"/>
                <a:gd name="T27" fmla="*/ 973 h 307"/>
                <a:gd name="T28" fmla="*/ 441 w 77"/>
                <a:gd name="T29" fmla="*/ 803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2" name="Freeform 2122">
              <a:extLst>
                <a:ext uri="{FF2B5EF4-FFF2-40B4-BE49-F238E27FC236}">
                  <a16:creationId xmlns:a16="http://schemas.microsoft.com/office/drawing/2014/main" id="{057F86EC-EFF3-8821-37B4-EAC2A36C1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530"/>
              <a:ext cx="177" cy="663"/>
            </a:xfrm>
            <a:custGeom>
              <a:avLst/>
              <a:gdLst>
                <a:gd name="T0" fmla="*/ 641 w 85"/>
                <a:gd name="T1" fmla="*/ 1543 h 300"/>
                <a:gd name="T2" fmla="*/ 35 w 85"/>
                <a:gd name="T3" fmla="*/ 88 h 300"/>
                <a:gd name="T4" fmla="*/ 17 w 85"/>
                <a:gd name="T5" fmla="*/ 88 h 300"/>
                <a:gd name="T6" fmla="*/ 125 w 85"/>
                <a:gd name="T7" fmla="*/ 53 h 300"/>
                <a:gd name="T8" fmla="*/ 758 w 85"/>
                <a:gd name="T9" fmla="*/ 1470 h 300"/>
                <a:gd name="T10" fmla="*/ 260 w 85"/>
                <a:gd name="T11" fmla="*/ 3238 h 300"/>
                <a:gd name="T12" fmla="*/ 641 w 85"/>
                <a:gd name="T13" fmla="*/ 1543 h 3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300">
                  <a:moveTo>
                    <a:pt x="71" y="143"/>
                  </a:moveTo>
                  <a:cubicBezTo>
                    <a:pt x="72" y="71"/>
                    <a:pt x="38" y="0"/>
                    <a:pt x="4" y="8"/>
                  </a:cubicBezTo>
                  <a:cubicBezTo>
                    <a:pt x="2" y="8"/>
                    <a:pt x="0" y="8"/>
                    <a:pt x="2" y="8"/>
                  </a:cubicBezTo>
                  <a:cubicBezTo>
                    <a:pt x="6" y="6"/>
                    <a:pt x="11" y="5"/>
                    <a:pt x="14" y="5"/>
                  </a:cubicBezTo>
                  <a:cubicBezTo>
                    <a:pt x="42" y="6"/>
                    <a:pt x="85" y="60"/>
                    <a:pt x="84" y="136"/>
                  </a:cubicBezTo>
                  <a:cubicBezTo>
                    <a:pt x="83" y="200"/>
                    <a:pt x="63" y="277"/>
                    <a:pt x="29" y="300"/>
                  </a:cubicBezTo>
                  <a:cubicBezTo>
                    <a:pt x="59" y="270"/>
                    <a:pt x="70" y="209"/>
                    <a:pt x="71" y="1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3" name="Freeform 2123">
              <a:extLst>
                <a:ext uri="{FF2B5EF4-FFF2-40B4-BE49-F238E27FC236}">
                  <a16:creationId xmlns:a16="http://schemas.microsoft.com/office/drawing/2014/main" id="{5C1CA0AD-C590-C127-FA99-8AE6DB2BB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678"/>
              <a:ext cx="41" cy="307"/>
            </a:xfrm>
            <a:custGeom>
              <a:avLst/>
              <a:gdLst>
                <a:gd name="T0" fmla="*/ 0 w 20"/>
                <a:gd name="T1" fmla="*/ 0 h 139"/>
                <a:gd name="T2" fmla="*/ 43 w 20"/>
                <a:gd name="T3" fmla="*/ 1497 h 139"/>
                <a:gd name="T4" fmla="*/ 0 w 20"/>
                <a:gd name="T5" fmla="*/ 0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39">
                  <a:moveTo>
                    <a:pt x="0" y="0"/>
                  </a:moveTo>
                  <a:cubicBezTo>
                    <a:pt x="10" y="27"/>
                    <a:pt x="20" y="77"/>
                    <a:pt x="5" y="139"/>
                  </a:cubicBezTo>
                  <a:cubicBezTo>
                    <a:pt x="8" y="110"/>
                    <a:pt x="13" y="4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4" name="Freeform 2124">
              <a:extLst>
                <a:ext uri="{FF2B5EF4-FFF2-40B4-BE49-F238E27FC236}">
                  <a16:creationId xmlns:a16="http://schemas.microsoft.com/office/drawing/2014/main" id="{4464CB00-82CC-3DD5-AD0B-6F48536FC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" y="2536"/>
              <a:ext cx="187" cy="650"/>
            </a:xfrm>
            <a:custGeom>
              <a:avLst/>
              <a:gdLst>
                <a:gd name="T0" fmla="*/ 91 w 90"/>
                <a:gd name="T1" fmla="*/ 1526 h 294"/>
                <a:gd name="T2" fmla="*/ 798 w 90"/>
                <a:gd name="T3" fmla="*/ 88 h 294"/>
                <a:gd name="T4" fmla="*/ 808 w 90"/>
                <a:gd name="T5" fmla="*/ 88 h 294"/>
                <a:gd name="T6" fmla="*/ 648 w 90"/>
                <a:gd name="T7" fmla="*/ 20 h 294"/>
                <a:gd name="T8" fmla="*/ 0 w 90"/>
                <a:gd name="T9" fmla="*/ 1457 h 294"/>
                <a:gd name="T10" fmla="*/ 492 w 90"/>
                <a:gd name="T11" fmla="*/ 3177 h 294"/>
                <a:gd name="T12" fmla="*/ 91 w 90"/>
                <a:gd name="T13" fmla="*/ 1526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294">
                  <a:moveTo>
                    <a:pt x="10" y="141"/>
                  </a:moveTo>
                  <a:cubicBezTo>
                    <a:pt x="10" y="65"/>
                    <a:pt x="58" y="6"/>
                    <a:pt x="89" y="8"/>
                  </a:cubicBezTo>
                  <a:cubicBezTo>
                    <a:pt x="90" y="8"/>
                    <a:pt x="90" y="8"/>
                    <a:pt x="90" y="8"/>
                  </a:cubicBezTo>
                  <a:cubicBezTo>
                    <a:pt x="84" y="4"/>
                    <a:pt x="77" y="2"/>
                    <a:pt x="72" y="2"/>
                  </a:cubicBezTo>
                  <a:cubicBezTo>
                    <a:pt x="40" y="0"/>
                    <a:pt x="0" y="58"/>
                    <a:pt x="0" y="135"/>
                  </a:cubicBezTo>
                  <a:cubicBezTo>
                    <a:pt x="0" y="199"/>
                    <a:pt x="21" y="271"/>
                    <a:pt x="55" y="294"/>
                  </a:cubicBezTo>
                  <a:cubicBezTo>
                    <a:pt x="25" y="264"/>
                    <a:pt x="10" y="207"/>
                    <a:pt x="10" y="1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5" name="Freeform 2125">
              <a:extLst>
                <a:ext uri="{FF2B5EF4-FFF2-40B4-BE49-F238E27FC236}">
                  <a16:creationId xmlns:a16="http://schemas.microsoft.com/office/drawing/2014/main" id="{7977ADE1-2EB2-74E9-F81E-8259B3E56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5" y="2541"/>
              <a:ext cx="143" cy="294"/>
            </a:xfrm>
            <a:custGeom>
              <a:avLst/>
              <a:gdLst>
                <a:gd name="T0" fmla="*/ 0 w 69"/>
                <a:gd name="T1" fmla="*/ 1437 h 133"/>
                <a:gd name="T2" fmla="*/ 613 w 69"/>
                <a:gd name="T3" fmla="*/ 20 h 133"/>
                <a:gd name="T4" fmla="*/ 0 w 69"/>
                <a:gd name="T5" fmla="*/ 1437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133">
                  <a:moveTo>
                    <a:pt x="0" y="133"/>
                  </a:moveTo>
                  <a:cubicBezTo>
                    <a:pt x="0" y="56"/>
                    <a:pt x="38" y="0"/>
                    <a:pt x="69" y="2"/>
                  </a:cubicBezTo>
                  <a:cubicBezTo>
                    <a:pt x="52" y="7"/>
                    <a:pt x="11" y="38"/>
                    <a:pt x="0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6" name="Freeform 2126">
              <a:extLst>
                <a:ext uri="{FF2B5EF4-FFF2-40B4-BE49-F238E27FC236}">
                  <a16:creationId xmlns:a16="http://schemas.microsoft.com/office/drawing/2014/main" id="{926CE375-6B3E-EDF0-98FF-C14C3DDE77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2" y="2525"/>
              <a:ext cx="160" cy="679"/>
            </a:xfrm>
            <a:custGeom>
              <a:avLst/>
              <a:gdLst>
                <a:gd name="T0" fmla="*/ 393 w 77"/>
                <a:gd name="T1" fmla="*/ 2240 h 307"/>
                <a:gd name="T2" fmla="*/ 405 w 77"/>
                <a:gd name="T3" fmla="*/ 2205 h 307"/>
                <a:gd name="T4" fmla="*/ 424 w 77"/>
                <a:gd name="T5" fmla="*/ 2119 h 307"/>
                <a:gd name="T6" fmla="*/ 592 w 77"/>
                <a:gd name="T7" fmla="*/ 1785 h 307"/>
                <a:gd name="T8" fmla="*/ 690 w 77"/>
                <a:gd name="T9" fmla="*/ 1393 h 307"/>
                <a:gd name="T10" fmla="*/ 565 w 77"/>
                <a:gd name="T11" fmla="*/ 973 h 307"/>
                <a:gd name="T12" fmla="*/ 441 w 77"/>
                <a:gd name="T13" fmla="*/ 803 h 307"/>
                <a:gd name="T14" fmla="*/ 376 w 77"/>
                <a:gd name="T15" fmla="*/ 597 h 307"/>
                <a:gd name="T16" fmla="*/ 376 w 77"/>
                <a:gd name="T17" fmla="*/ 573 h 307"/>
                <a:gd name="T18" fmla="*/ 368 w 77"/>
                <a:gd name="T19" fmla="*/ 518 h 307"/>
                <a:gd name="T20" fmla="*/ 357 w 77"/>
                <a:gd name="T21" fmla="*/ 367 h 307"/>
                <a:gd name="T22" fmla="*/ 617 w 77"/>
                <a:gd name="T23" fmla="*/ 20 h 307"/>
                <a:gd name="T24" fmla="*/ 648 w 77"/>
                <a:gd name="T25" fmla="*/ 20 h 307"/>
                <a:gd name="T26" fmla="*/ 657 w 77"/>
                <a:gd name="T27" fmla="*/ 20 h 307"/>
                <a:gd name="T28" fmla="*/ 349 w 77"/>
                <a:gd name="T29" fmla="*/ 0 h 307"/>
                <a:gd name="T30" fmla="*/ 349 w 77"/>
                <a:gd name="T31" fmla="*/ 0 h 307"/>
                <a:gd name="T32" fmla="*/ 25 w 77"/>
                <a:gd name="T33" fmla="*/ 20 h 307"/>
                <a:gd name="T34" fmla="*/ 73 w 77"/>
                <a:gd name="T35" fmla="*/ 20 h 307"/>
                <a:gd name="T36" fmla="*/ 341 w 77"/>
                <a:gd name="T37" fmla="*/ 367 h 307"/>
                <a:gd name="T38" fmla="*/ 251 w 77"/>
                <a:gd name="T39" fmla="*/ 803 h 307"/>
                <a:gd name="T40" fmla="*/ 133 w 77"/>
                <a:gd name="T41" fmla="*/ 973 h 307"/>
                <a:gd name="T42" fmla="*/ 0 w 77"/>
                <a:gd name="T43" fmla="*/ 1393 h 307"/>
                <a:gd name="T44" fmla="*/ 108 w 77"/>
                <a:gd name="T45" fmla="*/ 1785 h 307"/>
                <a:gd name="T46" fmla="*/ 268 w 77"/>
                <a:gd name="T47" fmla="*/ 2119 h 307"/>
                <a:gd name="T48" fmla="*/ 199 w 77"/>
                <a:gd name="T49" fmla="*/ 3322 h 307"/>
                <a:gd name="T50" fmla="*/ 349 w 77"/>
                <a:gd name="T51" fmla="*/ 3267 h 307"/>
                <a:gd name="T52" fmla="*/ 492 w 77"/>
                <a:gd name="T53" fmla="*/ 3322 h 307"/>
                <a:gd name="T54" fmla="*/ 384 w 77"/>
                <a:gd name="T55" fmla="*/ 2305 h 307"/>
                <a:gd name="T56" fmla="*/ 393 w 77"/>
                <a:gd name="T57" fmla="*/ 2240 h 307"/>
                <a:gd name="T58" fmla="*/ 260 w 77"/>
                <a:gd name="T59" fmla="*/ 1070 h 307"/>
                <a:gd name="T60" fmla="*/ 308 w 77"/>
                <a:gd name="T61" fmla="*/ 940 h 307"/>
                <a:gd name="T62" fmla="*/ 601 w 77"/>
                <a:gd name="T63" fmla="*/ 1223 h 307"/>
                <a:gd name="T64" fmla="*/ 501 w 77"/>
                <a:gd name="T65" fmla="*/ 1796 h 307"/>
                <a:gd name="T66" fmla="*/ 297 w 77"/>
                <a:gd name="T67" fmla="*/ 1946 h 307"/>
                <a:gd name="T68" fmla="*/ 199 w 77"/>
                <a:gd name="T69" fmla="*/ 1599 h 307"/>
                <a:gd name="T70" fmla="*/ 260 w 77"/>
                <a:gd name="T71" fmla="*/ 1070 h 30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7" h="307">
                  <a:moveTo>
                    <a:pt x="44" y="207"/>
                  </a:moveTo>
                  <a:cubicBezTo>
                    <a:pt x="45" y="206"/>
                    <a:pt x="45" y="205"/>
                    <a:pt x="45" y="204"/>
                  </a:cubicBezTo>
                  <a:cubicBezTo>
                    <a:pt x="46" y="201"/>
                    <a:pt x="47" y="198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6" y="68"/>
                    <a:pt x="44" y="62"/>
                    <a:pt x="42" y="55"/>
                  </a:cubicBezTo>
                  <a:cubicBezTo>
                    <a:pt x="42" y="54"/>
                    <a:pt x="42" y="54"/>
                    <a:pt x="42" y="53"/>
                  </a:cubicBezTo>
                  <a:cubicBezTo>
                    <a:pt x="41" y="52"/>
                    <a:pt x="41" y="50"/>
                    <a:pt x="41" y="48"/>
                  </a:cubicBezTo>
                  <a:cubicBezTo>
                    <a:pt x="40" y="43"/>
                    <a:pt x="40" y="39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0" y="2"/>
                    <a:pt x="71" y="2"/>
                    <a:pt x="72" y="2"/>
                  </a:cubicBezTo>
                  <a:cubicBezTo>
                    <a:pt x="73" y="2"/>
                    <a:pt x="73" y="2"/>
                    <a:pt x="73" y="2"/>
                  </a:cubicBezTo>
                  <a:cubicBezTo>
                    <a:pt x="62" y="1"/>
                    <a:pt x="51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7" y="293"/>
                    <a:pt x="36" y="249"/>
                    <a:pt x="43" y="213"/>
                  </a:cubicBezTo>
                  <a:cubicBezTo>
                    <a:pt x="43" y="211"/>
                    <a:pt x="44" y="209"/>
                    <a:pt x="44" y="207"/>
                  </a:cubicBezTo>
                  <a:close/>
                  <a:moveTo>
                    <a:pt x="29" y="99"/>
                  </a:moveTo>
                  <a:cubicBezTo>
                    <a:pt x="30" y="95"/>
                    <a:pt x="32" y="91"/>
                    <a:pt x="34" y="87"/>
                  </a:cubicBezTo>
                  <a:cubicBezTo>
                    <a:pt x="41" y="77"/>
                    <a:pt x="61" y="93"/>
                    <a:pt x="67" y="113"/>
                  </a:cubicBezTo>
                  <a:cubicBezTo>
                    <a:pt x="73" y="133"/>
                    <a:pt x="69" y="151"/>
                    <a:pt x="56" y="166"/>
                  </a:cubicBezTo>
                  <a:cubicBezTo>
                    <a:pt x="44" y="180"/>
                    <a:pt x="40" y="186"/>
                    <a:pt x="33" y="180"/>
                  </a:cubicBezTo>
                  <a:cubicBezTo>
                    <a:pt x="29" y="172"/>
                    <a:pt x="24" y="161"/>
                    <a:pt x="22" y="148"/>
                  </a:cubicBezTo>
                  <a:cubicBezTo>
                    <a:pt x="18" y="127"/>
                    <a:pt x="21" y="116"/>
                    <a:pt x="29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7" name="Freeform 2127">
              <a:extLst>
                <a:ext uri="{FF2B5EF4-FFF2-40B4-BE49-F238E27FC236}">
                  <a16:creationId xmlns:a16="http://schemas.microsoft.com/office/drawing/2014/main" id="{6E54C836-9ED1-9CC3-E959-234782F6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598"/>
              <a:ext cx="114" cy="606"/>
            </a:xfrm>
            <a:custGeom>
              <a:avLst/>
              <a:gdLst>
                <a:gd name="T0" fmla="*/ 267 w 55"/>
                <a:gd name="T1" fmla="*/ 1765 h 274"/>
                <a:gd name="T2" fmla="*/ 197 w 55"/>
                <a:gd name="T3" fmla="*/ 2964 h 274"/>
                <a:gd name="T4" fmla="*/ 348 w 55"/>
                <a:gd name="T5" fmla="*/ 2911 h 274"/>
                <a:gd name="T6" fmla="*/ 489 w 55"/>
                <a:gd name="T7" fmla="*/ 2964 h 274"/>
                <a:gd name="T8" fmla="*/ 417 w 55"/>
                <a:gd name="T9" fmla="*/ 1765 h 274"/>
                <a:gd name="T10" fmla="*/ 425 w 55"/>
                <a:gd name="T11" fmla="*/ 1741 h 274"/>
                <a:gd name="T12" fmla="*/ 357 w 55"/>
                <a:gd name="T13" fmla="*/ 1805 h 274"/>
                <a:gd name="T14" fmla="*/ 197 w 55"/>
                <a:gd name="T15" fmla="*/ 1473 h 274"/>
                <a:gd name="T16" fmla="*/ 151 w 55"/>
                <a:gd name="T17" fmla="*/ 734 h 274"/>
                <a:gd name="T18" fmla="*/ 276 w 55"/>
                <a:gd name="T19" fmla="*/ 553 h 274"/>
                <a:gd name="T20" fmla="*/ 456 w 55"/>
                <a:gd name="T21" fmla="*/ 489 h 274"/>
                <a:gd name="T22" fmla="*/ 456 w 55"/>
                <a:gd name="T23" fmla="*/ 476 h 274"/>
                <a:gd name="T24" fmla="*/ 437 w 55"/>
                <a:gd name="T25" fmla="*/ 445 h 274"/>
                <a:gd name="T26" fmla="*/ 357 w 55"/>
                <a:gd name="T27" fmla="*/ 9 h 274"/>
                <a:gd name="T28" fmla="*/ 357 w 55"/>
                <a:gd name="T29" fmla="*/ 0 h 274"/>
                <a:gd name="T30" fmla="*/ 340 w 55"/>
                <a:gd name="T31" fmla="*/ 9 h 274"/>
                <a:gd name="T32" fmla="*/ 249 w 55"/>
                <a:gd name="T33" fmla="*/ 445 h 274"/>
                <a:gd name="T34" fmla="*/ 133 w 55"/>
                <a:gd name="T35" fmla="*/ 617 h 274"/>
                <a:gd name="T36" fmla="*/ 0 w 55"/>
                <a:gd name="T37" fmla="*/ 1037 h 274"/>
                <a:gd name="T38" fmla="*/ 108 w 55"/>
                <a:gd name="T39" fmla="*/ 1429 h 274"/>
                <a:gd name="T40" fmla="*/ 267 w 55"/>
                <a:gd name="T41" fmla="*/ 1765 h 27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5" h="274">
                  <a:moveTo>
                    <a:pt x="30" y="163"/>
                  </a:moveTo>
                  <a:cubicBezTo>
                    <a:pt x="41" y="200"/>
                    <a:pt x="44" y="257"/>
                    <a:pt x="22" y="274"/>
                  </a:cubicBezTo>
                  <a:cubicBezTo>
                    <a:pt x="26" y="272"/>
                    <a:pt x="31" y="269"/>
                    <a:pt x="39" y="269"/>
                  </a:cubicBezTo>
                  <a:cubicBezTo>
                    <a:pt x="46" y="269"/>
                    <a:pt x="51" y="272"/>
                    <a:pt x="55" y="274"/>
                  </a:cubicBezTo>
                  <a:cubicBezTo>
                    <a:pt x="33" y="257"/>
                    <a:pt x="36" y="200"/>
                    <a:pt x="47" y="163"/>
                  </a:cubicBezTo>
                  <a:cubicBezTo>
                    <a:pt x="47" y="162"/>
                    <a:pt x="48" y="162"/>
                    <a:pt x="48" y="161"/>
                  </a:cubicBezTo>
                  <a:cubicBezTo>
                    <a:pt x="46" y="162"/>
                    <a:pt x="44" y="167"/>
                    <a:pt x="40" y="167"/>
                  </a:cubicBezTo>
                  <a:cubicBezTo>
                    <a:pt x="32" y="167"/>
                    <a:pt x="34" y="149"/>
                    <a:pt x="22" y="136"/>
                  </a:cubicBezTo>
                  <a:cubicBezTo>
                    <a:pt x="0" y="113"/>
                    <a:pt x="9" y="77"/>
                    <a:pt x="17" y="68"/>
                  </a:cubicBezTo>
                  <a:cubicBezTo>
                    <a:pt x="26" y="57"/>
                    <a:pt x="27" y="58"/>
                    <a:pt x="31" y="51"/>
                  </a:cubicBezTo>
                  <a:cubicBezTo>
                    <a:pt x="37" y="41"/>
                    <a:pt x="42" y="39"/>
                    <a:pt x="51" y="45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0" y="43"/>
                    <a:pt x="49" y="42"/>
                    <a:pt x="49" y="41"/>
                  </a:cubicBezTo>
                  <a:cubicBezTo>
                    <a:pt x="44" y="31"/>
                    <a:pt x="40" y="18"/>
                    <a:pt x="40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8" y="18"/>
                    <a:pt x="34" y="31"/>
                    <a:pt x="28" y="41"/>
                  </a:cubicBezTo>
                  <a:cubicBezTo>
                    <a:pt x="25" y="47"/>
                    <a:pt x="18" y="54"/>
                    <a:pt x="15" y="57"/>
                  </a:cubicBezTo>
                  <a:cubicBezTo>
                    <a:pt x="6" y="64"/>
                    <a:pt x="0" y="79"/>
                    <a:pt x="0" y="96"/>
                  </a:cubicBezTo>
                  <a:cubicBezTo>
                    <a:pt x="0" y="111"/>
                    <a:pt x="5" y="124"/>
                    <a:pt x="12" y="132"/>
                  </a:cubicBezTo>
                  <a:cubicBezTo>
                    <a:pt x="16" y="138"/>
                    <a:pt x="26" y="151"/>
                    <a:pt x="30" y="1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8" name="Freeform 2128">
              <a:extLst>
                <a:ext uri="{FF2B5EF4-FFF2-40B4-BE49-F238E27FC236}">
                  <a16:creationId xmlns:a16="http://schemas.microsoft.com/office/drawing/2014/main" id="{9E269D8B-2142-3EE2-ECA0-A8D800640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536"/>
              <a:ext cx="42" cy="53"/>
            </a:xfrm>
            <a:custGeom>
              <a:avLst/>
              <a:gdLst>
                <a:gd name="T0" fmla="*/ 0 w 20"/>
                <a:gd name="T1" fmla="*/ 33 h 24"/>
                <a:gd name="T2" fmla="*/ 185 w 20"/>
                <a:gd name="T3" fmla="*/ 44 h 24"/>
                <a:gd name="T4" fmla="*/ 128 w 20"/>
                <a:gd name="T5" fmla="*/ 117 h 24"/>
                <a:gd name="T6" fmla="*/ 92 w 20"/>
                <a:gd name="T7" fmla="*/ 258 h 24"/>
                <a:gd name="T8" fmla="*/ 8 w 20"/>
                <a:gd name="T9" fmla="*/ 4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">
                  <a:moveTo>
                    <a:pt x="0" y="3"/>
                  </a:moveTo>
                  <a:cubicBezTo>
                    <a:pt x="4" y="0"/>
                    <a:pt x="16" y="1"/>
                    <a:pt x="20" y="4"/>
                  </a:cubicBezTo>
                  <a:cubicBezTo>
                    <a:pt x="17" y="5"/>
                    <a:pt x="15" y="8"/>
                    <a:pt x="14" y="11"/>
                  </a:cubicBezTo>
                  <a:cubicBezTo>
                    <a:pt x="11" y="15"/>
                    <a:pt x="11" y="19"/>
                    <a:pt x="10" y="24"/>
                  </a:cubicBezTo>
                  <a:cubicBezTo>
                    <a:pt x="11" y="15"/>
                    <a:pt x="6" y="10"/>
                    <a:pt x="1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" name="Freeform 2129">
              <a:extLst>
                <a:ext uri="{FF2B5EF4-FFF2-40B4-BE49-F238E27FC236}">
                  <a16:creationId xmlns:a16="http://schemas.microsoft.com/office/drawing/2014/main" id="{5EE8F40E-946E-35C8-1A86-A562BD485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530"/>
              <a:ext cx="60" cy="2"/>
            </a:xfrm>
            <a:custGeom>
              <a:avLst/>
              <a:gdLst>
                <a:gd name="T0" fmla="*/ 0 w 29"/>
                <a:gd name="T1" fmla="*/ 8 h 1"/>
                <a:gd name="T2" fmla="*/ 257 w 29"/>
                <a:gd name="T3" fmla="*/ 8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">
                  <a:moveTo>
                    <a:pt x="0" y="1"/>
                  </a:moveTo>
                  <a:cubicBezTo>
                    <a:pt x="3" y="0"/>
                    <a:pt x="23" y="0"/>
                    <a:pt x="29" y="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" name="Freeform 2130">
              <a:extLst>
                <a:ext uri="{FF2B5EF4-FFF2-40B4-BE49-F238E27FC236}">
                  <a16:creationId xmlns:a16="http://schemas.microsoft.com/office/drawing/2014/main" id="{65167BFA-9FDC-BBFF-1460-B0E457114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2766"/>
              <a:ext cx="42" cy="124"/>
            </a:xfrm>
            <a:custGeom>
              <a:avLst/>
              <a:gdLst>
                <a:gd name="T0" fmla="*/ 92 w 20"/>
                <a:gd name="T1" fmla="*/ 0 h 56"/>
                <a:gd name="T2" fmla="*/ 0 w 20"/>
                <a:gd name="T3" fmla="*/ 609 h 56"/>
                <a:gd name="T4" fmla="*/ 92 w 20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6">
                  <a:moveTo>
                    <a:pt x="10" y="0"/>
                  </a:moveTo>
                  <a:cubicBezTo>
                    <a:pt x="14" y="9"/>
                    <a:pt x="20" y="34"/>
                    <a:pt x="0" y="56"/>
                  </a:cubicBezTo>
                  <a:cubicBezTo>
                    <a:pt x="7" y="45"/>
                    <a:pt x="14" y="24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" name="Freeform 2131">
              <a:extLst>
                <a:ext uri="{FF2B5EF4-FFF2-40B4-BE49-F238E27FC236}">
                  <a16:creationId xmlns:a16="http://schemas.microsoft.com/office/drawing/2014/main" id="{AA15E254-C03C-A3E5-B289-3A32CD2DE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" y="2523"/>
              <a:ext cx="244" cy="701"/>
            </a:xfrm>
            <a:custGeom>
              <a:avLst/>
              <a:gdLst>
                <a:gd name="T0" fmla="*/ 893 w 118"/>
                <a:gd name="T1" fmla="*/ 812 h 317"/>
                <a:gd name="T2" fmla="*/ 984 w 118"/>
                <a:gd name="T3" fmla="*/ 376 h 317"/>
                <a:gd name="T4" fmla="*/ 713 w 118"/>
                <a:gd name="T5" fmla="*/ 33 h 317"/>
                <a:gd name="T6" fmla="*/ 17 w 118"/>
                <a:gd name="T7" fmla="*/ 1448 h 317"/>
                <a:gd name="T8" fmla="*/ 680 w 118"/>
                <a:gd name="T9" fmla="*/ 3375 h 317"/>
                <a:gd name="T10" fmla="*/ 910 w 118"/>
                <a:gd name="T11" fmla="*/ 2132 h 317"/>
                <a:gd name="T12" fmla="*/ 753 w 118"/>
                <a:gd name="T13" fmla="*/ 1796 h 317"/>
                <a:gd name="T14" fmla="*/ 645 w 118"/>
                <a:gd name="T15" fmla="*/ 1404 h 317"/>
                <a:gd name="T16" fmla="*/ 777 w 118"/>
                <a:gd name="T17" fmla="*/ 982 h 317"/>
                <a:gd name="T18" fmla="*/ 893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01" y="75"/>
                  </a:moveTo>
                  <a:cubicBezTo>
                    <a:pt x="107" y="65"/>
                    <a:pt x="111" y="52"/>
                    <a:pt x="111" y="35"/>
                  </a:cubicBezTo>
                  <a:cubicBezTo>
                    <a:pt x="111" y="10"/>
                    <a:pt x="93" y="5"/>
                    <a:pt x="81" y="3"/>
                  </a:cubicBezTo>
                  <a:cubicBezTo>
                    <a:pt x="48" y="0"/>
                    <a:pt x="5" y="53"/>
                    <a:pt x="2" y="134"/>
                  </a:cubicBezTo>
                  <a:cubicBezTo>
                    <a:pt x="0" y="214"/>
                    <a:pt x="32" y="308"/>
                    <a:pt x="77" y="312"/>
                  </a:cubicBezTo>
                  <a:cubicBezTo>
                    <a:pt x="118" y="317"/>
                    <a:pt x="117" y="243"/>
                    <a:pt x="103" y="197"/>
                  </a:cubicBezTo>
                  <a:cubicBezTo>
                    <a:pt x="99" y="185"/>
                    <a:pt x="89" y="172"/>
                    <a:pt x="85" y="166"/>
                  </a:cubicBezTo>
                  <a:cubicBezTo>
                    <a:pt x="78" y="158"/>
                    <a:pt x="73" y="145"/>
                    <a:pt x="73" y="130"/>
                  </a:cubicBezTo>
                  <a:cubicBezTo>
                    <a:pt x="73" y="113"/>
                    <a:pt x="79" y="98"/>
                    <a:pt x="88" y="91"/>
                  </a:cubicBezTo>
                  <a:cubicBezTo>
                    <a:pt x="91" y="88"/>
                    <a:pt x="98" y="81"/>
                    <a:pt x="101" y="75"/>
                  </a:cubicBezTo>
                  <a:close/>
                </a:path>
              </a:pathLst>
            </a:custGeom>
            <a:grp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2" name="Freeform 2132">
              <a:extLst>
                <a:ext uri="{FF2B5EF4-FFF2-40B4-BE49-F238E27FC236}">
                  <a16:creationId xmlns:a16="http://schemas.microsoft.com/office/drawing/2014/main" id="{094CE71F-6065-802F-AE98-6FBE9899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523"/>
              <a:ext cx="244" cy="701"/>
            </a:xfrm>
            <a:custGeom>
              <a:avLst/>
              <a:gdLst>
                <a:gd name="T0" fmla="*/ 141 w 118"/>
                <a:gd name="T1" fmla="*/ 812 h 317"/>
                <a:gd name="T2" fmla="*/ 60 w 118"/>
                <a:gd name="T3" fmla="*/ 376 h 317"/>
                <a:gd name="T4" fmla="*/ 316 w 118"/>
                <a:gd name="T5" fmla="*/ 33 h 317"/>
                <a:gd name="T6" fmla="*/ 1017 w 118"/>
                <a:gd name="T7" fmla="*/ 1448 h 317"/>
                <a:gd name="T8" fmla="*/ 356 w 118"/>
                <a:gd name="T9" fmla="*/ 3375 h 317"/>
                <a:gd name="T10" fmla="*/ 124 w 118"/>
                <a:gd name="T11" fmla="*/ 2132 h 317"/>
                <a:gd name="T12" fmla="*/ 292 w 118"/>
                <a:gd name="T13" fmla="*/ 1796 h 317"/>
                <a:gd name="T14" fmla="*/ 389 w 118"/>
                <a:gd name="T15" fmla="*/ 1404 h 317"/>
                <a:gd name="T16" fmla="*/ 265 w 118"/>
                <a:gd name="T17" fmla="*/ 982 h 317"/>
                <a:gd name="T18" fmla="*/ 141 w 118"/>
                <a:gd name="T19" fmla="*/ 812 h 3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" h="317">
                  <a:moveTo>
                    <a:pt x="16" y="75"/>
                  </a:moveTo>
                  <a:cubicBezTo>
                    <a:pt x="11" y="65"/>
                    <a:pt x="7" y="52"/>
                    <a:pt x="7" y="35"/>
                  </a:cubicBezTo>
                  <a:cubicBezTo>
                    <a:pt x="7" y="10"/>
                    <a:pt x="24" y="5"/>
                    <a:pt x="36" y="3"/>
                  </a:cubicBezTo>
                  <a:cubicBezTo>
                    <a:pt x="69" y="0"/>
                    <a:pt x="113" y="53"/>
                    <a:pt x="115" y="134"/>
                  </a:cubicBezTo>
                  <a:cubicBezTo>
                    <a:pt x="118" y="214"/>
                    <a:pt x="86" y="308"/>
                    <a:pt x="40" y="312"/>
                  </a:cubicBezTo>
                  <a:cubicBezTo>
                    <a:pt x="0" y="317"/>
                    <a:pt x="0" y="243"/>
                    <a:pt x="14" y="197"/>
                  </a:cubicBezTo>
                  <a:cubicBezTo>
                    <a:pt x="18" y="185"/>
                    <a:pt x="28" y="172"/>
                    <a:pt x="33" y="166"/>
                  </a:cubicBezTo>
                  <a:cubicBezTo>
                    <a:pt x="39" y="158"/>
                    <a:pt x="44" y="145"/>
                    <a:pt x="44" y="130"/>
                  </a:cubicBezTo>
                  <a:cubicBezTo>
                    <a:pt x="44" y="113"/>
                    <a:pt x="38" y="98"/>
                    <a:pt x="30" y="91"/>
                  </a:cubicBezTo>
                  <a:cubicBezTo>
                    <a:pt x="27" y="88"/>
                    <a:pt x="19" y="81"/>
                    <a:pt x="16" y="75"/>
                  </a:cubicBezTo>
                  <a:close/>
                </a:path>
              </a:pathLst>
            </a:custGeom>
            <a:grp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3" name="Freeform 2133">
              <a:extLst>
                <a:ext uri="{FF2B5EF4-FFF2-40B4-BE49-F238E27FC236}">
                  <a16:creationId xmlns:a16="http://schemas.microsoft.com/office/drawing/2014/main" id="{78080901-E061-2ACF-970C-A0D0BAFF9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525"/>
              <a:ext cx="160" cy="679"/>
            </a:xfrm>
            <a:custGeom>
              <a:avLst/>
              <a:gdLst>
                <a:gd name="T0" fmla="*/ 73 w 77"/>
                <a:gd name="T1" fmla="*/ 20 h 307"/>
                <a:gd name="T2" fmla="*/ 341 w 77"/>
                <a:gd name="T3" fmla="*/ 367 h 307"/>
                <a:gd name="T4" fmla="*/ 251 w 77"/>
                <a:gd name="T5" fmla="*/ 803 h 307"/>
                <a:gd name="T6" fmla="*/ 133 w 77"/>
                <a:gd name="T7" fmla="*/ 973 h 307"/>
                <a:gd name="T8" fmla="*/ 0 w 77"/>
                <a:gd name="T9" fmla="*/ 1393 h 307"/>
                <a:gd name="T10" fmla="*/ 108 w 77"/>
                <a:gd name="T11" fmla="*/ 1785 h 307"/>
                <a:gd name="T12" fmla="*/ 268 w 77"/>
                <a:gd name="T13" fmla="*/ 2119 h 307"/>
                <a:gd name="T14" fmla="*/ 199 w 77"/>
                <a:gd name="T15" fmla="*/ 3322 h 307"/>
                <a:gd name="T16" fmla="*/ 349 w 77"/>
                <a:gd name="T17" fmla="*/ 3267 h 307"/>
                <a:gd name="T18" fmla="*/ 492 w 77"/>
                <a:gd name="T19" fmla="*/ 3322 h 307"/>
                <a:gd name="T20" fmla="*/ 424 w 77"/>
                <a:gd name="T21" fmla="*/ 2119 h 307"/>
                <a:gd name="T22" fmla="*/ 592 w 77"/>
                <a:gd name="T23" fmla="*/ 1785 h 307"/>
                <a:gd name="T24" fmla="*/ 690 w 77"/>
                <a:gd name="T25" fmla="*/ 1393 h 307"/>
                <a:gd name="T26" fmla="*/ 565 w 77"/>
                <a:gd name="T27" fmla="*/ 973 h 307"/>
                <a:gd name="T28" fmla="*/ 441 w 77"/>
                <a:gd name="T29" fmla="*/ 803 h 307"/>
                <a:gd name="T30" fmla="*/ 357 w 77"/>
                <a:gd name="T31" fmla="*/ 367 h 307"/>
                <a:gd name="T32" fmla="*/ 617 w 77"/>
                <a:gd name="T33" fmla="*/ 20 h 307"/>
                <a:gd name="T34" fmla="*/ 673 w 77"/>
                <a:gd name="T35" fmla="*/ 20 h 307"/>
                <a:gd name="T36" fmla="*/ 349 w 77"/>
                <a:gd name="T37" fmla="*/ 0 h 307"/>
                <a:gd name="T38" fmla="*/ 349 w 77"/>
                <a:gd name="T39" fmla="*/ 0 h 307"/>
                <a:gd name="T40" fmla="*/ 25 w 77"/>
                <a:gd name="T41" fmla="*/ 20 h 307"/>
                <a:gd name="T42" fmla="*/ 73 w 77"/>
                <a:gd name="T43" fmla="*/ 20 h 30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7" h="307">
                  <a:moveTo>
                    <a:pt x="8" y="2"/>
                  </a:moveTo>
                  <a:cubicBezTo>
                    <a:pt x="20" y="4"/>
                    <a:pt x="38" y="9"/>
                    <a:pt x="38" y="34"/>
                  </a:cubicBezTo>
                  <a:cubicBezTo>
                    <a:pt x="38" y="51"/>
                    <a:pt x="34" y="64"/>
                    <a:pt x="28" y="74"/>
                  </a:cubicBezTo>
                  <a:cubicBezTo>
                    <a:pt x="25" y="80"/>
                    <a:pt x="18" y="87"/>
                    <a:pt x="15" y="90"/>
                  </a:cubicBezTo>
                  <a:cubicBezTo>
                    <a:pt x="6" y="97"/>
                    <a:pt x="0" y="112"/>
                    <a:pt x="0" y="129"/>
                  </a:cubicBezTo>
                  <a:cubicBezTo>
                    <a:pt x="0" y="144"/>
                    <a:pt x="5" y="157"/>
                    <a:pt x="12" y="165"/>
                  </a:cubicBezTo>
                  <a:cubicBezTo>
                    <a:pt x="16" y="171"/>
                    <a:pt x="26" y="184"/>
                    <a:pt x="30" y="196"/>
                  </a:cubicBezTo>
                  <a:cubicBezTo>
                    <a:pt x="41" y="233"/>
                    <a:pt x="44" y="290"/>
                    <a:pt x="22" y="307"/>
                  </a:cubicBezTo>
                  <a:cubicBezTo>
                    <a:pt x="26" y="305"/>
                    <a:pt x="31" y="302"/>
                    <a:pt x="39" y="302"/>
                  </a:cubicBezTo>
                  <a:cubicBezTo>
                    <a:pt x="46" y="302"/>
                    <a:pt x="51" y="305"/>
                    <a:pt x="55" y="307"/>
                  </a:cubicBezTo>
                  <a:cubicBezTo>
                    <a:pt x="33" y="290"/>
                    <a:pt x="36" y="233"/>
                    <a:pt x="47" y="196"/>
                  </a:cubicBezTo>
                  <a:cubicBezTo>
                    <a:pt x="51" y="184"/>
                    <a:pt x="61" y="171"/>
                    <a:pt x="66" y="165"/>
                  </a:cubicBezTo>
                  <a:cubicBezTo>
                    <a:pt x="72" y="157"/>
                    <a:pt x="77" y="144"/>
                    <a:pt x="77" y="129"/>
                  </a:cubicBezTo>
                  <a:cubicBezTo>
                    <a:pt x="77" y="112"/>
                    <a:pt x="71" y="97"/>
                    <a:pt x="63" y="90"/>
                  </a:cubicBezTo>
                  <a:cubicBezTo>
                    <a:pt x="60" y="87"/>
                    <a:pt x="52" y="80"/>
                    <a:pt x="49" y="74"/>
                  </a:cubicBezTo>
                  <a:cubicBezTo>
                    <a:pt x="44" y="64"/>
                    <a:pt x="40" y="51"/>
                    <a:pt x="40" y="34"/>
                  </a:cubicBezTo>
                  <a:cubicBezTo>
                    <a:pt x="40" y="9"/>
                    <a:pt x="57" y="4"/>
                    <a:pt x="69" y="2"/>
                  </a:cubicBezTo>
                  <a:cubicBezTo>
                    <a:pt x="71" y="2"/>
                    <a:pt x="73" y="2"/>
                    <a:pt x="75" y="2"/>
                  </a:cubicBezTo>
                  <a:cubicBezTo>
                    <a:pt x="64" y="1"/>
                    <a:pt x="52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26" y="0"/>
                    <a:pt x="14" y="1"/>
                    <a:pt x="3" y="2"/>
                  </a:cubicBezTo>
                  <a:cubicBezTo>
                    <a:pt x="4" y="2"/>
                    <a:pt x="6" y="2"/>
                    <a:pt x="8" y="2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5" name="Freeform 2115">
            <a:extLst>
              <a:ext uri="{FF2B5EF4-FFF2-40B4-BE49-F238E27FC236}">
                <a16:creationId xmlns:a16="http://schemas.microsoft.com/office/drawing/2014/main" id="{0C35CC65-E860-44BD-0959-9D2E12D23EE8}"/>
              </a:ext>
            </a:extLst>
          </p:cNvPr>
          <p:cNvSpPr>
            <a:spLocks/>
          </p:cNvSpPr>
          <p:nvPr/>
        </p:nvSpPr>
        <p:spPr bwMode="auto">
          <a:xfrm>
            <a:off x="2807032" y="2784785"/>
            <a:ext cx="214459" cy="605019"/>
          </a:xfrm>
          <a:custGeom>
            <a:avLst/>
            <a:gdLst>
              <a:gd name="T0" fmla="*/ 893 w 118"/>
              <a:gd name="T1" fmla="*/ 812 h 317"/>
              <a:gd name="T2" fmla="*/ 984 w 118"/>
              <a:gd name="T3" fmla="*/ 376 h 317"/>
              <a:gd name="T4" fmla="*/ 713 w 118"/>
              <a:gd name="T5" fmla="*/ 33 h 317"/>
              <a:gd name="T6" fmla="*/ 17 w 118"/>
              <a:gd name="T7" fmla="*/ 1448 h 317"/>
              <a:gd name="T8" fmla="*/ 680 w 118"/>
              <a:gd name="T9" fmla="*/ 3375 h 317"/>
              <a:gd name="T10" fmla="*/ 910 w 118"/>
              <a:gd name="T11" fmla="*/ 2132 h 317"/>
              <a:gd name="T12" fmla="*/ 753 w 118"/>
              <a:gd name="T13" fmla="*/ 1796 h 317"/>
              <a:gd name="T14" fmla="*/ 645 w 118"/>
              <a:gd name="T15" fmla="*/ 1404 h 317"/>
              <a:gd name="T16" fmla="*/ 777 w 118"/>
              <a:gd name="T17" fmla="*/ 982 h 317"/>
              <a:gd name="T18" fmla="*/ 893 w 118"/>
              <a:gd name="T19" fmla="*/ 812 h 3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8" h="317">
                <a:moveTo>
                  <a:pt x="101" y="75"/>
                </a:moveTo>
                <a:cubicBezTo>
                  <a:pt x="107" y="65"/>
                  <a:pt x="111" y="52"/>
                  <a:pt x="111" y="35"/>
                </a:cubicBezTo>
                <a:cubicBezTo>
                  <a:pt x="111" y="10"/>
                  <a:pt x="93" y="5"/>
                  <a:pt x="81" y="3"/>
                </a:cubicBezTo>
                <a:cubicBezTo>
                  <a:pt x="48" y="0"/>
                  <a:pt x="5" y="53"/>
                  <a:pt x="2" y="134"/>
                </a:cubicBezTo>
                <a:cubicBezTo>
                  <a:pt x="0" y="214"/>
                  <a:pt x="32" y="308"/>
                  <a:pt x="77" y="312"/>
                </a:cubicBezTo>
                <a:cubicBezTo>
                  <a:pt x="118" y="317"/>
                  <a:pt x="117" y="243"/>
                  <a:pt x="103" y="197"/>
                </a:cubicBezTo>
                <a:cubicBezTo>
                  <a:pt x="99" y="185"/>
                  <a:pt x="89" y="172"/>
                  <a:pt x="85" y="166"/>
                </a:cubicBezTo>
                <a:cubicBezTo>
                  <a:pt x="78" y="158"/>
                  <a:pt x="73" y="145"/>
                  <a:pt x="73" y="130"/>
                </a:cubicBezTo>
                <a:cubicBezTo>
                  <a:pt x="73" y="113"/>
                  <a:pt x="79" y="98"/>
                  <a:pt x="88" y="91"/>
                </a:cubicBezTo>
                <a:cubicBezTo>
                  <a:pt x="91" y="88"/>
                  <a:pt x="98" y="81"/>
                  <a:pt x="101" y="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6" name="Freeform 2116">
            <a:extLst>
              <a:ext uri="{FF2B5EF4-FFF2-40B4-BE49-F238E27FC236}">
                <a16:creationId xmlns:a16="http://schemas.microsoft.com/office/drawing/2014/main" id="{7C6674D8-A5CC-E55F-0A5D-AB83FC766C27}"/>
              </a:ext>
            </a:extLst>
          </p:cNvPr>
          <p:cNvSpPr>
            <a:spLocks/>
          </p:cNvSpPr>
          <p:nvPr/>
        </p:nvSpPr>
        <p:spPr bwMode="auto">
          <a:xfrm>
            <a:off x="3000396" y="2784785"/>
            <a:ext cx="214459" cy="605019"/>
          </a:xfrm>
          <a:custGeom>
            <a:avLst/>
            <a:gdLst>
              <a:gd name="T0" fmla="*/ 141 w 118"/>
              <a:gd name="T1" fmla="*/ 812 h 317"/>
              <a:gd name="T2" fmla="*/ 60 w 118"/>
              <a:gd name="T3" fmla="*/ 376 h 317"/>
              <a:gd name="T4" fmla="*/ 316 w 118"/>
              <a:gd name="T5" fmla="*/ 33 h 317"/>
              <a:gd name="T6" fmla="*/ 1017 w 118"/>
              <a:gd name="T7" fmla="*/ 1448 h 317"/>
              <a:gd name="T8" fmla="*/ 356 w 118"/>
              <a:gd name="T9" fmla="*/ 3375 h 317"/>
              <a:gd name="T10" fmla="*/ 124 w 118"/>
              <a:gd name="T11" fmla="*/ 2132 h 317"/>
              <a:gd name="T12" fmla="*/ 292 w 118"/>
              <a:gd name="T13" fmla="*/ 1796 h 317"/>
              <a:gd name="T14" fmla="*/ 389 w 118"/>
              <a:gd name="T15" fmla="*/ 1404 h 317"/>
              <a:gd name="T16" fmla="*/ 265 w 118"/>
              <a:gd name="T17" fmla="*/ 982 h 317"/>
              <a:gd name="T18" fmla="*/ 141 w 118"/>
              <a:gd name="T19" fmla="*/ 812 h 3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8" h="317">
                <a:moveTo>
                  <a:pt x="16" y="75"/>
                </a:moveTo>
                <a:cubicBezTo>
                  <a:pt x="11" y="65"/>
                  <a:pt x="7" y="52"/>
                  <a:pt x="7" y="35"/>
                </a:cubicBezTo>
                <a:cubicBezTo>
                  <a:pt x="7" y="10"/>
                  <a:pt x="24" y="5"/>
                  <a:pt x="36" y="3"/>
                </a:cubicBezTo>
                <a:cubicBezTo>
                  <a:pt x="69" y="0"/>
                  <a:pt x="113" y="53"/>
                  <a:pt x="115" y="134"/>
                </a:cubicBezTo>
                <a:cubicBezTo>
                  <a:pt x="118" y="214"/>
                  <a:pt x="86" y="308"/>
                  <a:pt x="40" y="312"/>
                </a:cubicBezTo>
                <a:cubicBezTo>
                  <a:pt x="0" y="317"/>
                  <a:pt x="0" y="243"/>
                  <a:pt x="14" y="197"/>
                </a:cubicBezTo>
                <a:cubicBezTo>
                  <a:pt x="18" y="185"/>
                  <a:pt x="28" y="172"/>
                  <a:pt x="33" y="166"/>
                </a:cubicBezTo>
                <a:cubicBezTo>
                  <a:pt x="39" y="158"/>
                  <a:pt x="44" y="145"/>
                  <a:pt x="44" y="130"/>
                </a:cubicBezTo>
                <a:cubicBezTo>
                  <a:pt x="44" y="113"/>
                  <a:pt x="38" y="98"/>
                  <a:pt x="30" y="91"/>
                </a:cubicBezTo>
                <a:cubicBezTo>
                  <a:pt x="27" y="88"/>
                  <a:pt x="19" y="81"/>
                  <a:pt x="16" y="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7" name="Freeform 2117">
            <a:extLst>
              <a:ext uri="{FF2B5EF4-FFF2-40B4-BE49-F238E27FC236}">
                <a16:creationId xmlns:a16="http://schemas.microsoft.com/office/drawing/2014/main" id="{89A32CDD-C6AE-76B0-D18F-4DA749C59EE6}"/>
              </a:ext>
            </a:extLst>
          </p:cNvPr>
          <p:cNvSpPr>
            <a:spLocks/>
          </p:cNvSpPr>
          <p:nvPr/>
        </p:nvSpPr>
        <p:spPr bwMode="auto">
          <a:xfrm>
            <a:off x="3007428" y="2849516"/>
            <a:ext cx="105471" cy="526479"/>
          </a:xfrm>
          <a:custGeom>
            <a:avLst/>
            <a:gdLst>
              <a:gd name="T0" fmla="*/ 52 w 58"/>
              <a:gd name="T1" fmla="*/ 9 h 276"/>
              <a:gd name="T2" fmla="*/ 159 w 58"/>
              <a:gd name="T3" fmla="*/ 444 h 276"/>
              <a:gd name="T4" fmla="*/ 283 w 58"/>
              <a:gd name="T5" fmla="*/ 614 h 276"/>
              <a:gd name="T6" fmla="*/ 408 w 58"/>
              <a:gd name="T7" fmla="*/ 1037 h 276"/>
              <a:gd name="T8" fmla="*/ 308 w 58"/>
              <a:gd name="T9" fmla="*/ 1426 h 276"/>
              <a:gd name="T10" fmla="*/ 141 w 58"/>
              <a:gd name="T11" fmla="*/ 1759 h 276"/>
              <a:gd name="T12" fmla="*/ 329 w 58"/>
              <a:gd name="T13" fmla="*/ 2946 h 276"/>
              <a:gd name="T14" fmla="*/ 337 w 58"/>
              <a:gd name="T15" fmla="*/ 2946 h 276"/>
              <a:gd name="T16" fmla="*/ 223 w 58"/>
              <a:gd name="T17" fmla="*/ 1759 h 276"/>
              <a:gd name="T18" fmla="*/ 416 w 58"/>
              <a:gd name="T19" fmla="*/ 1426 h 276"/>
              <a:gd name="T20" fmla="*/ 513 w 58"/>
              <a:gd name="T21" fmla="*/ 1037 h 276"/>
              <a:gd name="T22" fmla="*/ 381 w 58"/>
              <a:gd name="T23" fmla="*/ 597 h 276"/>
              <a:gd name="T24" fmla="*/ 52 w 58"/>
              <a:gd name="T25" fmla="*/ 0 h 27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8" h="276">
                <a:moveTo>
                  <a:pt x="6" y="1"/>
                </a:moveTo>
                <a:cubicBezTo>
                  <a:pt x="6" y="18"/>
                  <a:pt x="13" y="31"/>
                  <a:pt x="18" y="41"/>
                </a:cubicBezTo>
                <a:cubicBezTo>
                  <a:pt x="21" y="47"/>
                  <a:pt x="29" y="54"/>
                  <a:pt x="32" y="57"/>
                </a:cubicBezTo>
                <a:cubicBezTo>
                  <a:pt x="40" y="64"/>
                  <a:pt x="46" y="79"/>
                  <a:pt x="46" y="96"/>
                </a:cubicBezTo>
                <a:cubicBezTo>
                  <a:pt x="46" y="111"/>
                  <a:pt x="41" y="124"/>
                  <a:pt x="35" y="132"/>
                </a:cubicBezTo>
                <a:cubicBezTo>
                  <a:pt x="30" y="138"/>
                  <a:pt x="20" y="151"/>
                  <a:pt x="16" y="163"/>
                </a:cubicBezTo>
                <a:cubicBezTo>
                  <a:pt x="0" y="213"/>
                  <a:pt x="2" y="276"/>
                  <a:pt x="37" y="273"/>
                </a:cubicBezTo>
                <a:cubicBezTo>
                  <a:pt x="38" y="273"/>
                  <a:pt x="37" y="273"/>
                  <a:pt x="38" y="273"/>
                </a:cubicBezTo>
                <a:cubicBezTo>
                  <a:pt x="0" y="270"/>
                  <a:pt x="13" y="203"/>
                  <a:pt x="25" y="163"/>
                </a:cubicBezTo>
                <a:cubicBezTo>
                  <a:pt x="29" y="152"/>
                  <a:pt x="43" y="137"/>
                  <a:pt x="47" y="132"/>
                </a:cubicBezTo>
                <a:cubicBezTo>
                  <a:pt x="54" y="123"/>
                  <a:pt x="58" y="110"/>
                  <a:pt x="58" y="96"/>
                </a:cubicBezTo>
                <a:cubicBezTo>
                  <a:pt x="58" y="79"/>
                  <a:pt x="51" y="62"/>
                  <a:pt x="43" y="55"/>
                </a:cubicBezTo>
                <a:cubicBezTo>
                  <a:pt x="26" y="41"/>
                  <a:pt x="6" y="28"/>
                  <a:pt x="6" y="0"/>
                </a:cubicBez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8" name="Freeform 2118">
            <a:extLst>
              <a:ext uri="{FF2B5EF4-FFF2-40B4-BE49-F238E27FC236}">
                <a16:creationId xmlns:a16="http://schemas.microsoft.com/office/drawing/2014/main" id="{E2608666-AFB6-8A67-FABB-576E13409AB8}"/>
              </a:ext>
            </a:extLst>
          </p:cNvPr>
          <p:cNvSpPr>
            <a:spLocks/>
          </p:cNvSpPr>
          <p:nvPr/>
        </p:nvSpPr>
        <p:spPr bwMode="auto">
          <a:xfrm>
            <a:off x="3036432" y="2958264"/>
            <a:ext cx="64162" cy="201961"/>
          </a:xfrm>
          <a:custGeom>
            <a:avLst/>
            <a:gdLst>
              <a:gd name="T0" fmla="*/ 144 w 35"/>
              <a:gd name="T1" fmla="*/ 0 h 106"/>
              <a:gd name="T2" fmla="*/ 273 w 35"/>
              <a:gd name="T3" fmla="*/ 419 h 106"/>
              <a:gd name="T4" fmla="*/ 173 w 35"/>
              <a:gd name="T5" fmla="*/ 808 h 106"/>
              <a:gd name="T6" fmla="*/ 0 w 35"/>
              <a:gd name="T7" fmla="*/ 1141 h 106"/>
              <a:gd name="T8" fmla="*/ 209 w 35"/>
              <a:gd name="T9" fmla="*/ 808 h 106"/>
              <a:gd name="T10" fmla="*/ 309 w 35"/>
              <a:gd name="T11" fmla="*/ 400 h 106"/>
              <a:gd name="T12" fmla="*/ 144 w 35"/>
              <a:gd name="T13" fmla="*/ 0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" h="106">
                <a:moveTo>
                  <a:pt x="16" y="0"/>
                </a:moveTo>
                <a:cubicBezTo>
                  <a:pt x="24" y="7"/>
                  <a:pt x="30" y="22"/>
                  <a:pt x="30" y="39"/>
                </a:cubicBezTo>
                <a:cubicBezTo>
                  <a:pt x="30" y="54"/>
                  <a:pt x="25" y="67"/>
                  <a:pt x="19" y="75"/>
                </a:cubicBezTo>
                <a:cubicBezTo>
                  <a:pt x="14" y="81"/>
                  <a:pt x="4" y="94"/>
                  <a:pt x="0" y="106"/>
                </a:cubicBezTo>
                <a:cubicBezTo>
                  <a:pt x="5" y="95"/>
                  <a:pt x="15" y="88"/>
                  <a:pt x="23" y="75"/>
                </a:cubicBezTo>
                <a:cubicBezTo>
                  <a:pt x="31" y="63"/>
                  <a:pt x="35" y="50"/>
                  <a:pt x="34" y="37"/>
                </a:cubicBezTo>
                <a:cubicBezTo>
                  <a:pt x="32" y="23"/>
                  <a:pt x="26" y="4"/>
                  <a:pt x="16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9" name="Freeform 2119">
            <a:extLst>
              <a:ext uri="{FF2B5EF4-FFF2-40B4-BE49-F238E27FC236}">
                <a16:creationId xmlns:a16="http://schemas.microsoft.com/office/drawing/2014/main" id="{0D9D2711-E0A7-CC1C-78A4-EE3E7F5A90B2}"/>
              </a:ext>
            </a:extLst>
          </p:cNvPr>
          <p:cNvSpPr>
            <a:spLocks/>
          </p:cNvSpPr>
          <p:nvPr/>
        </p:nvSpPr>
        <p:spPr bwMode="auto">
          <a:xfrm>
            <a:off x="2908988" y="2849516"/>
            <a:ext cx="105471" cy="526479"/>
          </a:xfrm>
          <a:custGeom>
            <a:avLst/>
            <a:gdLst>
              <a:gd name="T0" fmla="*/ 461 w 58"/>
              <a:gd name="T1" fmla="*/ 9 h 276"/>
              <a:gd name="T2" fmla="*/ 356 w 58"/>
              <a:gd name="T3" fmla="*/ 444 h 276"/>
              <a:gd name="T4" fmla="*/ 232 w 58"/>
              <a:gd name="T5" fmla="*/ 614 h 276"/>
              <a:gd name="T6" fmla="*/ 108 w 58"/>
              <a:gd name="T7" fmla="*/ 1037 h 276"/>
              <a:gd name="T8" fmla="*/ 205 w 58"/>
              <a:gd name="T9" fmla="*/ 1426 h 276"/>
              <a:gd name="T10" fmla="*/ 372 w 58"/>
              <a:gd name="T11" fmla="*/ 1759 h 276"/>
              <a:gd name="T12" fmla="*/ 184 w 58"/>
              <a:gd name="T13" fmla="*/ 2946 h 276"/>
              <a:gd name="T14" fmla="*/ 176 w 58"/>
              <a:gd name="T15" fmla="*/ 2946 h 276"/>
              <a:gd name="T16" fmla="*/ 292 w 58"/>
              <a:gd name="T17" fmla="*/ 1759 h 276"/>
              <a:gd name="T18" fmla="*/ 99 w 58"/>
              <a:gd name="T19" fmla="*/ 1426 h 276"/>
              <a:gd name="T20" fmla="*/ 0 w 58"/>
              <a:gd name="T21" fmla="*/ 1037 h 276"/>
              <a:gd name="T22" fmla="*/ 132 w 58"/>
              <a:gd name="T23" fmla="*/ 597 h 276"/>
              <a:gd name="T24" fmla="*/ 461 w 58"/>
              <a:gd name="T25" fmla="*/ 0 h 27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8" h="276">
                <a:moveTo>
                  <a:pt x="52" y="1"/>
                </a:moveTo>
                <a:cubicBezTo>
                  <a:pt x="52" y="18"/>
                  <a:pt x="46" y="31"/>
                  <a:pt x="40" y="41"/>
                </a:cubicBezTo>
                <a:cubicBezTo>
                  <a:pt x="37" y="47"/>
                  <a:pt x="29" y="54"/>
                  <a:pt x="26" y="57"/>
                </a:cubicBezTo>
                <a:cubicBezTo>
                  <a:pt x="18" y="64"/>
                  <a:pt x="12" y="79"/>
                  <a:pt x="12" y="96"/>
                </a:cubicBezTo>
                <a:cubicBezTo>
                  <a:pt x="12" y="111"/>
                  <a:pt x="17" y="124"/>
                  <a:pt x="23" y="132"/>
                </a:cubicBezTo>
                <a:cubicBezTo>
                  <a:pt x="28" y="138"/>
                  <a:pt x="38" y="151"/>
                  <a:pt x="42" y="163"/>
                </a:cubicBezTo>
                <a:cubicBezTo>
                  <a:pt x="58" y="213"/>
                  <a:pt x="56" y="276"/>
                  <a:pt x="21" y="273"/>
                </a:cubicBezTo>
                <a:cubicBezTo>
                  <a:pt x="20" y="273"/>
                  <a:pt x="21" y="273"/>
                  <a:pt x="20" y="273"/>
                </a:cubicBezTo>
                <a:cubicBezTo>
                  <a:pt x="58" y="270"/>
                  <a:pt x="45" y="203"/>
                  <a:pt x="33" y="163"/>
                </a:cubicBezTo>
                <a:cubicBezTo>
                  <a:pt x="29" y="152"/>
                  <a:pt x="15" y="137"/>
                  <a:pt x="11" y="132"/>
                </a:cubicBezTo>
                <a:cubicBezTo>
                  <a:pt x="4" y="123"/>
                  <a:pt x="0" y="110"/>
                  <a:pt x="0" y="96"/>
                </a:cubicBezTo>
                <a:cubicBezTo>
                  <a:pt x="0" y="79"/>
                  <a:pt x="7" y="62"/>
                  <a:pt x="15" y="55"/>
                </a:cubicBezTo>
                <a:cubicBezTo>
                  <a:pt x="32" y="41"/>
                  <a:pt x="52" y="28"/>
                  <a:pt x="52" y="0"/>
                </a:cubicBez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0" name="Freeform 2120">
            <a:extLst>
              <a:ext uri="{FF2B5EF4-FFF2-40B4-BE49-F238E27FC236}">
                <a16:creationId xmlns:a16="http://schemas.microsoft.com/office/drawing/2014/main" id="{691322DE-FE1E-D9F0-3AE4-00C6AFB7B3B1}"/>
              </a:ext>
            </a:extLst>
          </p:cNvPr>
          <p:cNvSpPr>
            <a:spLocks/>
          </p:cNvSpPr>
          <p:nvPr/>
        </p:nvSpPr>
        <p:spPr bwMode="auto">
          <a:xfrm>
            <a:off x="2921293" y="2958264"/>
            <a:ext cx="64162" cy="201961"/>
          </a:xfrm>
          <a:custGeom>
            <a:avLst/>
            <a:gdLst>
              <a:gd name="T0" fmla="*/ 173 w 35"/>
              <a:gd name="T1" fmla="*/ 0 h 106"/>
              <a:gd name="T2" fmla="*/ 44 w 35"/>
              <a:gd name="T3" fmla="*/ 419 h 106"/>
              <a:gd name="T4" fmla="*/ 144 w 35"/>
              <a:gd name="T5" fmla="*/ 808 h 106"/>
              <a:gd name="T6" fmla="*/ 317 w 35"/>
              <a:gd name="T7" fmla="*/ 1141 h 106"/>
              <a:gd name="T8" fmla="*/ 108 w 35"/>
              <a:gd name="T9" fmla="*/ 808 h 106"/>
              <a:gd name="T10" fmla="*/ 8 w 35"/>
              <a:gd name="T11" fmla="*/ 400 h 106"/>
              <a:gd name="T12" fmla="*/ 173 w 35"/>
              <a:gd name="T13" fmla="*/ 0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" h="106">
                <a:moveTo>
                  <a:pt x="19" y="0"/>
                </a:moveTo>
                <a:cubicBezTo>
                  <a:pt x="11" y="7"/>
                  <a:pt x="5" y="22"/>
                  <a:pt x="5" y="39"/>
                </a:cubicBezTo>
                <a:cubicBezTo>
                  <a:pt x="5" y="54"/>
                  <a:pt x="10" y="67"/>
                  <a:pt x="16" y="75"/>
                </a:cubicBezTo>
                <a:cubicBezTo>
                  <a:pt x="21" y="81"/>
                  <a:pt x="31" y="94"/>
                  <a:pt x="35" y="106"/>
                </a:cubicBezTo>
                <a:cubicBezTo>
                  <a:pt x="30" y="95"/>
                  <a:pt x="20" y="88"/>
                  <a:pt x="12" y="75"/>
                </a:cubicBezTo>
                <a:cubicBezTo>
                  <a:pt x="4" y="63"/>
                  <a:pt x="0" y="50"/>
                  <a:pt x="1" y="37"/>
                </a:cubicBezTo>
                <a:cubicBezTo>
                  <a:pt x="3" y="23"/>
                  <a:pt x="9" y="4"/>
                  <a:pt x="19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1" name="Freeform 2121">
            <a:extLst>
              <a:ext uri="{FF2B5EF4-FFF2-40B4-BE49-F238E27FC236}">
                <a16:creationId xmlns:a16="http://schemas.microsoft.com/office/drawing/2014/main" id="{EFF0695D-127B-1ECA-D4AB-C7969407D149}"/>
              </a:ext>
            </a:extLst>
          </p:cNvPr>
          <p:cNvSpPr>
            <a:spLocks/>
          </p:cNvSpPr>
          <p:nvPr/>
        </p:nvSpPr>
        <p:spPr bwMode="auto">
          <a:xfrm>
            <a:off x="2939750" y="2786511"/>
            <a:ext cx="140629" cy="586031"/>
          </a:xfrm>
          <a:custGeom>
            <a:avLst/>
            <a:gdLst>
              <a:gd name="T0" fmla="*/ 73 w 77"/>
              <a:gd name="T1" fmla="*/ 20 h 307"/>
              <a:gd name="T2" fmla="*/ 341 w 77"/>
              <a:gd name="T3" fmla="*/ 367 h 307"/>
              <a:gd name="T4" fmla="*/ 251 w 77"/>
              <a:gd name="T5" fmla="*/ 803 h 307"/>
              <a:gd name="T6" fmla="*/ 133 w 77"/>
              <a:gd name="T7" fmla="*/ 973 h 307"/>
              <a:gd name="T8" fmla="*/ 0 w 77"/>
              <a:gd name="T9" fmla="*/ 1393 h 307"/>
              <a:gd name="T10" fmla="*/ 108 w 77"/>
              <a:gd name="T11" fmla="*/ 1785 h 307"/>
              <a:gd name="T12" fmla="*/ 268 w 77"/>
              <a:gd name="T13" fmla="*/ 2119 h 307"/>
              <a:gd name="T14" fmla="*/ 199 w 77"/>
              <a:gd name="T15" fmla="*/ 3322 h 307"/>
              <a:gd name="T16" fmla="*/ 349 w 77"/>
              <a:gd name="T17" fmla="*/ 3267 h 307"/>
              <a:gd name="T18" fmla="*/ 492 w 77"/>
              <a:gd name="T19" fmla="*/ 3322 h 307"/>
              <a:gd name="T20" fmla="*/ 424 w 77"/>
              <a:gd name="T21" fmla="*/ 2119 h 307"/>
              <a:gd name="T22" fmla="*/ 592 w 77"/>
              <a:gd name="T23" fmla="*/ 1785 h 307"/>
              <a:gd name="T24" fmla="*/ 690 w 77"/>
              <a:gd name="T25" fmla="*/ 1393 h 307"/>
              <a:gd name="T26" fmla="*/ 565 w 77"/>
              <a:gd name="T27" fmla="*/ 973 h 307"/>
              <a:gd name="T28" fmla="*/ 441 w 77"/>
              <a:gd name="T29" fmla="*/ 803 h 307"/>
              <a:gd name="T30" fmla="*/ 357 w 77"/>
              <a:gd name="T31" fmla="*/ 367 h 307"/>
              <a:gd name="T32" fmla="*/ 617 w 77"/>
              <a:gd name="T33" fmla="*/ 20 h 307"/>
              <a:gd name="T34" fmla="*/ 673 w 77"/>
              <a:gd name="T35" fmla="*/ 20 h 307"/>
              <a:gd name="T36" fmla="*/ 349 w 77"/>
              <a:gd name="T37" fmla="*/ 0 h 307"/>
              <a:gd name="T38" fmla="*/ 349 w 77"/>
              <a:gd name="T39" fmla="*/ 0 h 307"/>
              <a:gd name="T40" fmla="*/ 25 w 77"/>
              <a:gd name="T41" fmla="*/ 20 h 307"/>
              <a:gd name="T42" fmla="*/ 73 w 77"/>
              <a:gd name="T43" fmla="*/ 20 h 30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77" h="307">
                <a:moveTo>
                  <a:pt x="8" y="2"/>
                </a:moveTo>
                <a:cubicBezTo>
                  <a:pt x="20" y="4"/>
                  <a:pt x="38" y="9"/>
                  <a:pt x="38" y="34"/>
                </a:cubicBezTo>
                <a:cubicBezTo>
                  <a:pt x="38" y="51"/>
                  <a:pt x="34" y="64"/>
                  <a:pt x="28" y="74"/>
                </a:cubicBezTo>
                <a:cubicBezTo>
                  <a:pt x="25" y="80"/>
                  <a:pt x="18" y="87"/>
                  <a:pt x="15" y="90"/>
                </a:cubicBezTo>
                <a:cubicBezTo>
                  <a:pt x="6" y="97"/>
                  <a:pt x="0" y="112"/>
                  <a:pt x="0" y="129"/>
                </a:cubicBezTo>
                <a:cubicBezTo>
                  <a:pt x="0" y="144"/>
                  <a:pt x="5" y="157"/>
                  <a:pt x="12" y="165"/>
                </a:cubicBezTo>
                <a:cubicBezTo>
                  <a:pt x="16" y="171"/>
                  <a:pt x="26" y="184"/>
                  <a:pt x="30" y="196"/>
                </a:cubicBezTo>
                <a:cubicBezTo>
                  <a:pt x="41" y="233"/>
                  <a:pt x="44" y="290"/>
                  <a:pt x="22" y="307"/>
                </a:cubicBezTo>
                <a:cubicBezTo>
                  <a:pt x="26" y="305"/>
                  <a:pt x="31" y="302"/>
                  <a:pt x="39" y="302"/>
                </a:cubicBezTo>
                <a:cubicBezTo>
                  <a:pt x="46" y="302"/>
                  <a:pt x="51" y="305"/>
                  <a:pt x="55" y="307"/>
                </a:cubicBezTo>
                <a:cubicBezTo>
                  <a:pt x="33" y="290"/>
                  <a:pt x="36" y="233"/>
                  <a:pt x="47" y="196"/>
                </a:cubicBezTo>
                <a:cubicBezTo>
                  <a:pt x="51" y="184"/>
                  <a:pt x="61" y="171"/>
                  <a:pt x="66" y="165"/>
                </a:cubicBezTo>
                <a:cubicBezTo>
                  <a:pt x="72" y="157"/>
                  <a:pt x="77" y="144"/>
                  <a:pt x="77" y="129"/>
                </a:cubicBezTo>
                <a:cubicBezTo>
                  <a:pt x="77" y="112"/>
                  <a:pt x="71" y="97"/>
                  <a:pt x="63" y="90"/>
                </a:cubicBezTo>
                <a:cubicBezTo>
                  <a:pt x="60" y="87"/>
                  <a:pt x="52" y="80"/>
                  <a:pt x="49" y="74"/>
                </a:cubicBezTo>
                <a:cubicBezTo>
                  <a:pt x="44" y="64"/>
                  <a:pt x="40" y="51"/>
                  <a:pt x="40" y="34"/>
                </a:cubicBezTo>
                <a:cubicBezTo>
                  <a:pt x="40" y="9"/>
                  <a:pt x="57" y="4"/>
                  <a:pt x="69" y="2"/>
                </a:cubicBezTo>
                <a:cubicBezTo>
                  <a:pt x="71" y="2"/>
                  <a:pt x="73" y="2"/>
                  <a:pt x="75" y="2"/>
                </a:cubicBezTo>
                <a:cubicBezTo>
                  <a:pt x="64" y="1"/>
                  <a:pt x="52" y="0"/>
                  <a:pt x="3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6" y="0"/>
                  <a:pt x="14" y="1"/>
                  <a:pt x="3" y="2"/>
                </a:cubicBezTo>
                <a:cubicBezTo>
                  <a:pt x="4" y="2"/>
                  <a:pt x="6" y="2"/>
                  <a:pt x="8" y="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2" name="Freeform 2122">
            <a:extLst>
              <a:ext uri="{FF2B5EF4-FFF2-40B4-BE49-F238E27FC236}">
                <a16:creationId xmlns:a16="http://schemas.microsoft.com/office/drawing/2014/main" id="{F710BC25-6ABD-CDA5-1073-5133093E2683}"/>
              </a:ext>
            </a:extLst>
          </p:cNvPr>
          <p:cNvSpPr>
            <a:spLocks/>
          </p:cNvSpPr>
          <p:nvPr/>
        </p:nvSpPr>
        <p:spPr bwMode="auto">
          <a:xfrm>
            <a:off x="3048737" y="2790827"/>
            <a:ext cx="155570" cy="572222"/>
          </a:xfrm>
          <a:custGeom>
            <a:avLst/>
            <a:gdLst>
              <a:gd name="T0" fmla="*/ 641 w 85"/>
              <a:gd name="T1" fmla="*/ 1543 h 300"/>
              <a:gd name="T2" fmla="*/ 35 w 85"/>
              <a:gd name="T3" fmla="*/ 88 h 300"/>
              <a:gd name="T4" fmla="*/ 17 w 85"/>
              <a:gd name="T5" fmla="*/ 88 h 300"/>
              <a:gd name="T6" fmla="*/ 125 w 85"/>
              <a:gd name="T7" fmla="*/ 53 h 300"/>
              <a:gd name="T8" fmla="*/ 758 w 85"/>
              <a:gd name="T9" fmla="*/ 1470 h 300"/>
              <a:gd name="T10" fmla="*/ 260 w 85"/>
              <a:gd name="T11" fmla="*/ 3238 h 300"/>
              <a:gd name="T12" fmla="*/ 641 w 85"/>
              <a:gd name="T13" fmla="*/ 1543 h 3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5" h="300">
                <a:moveTo>
                  <a:pt x="71" y="143"/>
                </a:moveTo>
                <a:cubicBezTo>
                  <a:pt x="72" y="71"/>
                  <a:pt x="38" y="0"/>
                  <a:pt x="4" y="8"/>
                </a:cubicBezTo>
                <a:cubicBezTo>
                  <a:pt x="2" y="8"/>
                  <a:pt x="0" y="8"/>
                  <a:pt x="2" y="8"/>
                </a:cubicBezTo>
                <a:cubicBezTo>
                  <a:pt x="6" y="6"/>
                  <a:pt x="11" y="5"/>
                  <a:pt x="14" y="5"/>
                </a:cubicBezTo>
                <a:cubicBezTo>
                  <a:pt x="42" y="6"/>
                  <a:pt x="85" y="60"/>
                  <a:pt x="84" y="136"/>
                </a:cubicBezTo>
                <a:cubicBezTo>
                  <a:pt x="83" y="200"/>
                  <a:pt x="63" y="277"/>
                  <a:pt x="29" y="300"/>
                </a:cubicBezTo>
                <a:cubicBezTo>
                  <a:pt x="59" y="270"/>
                  <a:pt x="70" y="209"/>
                  <a:pt x="71" y="143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3" name="Freeform 2123">
            <a:extLst>
              <a:ext uri="{FF2B5EF4-FFF2-40B4-BE49-F238E27FC236}">
                <a16:creationId xmlns:a16="http://schemas.microsoft.com/office/drawing/2014/main" id="{65477792-313D-7015-729F-82466B8897D5}"/>
              </a:ext>
            </a:extLst>
          </p:cNvPr>
          <p:cNvSpPr>
            <a:spLocks/>
          </p:cNvSpPr>
          <p:nvPr/>
        </p:nvSpPr>
        <p:spPr bwMode="auto">
          <a:xfrm>
            <a:off x="3178819" y="2918562"/>
            <a:ext cx="36036" cy="264966"/>
          </a:xfrm>
          <a:custGeom>
            <a:avLst/>
            <a:gdLst>
              <a:gd name="T0" fmla="*/ 0 w 20"/>
              <a:gd name="T1" fmla="*/ 0 h 139"/>
              <a:gd name="T2" fmla="*/ 43 w 20"/>
              <a:gd name="T3" fmla="*/ 1497 h 139"/>
              <a:gd name="T4" fmla="*/ 0 w 20"/>
              <a:gd name="T5" fmla="*/ 0 h 13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" h="139">
                <a:moveTo>
                  <a:pt x="0" y="0"/>
                </a:moveTo>
                <a:cubicBezTo>
                  <a:pt x="10" y="27"/>
                  <a:pt x="20" y="77"/>
                  <a:pt x="5" y="139"/>
                </a:cubicBezTo>
                <a:cubicBezTo>
                  <a:pt x="8" y="110"/>
                  <a:pt x="13" y="44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4" name="Freeform 2124">
            <a:extLst>
              <a:ext uri="{FF2B5EF4-FFF2-40B4-BE49-F238E27FC236}">
                <a16:creationId xmlns:a16="http://schemas.microsoft.com/office/drawing/2014/main" id="{D1EBD296-0806-1140-CB76-22F3213A6DCF}"/>
              </a:ext>
            </a:extLst>
          </p:cNvPr>
          <p:cNvSpPr>
            <a:spLocks/>
          </p:cNvSpPr>
          <p:nvPr/>
        </p:nvSpPr>
        <p:spPr bwMode="auto">
          <a:xfrm>
            <a:off x="2819337" y="2796005"/>
            <a:ext cx="164360" cy="561002"/>
          </a:xfrm>
          <a:custGeom>
            <a:avLst/>
            <a:gdLst>
              <a:gd name="T0" fmla="*/ 91 w 90"/>
              <a:gd name="T1" fmla="*/ 1526 h 294"/>
              <a:gd name="T2" fmla="*/ 798 w 90"/>
              <a:gd name="T3" fmla="*/ 88 h 294"/>
              <a:gd name="T4" fmla="*/ 808 w 90"/>
              <a:gd name="T5" fmla="*/ 88 h 294"/>
              <a:gd name="T6" fmla="*/ 648 w 90"/>
              <a:gd name="T7" fmla="*/ 20 h 294"/>
              <a:gd name="T8" fmla="*/ 0 w 90"/>
              <a:gd name="T9" fmla="*/ 1457 h 294"/>
              <a:gd name="T10" fmla="*/ 492 w 90"/>
              <a:gd name="T11" fmla="*/ 3177 h 294"/>
              <a:gd name="T12" fmla="*/ 91 w 90"/>
              <a:gd name="T13" fmla="*/ 1526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0" h="294">
                <a:moveTo>
                  <a:pt x="10" y="141"/>
                </a:moveTo>
                <a:cubicBezTo>
                  <a:pt x="10" y="65"/>
                  <a:pt x="58" y="6"/>
                  <a:pt x="89" y="8"/>
                </a:cubicBezTo>
                <a:cubicBezTo>
                  <a:pt x="90" y="8"/>
                  <a:pt x="90" y="8"/>
                  <a:pt x="90" y="8"/>
                </a:cubicBezTo>
                <a:cubicBezTo>
                  <a:pt x="84" y="4"/>
                  <a:pt x="77" y="2"/>
                  <a:pt x="72" y="2"/>
                </a:cubicBezTo>
                <a:cubicBezTo>
                  <a:pt x="40" y="0"/>
                  <a:pt x="0" y="58"/>
                  <a:pt x="0" y="135"/>
                </a:cubicBezTo>
                <a:cubicBezTo>
                  <a:pt x="0" y="199"/>
                  <a:pt x="21" y="271"/>
                  <a:pt x="55" y="294"/>
                </a:cubicBezTo>
                <a:cubicBezTo>
                  <a:pt x="25" y="264"/>
                  <a:pt x="10" y="207"/>
                  <a:pt x="10" y="141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5" name="Freeform 2125">
            <a:extLst>
              <a:ext uri="{FF2B5EF4-FFF2-40B4-BE49-F238E27FC236}">
                <a16:creationId xmlns:a16="http://schemas.microsoft.com/office/drawing/2014/main" id="{872E953F-6EBB-6F06-9B1B-0ECBC2C44FC4}"/>
              </a:ext>
            </a:extLst>
          </p:cNvPr>
          <p:cNvSpPr>
            <a:spLocks/>
          </p:cNvSpPr>
          <p:nvPr/>
        </p:nvSpPr>
        <p:spPr bwMode="auto">
          <a:xfrm>
            <a:off x="2819337" y="2800320"/>
            <a:ext cx="125687" cy="253745"/>
          </a:xfrm>
          <a:custGeom>
            <a:avLst/>
            <a:gdLst>
              <a:gd name="T0" fmla="*/ 0 w 69"/>
              <a:gd name="T1" fmla="*/ 1437 h 133"/>
              <a:gd name="T2" fmla="*/ 613 w 69"/>
              <a:gd name="T3" fmla="*/ 20 h 133"/>
              <a:gd name="T4" fmla="*/ 0 w 69"/>
              <a:gd name="T5" fmla="*/ 1437 h 1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9" h="133">
                <a:moveTo>
                  <a:pt x="0" y="133"/>
                </a:moveTo>
                <a:cubicBezTo>
                  <a:pt x="0" y="56"/>
                  <a:pt x="38" y="0"/>
                  <a:pt x="69" y="2"/>
                </a:cubicBezTo>
                <a:cubicBezTo>
                  <a:pt x="52" y="7"/>
                  <a:pt x="11" y="38"/>
                  <a:pt x="0" y="133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6" name="Freeform 2126">
            <a:extLst>
              <a:ext uri="{FF2B5EF4-FFF2-40B4-BE49-F238E27FC236}">
                <a16:creationId xmlns:a16="http://schemas.microsoft.com/office/drawing/2014/main" id="{7E51A9A4-953A-CD86-4E95-ACF507F82365}"/>
              </a:ext>
            </a:extLst>
          </p:cNvPr>
          <p:cNvSpPr>
            <a:spLocks noEditPoints="1"/>
          </p:cNvSpPr>
          <p:nvPr/>
        </p:nvSpPr>
        <p:spPr bwMode="auto">
          <a:xfrm>
            <a:off x="2939750" y="2786511"/>
            <a:ext cx="140629" cy="586031"/>
          </a:xfrm>
          <a:custGeom>
            <a:avLst/>
            <a:gdLst>
              <a:gd name="T0" fmla="*/ 393 w 77"/>
              <a:gd name="T1" fmla="*/ 2240 h 307"/>
              <a:gd name="T2" fmla="*/ 405 w 77"/>
              <a:gd name="T3" fmla="*/ 2205 h 307"/>
              <a:gd name="T4" fmla="*/ 424 w 77"/>
              <a:gd name="T5" fmla="*/ 2119 h 307"/>
              <a:gd name="T6" fmla="*/ 592 w 77"/>
              <a:gd name="T7" fmla="*/ 1785 h 307"/>
              <a:gd name="T8" fmla="*/ 690 w 77"/>
              <a:gd name="T9" fmla="*/ 1393 h 307"/>
              <a:gd name="T10" fmla="*/ 565 w 77"/>
              <a:gd name="T11" fmla="*/ 973 h 307"/>
              <a:gd name="T12" fmla="*/ 441 w 77"/>
              <a:gd name="T13" fmla="*/ 803 h 307"/>
              <a:gd name="T14" fmla="*/ 376 w 77"/>
              <a:gd name="T15" fmla="*/ 597 h 307"/>
              <a:gd name="T16" fmla="*/ 376 w 77"/>
              <a:gd name="T17" fmla="*/ 573 h 307"/>
              <a:gd name="T18" fmla="*/ 368 w 77"/>
              <a:gd name="T19" fmla="*/ 518 h 307"/>
              <a:gd name="T20" fmla="*/ 357 w 77"/>
              <a:gd name="T21" fmla="*/ 367 h 307"/>
              <a:gd name="T22" fmla="*/ 617 w 77"/>
              <a:gd name="T23" fmla="*/ 20 h 307"/>
              <a:gd name="T24" fmla="*/ 648 w 77"/>
              <a:gd name="T25" fmla="*/ 20 h 307"/>
              <a:gd name="T26" fmla="*/ 657 w 77"/>
              <a:gd name="T27" fmla="*/ 20 h 307"/>
              <a:gd name="T28" fmla="*/ 349 w 77"/>
              <a:gd name="T29" fmla="*/ 0 h 307"/>
              <a:gd name="T30" fmla="*/ 349 w 77"/>
              <a:gd name="T31" fmla="*/ 0 h 307"/>
              <a:gd name="T32" fmla="*/ 25 w 77"/>
              <a:gd name="T33" fmla="*/ 20 h 307"/>
              <a:gd name="T34" fmla="*/ 73 w 77"/>
              <a:gd name="T35" fmla="*/ 20 h 307"/>
              <a:gd name="T36" fmla="*/ 341 w 77"/>
              <a:gd name="T37" fmla="*/ 367 h 307"/>
              <a:gd name="T38" fmla="*/ 251 w 77"/>
              <a:gd name="T39" fmla="*/ 803 h 307"/>
              <a:gd name="T40" fmla="*/ 133 w 77"/>
              <a:gd name="T41" fmla="*/ 973 h 307"/>
              <a:gd name="T42" fmla="*/ 0 w 77"/>
              <a:gd name="T43" fmla="*/ 1393 h 307"/>
              <a:gd name="T44" fmla="*/ 108 w 77"/>
              <a:gd name="T45" fmla="*/ 1785 h 307"/>
              <a:gd name="T46" fmla="*/ 268 w 77"/>
              <a:gd name="T47" fmla="*/ 2119 h 307"/>
              <a:gd name="T48" fmla="*/ 199 w 77"/>
              <a:gd name="T49" fmla="*/ 3322 h 307"/>
              <a:gd name="T50" fmla="*/ 349 w 77"/>
              <a:gd name="T51" fmla="*/ 3267 h 307"/>
              <a:gd name="T52" fmla="*/ 492 w 77"/>
              <a:gd name="T53" fmla="*/ 3322 h 307"/>
              <a:gd name="T54" fmla="*/ 384 w 77"/>
              <a:gd name="T55" fmla="*/ 2305 h 307"/>
              <a:gd name="T56" fmla="*/ 393 w 77"/>
              <a:gd name="T57" fmla="*/ 2240 h 307"/>
              <a:gd name="T58" fmla="*/ 260 w 77"/>
              <a:gd name="T59" fmla="*/ 1070 h 307"/>
              <a:gd name="T60" fmla="*/ 308 w 77"/>
              <a:gd name="T61" fmla="*/ 940 h 307"/>
              <a:gd name="T62" fmla="*/ 601 w 77"/>
              <a:gd name="T63" fmla="*/ 1223 h 307"/>
              <a:gd name="T64" fmla="*/ 501 w 77"/>
              <a:gd name="T65" fmla="*/ 1796 h 307"/>
              <a:gd name="T66" fmla="*/ 297 w 77"/>
              <a:gd name="T67" fmla="*/ 1946 h 307"/>
              <a:gd name="T68" fmla="*/ 199 w 77"/>
              <a:gd name="T69" fmla="*/ 1599 h 307"/>
              <a:gd name="T70" fmla="*/ 260 w 77"/>
              <a:gd name="T71" fmla="*/ 1070 h 30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77" h="307">
                <a:moveTo>
                  <a:pt x="44" y="207"/>
                </a:moveTo>
                <a:cubicBezTo>
                  <a:pt x="45" y="206"/>
                  <a:pt x="45" y="205"/>
                  <a:pt x="45" y="204"/>
                </a:cubicBezTo>
                <a:cubicBezTo>
                  <a:pt x="46" y="201"/>
                  <a:pt x="47" y="198"/>
                  <a:pt x="47" y="196"/>
                </a:cubicBezTo>
                <a:cubicBezTo>
                  <a:pt x="51" y="184"/>
                  <a:pt x="61" y="171"/>
                  <a:pt x="66" y="165"/>
                </a:cubicBezTo>
                <a:cubicBezTo>
                  <a:pt x="72" y="157"/>
                  <a:pt x="77" y="144"/>
                  <a:pt x="77" y="129"/>
                </a:cubicBezTo>
                <a:cubicBezTo>
                  <a:pt x="77" y="112"/>
                  <a:pt x="71" y="97"/>
                  <a:pt x="63" y="90"/>
                </a:cubicBezTo>
                <a:cubicBezTo>
                  <a:pt x="60" y="87"/>
                  <a:pt x="52" y="80"/>
                  <a:pt x="49" y="74"/>
                </a:cubicBezTo>
                <a:cubicBezTo>
                  <a:pt x="46" y="68"/>
                  <a:pt x="44" y="62"/>
                  <a:pt x="42" y="55"/>
                </a:cubicBezTo>
                <a:cubicBezTo>
                  <a:pt x="42" y="54"/>
                  <a:pt x="42" y="54"/>
                  <a:pt x="42" y="53"/>
                </a:cubicBezTo>
                <a:cubicBezTo>
                  <a:pt x="41" y="52"/>
                  <a:pt x="41" y="50"/>
                  <a:pt x="41" y="48"/>
                </a:cubicBezTo>
                <a:cubicBezTo>
                  <a:pt x="40" y="43"/>
                  <a:pt x="40" y="39"/>
                  <a:pt x="40" y="34"/>
                </a:cubicBezTo>
                <a:cubicBezTo>
                  <a:pt x="40" y="9"/>
                  <a:pt x="57" y="4"/>
                  <a:pt x="69" y="2"/>
                </a:cubicBezTo>
                <a:cubicBezTo>
                  <a:pt x="70" y="2"/>
                  <a:pt x="71" y="2"/>
                  <a:pt x="72" y="2"/>
                </a:cubicBezTo>
                <a:cubicBezTo>
                  <a:pt x="73" y="2"/>
                  <a:pt x="73" y="2"/>
                  <a:pt x="73" y="2"/>
                </a:cubicBezTo>
                <a:cubicBezTo>
                  <a:pt x="62" y="1"/>
                  <a:pt x="51" y="0"/>
                  <a:pt x="3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6" y="0"/>
                  <a:pt x="14" y="1"/>
                  <a:pt x="3" y="2"/>
                </a:cubicBezTo>
                <a:cubicBezTo>
                  <a:pt x="4" y="2"/>
                  <a:pt x="6" y="2"/>
                  <a:pt x="8" y="2"/>
                </a:cubicBezTo>
                <a:cubicBezTo>
                  <a:pt x="20" y="4"/>
                  <a:pt x="38" y="9"/>
                  <a:pt x="38" y="34"/>
                </a:cubicBezTo>
                <a:cubicBezTo>
                  <a:pt x="38" y="51"/>
                  <a:pt x="34" y="64"/>
                  <a:pt x="28" y="74"/>
                </a:cubicBezTo>
                <a:cubicBezTo>
                  <a:pt x="25" y="80"/>
                  <a:pt x="18" y="87"/>
                  <a:pt x="15" y="90"/>
                </a:cubicBezTo>
                <a:cubicBezTo>
                  <a:pt x="6" y="97"/>
                  <a:pt x="0" y="112"/>
                  <a:pt x="0" y="129"/>
                </a:cubicBezTo>
                <a:cubicBezTo>
                  <a:pt x="0" y="144"/>
                  <a:pt x="5" y="157"/>
                  <a:pt x="12" y="165"/>
                </a:cubicBezTo>
                <a:cubicBezTo>
                  <a:pt x="16" y="171"/>
                  <a:pt x="26" y="184"/>
                  <a:pt x="30" y="196"/>
                </a:cubicBezTo>
                <a:cubicBezTo>
                  <a:pt x="41" y="233"/>
                  <a:pt x="44" y="290"/>
                  <a:pt x="22" y="307"/>
                </a:cubicBezTo>
                <a:cubicBezTo>
                  <a:pt x="26" y="305"/>
                  <a:pt x="31" y="302"/>
                  <a:pt x="39" y="302"/>
                </a:cubicBezTo>
                <a:cubicBezTo>
                  <a:pt x="46" y="302"/>
                  <a:pt x="51" y="305"/>
                  <a:pt x="55" y="307"/>
                </a:cubicBezTo>
                <a:cubicBezTo>
                  <a:pt x="37" y="293"/>
                  <a:pt x="36" y="249"/>
                  <a:pt x="43" y="213"/>
                </a:cubicBezTo>
                <a:cubicBezTo>
                  <a:pt x="43" y="211"/>
                  <a:pt x="44" y="209"/>
                  <a:pt x="44" y="207"/>
                </a:cubicBezTo>
                <a:close/>
                <a:moveTo>
                  <a:pt x="29" y="99"/>
                </a:moveTo>
                <a:cubicBezTo>
                  <a:pt x="30" y="95"/>
                  <a:pt x="32" y="91"/>
                  <a:pt x="34" y="87"/>
                </a:cubicBezTo>
                <a:cubicBezTo>
                  <a:pt x="41" y="77"/>
                  <a:pt x="61" y="93"/>
                  <a:pt x="67" y="113"/>
                </a:cubicBezTo>
                <a:cubicBezTo>
                  <a:pt x="73" y="133"/>
                  <a:pt x="69" y="151"/>
                  <a:pt x="56" y="166"/>
                </a:cubicBezTo>
                <a:cubicBezTo>
                  <a:pt x="44" y="180"/>
                  <a:pt x="40" y="186"/>
                  <a:pt x="33" y="180"/>
                </a:cubicBezTo>
                <a:cubicBezTo>
                  <a:pt x="29" y="172"/>
                  <a:pt x="24" y="161"/>
                  <a:pt x="22" y="148"/>
                </a:cubicBezTo>
                <a:cubicBezTo>
                  <a:pt x="18" y="127"/>
                  <a:pt x="21" y="116"/>
                  <a:pt x="29" y="99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7" name="Freeform 2127">
            <a:extLst>
              <a:ext uri="{FF2B5EF4-FFF2-40B4-BE49-F238E27FC236}">
                <a16:creationId xmlns:a16="http://schemas.microsoft.com/office/drawing/2014/main" id="{2BB9B9A6-8B2C-FD07-B794-CCA3F8B0D77E}"/>
              </a:ext>
            </a:extLst>
          </p:cNvPr>
          <p:cNvSpPr>
            <a:spLocks/>
          </p:cNvSpPr>
          <p:nvPr/>
        </p:nvSpPr>
        <p:spPr bwMode="auto">
          <a:xfrm>
            <a:off x="2939750" y="2849516"/>
            <a:ext cx="100198" cy="523026"/>
          </a:xfrm>
          <a:custGeom>
            <a:avLst/>
            <a:gdLst>
              <a:gd name="T0" fmla="*/ 267 w 55"/>
              <a:gd name="T1" fmla="*/ 1765 h 274"/>
              <a:gd name="T2" fmla="*/ 197 w 55"/>
              <a:gd name="T3" fmla="*/ 2964 h 274"/>
              <a:gd name="T4" fmla="*/ 348 w 55"/>
              <a:gd name="T5" fmla="*/ 2911 h 274"/>
              <a:gd name="T6" fmla="*/ 489 w 55"/>
              <a:gd name="T7" fmla="*/ 2964 h 274"/>
              <a:gd name="T8" fmla="*/ 417 w 55"/>
              <a:gd name="T9" fmla="*/ 1765 h 274"/>
              <a:gd name="T10" fmla="*/ 425 w 55"/>
              <a:gd name="T11" fmla="*/ 1741 h 274"/>
              <a:gd name="T12" fmla="*/ 357 w 55"/>
              <a:gd name="T13" fmla="*/ 1805 h 274"/>
              <a:gd name="T14" fmla="*/ 197 w 55"/>
              <a:gd name="T15" fmla="*/ 1473 h 274"/>
              <a:gd name="T16" fmla="*/ 151 w 55"/>
              <a:gd name="T17" fmla="*/ 734 h 274"/>
              <a:gd name="T18" fmla="*/ 276 w 55"/>
              <a:gd name="T19" fmla="*/ 553 h 274"/>
              <a:gd name="T20" fmla="*/ 456 w 55"/>
              <a:gd name="T21" fmla="*/ 489 h 274"/>
              <a:gd name="T22" fmla="*/ 456 w 55"/>
              <a:gd name="T23" fmla="*/ 476 h 274"/>
              <a:gd name="T24" fmla="*/ 437 w 55"/>
              <a:gd name="T25" fmla="*/ 445 h 274"/>
              <a:gd name="T26" fmla="*/ 357 w 55"/>
              <a:gd name="T27" fmla="*/ 9 h 274"/>
              <a:gd name="T28" fmla="*/ 357 w 55"/>
              <a:gd name="T29" fmla="*/ 0 h 274"/>
              <a:gd name="T30" fmla="*/ 340 w 55"/>
              <a:gd name="T31" fmla="*/ 9 h 274"/>
              <a:gd name="T32" fmla="*/ 249 w 55"/>
              <a:gd name="T33" fmla="*/ 445 h 274"/>
              <a:gd name="T34" fmla="*/ 133 w 55"/>
              <a:gd name="T35" fmla="*/ 617 h 274"/>
              <a:gd name="T36" fmla="*/ 0 w 55"/>
              <a:gd name="T37" fmla="*/ 1037 h 274"/>
              <a:gd name="T38" fmla="*/ 108 w 55"/>
              <a:gd name="T39" fmla="*/ 1429 h 274"/>
              <a:gd name="T40" fmla="*/ 267 w 55"/>
              <a:gd name="T41" fmla="*/ 1765 h 27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55" h="274">
                <a:moveTo>
                  <a:pt x="30" y="163"/>
                </a:moveTo>
                <a:cubicBezTo>
                  <a:pt x="41" y="200"/>
                  <a:pt x="44" y="257"/>
                  <a:pt x="22" y="274"/>
                </a:cubicBezTo>
                <a:cubicBezTo>
                  <a:pt x="26" y="272"/>
                  <a:pt x="31" y="269"/>
                  <a:pt x="39" y="269"/>
                </a:cubicBezTo>
                <a:cubicBezTo>
                  <a:pt x="46" y="269"/>
                  <a:pt x="51" y="272"/>
                  <a:pt x="55" y="274"/>
                </a:cubicBezTo>
                <a:cubicBezTo>
                  <a:pt x="33" y="257"/>
                  <a:pt x="36" y="200"/>
                  <a:pt x="47" y="163"/>
                </a:cubicBezTo>
                <a:cubicBezTo>
                  <a:pt x="47" y="162"/>
                  <a:pt x="48" y="162"/>
                  <a:pt x="48" y="161"/>
                </a:cubicBezTo>
                <a:cubicBezTo>
                  <a:pt x="46" y="162"/>
                  <a:pt x="44" y="167"/>
                  <a:pt x="40" y="167"/>
                </a:cubicBezTo>
                <a:cubicBezTo>
                  <a:pt x="32" y="167"/>
                  <a:pt x="34" y="149"/>
                  <a:pt x="22" y="136"/>
                </a:cubicBezTo>
                <a:cubicBezTo>
                  <a:pt x="0" y="113"/>
                  <a:pt x="9" y="77"/>
                  <a:pt x="17" y="68"/>
                </a:cubicBezTo>
                <a:cubicBezTo>
                  <a:pt x="26" y="57"/>
                  <a:pt x="27" y="58"/>
                  <a:pt x="31" y="51"/>
                </a:cubicBezTo>
                <a:cubicBezTo>
                  <a:pt x="37" y="41"/>
                  <a:pt x="42" y="39"/>
                  <a:pt x="51" y="45"/>
                </a:cubicBezTo>
                <a:cubicBezTo>
                  <a:pt x="51" y="44"/>
                  <a:pt x="51" y="44"/>
                  <a:pt x="51" y="44"/>
                </a:cubicBezTo>
                <a:cubicBezTo>
                  <a:pt x="50" y="43"/>
                  <a:pt x="49" y="42"/>
                  <a:pt x="49" y="41"/>
                </a:cubicBezTo>
                <a:cubicBezTo>
                  <a:pt x="44" y="31"/>
                  <a:pt x="40" y="18"/>
                  <a:pt x="40" y="1"/>
                </a:cubicBezTo>
                <a:cubicBezTo>
                  <a:pt x="40" y="1"/>
                  <a:pt x="40" y="1"/>
                  <a:pt x="40" y="0"/>
                </a:cubicBezTo>
                <a:cubicBezTo>
                  <a:pt x="39" y="1"/>
                  <a:pt x="38" y="1"/>
                  <a:pt x="38" y="1"/>
                </a:cubicBezTo>
                <a:cubicBezTo>
                  <a:pt x="38" y="18"/>
                  <a:pt x="34" y="31"/>
                  <a:pt x="28" y="41"/>
                </a:cubicBezTo>
                <a:cubicBezTo>
                  <a:pt x="25" y="47"/>
                  <a:pt x="18" y="54"/>
                  <a:pt x="15" y="57"/>
                </a:cubicBezTo>
                <a:cubicBezTo>
                  <a:pt x="6" y="64"/>
                  <a:pt x="0" y="79"/>
                  <a:pt x="0" y="96"/>
                </a:cubicBezTo>
                <a:cubicBezTo>
                  <a:pt x="0" y="111"/>
                  <a:pt x="5" y="124"/>
                  <a:pt x="12" y="132"/>
                </a:cubicBezTo>
                <a:cubicBezTo>
                  <a:pt x="16" y="138"/>
                  <a:pt x="26" y="151"/>
                  <a:pt x="30" y="163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8" name="Freeform 2128">
            <a:extLst>
              <a:ext uri="{FF2B5EF4-FFF2-40B4-BE49-F238E27FC236}">
                <a16:creationId xmlns:a16="http://schemas.microsoft.com/office/drawing/2014/main" id="{2724FF89-B03C-BE10-AE15-24A0BFB09FD6}"/>
              </a:ext>
            </a:extLst>
          </p:cNvPr>
          <p:cNvSpPr>
            <a:spLocks/>
          </p:cNvSpPr>
          <p:nvPr/>
        </p:nvSpPr>
        <p:spPr bwMode="auto">
          <a:xfrm>
            <a:off x="2990728" y="2796005"/>
            <a:ext cx="36915" cy="45743"/>
          </a:xfrm>
          <a:custGeom>
            <a:avLst/>
            <a:gdLst>
              <a:gd name="T0" fmla="*/ 0 w 20"/>
              <a:gd name="T1" fmla="*/ 33 h 24"/>
              <a:gd name="T2" fmla="*/ 185 w 20"/>
              <a:gd name="T3" fmla="*/ 44 h 24"/>
              <a:gd name="T4" fmla="*/ 128 w 20"/>
              <a:gd name="T5" fmla="*/ 117 h 24"/>
              <a:gd name="T6" fmla="*/ 92 w 20"/>
              <a:gd name="T7" fmla="*/ 258 h 24"/>
              <a:gd name="T8" fmla="*/ 8 w 20"/>
              <a:gd name="T9" fmla="*/ 44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" h="24">
                <a:moveTo>
                  <a:pt x="0" y="3"/>
                </a:moveTo>
                <a:cubicBezTo>
                  <a:pt x="4" y="0"/>
                  <a:pt x="16" y="1"/>
                  <a:pt x="20" y="4"/>
                </a:cubicBezTo>
                <a:cubicBezTo>
                  <a:pt x="17" y="5"/>
                  <a:pt x="15" y="8"/>
                  <a:pt x="14" y="11"/>
                </a:cubicBezTo>
                <a:cubicBezTo>
                  <a:pt x="11" y="15"/>
                  <a:pt x="11" y="19"/>
                  <a:pt x="10" y="24"/>
                </a:cubicBezTo>
                <a:cubicBezTo>
                  <a:pt x="11" y="15"/>
                  <a:pt x="6" y="10"/>
                  <a:pt x="1" y="4"/>
                </a:cubicBez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" name="Freeform 2129">
            <a:extLst>
              <a:ext uri="{FF2B5EF4-FFF2-40B4-BE49-F238E27FC236}">
                <a16:creationId xmlns:a16="http://schemas.microsoft.com/office/drawing/2014/main" id="{FE022D0E-6BA7-5D6C-5512-FBAE2C678890}"/>
              </a:ext>
            </a:extLst>
          </p:cNvPr>
          <p:cNvSpPr>
            <a:spLocks/>
          </p:cNvSpPr>
          <p:nvPr/>
        </p:nvSpPr>
        <p:spPr bwMode="auto">
          <a:xfrm>
            <a:off x="2985455" y="2790827"/>
            <a:ext cx="52736" cy="1726"/>
          </a:xfrm>
          <a:custGeom>
            <a:avLst/>
            <a:gdLst>
              <a:gd name="T0" fmla="*/ 0 w 29"/>
              <a:gd name="T1" fmla="*/ 8 h 1"/>
              <a:gd name="T2" fmla="*/ 257 w 29"/>
              <a:gd name="T3" fmla="*/ 8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9" h="1">
                <a:moveTo>
                  <a:pt x="0" y="1"/>
                </a:moveTo>
                <a:cubicBezTo>
                  <a:pt x="3" y="0"/>
                  <a:pt x="23" y="0"/>
                  <a:pt x="29" y="1"/>
                </a:cubicBez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20" name="Freeform 2130">
            <a:extLst>
              <a:ext uri="{FF2B5EF4-FFF2-40B4-BE49-F238E27FC236}">
                <a16:creationId xmlns:a16="http://schemas.microsoft.com/office/drawing/2014/main" id="{27D68F09-5648-F57D-6DCE-F23D4397C8D2}"/>
              </a:ext>
            </a:extLst>
          </p:cNvPr>
          <p:cNvSpPr>
            <a:spLocks/>
          </p:cNvSpPr>
          <p:nvPr/>
        </p:nvSpPr>
        <p:spPr bwMode="auto">
          <a:xfrm>
            <a:off x="3041706" y="2994513"/>
            <a:ext cx="36915" cy="107022"/>
          </a:xfrm>
          <a:custGeom>
            <a:avLst/>
            <a:gdLst>
              <a:gd name="T0" fmla="*/ 92 w 20"/>
              <a:gd name="T1" fmla="*/ 0 h 56"/>
              <a:gd name="T2" fmla="*/ 0 w 20"/>
              <a:gd name="T3" fmla="*/ 609 h 56"/>
              <a:gd name="T4" fmla="*/ 92 w 20"/>
              <a:gd name="T5" fmla="*/ 0 h 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" h="56">
                <a:moveTo>
                  <a:pt x="10" y="0"/>
                </a:moveTo>
                <a:cubicBezTo>
                  <a:pt x="14" y="9"/>
                  <a:pt x="20" y="34"/>
                  <a:pt x="0" y="56"/>
                </a:cubicBezTo>
                <a:cubicBezTo>
                  <a:pt x="7" y="45"/>
                  <a:pt x="14" y="24"/>
                  <a:pt x="1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21" name="Freeform 2131">
            <a:extLst>
              <a:ext uri="{FF2B5EF4-FFF2-40B4-BE49-F238E27FC236}">
                <a16:creationId xmlns:a16="http://schemas.microsoft.com/office/drawing/2014/main" id="{DAFB21CD-58D8-240F-6AA1-4FB5367988A7}"/>
              </a:ext>
            </a:extLst>
          </p:cNvPr>
          <p:cNvSpPr>
            <a:spLocks/>
          </p:cNvSpPr>
          <p:nvPr/>
        </p:nvSpPr>
        <p:spPr bwMode="auto">
          <a:xfrm>
            <a:off x="2807032" y="2784785"/>
            <a:ext cx="214459" cy="605019"/>
          </a:xfrm>
          <a:custGeom>
            <a:avLst/>
            <a:gdLst>
              <a:gd name="T0" fmla="*/ 893 w 118"/>
              <a:gd name="T1" fmla="*/ 812 h 317"/>
              <a:gd name="T2" fmla="*/ 984 w 118"/>
              <a:gd name="T3" fmla="*/ 376 h 317"/>
              <a:gd name="T4" fmla="*/ 713 w 118"/>
              <a:gd name="T5" fmla="*/ 33 h 317"/>
              <a:gd name="T6" fmla="*/ 17 w 118"/>
              <a:gd name="T7" fmla="*/ 1448 h 317"/>
              <a:gd name="T8" fmla="*/ 680 w 118"/>
              <a:gd name="T9" fmla="*/ 3375 h 317"/>
              <a:gd name="T10" fmla="*/ 910 w 118"/>
              <a:gd name="T11" fmla="*/ 2132 h 317"/>
              <a:gd name="T12" fmla="*/ 753 w 118"/>
              <a:gd name="T13" fmla="*/ 1796 h 317"/>
              <a:gd name="T14" fmla="*/ 645 w 118"/>
              <a:gd name="T15" fmla="*/ 1404 h 317"/>
              <a:gd name="T16" fmla="*/ 777 w 118"/>
              <a:gd name="T17" fmla="*/ 982 h 317"/>
              <a:gd name="T18" fmla="*/ 893 w 118"/>
              <a:gd name="T19" fmla="*/ 812 h 3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8" h="317">
                <a:moveTo>
                  <a:pt x="101" y="75"/>
                </a:moveTo>
                <a:cubicBezTo>
                  <a:pt x="107" y="65"/>
                  <a:pt x="111" y="52"/>
                  <a:pt x="111" y="35"/>
                </a:cubicBezTo>
                <a:cubicBezTo>
                  <a:pt x="111" y="10"/>
                  <a:pt x="93" y="5"/>
                  <a:pt x="81" y="3"/>
                </a:cubicBezTo>
                <a:cubicBezTo>
                  <a:pt x="48" y="0"/>
                  <a:pt x="5" y="53"/>
                  <a:pt x="2" y="134"/>
                </a:cubicBezTo>
                <a:cubicBezTo>
                  <a:pt x="0" y="214"/>
                  <a:pt x="32" y="308"/>
                  <a:pt x="77" y="312"/>
                </a:cubicBezTo>
                <a:cubicBezTo>
                  <a:pt x="118" y="317"/>
                  <a:pt x="117" y="243"/>
                  <a:pt x="103" y="197"/>
                </a:cubicBezTo>
                <a:cubicBezTo>
                  <a:pt x="99" y="185"/>
                  <a:pt x="89" y="172"/>
                  <a:pt x="85" y="166"/>
                </a:cubicBezTo>
                <a:cubicBezTo>
                  <a:pt x="78" y="158"/>
                  <a:pt x="73" y="145"/>
                  <a:pt x="73" y="130"/>
                </a:cubicBezTo>
                <a:cubicBezTo>
                  <a:pt x="73" y="113"/>
                  <a:pt x="79" y="98"/>
                  <a:pt x="88" y="91"/>
                </a:cubicBezTo>
                <a:cubicBezTo>
                  <a:pt x="91" y="88"/>
                  <a:pt x="98" y="81"/>
                  <a:pt x="101" y="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22" name="Freeform 2132">
            <a:extLst>
              <a:ext uri="{FF2B5EF4-FFF2-40B4-BE49-F238E27FC236}">
                <a16:creationId xmlns:a16="http://schemas.microsoft.com/office/drawing/2014/main" id="{6B228C43-A51F-44E3-CD50-38B8CB8F1A7A}"/>
              </a:ext>
            </a:extLst>
          </p:cNvPr>
          <p:cNvSpPr>
            <a:spLocks/>
          </p:cNvSpPr>
          <p:nvPr/>
        </p:nvSpPr>
        <p:spPr bwMode="auto">
          <a:xfrm>
            <a:off x="3000396" y="2784785"/>
            <a:ext cx="214459" cy="605019"/>
          </a:xfrm>
          <a:custGeom>
            <a:avLst/>
            <a:gdLst>
              <a:gd name="T0" fmla="*/ 141 w 118"/>
              <a:gd name="T1" fmla="*/ 812 h 317"/>
              <a:gd name="T2" fmla="*/ 60 w 118"/>
              <a:gd name="T3" fmla="*/ 376 h 317"/>
              <a:gd name="T4" fmla="*/ 316 w 118"/>
              <a:gd name="T5" fmla="*/ 33 h 317"/>
              <a:gd name="T6" fmla="*/ 1017 w 118"/>
              <a:gd name="T7" fmla="*/ 1448 h 317"/>
              <a:gd name="T8" fmla="*/ 356 w 118"/>
              <a:gd name="T9" fmla="*/ 3375 h 317"/>
              <a:gd name="T10" fmla="*/ 124 w 118"/>
              <a:gd name="T11" fmla="*/ 2132 h 317"/>
              <a:gd name="T12" fmla="*/ 292 w 118"/>
              <a:gd name="T13" fmla="*/ 1796 h 317"/>
              <a:gd name="T14" fmla="*/ 389 w 118"/>
              <a:gd name="T15" fmla="*/ 1404 h 317"/>
              <a:gd name="T16" fmla="*/ 265 w 118"/>
              <a:gd name="T17" fmla="*/ 982 h 317"/>
              <a:gd name="T18" fmla="*/ 141 w 118"/>
              <a:gd name="T19" fmla="*/ 812 h 3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8" h="317">
                <a:moveTo>
                  <a:pt x="16" y="75"/>
                </a:moveTo>
                <a:cubicBezTo>
                  <a:pt x="11" y="65"/>
                  <a:pt x="7" y="52"/>
                  <a:pt x="7" y="35"/>
                </a:cubicBezTo>
                <a:cubicBezTo>
                  <a:pt x="7" y="10"/>
                  <a:pt x="24" y="5"/>
                  <a:pt x="36" y="3"/>
                </a:cubicBezTo>
                <a:cubicBezTo>
                  <a:pt x="69" y="0"/>
                  <a:pt x="113" y="53"/>
                  <a:pt x="115" y="134"/>
                </a:cubicBezTo>
                <a:cubicBezTo>
                  <a:pt x="118" y="214"/>
                  <a:pt x="86" y="308"/>
                  <a:pt x="40" y="312"/>
                </a:cubicBezTo>
                <a:cubicBezTo>
                  <a:pt x="0" y="317"/>
                  <a:pt x="0" y="243"/>
                  <a:pt x="14" y="197"/>
                </a:cubicBezTo>
                <a:cubicBezTo>
                  <a:pt x="18" y="185"/>
                  <a:pt x="28" y="172"/>
                  <a:pt x="33" y="166"/>
                </a:cubicBezTo>
                <a:cubicBezTo>
                  <a:pt x="39" y="158"/>
                  <a:pt x="44" y="145"/>
                  <a:pt x="44" y="130"/>
                </a:cubicBezTo>
                <a:cubicBezTo>
                  <a:pt x="44" y="113"/>
                  <a:pt x="38" y="98"/>
                  <a:pt x="30" y="91"/>
                </a:cubicBezTo>
                <a:cubicBezTo>
                  <a:pt x="27" y="88"/>
                  <a:pt x="19" y="81"/>
                  <a:pt x="16" y="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223" name="Freeform 2133">
            <a:extLst>
              <a:ext uri="{FF2B5EF4-FFF2-40B4-BE49-F238E27FC236}">
                <a16:creationId xmlns:a16="http://schemas.microsoft.com/office/drawing/2014/main" id="{289459D4-F2A7-F965-5A95-9B6626A3C5AF}"/>
              </a:ext>
            </a:extLst>
          </p:cNvPr>
          <p:cNvSpPr>
            <a:spLocks/>
          </p:cNvSpPr>
          <p:nvPr/>
        </p:nvSpPr>
        <p:spPr bwMode="auto">
          <a:xfrm>
            <a:off x="2939750" y="2786511"/>
            <a:ext cx="140629" cy="586031"/>
          </a:xfrm>
          <a:custGeom>
            <a:avLst/>
            <a:gdLst>
              <a:gd name="T0" fmla="*/ 73 w 77"/>
              <a:gd name="T1" fmla="*/ 20 h 307"/>
              <a:gd name="T2" fmla="*/ 341 w 77"/>
              <a:gd name="T3" fmla="*/ 367 h 307"/>
              <a:gd name="T4" fmla="*/ 251 w 77"/>
              <a:gd name="T5" fmla="*/ 803 h 307"/>
              <a:gd name="T6" fmla="*/ 133 w 77"/>
              <a:gd name="T7" fmla="*/ 973 h 307"/>
              <a:gd name="T8" fmla="*/ 0 w 77"/>
              <a:gd name="T9" fmla="*/ 1393 h 307"/>
              <a:gd name="T10" fmla="*/ 108 w 77"/>
              <a:gd name="T11" fmla="*/ 1785 h 307"/>
              <a:gd name="T12" fmla="*/ 268 w 77"/>
              <a:gd name="T13" fmla="*/ 2119 h 307"/>
              <a:gd name="T14" fmla="*/ 199 w 77"/>
              <a:gd name="T15" fmla="*/ 3322 h 307"/>
              <a:gd name="T16" fmla="*/ 349 w 77"/>
              <a:gd name="T17" fmla="*/ 3267 h 307"/>
              <a:gd name="T18" fmla="*/ 492 w 77"/>
              <a:gd name="T19" fmla="*/ 3322 h 307"/>
              <a:gd name="T20" fmla="*/ 424 w 77"/>
              <a:gd name="T21" fmla="*/ 2119 h 307"/>
              <a:gd name="T22" fmla="*/ 592 w 77"/>
              <a:gd name="T23" fmla="*/ 1785 h 307"/>
              <a:gd name="T24" fmla="*/ 690 w 77"/>
              <a:gd name="T25" fmla="*/ 1393 h 307"/>
              <a:gd name="T26" fmla="*/ 565 w 77"/>
              <a:gd name="T27" fmla="*/ 973 h 307"/>
              <a:gd name="T28" fmla="*/ 441 w 77"/>
              <a:gd name="T29" fmla="*/ 803 h 307"/>
              <a:gd name="T30" fmla="*/ 357 w 77"/>
              <a:gd name="T31" fmla="*/ 367 h 307"/>
              <a:gd name="T32" fmla="*/ 617 w 77"/>
              <a:gd name="T33" fmla="*/ 20 h 307"/>
              <a:gd name="T34" fmla="*/ 673 w 77"/>
              <a:gd name="T35" fmla="*/ 20 h 307"/>
              <a:gd name="T36" fmla="*/ 349 w 77"/>
              <a:gd name="T37" fmla="*/ 0 h 307"/>
              <a:gd name="T38" fmla="*/ 349 w 77"/>
              <a:gd name="T39" fmla="*/ 0 h 307"/>
              <a:gd name="T40" fmla="*/ 25 w 77"/>
              <a:gd name="T41" fmla="*/ 20 h 307"/>
              <a:gd name="T42" fmla="*/ 73 w 77"/>
              <a:gd name="T43" fmla="*/ 20 h 30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77" h="307">
                <a:moveTo>
                  <a:pt x="8" y="2"/>
                </a:moveTo>
                <a:cubicBezTo>
                  <a:pt x="20" y="4"/>
                  <a:pt x="38" y="9"/>
                  <a:pt x="38" y="34"/>
                </a:cubicBezTo>
                <a:cubicBezTo>
                  <a:pt x="38" y="51"/>
                  <a:pt x="34" y="64"/>
                  <a:pt x="28" y="74"/>
                </a:cubicBezTo>
                <a:cubicBezTo>
                  <a:pt x="25" y="80"/>
                  <a:pt x="18" y="87"/>
                  <a:pt x="15" y="90"/>
                </a:cubicBezTo>
                <a:cubicBezTo>
                  <a:pt x="6" y="97"/>
                  <a:pt x="0" y="112"/>
                  <a:pt x="0" y="129"/>
                </a:cubicBezTo>
                <a:cubicBezTo>
                  <a:pt x="0" y="144"/>
                  <a:pt x="5" y="157"/>
                  <a:pt x="12" y="165"/>
                </a:cubicBezTo>
                <a:cubicBezTo>
                  <a:pt x="16" y="171"/>
                  <a:pt x="26" y="184"/>
                  <a:pt x="30" y="196"/>
                </a:cubicBezTo>
                <a:cubicBezTo>
                  <a:pt x="41" y="233"/>
                  <a:pt x="44" y="290"/>
                  <a:pt x="22" y="307"/>
                </a:cubicBezTo>
                <a:cubicBezTo>
                  <a:pt x="26" y="305"/>
                  <a:pt x="31" y="302"/>
                  <a:pt x="39" y="302"/>
                </a:cubicBezTo>
                <a:cubicBezTo>
                  <a:pt x="46" y="302"/>
                  <a:pt x="51" y="305"/>
                  <a:pt x="55" y="307"/>
                </a:cubicBezTo>
                <a:cubicBezTo>
                  <a:pt x="33" y="290"/>
                  <a:pt x="36" y="233"/>
                  <a:pt x="47" y="196"/>
                </a:cubicBezTo>
                <a:cubicBezTo>
                  <a:pt x="51" y="184"/>
                  <a:pt x="61" y="171"/>
                  <a:pt x="66" y="165"/>
                </a:cubicBezTo>
                <a:cubicBezTo>
                  <a:pt x="72" y="157"/>
                  <a:pt x="77" y="144"/>
                  <a:pt x="77" y="129"/>
                </a:cubicBezTo>
                <a:cubicBezTo>
                  <a:pt x="77" y="112"/>
                  <a:pt x="71" y="97"/>
                  <a:pt x="63" y="90"/>
                </a:cubicBezTo>
                <a:cubicBezTo>
                  <a:pt x="60" y="87"/>
                  <a:pt x="52" y="80"/>
                  <a:pt x="49" y="74"/>
                </a:cubicBezTo>
                <a:cubicBezTo>
                  <a:pt x="44" y="64"/>
                  <a:pt x="40" y="51"/>
                  <a:pt x="40" y="34"/>
                </a:cubicBezTo>
                <a:cubicBezTo>
                  <a:pt x="40" y="9"/>
                  <a:pt x="57" y="4"/>
                  <a:pt x="69" y="2"/>
                </a:cubicBezTo>
                <a:cubicBezTo>
                  <a:pt x="71" y="2"/>
                  <a:pt x="73" y="2"/>
                  <a:pt x="75" y="2"/>
                </a:cubicBezTo>
                <a:cubicBezTo>
                  <a:pt x="64" y="1"/>
                  <a:pt x="52" y="0"/>
                  <a:pt x="3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6" y="0"/>
                  <a:pt x="14" y="1"/>
                  <a:pt x="3" y="2"/>
                </a:cubicBezTo>
                <a:cubicBezTo>
                  <a:pt x="4" y="2"/>
                  <a:pt x="6" y="2"/>
                  <a:pt x="8" y="2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224" name="CuadroTexto 4223">
            <a:extLst>
              <a:ext uri="{FF2B5EF4-FFF2-40B4-BE49-F238E27FC236}">
                <a16:creationId xmlns:a16="http://schemas.microsoft.com/office/drawing/2014/main" id="{A2A99853-C297-8710-D14E-F54857E1D473}"/>
              </a:ext>
            </a:extLst>
          </p:cNvPr>
          <p:cNvSpPr txBox="1"/>
          <p:nvPr/>
        </p:nvSpPr>
        <p:spPr>
          <a:xfrm>
            <a:off x="678028" y="5391200"/>
            <a:ext cx="14236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Transportador glutamato-aspartato</a:t>
            </a:r>
          </a:p>
        </p:txBody>
      </p:sp>
      <p:sp>
        <p:nvSpPr>
          <p:cNvPr id="4225" name="CuadroTexto 4224">
            <a:extLst>
              <a:ext uri="{FF2B5EF4-FFF2-40B4-BE49-F238E27FC236}">
                <a16:creationId xmlns:a16="http://schemas.microsoft.com/office/drawing/2014/main" id="{7C737C00-EF76-C092-11DF-406E3D1683C9}"/>
              </a:ext>
            </a:extLst>
          </p:cNvPr>
          <p:cNvSpPr txBox="1"/>
          <p:nvPr/>
        </p:nvSpPr>
        <p:spPr>
          <a:xfrm>
            <a:off x="2153906" y="5391200"/>
            <a:ext cx="15910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Transportador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26" name="CuadroTexto 4225">
            <a:extLst>
              <a:ext uri="{FF2B5EF4-FFF2-40B4-BE49-F238E27FC236}">
                <a16:creationId xmlns:a16="http://schemas.microsoft.com/office/drawing/2014/main" id="{27DFA237-B29F-05DF-78D8-D6B433EEB31D}"/>
              </a:ext>
            </a:extLst>
          </p:cNvPr>
          <p:cNvSpPr txBox="1"/>
          <p:nvPr/>
        </p:nvSpPr>
        <p:spPr>
          <a:xfrm>
            <a:off x="745706" y="2215437"/>
            <a:ext cx="142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sp>
        <p:nvSpPr>
          <p:cNvPr id="4227" name="CuadroTexto 4226">
            <a:extLst>
              <a:ext uri="{FF2B5EF4-FFF2-40B4-BE49-F238E27FC236}">
                <a16:creationId xmlns:a16="http://schemas.microsoft.com/office/drawing/2014/main" id="{6C8D25D6-5119-09EC-D3BE-E46212AA2588}"/>
              </a:ext>
            </a:extLst>
          </p:cNvPr>
          <p:cNvSpPr txBox="1"/>
          <p:nvPr/>
        </p:nvSpPr>
        <p:spPr>
          <a:xfrm>
            <a:off x="1755768" y="1164749"/>
            <a:ext cx="9494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cxnSp>
        <p:nvCxnSpPr>
          <p:cNvPr id="4234" name="Conector recto de flecha 4233">
            <a:extLst>
              <a:ext uri="{FF2B5EF4-FFF2-40B4-BE49-F238E27FC236}">
                <a16:creationId xmlns:a16="http://schemas.microsoft.com/office/drawing/2014/main" id="{F54A9943-38E0-FB6E-D917-FB185B1C52FA}"/>
              </a:ext>
            </a:extLst>
          </p:cNvPr>
          <p:cNvCxnSpPr>
            <a:stCxn id="4229" idx="0"/>
            <a:endCxn id="4226" idx="2"/>
          </p:cNvCxnSpPr>
          <p:nvPr/>
        </p:nvCxnSpPr>
        <p:spPr>
          <a:xfrm flipV="1">
            <a:off x="1457549" y="2477047"/>
            <a:ext cx="0" cy="1301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35" name="Conector recto de flecha 4234">
            <a:extLst>
              <a:ext uri="{FF2B5EF4-FFF2-40B4-BE49-F238E27FC236}">
                <a16:creationId xmlns:a16="http://schemas.microsoft.com/office/drawing/2014/main" id="{C3FCB840-F682-9784-DA8D-C9DF5562DCBF}"/>
              </a:ext>
            </a:extLst>
          </p:cNvPr>
          <p:cNvCxnSpPr>
            <a:cxnSpLocks/>
            <a:stCxn id="4228" idx="2"/>
            <a:endCxn id="4231" idx="0"/>
          </p:cNvCxnSpPr>
          <p:nvPr/>
        </p:nvCxnSpPr>
        <p:spPr>
          <a:xfrm flipH="1">
            <a:off x="3014459" y="2477047"/>
            <a:ext cx="7032" cy="1301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41" name="Conector: angular 4240">
            <a:extLst>
              <a:ext uri="{FF2B5EF4-FFF2-40B4-BE49-F238E27FC236}">
                <a16:creationId xmlns:a16="http://schemas.microsoft.com/office/drawing/2014/main" id="{0719CB8D-0312-5234-41C2-AE221E30C81B}"/>
              </a:ext>
            </a:extLst>
          </p:cNvPr>
          <p:cNvCxnSpPr>
            <a:cxnSpLocks/>
            <a:stCxn id="4226" idx="0"/>
            <a:endCxn id="4227" idx="1"/>
          </p:cNvCxnSpPr>
          <p:nvPr/>
        </p:nvCxnSpPr>
        <p:spPr>
          <a:xfrm rot="5400000" flipH="1" flipV="1">
            <a:off x="1146717" y="1606387"/>
            <a:ext cx="919883" cy="2982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44" name="Conector: angular 4243">
            <a:extLst>
              <a:ext uri="{FF2B5EF4-FFF2-40B4-BE49-F238E27FC236}">
                <a16:creationId xmlns:a16="http://schemas.microsoft.com/office/drawing/2014/main" id="{88AF2C62-2725-86AF-C1B6-FF9CF5DA5FDC}"/>
              </a:ext>
            </a:extLst>
          </p:cNvPr>
          <p:cNvCxnSpPr>
            <a:cxnSpLocks/>
            <a:stCxn id="4227" idx="3"/>
            <a:endCxn id="4228" idx="0"/>
          </p:cNvCxnSpPr>
          <p:nvPr/>
        </p:nvCxnSpPr>
        <p:spPr>
          <a:xfrm>
            <a:off x="2705185" y="1295554"/>
            <a:ext cx="316306" cy="9198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47" name="Conector: angular 4246">
            <a:extLst>
              <a:ext uri="{FF2B5EF4-FFF2-40B4-BE49-F238E27FC236}">
                <a16:creationId xmlns:a16="http://schemas.microsoft.com/office/drawing/2014/main" id="{9C034692-2817-5C06-63E5-90923BC184E8}"/>
              </a:ext>
            </a:extLst>
          </p:cNvPr>
          <p:cNvCxnSpPr>
            <a:cxnSpLocks/>
            <a:stCxn id="4231" idx="2"/>
            <a:endCxn id="4250" idx="3"/>
          </p:cNvCxnSpPr>
          <p:nvPr/>
        </p:nvCxnSpPr>
        <p:spPr>
          <a:xfrm rot="5400000">
            <a:off x="2256240" y="4489260"/>
            <a:ext cx="1207164" cy="3092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50" name="CuadroTexto 4249">
            <a:extLst>
              <a:ext uri="{FF2B5EF4-FFF2-40B4-BE49-F238E27FC236}">
                <a16:creationId xmlns:a16="http://schemas.microsoft.com/office/drawing/2014/main" id="{E9853041-7216-C6E1-578D-BDAE749D0B1D}"/>
              </a:ext>
            </a:extLst>
          </p:cNvPr>
          <p:cNvSpPr txBox="1"/>
          <p:nvPr/>
        </p:nvSpPr>
        <p:spPr>
          <a:xfrm>
            <a:off x="1755767" y="5116674"/>
            <a:ext cx="9494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cxnSp>
        <p:nvCxnSpPr>
          <p:cNvPr id="4252" name="Conector: angular 4251">
            <a:extLst>
              <a:ext uri="{FF2B5EF4-FFF2-40B4-BE49-F238E27FC236}">
                <a16:creationId xmlns:a16="http://schemas.microsoft.com/office/drawing/2014/main" id="{079C8ED9-7A56-90C2-EA8B-1A217A3D6D81}"/>
              </a:ext>
            </a:extLst>
          </p:cNvPr>
          <p:cNvCxnSpPr>
            <a:cxnSpLocks/>
            <a:stCxn id="4250" idx="1"/>
            <a:endCxn id="4229" idx="2"/>
          </p:cNvCxnSpPr>
          <p:nvPr/>
        </p:nvCxnSpPr>
        <p:spPr>
          <a:xfrm rot="10800000">
            <a:off x="1457549" y="4040315"/>
            <a:ext cx="298218" cy="12071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55" name="CuadroTexto 4254">
            <a:extLst>
              <a:ext uri="{FF2B5EF4-FFF2-40B4-BE49-F238E27FC236}">
                <a16:creationId xmlns:a16="http://schemas.microsoft.com/office/drawing/2014/main" id="{F24DE63D-E931-A85F-12AE-F89CE35373CF}"/>
              </a:ext>
            </a:extLst>
          </p:cNvPr>
          <p:cNvSpPr txBox="1"/>
          <p:nvPr/>
        </p:nvSpPr>
        <p:spPr>
          <a:xfrm>
            <a:off x="1753900" y="1500408"/>
            <a:ext cx="9494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4256" name="Conector: angular 4255">
            <a:extLst>
              <a:ext uri="{FF2B5EF4-FFF2-40B4-BE49-F238E27FC236}">
                <a16:creationId xmlns:a16="http://schemas.microsoft.com/office/drawing/2014/main" id="{AF6040F4-20DC-14A6-A134-4BE0D7224FB0}"/>
              </a:ext>
            </a:extLst>
          </p:cNvPr>
          <p:cNvCxnSpPr>
            <a:cxnSpLocks/>
            <a:stCxn id="4232" idx="1"/>
            <a:endCxn id="4255" idx="1"/>
          </p:cNvCxnSpPr>
          <p:nvPr/>
        </p:nvCxnSpPr>
        <p:spPr>
          <a:xfrm rot="10800000" flipH="1">
            <a:off x="1646958" y="1631214"/>
            <a:ext cx="106942" cy="371639"/>
          </a:xfrm>
          <a:prstGeom prst="bentConnector3">
            <a:avLst>
              <a:gd name="adj1" fmla="val -17768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60" name="CuadroTexto 4259">
            <a:extLst>
              <a:ext uri="{FF2B5EF4-FFF2-40B4-BE49-F238E27FC236}">
                <a16:creationId xmlns:a16="http://schemas.microsoft.com/office/drawing/2014/main" id="{1BD9A334-590B-91F5-A98F-0C3F17F7EABB}"/>
              </a:ext>
            </a:extLst>
          </p:cNvPr>
          <p:cNvSpPr txBox="1"/>
          <p:nvPr/>
        </p:nvSpPr>
        <p:spPr>
          <a:xfrm>
            <a:off x="3348138" y="1631296"/>
            <a:ext cx="60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sp>
        <p:nvSpPr>
          <p:cNvPr id="4261" name="CuadroTexto 4260">
            <a:extLst>
              <a:ext uri="{FF2B5EF4-FFF2-40B4-BE49-F238E27FC236}">
                <a16:creationId xmlns:a16="http://schemas.microsoft.com/office/drawing/2014/main" id="{9BE9B53A-71DC-809C-FDD9-70C5D6CBADFB}"/>
              </a:ext>
            </a:extLst>
          </p:cNvPr>
          <p:cNvSpPr txBox="1"/>
          <p:nvPr/>
        </p:nvSpPr>
        <p:spPr>
          <a:xfrm>
            <a:off x="3348138" y="1892906"/>
            <a:ext cx="60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4263" name="Conector: curvado 4262">
            <a:extLst>
              <a:ext uri="{FF2B5EF4-FFF2-40B4-BE49-F238E27FC236}">
                <a16:creationId xmlns:a16="http://schemas.microsoft.com/office/drawing/2014/main" id="{52CBA6F4-BAE2-1090-5FA4-52E14826390A}"/>
              </a:ext>
            </a:extLst>
          </p:cNvPr>
          <p:cNvCxnSpPr>
            <a:stCxn id="4260" idx="1"/>
            <a:endCxn id="4261" idx="1"/>
          </p:cNvCxnSpPr>
          <p:nvPr/>
        </p:nvCxnSpPr>
        <p:spPr>
          <a:xfrm rot="10800000" flipV="1">
            <a:off x="3348138" y="1762101"/>
            <a:ext cx="12700" cy="261610"/>
          </a:xfrm>
          <a:prstGeom prst="curvedConnector3">
            <a:avLst>
              <a:gd name="adj1" fmla="val 265063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65" name="CuadroTexto 4264">
            <a:extLst>
              <a:ext uri="{FF2B5EF4-FFF2-40B4-BE49-F238E27FC236}">
                <a16:creationId xmlns:a16="http://schemas.microsoft.com/office/drawing/2014/main" id="{16791338-5AF2-95F2-058B-63FE1457601B}"/>
              </a:ext>
            </a:extLst>
          </p:cNvPr>
          <p:cNvSpPr txBox="1"/>
          <p:nvPr/>
        </p:nvSpPr>
        <p:spPr>
          <a:xfrm>
            <a:off x="3328779" y="4209637"/>
            <a:ext cx="60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66" name="CuadroTexto 4265">
            <a:extLst>
              <a:ext uri="{FF2B5EF4-FFF2-40B4-BE49-F238E27FC236}">
                <a16:creationId xmlns:a16="http://schemas.microsoft.com/office/drawing/2014/main" id="{7BE49BC4-05B9-FC9B-0F87-7D3AB6C151EF}"/>
              </a:ext>
            </a:extLst>
          </p:cNvPr>
          <p:cNvSpPr txBox="1"/>
          <p:nvPr/>
        </p:nvSpPr>
        <p:spPr>
          <a:xfrm>
            <a:off x="3328779" y="4471247"/>
            <a:ext cx="60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endParaRPr lang="es-ES" sz="1100" baseline="30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67" name="Conector: curvado 4266">
            <a:extLst>
              <a:ext uri="{FF2B5EF4-FFF2-40B4-BE49-F238E27FC236}">
                <a16:creationId xmlns:a16="http://schemas.microsoft.com/office/drawing/2014/main" id="{9990D5D1-5CCD-F2B5-1DA9-DF640723E938}"/>
              </a:ext>
            </a:extLst>
          </p:cNvPr>
          <p:cNvCxnSpPr>
            <a:stCxn id="4265" idx="1"/>
            <a:endCxn id="4266" idx="1"/>
          </p:cNvCxnSpPr>
          <p:nvPr/>
        </p:nvCxnSpPr>
        <p:spPr>
          <a:xfrm rot="10800000" flipV="1">
            <a:off x="3328779" y="4340442"/>
            <a:ext cx="12700" cy="261610"/>
          </a:xfrm>
          <a:prstGeom prst="curvedConnector3">
            <a:avLst>
              <a:gd name="adj1" fmla="val 257381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69" name="CuadroTexto 4268">
            <a:extLst>
              <a:ext uri="{FF2B5EF4-FFF2-40B4-BE49-F238E27FC236}">
                <a16:creationId xmlns:a16="http://schemas.microsoft.com/office/drawing/2014/main" id="{EEDEB1B2-F750-6644-C7AE-5E5366BE96A7}"/>
              </a:ext>
            </a:extLst>
          </p:cNvPr>
          <p:cNvSpPr txBox="1"/>
          <p:nvPr/>
        </p:nvSpPr>
        <p:spPr>
          <a:xfrm>
            <a:off x="1662434" y="4171120"/>
            <a:ext cx="12197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70" name="CuadroTexto 4269">
            <a:extLst>
              <a:ext uri="{FF2B5EF4-FFF2-40B4-BE49-F238E27FC236}">
                <a16:creationId xmlns:a16="http://schemas.microsoft.com/office/drawing/2014/main" id="{C59AB26C-C4BA-2C36-F239-AA83D3EE6740}"/>
              </a:ext>
            </a:extLst>
          </p:cNvPr>
          <p:cNvSpPr txBox="1"/>
          <p:nvPr/>
        </p:nvSpPr>
        <p:spPr>
          <a:xfrm>
            <a:off x="1782122" y="4554326"/>
            <a:ext cx="9494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4271" name="Conector: angular 4270">
            <a:extLst>
              <a:ext uri="{FF2B5EF4-FFF2-40B4-BE49-F238E27FC236}">
                <a16:creationId xmlns:a16="http://schemas.microsoft.com/office/drawing/2014/main" id="{13258B53-8475-26CE-E1CE-8B0C9CCE2E70}"/>
              </a:ext>
            </a:extLst>
          </p:cNvPr>
          <p:cNvCxnSpPr>
            <a:cxnSpLocks/>
            <a:stCxn id="4270" idx="1"/>
            <a:endCxn id="4269" idx="1"/>
          </p:cNvCxnSpPr>
          <p:nvPr/>
        </p:nvCxnSpPr>
        <p:spPr>
          <a:xfrm rot="10800000">
            <a:off x="1662434" y="4301925"/>
            <a:ext cx="119688" cy="383206"/>
          </a:xfrm>
          <a:prstGeom prst="bentConnector3">
            <a:avLst>
              <a:gd name="adj1" fmla="val 2717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76" name="Conector: angular 4275">
            <a:extLst>
              <a:ext uri="{FF2B5EF4-FFF2-40B4-BE49-F238E27FC236}">
                <a16:creationId xmlns:a16="http://schemas.microsoft.com/office/drawing/2014/main" id="{9C27E5DE-CBB4-DB01-F153-0251384F1941}"/>
              </a:ext>
            </a:extLst>
          </p:cNvPr>
          <p:cNvCxnSpPr>
            <a:cxnSpLocks/>
            <a:stCxn id="4255" idx="2"/>
            <a:endCxn id="4270" idx="1"/>
          </p:cNvCxnSpPr>
          <p:nvPr/>
        </p:nvCxnSpPr>
        <p:spPr>
          <a:xfrm rot="5400000">
            <a:off x="543810" y="3000331"/>
            <a:ext cx="2923113" cy="446487"/>
          </a:xfrm>
          <a:prstGeom prst="bentConnector4">
            <a:avLst>
              <a:gd name="adj1" fmla="val 47763"/>
              <a:gd name="adj2" fmla="val 151200"/>
            </a:avLst>
          </a:prstGeom>
          <a:ln>
            <a:solidFill>
              <a:schemeClr val="accent4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2" name="CuadroTexto 4231">
            <a:extLst>
              <a:ext uri="{FF2B5EF4-FFF2-40B4-BE49-F238E27FC236}">
                <a16:creationId xmlns:a16="http://schemas.microsoft.com/office/drawing/2014/main" id="{CE81E39D-3F13-8DF0-C8D1-3769A8FF74A5}"/>
              </a:ext>
            </a:extLst>
          </p:cNvPr>
          <p:cNvSpPr txBox="1"/>
          <p:nvPr/>
        </p:nvSpPr>
        <p:spPr>
          <a:xfrm>
            <a:off x="1646958" y="1872047"/>
            <a:ext cx="121974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29" name="CuadroTexto 4228">
            <a:extLst>
              <a:ext uri="{FF2B5EF4-FFF2-40B4-BE49-F238E27FC236}">
                <a16:creationId xmlns:a16="http://schemas.microsoft.com/office/drawing/2014/main" id="{0AE2F872-D1E8-DF93-B29F-5CED329D1D6F}"/>
              </a:ext>
            </a:extLst>
          </p:cNvPr>
          <p:cNvSpPr txBox="1"/>
          <p:nvPr/>
        </p:nvSpPr>
        <p:spPr>
          <a:xfrm>
            <a:off x="745706" y="3778705"/>
            <a:ext cx="142368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</a:t>
            </a:r>
          </a:p>
        </p:txBody>
      </p:sp>
      <p:cxnSp>
        <p:nvCxnSpPr>
          <p:cNvPr id="4282" name="Conector: angular 4281">
            <a:extLst>
              <a:ext uri="{FF2B5EF4-FFF2-40B4-BE49-F238E27FC236}">
                <a16:creationId xmlns:a16="http://schemas.microsoft.com/office/drawing/2014/main" id="{0CF1D291-F3BB-9720-BD03-C01F2D15083F}"/>
              </a:ext>
            </a:extLst>
          </p:cNvPr>
          <p:cNvCxnSpPr>
            <a:cxnSpLocks/>
            <a:stCxn id="4269" idx="3"/>
            <a:endCxn id="4232" idx="3"/>
          </p:cNvCxnSpPr>
          <p:nvPr/>
        </p:nvCxnSpPr>
        <p:spPr>
          <a:xfrm flipH="1" flipV="1">
            <a:off x="2866704" y="2002852"/>
            <a:ext cx="15476" cy="2299073"/>
          </a:xfrm>
          <a:prstGeom prst="bentConnector3">
            <a:avLst>
              <a:gd name="adj1" fmla="val -598837"/>
            </a:avLst>
          </a:prstGeom>
          <a:ln>
            <a:solidFill>
              <a:schemeClr val="accent4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1" name="CuadroTexto 4230">
            <a:extLst>
              <a:ext uri="{FF2B5EF4-FFF2-40B4-BE49-F238E27FC236}">
                <a16:creationId xmlns:a16="http://schemas.microsoft.com/office/drawing/2014/main" id="{EB49D727-3564-2670-54D1-6AB19026C981}"/>
              </a:ext>
            </a:extLst>
          </p:cNvPr>
          <p:cNvSpPr txBox="1"/>
          <p:nvPr/>
        </p:nvSpPr>
        <p:spPr>
          <a:xfrm>
            <a:off x="2302616" y="3778705"/>
            <a:ext cx="142368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sp>
        <p:nvSpPr>
          <p:cNvPr id="4228" name="CuadroTexto 4227">
            <a:extLst>
              <a:ext uri="{FF2B5EF4-FFF2-40B4-BE49-F238E27FC236}">
                <a16:creationId xmlns:a16="http://schemas.microsoft.com/office/drawing/2014/main" id="{0DDA59A5-1B34-7E2F-00ED-412AB7BBC21E}"/>
              </a:ext>
            </a:extLst>
          </p:cNvPr>
          <p:cNvSpPr txBox="1"/>
          <p:nvPr/>
        </p:nvSpPr>
        <p:spPr>
          <a:xfrm>
            <a:off x="2309648" y="2215437"/>
            <a:ext cx="1423686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</a:t>
            </a:r>
          </a:p>
        </p:txBody>
      </p:sp>
      <p:sp>
        <p:nvSpPr>
          <p:cNvPr id="4290" name="CuadroTexto 4289">
            <a:extLst>
              <a:ext uri="{FF2B5EF4-FFF2-40B4-BE49-F238E27FC236}">
                <a16:creationId xmlns:a16="http://schemas.microsoft.com/office/drawing/2014/main" id="{761744CE-3152-AD27-AF73-A4FC998FD9EB}"/>
              </a:ext>
            </a:extLst>
          </p:cNvPr>
          <p:cNvSpPr txBox="1"/>
          <p:nvPr/>
        </p:nvSpPr>
        <p:spPr>
          <a:xfrm>
            <a:off x="6878" y="2513828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Lado P</a:t>
            </a:r>
          </a:p>
        </p:txBody>
      </p:sp>
      <p:sp>
        <p:nvSpPr>
          <p:cNvPr id="4291" name="CuadroTexto 4290">
            <a:extLst>
              <a:ext uri="{FF2B5EF4-FFF2-40B4-BE49-F238E27FC236}">
                <a16:creationId xmlns:a16="http://schemas.microsoft.com/office/drawing/2014/main" id="{9653DE83-B13F-8CA7-8879-C8F0CDF9AAB0}"/>
              </a:ext>
            </a:extLst>
          </p:cNvPr>
          <p:cNvSpPr txBox="1"/>
          <p:nvPr/>
        </p:nvSpPr>
        <p:spPr>
          <a:xfrm>
            <a:off x="-1138" y="3374211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Lado N</a:t>
            </a:r>
          </a:p>
        </p:txBody>
      </p:sp>
      <p:sp>
        <p:nvSpPr>
          <p:cNvPr id="4292" name="CuadroTexto 4291">
            <a:extLst>
              <a:ext uri="{FF2B5EF4-FFF2-40B4-BE49-F238E27FC236}">
                <a16:creationId xmlns:a16="http://schemas.microsoft.com/office/drawing/2014/main" id="{C9F45774-5A9A-56B5-9E10-CC4A3DC3BF85}"/>
              </a:ext>
            </a:extLst>
          </p:cNvPr>
          <p:cNvSpPr txBox="1"/>
          <p:nvPr/>
        </p:nvSpPr>
        <p:spPr>
          <a:xfrm>
            <a:off x="689091" y="5965807"/>
            <a:ext cx="3079036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Lanzadera del malato-aspartato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(Hígado, riñón, corazón)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2,5 ATP</a:t>
            </a:r>
          </a:p>
        </p:txBody>
      </p:sp>
      <p:sp>
        <p:nvSpPr>
          <p:cNvPr id="4332" name="CuadroTexto 4331">
            <a:extLst>
              <a:ext uri="{FF2B5EF4-FFF2-40B4-BE49-F238E27FC236}">
                <a16:creationId xmlns:a16="http://schemas.microsoft.com/office/drawing/2014/main" id="{3CC96B15-1A3F-7BD9-121F-1F267D8C30E9}"/>
              </a:ext>
            </a:extLst>
          </p:cNvPr>
          <p:cNvSpPr txBox="1"/>
          <p:nvPr/>
        </p:nvSpPr>
        <p:spPr>
          <a:xfrm>
            <a:off x="4033918" y="1859837"/>
            <a:ext cx="142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 3-P</a:t>
            </a:r>
          </a:p>
        </p:txBody>
      </p:sp>
      <p:sp>
        <p:nvSpPr>
          <p:cNvPr id="4333" name="CuadroTexto 4332">
            <a:extLst>
              <a:ext uri="{FF2B5EF4-FFF2-40B4-BE49-F238E27FC236}">
                <a16:creationId xmlns:a16="http://schemas.microsoft.com/office/drawing/2014/main" id="{D6C432E5-8F51-7613-A4BF-7852371387FA}"/>
              </a:ext>
            </a:extLst>
          </p:cNvPr>
          <p:cNvSpPr txBox="1"/>
          <p:nvPr/>
        </p:nvSpPr>
        <p:spPr>
          <a:xfrm>
            <a:off x="5888123" y="1859837"/>
            <a:ext cx="142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Dihidroacetona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-P</a:t>
            </a:r>
          </a:p>
        </p:txBody>
      </p:sp>
      <p:cxnSp>
        <p:nvCxnSpPr>
          <p:cNvPr id="4335" name="Conector: curvado 4334">
            <a:extLst>
              <a:ext uri="{FF2B5EF4-FFF2-40B4-BE49-F238E27FC236}">
                <a16:creationId xmlns:a16="http://schemas.microsoft.com/office/drawing/2014/main" id="{FEB52C9B-94C4-D25C-03DC-ECBDB7A53771}"/>
              </a:ext>
            </a:extLst>
          </p:cNvPr>
          <p:cNvCxnSpPr>
            <a:cxnSpLocks/>
            <a:stCxn id="4333" idx="0"/>
            <a:endCxn id="4332" idx="0"/>
          </p:cNvCxnSpPr>
          <p:nvPr/>
        </p:nvCxnSpPr>
        <p:spPr>
          <a:xfrm rot="16200000" flipV="1">
            <a:off x="5672864" y="932734"/>
            <a:ext cx="12700" cy="1854205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38" name="CuadroTexto 4337">
            <a:extLst>
              <a:ext uri="{FF2B5EF4-FFF2-40B4-BE49-F238E27FC236}">
                <a16:creationId xmlns:a16="http://schemas.microsoft.com/office/drawing/2014/main" id="{F15DA6CD-6B12-A7B9-41D3-CFA204C0C040}"/>
              </a:ext>
            </a:extLst>
          </p:cNvPr>
          <p:cNvSpPr txBox="1"/>
          <p:nvPr/>
        </p:nvSpPr>
        <p:spPr>
          <a:xfrm>
            <a:off x="6303615" y="1144808"/>
            <a:ext cx="60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sp>
        <p:nvSpPr>
          <p:cNvPr id="4339" name="CuadroTexto 4338">
            <a:extLst>
              <a:ext uri="{FF2B5EF4-FFF2-40B4-BE49-F238E27FC236}">
                <a16:creationId xmlns:a16="http://schemas.microsoft.com/office/drawing/2014/main" id="{C3EEE6F5-DF72-04E4-B097-5183E6B9F122}"/>
              </a:ext>
            </a:extLst>
          </p:cNvPr>
          <p:cNvSpPr txBox="1"/>
          <p:nvPr/>
        </p:nvSpPr>
        <p:spPr>
          <a:xfrm>
            <a:off x="4441164" y="1143616"/>
            <a:ext cx="60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4340" name="Conector: curvado 4339">
            <a:extLst>
              <a:ext uri="{FF2B5EF4-FFF2-40B4-BE49-F238E27FC236}">
                <a16:creationId xmlns:a16="http://schemas.microsoft.com/office/drawing/2014/main" id="{F183A792-3043-3874-C9CC-54381D898E39}"/>
              </a:ext>
            </a:extLst>
          </p:cNvPr>
          <p:cNvCxnSpPr>
            <a:cxnSpLocks/>
            <a:stCxn id="4338" idx="2"/>
            <a:endCxn id="4339" idx="2"/>
          </p:cNvCxnSpPr>
          <p:nvPr/>
        </p:nvCxnSpPr>
        <p:spPr>
          <a:xfrm rot="5400000" flipH="1">
            <a:off x="5676391" y="474597"/>
            <a:ext cx="1192" cy="1862451"/>
          </a:xfrm>
          <a:prstGeom prst="curvedConnector3">
            <a:avLst>
              <a:gd name="adj1" fmla="val -1917785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43" name="CuadroTexto 4342">
            <a:extLst>
              <a:ext uri="{FF2B5EF4-FFF2-40B4-BE49-F238E27FC236}">
                <a16:creationId xmlns:a16="http://schemas.microsoft.com/office/drawing/2014/main" id="{7ACD9D8C-AC79-3760-C5E9-83353FB5B143}"/>
              </a:ext>
            </a:extLst>
          </p:cNvPr>
          <p:cNvSpPr txBox="1"/>
          <p:nvPr/>
        </p:nvSpPr>
        <p:spPr>
          <a:xfrm>
            <a:off x="6765510" y="876848"/>
            <a:ext cx="9494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Glucólisis</a:t>
            </a:r>
          </a:p>
        </p:txBody>
      </p:sp>
      <p:sp>
        <p:nvSpPr>
          <p:cNvPr id="4347" name="CuadroTexto 4346">
            <a:extLst>
              <a:ext uri="{FF2B5EF4-FFF2-40B4-BE49-F238E27FC236}">
                <a16:creationId xmlns:a16="http://schemas.microsoft.com/office/drawing/2014/main" id="{141AEBD2-7CDE-6740-D74F-B51126576468}"/>
              </a:ext>
            </a:extLst>
          </p:cNvPr>
          <p:cNvSpPr txBox="1"/>
          <p:nvPr/>
        </p:nvSpPr>
        <p:spPr>
          <a:xfrm>
            <a:off x="5065445" y="1032368"/>
            <a:ext cx="12275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 3-P deshidrogenasa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(citosólica)</a:t>
            </a:r>
          </a:p>
        </p:txBody>
      </p:sp>
      <p:sp>
        <p:nvSpPr>
          <p:cNvPr id="4348" name="Rectángulo: esquinas redondeadas 4347">
            <a:extLst>
              <a:ext uri="{FF2B5EF4-FFF2-40B4-BE49-F238E27FC236}">
                <a16:creationId xmlns:a16="http://schemas.microsoft.com/office/drawing/2014/main" id="{A002748C-9A92-F248-0A9F-A3711E5F3D2B}"/>
              </a:ext>
            </a:extLst>
          </p:cNvPr>
          <p:cNvSpPr/>
          <p:nvPr/>
        </p:nvSpPr>
        <p:spPr>
          <a:xfrm>
            <a:off x="4898161" y="2600458"/>
            <a:ext cx="867682" cy="5796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49" name="CuadroTexto 4348">
            <a:extLst>
              <a:ext uri="{FF2B5EF4-FFF2-40B4-BE49-F238E27FC236}">
                <a16:creationId xmlns:a16="http://schemas.microsoft.com/office/drawing/2014/main" id="{61FB1B0F-2EFC-8766-842C-8DFF8C67136B}"/>
              </a:ext>
            </a:extLst>
          </p:cNvPr>
          <p:cNvSpPr txBox="1"/>
          <p:nvPr/>
        </p:nvSpPr>
        <p:spPr>
          <a:xfrm>
            <a:off x="4874429" y="2595150"/>
            <a:ext cx="4847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FAD</a:t>
            </a:r>
          </a:p>
        </p:txBody>
      </p:sp>
      <p:sp>
        <p:nvSpPr>
          <p:cNvPr id="4350" name="CuadroTexto 4349">
            <a:extLst>
              <a:ext uri="{FF2B5EF4-FFF2-40B4-BE49-F238E27FC236}">
                <a16:creationId xmlns:a16="http://schemas.microsoft.com/office/drawing/2014/main" id="{155E9DB5-1818-8BA4-F966-62EFD8E450EA}"/>
              </a:ext>
            </a:extLst>
          </p:cNvPr>
          <p:cNvSpPr txBox="1"/>
          <p:nvPr/>
        </p:nvSpPr>
        <p:spPr>
          <a:xfrm>
            <a:off x="5202758" y="2918465"/>
            <a:ext cx="650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FADH</a:t>
            </a:r>
            <a:r>
              <a:rPr lang="es-ES" sz="1100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4351" name="Conector: curvado 4350">
            <a:extLst>
              <a:ext uri="{FF2B5EF4-FFF2-40B4-BE49-F238E27FC236}">
                <a16:creationId xmlns:a16="http://schemas.microsoft.com/office/drawing/2014/main" id="{4826DD5D-BD07-309E-BAE8-DC7F46E66272}"/>
              </a:ext>
            </a:extLst>
          </p:cNvPr>
          <p:cNvCxnSpPr>
            <a:cxnSpLocks/>
            <a:endCxn id="4350" idx="0"/>
          </p:cNvCxnSpPr>
          <p:nvPr/>
        </p:nvCxnSpPr>
        <p:spPr>
          <a:xfrm>
            <a:off x="5313703" y="2656891"/>
            <a:ext cx="214223" cy="26157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56" name="Conector: curvado 4355">
            <a:extLst>
              <a:ext uri="{FF2B5EF4-FFF2-40B4-BE49-F238E27FC236}">
                <a16:creationId xmlns:a16="http://schemas.microsoft.com/office/drawing/2014/main" id="{33535073-8B1A-A121-DB80-5A54FA16A894}"/>
              </a:ext>
            </a:extLst>
          </p:cNvPr>
          <p:cNvCxnSpPr>
            <a:cxnSpLocks/>
            <a:stCxn id="4332" idx="2"/>
            <a:endCxn id="4333" idx="2"/>
          </p:cNvCxnSpPr>
          <p:nvPr/>
        </p:nvCxnSpPr>
        <p:spPr>
          <a:xfrm rot="16200000" flipH="1">
            <a:off x="5672863" y="1194344"/>
            <a:ext cx="12700" cy="1854205"/>
          </a:xfrm>
          <a:prstGeom prst="curvedConnector3">
            <a:avLst>
              <a:gd name="adj1" fmla="val 468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71" name="CuadroTexto 4370">
            <a:extLst>
              <a:ext uri="{FF2B5EF4-FFF2-40B4-BE49-F238E27FC236}">
                <a16:creationId xmlns:a16="http://schemas.microsoft.com/office/drawing/2014/main" id="{EB2AD314-14B7-08BB-AD91-4D8E6DC6AC73}"/>
              </a:ext>
            </a:extLst>
          </p:cNvPr>
          <p:cNvSpPr txBox="1"/>
          <p:nvPr/>
        </p:nvSpPr>
        <p:spPr>
          <a:xfrm>
            <a:off x="6171394" y="2932608"/>
            <a:ext cx="569241" cy="2308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2 QH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4372" name="Conector recto de flecha 4371">
            <a:extLst>
              <a:ext uri="{FF2B5EF4-FFF2-40B4-BE49-F238E27FC236}">
                <a16:creationId xmlns:a16="http://schemas.microsoft.com/office/drawing/2014/main" id="{0AA6A038-0E65-30CA-3ACF-54338EA4E5FB}"/>
              </a:ext>
            </a:extLst>
          </p:cNvPr>
          <p:cNvCxnSpPr>
            <a:cxnSpLocks/>
            <a:endCxn id="4371" idx="1"/>
          </p:cNvCxnSpPr>
          <p:nvPr/>
        </p:nvCxnSpPr>
        <p:spPr>
          <a:xfrm>
            <a:off x="5738648" y="3048024"/>
            <a:ext cx="4327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80" name="CuadroTexto 4379">
            <a:extLst>
              <a:ext uri="{FF2B5EF4-FFF2-40B4-BE49-F238E27FC236}">
                <a16:creationId xmlns:a16="http://schemas.microsoft.com/office/drawing/2014/main" id="{0141FF1A-CD78-5FCC-D526-83BCC5AC2EFD}"/>
              </a:ext>
            </a:extLst>
          </p:cNvPr>
          <p:cNvSpPr txBox="1"/>
          <p:nvPr/>
        </p:nvSpPr>
        <p:spPr>
          <a:xfrm>
            <a:off x="5059095" y="2051466"/>
            <a:ext cx="12275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 3-P deshidrogenasa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(mitocondrial)</a:t>
            </a:r>
          </a:p>
        </p:txBody>
      </p:sp>
      <p:cxnSp>
        <p:nvCxnSpPr>
          <p:cNvPr id="4381" name="Conector: angular 4380">
            <a:extLst>
              <a:ext uri="{FF2B5EF4-FFF2-40B4-BE49-F238E27FC236}">
                <a16:creationId xmlns:a16="http://schemas.microsoft.com/office/drawing/2014/main" id="{B2F49939-102F-B961-1FE0-AF4E769DF893}"/>
              </a:ext>
            </a:extLst>
          </p:cNvPr>
          <p:cNvCxnSpPr>
            <a:cxnSpLocks/>
            <a:stCxn id="4343" idx="1"/>
            <a:endCxn id="4338" idx="0"/>
          </p:cNvCxnSpPr>
          <p:nvPr/>
        </p:nvCxnSpPr>
        <p:spPr>
          <a:xfrm rot="10800000" flipV="1">
            <a:off x="6608212" y="1007652"/>
            <a:ext cx="157298" cy="1371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91" name="CuadroTexto 4390">
            <a:extLst>
              <a:ext uri="{FF2B5EF4-FFF2-40B4-BE49-F238E27FC236}">
                <a16:creationId xmlns:a16="http://schemas.microsoft.com/office/drawing/2014/main" id="{6F90E016-667A-8D0F-50EE-0D92B0EF5E01}"/>
              </a:ext>
            </a:extLst>
          </p:cNvPr>
          <p:cNvSpPr txBox="1"/>
          <p:nvPr/>
        </p:nvSpPr>
        <p:spPr>
          <a:xfrm>
            <a:off x="4133345" y="3651210"/>
            <a:ext cx="3079036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Lanzadera del glicerol-3-fosfato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(Músculo esquelético, cerebro)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1,5 ATP</a:t>
            </a:r>
          </a:p>
        </p:txBody>
      </p:sp>
      <p:sp>
        <p:nvSpPr>
          <p:cNvPr id="4392" name="CuadroTexto 4391">
            <a:extLst>
              <a:ext uri="{FF2B5EF4-FFF2-40B4-BE49-F238E27FC236}">
                <a16:creationId xmlns:a16="http://schemas.microsoft.com/office/drawing/2014/main" id="{44175F7F-A6C3-0001-79A2-DD34D67B6BDB}"/>
              </a:ext>
            </a:extLst>
          </p:cNvPr>
          <p:cNvSpPr txBox="1"/>
          <p:nvPr/>
        </p:nvSpPr>
        <p:spPr>
          <a:xfrm>
            <a:off x="3016618" y="4744824"/>
            <a:ext cx="12275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</a:p>
        </p:txBody>
      </p:sp>
      <p:sp>
        <p:nvSpPr>
          <p:cNvPr id="4393" name="CuadroTexto 4392">
            <a:extLst>
              <a:ext uri="{FF2B5EF4-FFF2-40B4-BE49-F238E27FC236}">
                <a16:creationId xmlns:a16="http://schemas.microsoft.com/office/drawing/2014/main" id="{B9834E62-DF2E-7F07-9B9A-3C2B301577BF}"/>
              </a:ext>
            </a:extLst>
          </p:cNvPr>
          <p:cNvSpPr txBox="1"/>
          <p:nvPr/>
        </p:nvSpPr>
        <p:spPr>
          <a:xfrm>
            <a:off x="3018981" y="1259229"/>
            <a:ext cx="12275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Malato deshidrogenasa</a:t>
            </a:r>
          </a:p>
        </p:txBody>
      </p:sp>
      <p:sp>
        <p:nvSpPr>
          <p:cNvPr id="4394" name="CuadroTexto 4393">
            <a:extLst>
              <a:ext uri="{FF2B5EF4-FFF2-40B4-BE49-F238E27FC236}">
                <a16:creationId xmlns:a16="http://schemas.microsoft.com/office/drawing/2014/main" id="{5D7010CC-5A84-2DA5-FDA8-997902501B02}"/>
              </a:ext>
            </a:extLst>
          </p:cNvPr>
          <p:cNvSpPr txBox="1"/>
          <p:nvPr/>
        </p:nvSpPr>
        <p:spPr>
          <a:xfrm>
            <a:off x="149071" y="4278084"/>
            <a:ext cx="1338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</a:p>
        </p:txBody>
      </p:sp>
      <p:sp>
        <p:nvSpPr>
          <p:cNvPr id="4395" name="CuadroTexto 4394">
            <a:extLst>
              <a:ext uri="{FF2B5EF4-FFF2-40B4-BE49-F238E27FC236}">
                <a16:creationId xmlns:a16="http://schemas.microsoft.com/office/drawing/2014/main" id="{6F46EBBA-D902-8529-EC8E-2B71AD5A39E1}"/>
              </a:ext>
            </a:extLst>
          </p:cNvPr>
          <p:cNvSpPr txBox="1"/>
          <p:nvPr/>
        </p:nvSpPr>
        <p:spPr>
          <a:xfrm>
            <a:off x="126232" y="1604992"/>
            <a:ext cx="1338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</a:p>
        </p:txBody>
      </p:sp>
    </p:spTree>
    <p:extLst>
      <p:ext uri="{BB962C8B-B14F-4D97-AF65-F5344CB8AC3E}">
        <p14:creationId xmlns:p14="http://schemas.microsoft.com/office/powerpoint/2010/main" val="2280174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87</Words>
  <Application>Microsoft Office PowerPoint</Application>
  <PresentationFormat>Personalizado</PresentationFormat>
  <Paragraphs>41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38</cp:revision>
  <dcterms:created xsi:type="dcterms:W3CDTF">2025-10-09T08:39:27Z</dcterms:created>
  <dcterms:modified xsi:type="dcterms:W3CDTF">2026-01-21T19:11:59Z</dcterms:modified>
</cp:coreProperties>
</file>