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20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76ABE-E720-40D0-8040-FCE75CC2D004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5CC66-CAD9-42F0-BDFC-F9B1904D09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2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5CC66-CAD9-42F0-BDFC-F9B1904D09F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4951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1" name="Grupo 2990">
            <a:extLst>
              <a:ext uri="{FF2B5EF4-FFF2-40B4-BE49-F238E27FC236}">
                <a16:creationId xmlns:a16="http://schemas.microsoft.com/office/drawing/2014/main" id="{C9798555-FEC8-0BF2-AAFB-4A964C522521}"/>
              </a:ext>
            </a:extLst>
          </p:cNvPr>
          <p:cNvGrpSpPr/>
          <p:nvPr/>
        </p:nvGrpSpPr>
        <p:grpSpPr>
          <a:xfrm>
            <a:off x="5638419" y="1582419"/>
            <a:ext cx="1936520" cy="1443305"/>
            <a:chOff x="5638419" y="1397005"/>
            <a:chExt cx="1936520" cy="1150917"/>
          </a:xfrm>
        </p:grpSpPr>
        <p:grpSp>
          <p:nvGrpSpPr>
            <p:cNvPr id="2992" name="Group 1386">
              <a:extLst>
                <a:ext uri="{FF2B5EF4-FFF2-40B4-BE49-F238E27FC236}">
                  <a16:creationId xmlns:a16="http://schemas.microsoft.com/office/drawing/2014/main" id="{403EFBF5-91B4-344B-4D71-1EE409A111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638419" y="1404431"/>
              <a:ext cx="166756" cy="534619"/>
              <a:chOff x="533" y="1248"/>
              <a:chExt cx="175" cy="403"/>
            </a:xfrm>
          </p:grpSpPr>
          <p:sp>
            <p:nvSpPr>
              <p:cNvPr id="3140" name="Oval 1387">
                <a:extLst>
                  <a:ext uri="{FF2B5EF4-FFF2-40B4-BE49-F238E27FC236}">
                    <a16:creationId xmlns:a16="http://schemas.microsoft.com/office/drawing/2014/main" id="{BBF6BFEF-A986-AAD1-F334-8C03372E75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1" name="Oval 1388">
                <a:extLst>
                  <a:ext uri="{FF2B5EF4-FFF2-40B4-BE49-F238E27FC236}">
                    <a16:creationId xmlns:a16="http://schemas.microsoft.com/office/drawing/2014/main" id="{4D8123A9-2DC9-A93B-417C-B7A7852E3A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2" name="Freeform 1389">
                <a:extLst>
                  <a:ext uri="{FF2B5EF4-FFF2-40B4-BE49-F238E27FC236}">
                    <a16:creationId xmlns:a16="http://schemas.microsoft.com/office/drawing/2014/main" id="{9B154EBC-DDDC-5A5B-1E2B-5DD8A94DEA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3" name="Freeform 1390">
                <a:extLst>
                  <a:ext uri="{FF2B5EF4-FFF2-40B4-BE49-F238E27FC236}">
                    <a16:creationId xmlns:a16="http://schemas.microsoft.com/office/drawing/2014/main" id="{77A47166-D6BC-A457-9831-B65C3843C6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4" name="Freeform 1391">
                <a:extLst>
                  <a:ext uri="{FF2B5EF4-FFF2-40B4-BE49-F238E27FC236}">
                    <a16:creationId xmlns:a16="http://schemas.microsoft.com/office/drawing/2014/main" id="{EF34E81C-9058-A8CF-5F59-B2DEB87BC9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5" name="Oval 1392">
                <a:extLst>
                  <a:ext uri="{FF2B5EF4-FFF2-40B4-BE49-F238E27FC236}">
                    <a16:creationId xmlns:a16="http://schemas.microsoft.com/office/drawing/2014/main" id="{D0285491-D9C0-9A25-A2F4-94C0C7BBF3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3" name="Group 1393">
              <a:extLst>
                <a:ext uri="{FF2B5EF4-FFF2-40B4-BE49-F238E27FC236}">
                  <a16:creationId xmlns:a16="http://schemas.microsoft.com/office/drawing/2014/main" id="{EAE49340-3165-AC4C-508A-A2F3210CF8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643798" y="2013303"/>
              <a:ext cx="166756" cy="534619"/>
              <a:chOff x="533" y="1248"/>
              <a:chExt cx="175" cy="403"/>
            </a:xfrm>
          </p:grpSpPr>
          <p:sp>
            <p:nvSpPr>
              <p:cNvPr id="3134" name="Oval 1394">
                <a:extLst>
                  <a:ext uri="{FF2B5EF4-FFF2-40B4-BE49-F238E27FC236}">
                    <a16:creationId xmlns:a16="http://schemas.microsoft.com/office/drawing/2014/main" id="{DC1FFCF6-3A45-3F32-DB73-DF4D801103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5" name="Oval 1395">
                <a:extLst>
                  <a:ext uri="{FF2B5EF4-FFF2-40B4-BE49-F238E27FC236}">
                    <a16:creationId xmlns:a16="http://schemas.microsoft.com/office/drawing/2014/main" id="{4B2D1DBD-A140-CEF5-4BF2-D633795A66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6" name="Freeform 1396">
                <a:extLst>
                  <a:ext uri="{FF2B5EF4-FFF2-40B4-BE49-F238E27FC236}">
                    <a16:creationId xmlns:a16="http://schemas.microsoft.com/office/drawing/2014/main" id="{EF67A3B3-1A4A-6826-23A4-C34114AFF6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7" name="Freeform 1397">
                <a:extLst>
                  <a:ext uri="{FF2B5EF4-FFF2-40B4-BE49-F238E27FC236}">
                    <a16:creationId xmlns:a16="http://schemas.microsoft.com/office/drawing/2014/main" id="{8DF39622-0864-84C2-58AF-E2D1FF99C0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8" name="Freeform 1398">
                <a:extLst>
                  <a:ext uri="{FF2B5EF4-FFF2-40B4-BE49-F238E27FC236}">
                    <a16:creationId xmlns:a16="http://schemas.microsoft.com/office/drawing/2014/main" id="{AEFFA4FC-377A-B361-4270-9B583E426C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9" name="Oval 1399">
                <a:extLst>
                  <a:ext uri="{FF2B5EF4-FFF2-40B4-BE49-F238E27FC236}">
                    <a16:creationId xmlns:a16="http://schemas.microsoft.com/office/drawing/2014/main" id="{0B9E3173-4AD3-4354-AC43-F5E625D993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4" name="Group 1400">
              <a:extLst>
                <a:ext uri="{FF2B5EF4-FFF2-40B4-BE49-F238E27FC236}">
                  <a16:creationId xmlns:a16="http://schemas.microsoft.com/office/drawing/2014/main" id="{2FC54C1D-EC4A-D043-3ABB-CC9A03B363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15933" y="1404431"/>
              <a:ext cx="166756" cy="534619"/>
              <a:chOff x="533" y="1248"/>
              <a:chExt cx="175" cy="403"/>
            </a:xfrm>
          </p:grpSpPr>
          <p:sp>
            <p:nvSpPr>
              <p:cNvPr id="3128" name="Oval 1401">
                <a:extLst>
                  <a:ext uri="{FF2B5EF4-FFF2-40B4-BE49-F238E27FC236}">
                    <a16:creationId xmlns:a16="http://schemas.microsoft.com/office/drawing/2014/main" id="{39B0B583-7792-7E5E-7ECF-693327E5AB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9" name="Oval 1402">
                <a:extLst>
                  <a:ext uri="{FF2B5EF4-FFF2-40B4-BE49-F238E27FC236}">
                    <a16:creationId xmlns:a16="http://schemas.microsoft.com/office/drawing/2014/main" id="{41790AC9-D6C9-2D36-348B-053AA42296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0" name="Freeform 1403">
                <a:extLst>
                  <a:ext uri="{FF2B5EF4-FFF2-40B4-BE49-F238E27FC236}">
                    <a16:creationId xmlns:a16="http://schemas.microsoft.com/office/drawing/2014/main" id="{BD3595DF-B9E0-A850-9E26-BD542D5796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1" name="Freeform 1404">
                <a:extLst>
                  <a:ext uri="{FF2B5EF4-FFF2-40B4-BE49-F238E27FC236}">
                    <a16:creationId xmlns:a16="http://schemas.microsoft.com/office/drawing/2014/main" id="{3B34F7F4-A941-B2BD-FFEA-316D6B1988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2" name="Freeform 1405">
                <a:extLst>
                  <a:ext uri="{FF2B5EF4-FFF2-40B4-BE49-F238E27FC236}">
                    <a16:creationId xmlns:a16="http://schemas.microsoft.com/office/drawing/2014/main" id="{74CE4870-C1E3-FDDC-68FD-22B0AE29F4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3" name="Oval 1406">
                <a:extLst>
                  <a:ext uri="{FF2B5EF4-FFF2-40B4-BE49-F238E27FC236}">
                    <a16:creationId xmlns:a16="http://schemas.microsoft.com/office/drawing/2014/main" id="{B7EA0098-487C-3B78-4549-5CB7F69DC3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5" name="Group 1407">
              <a:extLst>
                <a:ext uri="{FF2B5EF4-FFF2-40B4-BE49-F238E27FC236}">
                  <a16:creationId xmlns:a16="http://schemas.microsoft.com/office/drawing/2014/main" id="{3C8F21C4-DC1C-25A3-33C8-04E97D3129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821313" y="2013303"/>
              <a:ext cx="166756" cy="534619"/>
              <a:chOff x="533" y="1248"/>
              <a:chExt cx="175" cy="403"/>
            </a:xfrm>
          </p:grpSpPr>
          <p:sp>
            <p:nvSpPr>
              <p:cNvPr id="3122" name="Oval 1408">
                <a:extLst>
                  <a:ext uri="{FF2B5EF4-FFF2-40B4-BE49-F238E27FC236}">
                    <a16:creationId xmlns:a16="http://schemas.microsoft.com/office/drawing/2014/main" id="{94EA2559-D322-B7F0-6A37-8FA2BB12B7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3" name="Oval 1409">
                <a:extLst>
                  <a:ext uri="{FF2B5EF4-FFF2-40B4-BE49-F238E27FC236}">
                    <a16:creationId xmlns:a16="http://schemas.microsoft.com/office/drawing/2014/main" id="{8D3D9450-1258-16D0-5AC1-AE4A9FCF8A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4" name="Freeform 1410">
                <a:extLst>
                  <a:ext uri="{FF2B5EF4-FFF2-40B4-BE49-F238E27FC236}">
                    <a16:creationId xmlns:a16="http://schemas.microsoft.com/office/drawing/2014/main" id="{749F9A05-4A4E-5EB5-94D3-57CAA45AC3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5" name="Freeform 1411">
                <a:extLst>
                  <a:ext uri="{FF2B5EF4-FFF2-40B4-BE49-F238E27FC236}">
                    <a16:creationId xmlns:a16="http://schemas.microsoft.com/office/drawing/2014/main" id="{11BE4CC0-B2F9-4171-3F82-97B6C62FA3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6" name="Freeform 1412">
                <a:extLst>
                  <a:ext uri="{FF2B5EF4-FFF2-40B4-BE49-F238E27FC236}">
                    <a16:creationId xmlns:a16="http://schemas.microsoft.com/office/drawing/2014/main" id="{9D896945-571D-636E-A721-23DA723A76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7" name="Oval 1413">
                <a:extLst>
                  <a:ext uri="{FF2B5EF4-FFF2-40B4-BE49-F238E27FC236}">
                    <a16:creationId xmlns:a16="http://schemas.microsoft.com/office/drawing/2014/main" id="{B547F886-A1F5-B617-7758-71699007E1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6" name="Group 1414">
              <a:extLst>
                <a:ext uri="{FF2B5EF4-FFF2-40B4-BE49-F238E27FC236}">
                  <a16:creationId xmlns:a16="http://schemas.microsoft.com/office/drawing/2014/main" id="{EDEDEB5A-FDB5-3500-0696-BA0C58C1B6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988068" y="1404431"/>
              <a:ext cx="166756" cy="534619"/>
              <a:chOff x="533" y="1248"/>
              <a:chExt cx="175" cy="403"/>
            </a:xfrm>
          </p:grpSpPr>
          <p:sp>
            <p:nvSpPr>
              <p:cNvPr id="3116" name="Oval 1415">
                <a:extLst>
                  <a:ext uri="{FF2B5EF4-FFF2-40B4-BE49-F238E27FC236}">
                    <a16:creationId xmlns:a16="http://schemas.microsoft.com/office/drawing/2014/main" id="{BD95646A-36CE-F4B2-B401-5958DFCF5F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7" name="Oval 1416">
                <a:extLst>
                  <a:ext uri="{FF2B5EF4-FFF2-40B4-BE49-F238E27FC236}">
                    <a16:creationId xmlns:a16="http://schemas.microsoft.com/office/drawing/2014/main" id="{6EC7EE7D-D98B-B1BC-CBE2-B6027D7BC5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8" name="Freeform 1417">
                <a:extLst>
                  <a:ext uri="{FF2B5EF4-FFF2-40B4-BE49-F238E27FC236}">
                    <a16:creationId xmlns:a16="http://schemas.microsoft.com/office/drawing/2014/main" id="{EC46EF6C-4067-240D-44BC-8E1F9E68BC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9" name="Freeform 1418">
                <a:extLst>
                  <a:ext uri="{FF2B5EF4-FFF2-40B4-BE49-F238E27FC236}">
                    <a16:creationId xmlns:a16="http://schemas.microsoft.com/office/drawing/2014/main" id="{3A434995-FE88-5465-DB5A-B4748E05FD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0" name="Freeform 1419">
                <a:extLst>
                  <a:ext uri="{FF2B5EF4-FFF2-40B4-BE49-F238E27FC236}">
                    <a16:creationId xmlns:a16="http://schemas.microsoft.com/office/drawing/2014/main" id="{99C069CB-06DC-24FF-131F-9556DA3B4A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1" name="Oval 1420">
                <a:extLst>
                  <a:ext uri="{FF2B5EF4-FFF2-40B4-BE49-F238E27FC236}">
                    <a16:creationId xmlns:a16="http://schemas.microsoft.com/office/drawing/2014/main" id="{7DFB6808-AB3D-F08D-D1CB-9EF317895A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7" name="Group 1421">
              <a:extLst>
                <a:ext uri="{FF2B5EF4-FFF2-40B4-BE49-F238E27FC236}">
                  <a16:creationId xmlns:a16="http://schemas.microsoft.com/office/drawing/2014/main" id="{220F52DB-608A-C5A1-2831-4A9DCD4F05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993448" y="2013303"/>
              <a:ext cx="166756" cy="534619"/>
              <a:chOff x="533" y="1248"/>
              <a:chExt cx="175" cy="403"/>
            </a:xfrm>
          </p:grpSpPr>
          <p:sp>
            <p:nvSpPr>
              <p:cNvPr id="3110" name="Oval 1422">
                <a:extLst>
                  <a:ext uri="{FF2B5EF4-FFF2-40B4-BE49-F238E27FC236}">
                    <a16:creationId xmlns:a16="http://schemas.microsoft.com/office/drawing/2014/main" id="{491342E0-CDAC-5935-0CA0-BC72D1CC46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1" name="Oval 1423">
                <a:extLst>
                  <a:ext uri="{FF2B5EF4-FFF2-40B4-BE49-F238E27FC236}">
                    <a16:creationId xmlns:a16="http://schemas.microsoft.com/office/drawing/2014/main" id="{0E753BDD-0248-D37E-6DE8-6BACA70738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2" name="Freeform 1424">
                <a:extLst>
                  <a:ext uri="{FF2B5EF4-FFF2-40B4-BE49-F238E27FC236}">
                    <a16:creationId xmlns:a16="http://schemas.microsoft.com/office/drawing/2014/main" id="{C8107721-7A03-4CA0-1D82-56B82A51B4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3" name="Freeform 1425">
                <a:extLst>
                  <a:ext uri="{FF2B5EF4-FFF2-40B4-BE49-F238E27FC236}">
                    <a16:creationId xmlns:a16="http://schemas.microsoft.com/office/drawing/2014/main" id="{26EF3B26-BC41-E913-9DE2-3536665C3B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4" name="Freeform 1426">
                <a:extLst>
                  <a:ext uri="{FF2B5EF4-FFF2-40B4-BE49-F238E27FC236}">
                    <a16:creationId xmlns:a16="http://schemas.microsoft.com/office/drawing/2014/main" id="{0EE0E874-4E5B-F26D-B058-6B7DAACB11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5" name="Oval 1427">
                <a:extLst>
                  <a:ext uri="{FF2B5EF4-FFF2-40B4-BE49-F238E27FC236}">
                    <a16:creationId xmlns:a16="http://schemas.microsoft.com/office/drawing/2014/main" id="{1F707E5E-0AF0-AD54-BA8E-6E07157E40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8" name="Group 1428">
              <a:extLst>
                <a:ext uri="{FF2B5EF4-FFF2-40B4-BE49-F238E27FC236}">
                  <a16:creationId xmlns:a16="http://schemas.microsoft.com/office/drawing/2014/main" id="{9549F188-C1D6-73BC-ACDB-E228D76140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62893" y="1404431"/>
              <a:ext cx="166756" cy="534619"/>
              <a:chOff x="533" y="1248"/>
              <a:chExt cx="175" cy="403"/>
            </a:xfrm>
          </p:grpSpPr>
          <p:sp>
            <p:nvSpPr>
              <p:cNvPr id="3104" name="Oval 1429">
                <a:extLst>
                  <a:ext uri="{FF2B5EF4-FFF2-40B4-BE49-F238E27FC236}">
                    <a16:creationId xmlns:a16="http://schemas.microsoft.com/office/drawing/2014/main" id="{D953F20C-DE04-A1C9-8E90-02B1B55076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5" name="Oval 1430">
                <a:extLst>
                  <a:ext uri="{FF2B5EF4-FFF2-40B4-BE49-F238E27FC236}">
                    <a16:creationId xmlns:a16="http://schemas.microsoft.com/office/drawing/2014/main" id="{50C06C9C-E8F3-7012-B00C-01F702413A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6" name="Freeform 1431">
                <a:extLst>
                  <a:ext uri="{FF2B5EF4-FFF2-40B4-BE49-F238E27FC236}">
                    <a16:creationId xmlns:a16="http://schemas.microsoft.com/office/drawing/2014/main" id="{696E905C-F4D5-0FB6-8CE2-BFBE5D1B84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7" name="Freeform 1432">
                <a:extLst>
                  <a:ext uri="{FF2B5EF4-FFF2-40B4-BE49-F238E27FC236}">
                    <a16:creationId xmlns:a16="http://schemas.microsoft.com/office/drawing/2014/main" id="{9A8FA598-A997-D1A3-D9C2-ABFA06C7EA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8" name="Freeform 1433">
                <a:extLst>
                  <a:ext uri="{FF2B5EF4-FFF2-40B4-BE49-F238E27FC236}">
                    <a16:creationId xmlns:a16="http://schemas.microsoft.com/office/drawing/2014/main" id="{FBA7816B-7E54-1772-5D8B-8345FAA1A9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9" name="Oval 1434">
                <a:extLst>
                  <a:ext uri="{FF2B5EF4-FFF2-40B4-BE49-F238E27FC236}">
                    <a16:creationId xmlns:a16="http://schemas.microsoft.com/office/drawing/2014/main" id="{C9931938-61B8-3950-2E64-17EC30ACD6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9" name="Group 1435">
              <a:extLst>
                <a:ext uri="{FF2B5EF4-FFF2-40B4-BE49-F238E27FC236}">
                  <a16:creationId xmlns:a16="http://schemas.microsoft.com/office/drawing/2014/main" id="{21CA38F8-76D7-A66B-71CF-6D51C5AF89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168272" y="2013303"/>
              <a:ext cx="166756" cy="534619"/>
              <a:chOff x="533" y="1248"/>
              <a:chExt cx="175" cy="403"/>
            </a:xfrm>
          </p:grpSpPr>
          <p:sp>
            <p:nvSpPr>
              <p:cNvPr id="3098" name="Oval 1436">
                <a:extLst>
                  <a:ext uri="{FF2B5EF4-FFF2-40B4-BE49-F238E27FC236}">
                    <a16:creationId xmlns:a16="http://schemas.microsoft.com/office/drawing/2014/main" id="{4237B17A-4107-248B-2526-7173BF506D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9" name="Oval 1437">
                <a:extLst>
                  <a:ext uri="{FF2B5EF4-FFF2-40B4-BE49-F238E27FC236}">
                    <a16:creationId xmlns:a16="http://schemas.microsoft.com/office/drawing/2014/main" id="{C622FF72-4A72-3A75-C71C-8950221BC2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0" name="Freeform 1438">
                <a:extLst>
                  <a:ext uri="{FF2B5EF4-FFF2-40B4-BE49-F238E27FC236}">
                    <a16:creationId xmlns:a16="http://schemas.microsoft.com/office/drawing/2014/main" id="{B48ACE5D-8ED8-9A08-7CD8-6496A8BCF4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1" name="Freeform 1439">
                <a:extLst>
                  <a:ext uri="{FF2B5EF4-FFF2-40B4-BE49-F238E27FC236}">
                    <a16:creationId xmlns:a16="http://schemas.microsoft.com/office/drawing/2014/main" id="{E8FA0E14-368A-1FBA-F4D5-6BF8586DCB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2" name="Freeform 1440">
                <a:extLst>
                  <a:ext uri="{FF2B5EF4-FFF2-40B4-BE49-F238E27FC236}">
                    <a16:creationId xmlns:a16="http://schemas.microsoft.com/office/drawing/2014/main" id="{800C52DB-AE6B-0394-E322-DCE14ED693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3" name="Oval 1441">
                <a:extLst>
                  <a:ext uri="{FF2B5EF4-FFF2-40B4-BE49-F238E27FC236}">
                    <a16:creationId xmlns:a16="http://schemas.microsoft.com/office/drawing/2014/main" id="{A08AF290-7F02-6970-E652-BDDAA74501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0" name="Group 1442">
              <a:extLst>
                <a:ext uri="{FF2B5EF4-FFF2-40B4-BE49-F238E27FC236}">
                  <a16:creationId xmlns:a16="http://schemas.microsoft.com/office/drawing/2014/main" id="{69E27E11-28FA-95FE-E15E-72703E536E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345787" y="1397005"/>
              <a:ext cx="166756" cy="534619"/>
              <a:chOff x="533" y="1248"/>
              <a:chExt cx="175" cy="403"/>
            </a:xfrm>
          </p:grpSpPr>
          <p:sp>
            <p:nvSpPr>
              <p:cNvPr id="3092" name="Oval 1443">
                <a:extLst>
                  <a:ext uri="{FF2B5EF4-FFF2-40B4-BE49-F238E27FC236}">
                    <a16:creationId xmlns:a16="http://schemas.microsoft.com/office/drawing/2014/main" id="{7AB39A6D-BE73-0129-47CE-8CCCCDDF05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3" name="Oval 1444">
                <a:extLst>
                  <a:ext uri="{FF2B5EF4-FFF2-40B4-BE49-F238E27FC236}">
                    <a16:creationId xmlns:a16="http://schemas.microsoft.com/office/drawing/2014/main" id="{49AE6460-3F08-ACB9-5202-B190C3FC17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4" name="Freeform 1445">
                <a:extLst>
                  <a:ext uri="{FF2B5EF4-FFF2-40B4-BE49-F238E27FC236}">
                    <a16:creationId xmlns:a16="http://schemas.microsoft.com/office/drawing/2014/main" id="{11D0FDE3-F1C6-188C-539A-CBBD7C97E9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5" name="Freeform 1446">
                <a:extLst>
                  <a:ext uri="{FF2B5EF4-FFF2-40B4-BE49-F238E27FC236}">
                    <a16:creationId xmlns:a16="http://schemas.microsoft.com/office/drawing/2014/main" id="{20F6A4A9-39FF-986C-7B84-4DCACA7B08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6" name="Freeform 1447">
                <a:extLst>
                  <a:ext uri="{FF2B5EF4-FFF2-40B4-BE49-F238E27FC236}">
                    <a16:creationId xmlns:a16="http://schemas.microsoft.com/office/drawing/2014/main" id="{C99B7472-53FC-0A9F-18D8-4BA2279C0D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7" name="Oval 1448">
                <a:extLst>
                  <a:ext uri="{FF2B5EF4-FFF2-40B4-BE49-F238E27FC236}">
                    <a16:creationId xmlns:a16="http://schemas.microsoft.com/office/drawing/2014/main" id="{3603415D-8756-DD5C-F7EF-51DCFB3C04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1" name="Group 1449">
              <a:extLst>
                <a:ext uri="{FF2B5EF4-FFF2-40B4-BE49-F238E27FC236}">
                  <a16:creationId xmlns:a16="http://schemas.microsoft.com/office/drawing/2014/main" id="{7DFA4749-CCB1-7269-9CE9-13FF8AB382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351166" y="2005877"/>
              <a:ext cx="166756" cy="534619"/>
              <a:chOff x="533" y="1248"/>
              <a:chExt cx="175" cy="403"/>
            </a:xfrm>
          </p:grpSpPr>
          <p:sp>
            <p:nvSpPr>
              <p:cNvPr id="3086" name="Oval 1450">
                <a:extLst>
                  <a:ext uri="{FF2B5EF4-FFF2-40B4-BE49-F238E27FC236}">
                    <a16:creationId xmlns:a16="http://schemas.microsoft.com/office/drawing/2014/main" id="{4BB29878-B930-0F0A-39C5-30622ECA60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7" name="Oval 1451">
                <a:extLst>
                  <a:ext uri="{FF2B5EF4-FFF2-40B4-BE49-F238E27FC236}">
                    <a16:creationId xmlns:a16="http://schemas.microsoft.com/office/drawing/2014/main" id="{30FEDC63-489B-014D-F1C1-ACBA9FA008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8" name="Freeform 1452">
                <a:extLst>
                  <a:ext uri="{FF2B5EF4-FFF2-40B4-BE49-F238E27FC236}">
                    <a16:creationId xmlns:a16="http://schemas.microsoft.com/office/drawing/2014/main" id="{34D85C04-6774-B8F1-C61A-09A9FC271B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9" name="Freeform 1453">
                <a:extLst>
                  <a:ext uri="{FF2B5EF4-FFF2-40B4-BE49-F238E27FC236}">
                    <a16:creationId xmlns:a16="http://schemas.microsoft.com/office/drawing/2014/main" id="{6E49C6F1-38AF-02EF-65F6-A4CF708747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" name="Freeform 1454">
                <a:extLst>
                  <a:ext uri="{FF2B5EF4-FFF2-40B4-BE49-F238E27FC236}">
                    <a16:creationId xmlns:a16="http://schemas.microsoft.com/office/drawing/2014/main" id="{B179BF4B-0B05-CB54-280F-288D518CF2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1" name="Oval 1455">
                <a:extLst>
                  <a:ext uri="{FF2B5EF4-FFF2-40B4-BE49-F238E27FC236}">
                    <a16:creationId xmlns:a16="http://schemas.microsoft.com/office/drawing/2014/main" id="{FCA8E3BE-F5FC-026F-F149-C4672A4A8E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2" name="Group 1456">
              <a:extLst>
                <a:ext uri="{FF2B5EF4-FFF2-40B4-BE49-F238E27FC236}">
                  <a16:creationId xmlns:a16="http://schemas.microsoft.com/office/drawing/2014/main" id="{A1AA69F7-87EB-A30D-BA9F-B79E0173ED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23301" y="1397005"/>
              <a:ext cx="166756" cy="534619"/>
              <a:chOff x="533" y="1248"/>
              <a:chExt cx="175" cy="403"/>
            </a:xfrm>
          </p:grpSpPr>
          <p:sp>
            <p:nvSpPr>
              <p:cNvPr id="3080" name="Oval 1457">
                <a:extLst>
                  <a:ext uri="{FF2B5EF4-FFF2-40B4-BE49-F238E27FC236}">
                    <a16:creationId xmlns:a16="http://schemas.microsoft.com/office/drawing/2014/main" id="{BBADC6E8-2D9F-6C7B-EDB6-FC47B0D373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1" name="Oval 1458">
                <a:extLst>
                  <a:ext uri="{FF2B5EF4-FFF2-40B4-BE49-F238E27FC236}">
                    <a16:creationId xmlns:a16="http://schemas.microsoft.com/office/drawing/2014/main" id="{80C12EEC-39CB-2236-D938-DE229FBE56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2" name="Freeform 1459">
                <a:extLst>
                  <a:ext uri="{FF2B5EF4-FFF2-40B4-BE49-F238E27FC236}">
                    <a16:creationId xmlns:a16="http://schemas.microsoft.com/office/drawing/2014/main" id="{9380CFA0-13BF-B900-D0A7-4F476619D6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3" name="Freeform 1460">
                <a:extLst>
                  <a:ext uri="{FF2B5EF4-FFF2-40B4-BE49-F238E27FC236}">
                    <a16:creationId xmlns:a16="http://schemas.microsoft.com/office/drawing/2014/main" id="{85AB75AF-A6EE-DFF7-9496-12CCEA1870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4" name="Freeform 1461">
                <a:extLst>
                  <a:ext uri="{FF2B5EF4-FFF2-40B4-BE49-F238E27FC236}">
                    <a16:creationId xmlns:a16="http://schemas.microsoft.com/office/drawing/2014/main" id="{F1FA2C58-9427-0572-24CB-342EF0F9A1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5" name="Oval 1462">
                <a:extLst>
                  <a:ext uri="{FF2B5EF4-FFF2-40B4-BE49-F238E27FC236}">
                    <a16:creationId xmlns:a16="http://schemas.microsoft.com/office/drawing/2014/main" id="{5249929B-1F0A-057E-2000-6A0028A31C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3" name="Group 1463">
              <a:extLst>
                <a:ext uri="{FF2B5EF4-FFF2-40B4-BE49-F238E27FC236}">
                  <a16:creationId xmlns:a16="http://schemas.microsoft.com/office/drawing/2014/main" id="{5D0D6FC9-8995-6454-C23B-84CAB228CD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528680" y="2005877"/>
              <a:ext cx="166756" cy="534619"/>
              <a:chOff x="533" y="1248"/>
              <a:chExt cx="175" cy="403"/>
            </a:xfrm>
          </p:grpSpPr>
          <p:sp>
            <p:nvSpPr>
              <p:cNvPr id="3074" name="Oval 1464">
                <a:extLst>
                  <a:ext uri="{FF2B5EF4-FFF2-40B4-BE49-F238E27FC236}">
                    <a16:creationId xmlns:a16="http://schemas.microsoft.com/office/drawing/2014/main" id="{52858316-1705-CC97-6A47-B77E6DB388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5" name="Oval 1465">
                <a:extLst>
                  <a:ext uri="{FF2B5EF4-FFF2-40B4-BE49-F238E27FC236}">
                    <a16:creationId xmlns:a16="http://schemas.microsoft.com/office/drawing/2014/main" id="{E181031B-B4FD-CC36-6F8B-83F573E382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6" name="Freeform 1466">
                <a:extLst>
                  <a:ext uri="{FF2B5EF4-FFF2-40B4-BE49-F238E27FC236}">
                    <a16:creationId xmlns:a16="http://schemas.microsoft.com/office/drawing/2014/main" id="{A23E7F04-0301-E2F5-D4AF-D222D607CE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7" name="Freeform 1467">
                <a:extLst>
                  <a:ext uri="{FF2B5EF4-FFF2-40B4-BE49-F238E27FC236}">
                    <a16:creationId xmlns:a16="http://schemas.microsoft.com/office/drawing/2014/main" id="{756EBD00-9B0C-CCB0-6844-C66C4FAD0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8" name="Freeform 1468">
                <a:extLst>
                  <a:ext uri="{FF2B5EF4-FFF2-40B4-BE49-F238E27FC236}">
                    <a16:creationId xmlns:a16="http://schemas.microsoft.com/office/drawing/2014/main" id="{466676A4-4E1C-1A83-FE33-8FD8E264A9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9" name="Oval 1469">
                <a:extLst>
                  <a:ext uri="{FF2B5EF4-FFF2-40B4-BE49-F238E27FC236}">
                    <a16:creationId xmlns:a16="http://schemas.microsoft.com/office/drawing/2014/main" id="{282AFA43-8C41-1A8C-60AB-85EF0F105B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4" name="Group 1470">
              <a:extLst>
                <a:ext uri="{FF2B5EF4-FFF2-40B4-BE49-F238E27FC236}">
                  <a16:creationId xmlns:a16="http://schemas.microsoft.com/office/drawing/2014/main" id="{A22DB9A3-DBAB-7D2D-35F3-33BA2BD048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695436" y="1397005"/>
              <a:ext cx="166756" cy="534619"/>
              <a:chOff x="533" y="1248"/>
              <a:chExt cx="175" cy="403"/>
            </a:xfrm>
          </p:grpSpPr>
          <p:sp>
            <p:nvSpPr>
              <p:cNvPr id="3068" name="Oval 1471">
                <a:extLst>
                  <a:ext uri="{FF2B5EF4-FFF2-40B4-BE49-F238E27FC236}">
                    <a16:creationId xmlns:a16="http://schemas.microsoft.com/office/drawing/2014/main" id="{191CBA0D-2308-CC47-DBA8-89FD18B74E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9" name="Oval 1472">
                <a:extLst>
                  <a:ext uri="{FF2B5EF4-FFF2-40B4-BE49-F238E27FC236}">
                    <a16:creationId xmlns:a16="http://schemas.microsoft.com/office/drawing/2014/main" id="{2064B472-D37C-98DF-8D92-F8D66496A3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0" name="Freeform 1473">
                <a:extLst>
                  <a:ext uri="{FF2B5EF4-FFF2-40B4-BE49-F238E27FC236}">
                    <a16:creationId xmlns:a16="http://schemas.microsoft.com/office/drawing/2014/main" id="{0C2E78A4-3A33-5456-7045-FD77145666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1" name="Freeform 1474">
                <a:extLst>
                  <a:ext uri="{FF2B5EF4-FFF2-40B4-BE49-F238E27FC236}">
                    <a16:creationId xmlns:a16="http://schemas.microsoft.com/office/drawing/2014/main" id="{5DA07214-3920-64AC-AFC8-BC8FF8920E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2" name="Freeform 1475">
                <a:extLst>
                  <a:ext uri="{FF2B5EF4-FFF2-40B4-BE49-F238E27FC236}">
                    <a16:creationId xmlns:a16="http://schemas.microsoft.com/office/drawing/2014/main" id="{69456A13-924A-661A-93A1-BA13BCB256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" name="Oval 1476">
                <a:extLst>
                  <a:ext uri="{FF2B5EF4-FFF2-40B4-BE49-F238E27FC236}">
                    <a16:creationId xmlns:a16="http://schemas.microsoft.com/office/drawing/2014/main" id="{0115B639-B7A3-E2AD-81F9-13E7413456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5" name="Group 1477">
              <a:extLst>
                <a:ext uri="{FF2B5EF4-FFF2-40B4-BE49-F238E27FC236}">
                  <a16:creationId xmlns:a16="http://schemas.microsoft.com/office/drawing/2014/main" id="{3481BDA4-2D7B-1B2F-F6EA-4F1ED1FD5A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700815" y="2005877"/>
              <a:ext cx="166756" cy="534619"/>
              <a:chOff x="533" y="1248"/>
              <a:chExt cx="175" cy="403"/>
            </a:xfrm>
          </p:grpSpPr>
          <p:sp>
            <p:nvSpPr>
              <p:cNvPr id="3062" name="Oval 1478">
                <a:extLst>
                  <a:ext uri="{FF2B5EF4-FFF2-40B4-BE49-F238E27FC236}">
                    <a16:creationId xmlns:a16="http://schemas.microsoft.com/office/drawing/2014/main" id="{3C7F6A7F-34A8-7B59-8222-116DB547B1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3" name="Oval 1479">
                <a:extLst>
                  <a:ext uri="{FF2B5EF4-FFF2-40B4-BE49-F238E27FC236}">
                    <a16:creationId xmlns:a16="http://schemas.microsoft.com/office/drawing/2014/main" id="{712BE35E-E117-2CD3-F1A4-88ECC509E9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4" name="Freeform 1480">
                <a:extLst>
                  <a:ext uri="{FF2B5EF4-FFF2-40B4-BE49-F238E27FC236}">
                    <a16:creationId xmlns:a16="http://schemas.microsoft.com/office/drawing/2014/main" id="{C0F844DC-D44D-B21B-CAED-9DD76C98BD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5" name="Freeform 1481">
                <a:extLst>
                  <a:ext uri="{FF2B5EF4-FFF2-40B4-BE49-F238E27FC236}">
                    <a16:creationId xmlns:a16="http://schemas.microsoft.com/office/drawing/2014/main" id="{796B7BF7-4160-F6F2-FB85-50F1918A6C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6" name="Freeform 1482">
                <a:extLst>
                  <a:ext uri="{FF2B5EF4-FFF2-40B4-BE49-F238E27FC236}">
                    <a16:creationId xmlns:a16="http://schemas.microsoft.com/office/drawing/2014/main" id="{CF54C01B-E67E-DEE5-07C7-3273689B08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7" name="Oval 1483">
                <a:extLst>
                  <a:ext uri="{FF2B5EF4-FFF2-40B4-BE49-F238E27FC236}">
                    <a16:creationId xmlns:a16="http://schemas.microsoft.com/office/drawing/2014/main" id="{01FF0446-B0FE-F8B9-8603-D5E97233DB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6" name="Group 1484">
              <a:extLst>
                <a:ext uri="{FF2B5EF4-FFF2-40B4-BE49-F238E27FC236}">
                  <a16:creationId xmlns:a16="http://schemas.microsoft.com/office/drawing/2014/main" id="{E56238ED-09FE-9791-9F17-56D6E358FA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870261" y="1397005"/>
              <a:ext cx="166756" cy="534619"/>
              <a:chOff x="533" y="1248"/>
              <a:chExt cx="175" cy="403"/>
            </a:xfrm>
          </p:grpSpPr>
          <p:sp>
            <p:nvSpPr>
              <p:cNvPr id="3056" name="Oval 1485">
                <a:extLst>
                  <a:ext uri="{FF2B5EF4-FFF2-40B4-BE49-F238E27FC236}">
                    <a16:creationId xmlns:a16="http://schemas.microsoft.com/office/drawing/2014/main" id="{10B04A3E-789C-6167-1055-5CAF1D7871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7" name="Oval 1486">
                <a:extLst>
                  <a:ext uri="{FF2B5EF4-FFF2-40B4-BE49-F238E27FC236}">
                    <a16:creationId xmlns:a16="http://schemas.microsoft.com/office/drawing/2014/main" id="{C9D59FDB-79BB-66AE-B636-F0DA66B549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8" name="Freeform 1487">
                <a:extLst>
                  <a:ext uri="{FF2B5EF4-FFF2-40B4-BE49-F238E27FC236}">
                    <a16:creationId xmlns:a16="http://schemas.microsoft.com/office/drawing/2014/main" id="{260D77A6-B0BE-4BD9-5BD8-48CB41020D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9" name="Freeform 1488">
                <a:extLst>
                  <a:ext uri="{FF2B5EF4-FFF2-40B4-BE49-F238E27FC236}">
                    <a16:creationId xmlns:a16="http://schemas.microsoft.com/office/drawing/2014/main" id="{24FAEE0F-BA6C-3D43-BEA2-41ACA648F4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0" name="Freeform 1489">
                <a:extLst>
                  <a:ext uri="{FF2B5EF4-FFF2-40B4-BE49-F238E27FC236}">
                    <a16:creationId xmlns:a16="http://schemas.microsoft.com/office/drawing/2014/main" id="{39F7B10C-6798-E467-95CD-190C632823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1" name="Oval 1490">
                <a:extLst>
                  <a:ext uri="{FF2B5EF4-FFF2-40B4-BE49-F238E27FC236}">
                    <a16:creationId xmlns:a16="http://schemas.microsoft.com/office/drawing/2014/main" id="{AC10D648-40B6-DDFD-BD9F-52521E6B9B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7" name="Group 1491">
              <a:extLst>
                <a:ext uri="{FF2B5EF4-FFF2-40B4-BE49-F238E27FC236}">
                  <a16:creationId xmlns:a16="http://schemas.microsoft.com/office/drawing/2014/main" id="{D05F02A2-DB64-8A6E-BFB7-4FB606FB0D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875640" y="2005877"/>
              <a:ext cx="166756" cy="534619"/>
              <a:chOff x="533" y="1248"/>
              <a:chExt cx="175" cy="403"/>
            </a:xfrm>
          </p:grpSpPr>
          <p:sp>
            <p:nvSpPr>
              <p:cNvPr id="3050" name="Oval 1492">
                <a:extLst>
                  <a:ext uri="{FF2B5EF4-FFF2-40B4-BE49-F238E27FC236}">
                    <a16:creationId xmlns:a16="http://schemas.microsoft.com/office/drawing/2014/main" id="{35E6BBB1-71FE-12B3-DF2A-8CC6FCC751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1" name="Oval 1493">
                <a:extLst>
                  <a:ext uri="{FF2B5EF4-FFF2-40B4-BE49-F238E27FC236}">
                    <a16:creationId xmlns:a16="http://schemas.microsoft.com/office/drawing/2014/main" id="{3145395D-B674-ADB8-DEB9-58422E9F4C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2" name="Freeform 1494">
                <a:extLst>
                  <a:ext uri="{FF2B5EF4-FFF2-40B4-BE49-F238E27FC236}">
                    <a16:creationId xmlns:a16="http://schemas.microsoft.com/office/drawing/2014/main" id="{BC9BFF1A-1ED9-76EA-318B-03281667DF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3" name="Freeform 1495">
                <a:extLst>
                  <a:ext uri="{FF2B5EF4-FFF2-40B4-BE49-F238E27FC236}">
                    <a16:creationId xmlns:a16="http://schemas.microsoft.com/office/drawing/2014/main" id="{19454ADC-A7A9-B8E2-EAFD-B531A05731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4" name="Freeform 1496">
                <a:extLst>
                  <a:ext uri="{FF2B5EF4-FFF2-40B4-BE49-F238E27FC236}">
                    <a16:creationId xmlns:a16="http://schemas.microsoft.com/office/drawing/2014/main" id="{6DCAE54A-A0D3-0759-CAD3-D27AB7C977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5" name="Oval 1497">
                <a:extLst>
                  <a:ext uri="{FF2B5EF4-FFF2-40B4-BE49-F238E27FC236}">
                    <a16:creationId xmlns:a16="http://schemas.microsoft.com/office/drawing/2014/main" id="{E6A0A566-8123-B7DE-1CBB-C01CE91AA3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8" name="Group 1498">
              <a:extLst>
                <a:ext uri="{FF2B5EF4-FFF2-40B4-BE49-F238E27FC236}">
                  <a16:creationId xmlns:a16="http://schemas.microsoft.com/office/drawing/2014/main" id="{03DD5634-764B-74F5-EFB6-AE0DCDCA773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53154" y="1397005"/>
              <a:ext cx="166756" cy="534619"/>
              <a:chOff x="533" y="1248"/>
              <a:chExt cx="175" cy="403"/>
            </a:xfrm>
          </p:grpSpPr>
          <p:sp>
            <p:nvSpPr>
              <p:cNvPr id="3044" name="Oval 1499">
                <a:extLst>
                  <a:ext uri="{FF2B5EF4-FFF2-40B4-BE49-F238E27FC236}">
                    <a16:creationId xmlns:a16="http://schemas.microsoft.com/office/drawing/2014/main" id="{123D78AF-CE13-E73D-068D-8A41F75BF6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5" name="Oval 1500">
                <a:extLst>
                  <a:ext uri="{FF2B5EF4-FFF2-40B4-BE49-F238E27FC236}">
                    <a16:creationId xmlns:a16="http://schemas.microsoft.com/office/drawing/2014/main" id="{F64A653C-0E6B-8394-FE1D-8CF1707440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6" name="Freeform 1501">
                <a:extLst>
                  <a:ext uri="{FF2B5EF4-FFF2-40B4-BE49-F238E27FC236}">
                    <a16:creationId xmlns:a16="http://schemas.microsoft.com/office/drawing/2014/main" id="{62537ECE-6B25-51B5-861E-E798486B93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7" name="Freeform 1502">
                <a:extLst>
                  <a:ext uri="{FF2B5EF4-FFF2-40B4-BE49-F238E27FC236}">
                    <a16:creationId xmlns:a16="http://schemas.microsoft.com/office/drawing/2014/main" id="{D3018B0A-FA2B-E8C5-DC60-D749724DDC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8" name="Freeform 1503">
                <a:extLst>
                  <a:ext uri="{FF2B5EF4-FFF2-40B4-BE49-F238E27FC236}">
                    <a16:creationId xmlns:a16="http://schemas.microsoft.com/office/drawing/2014/main" id="{657A0991-32C9-A025-D1B1-535EF05D24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9" name="Oval 1504">
                <a:extLst>
                  <a:ext uri="{FF2B5EF4-FFF2-40B4-BE49-F238E27FC236}">
                    <a16:creationId xmlns:a16="http://schemas.microsoft.com/office/drawing/2014/main" id="{9A9427CC-E3D3-E434-C5D7-C639B389DD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9" name="Group 1505">
              <a:extLst>
                <a:ext uri="{FF2B5EF4-FFF2-40B4-BE49-F238E27FC236}">
                  <a16:creationId xmlns:a16="http://schemas.microsoft.com/office/drawing/2014/main" id="{3C1958AB-4987-1F3F-6402-376BB70DB8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058533" y="2005877"/>
              <a:ext cx="166756" cy="534619"/>
              <a:chOff x="533" y="1248"/>
              <a:chExt cx="175" cy="403"/>
            </a:xfrm>
          </p:grpSpPr>
          <p:sp>
            <p:nvSpPr>
              <p:cNvPr id="3038" name="Oval 1506">
                <a:extLst>
                  <a:ext uri="{FF2B5EF4-FFF2-40B4-BE49-F238E27FC236}">
                    <a16:creationId xmlns:a16="http://schemas.microsoft.com/office/drawing/2014/main" id="{D99E467F-D5F2-A8EC-EAD9-0BD7309A3C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9" name="Oval 1507">
                <a:extLst>
                  <a:ext uri="{FF2B5EF4-FFF2-40B4-BE49-F238E27FC236}">
                    <a16:creationId xmlns:a16="http://schemas.microsoft.com/office/drawing/2014/main" id="{30B7D609-522C-958C-2B88-E4AFABDAF0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0" name="Freeform 1508">
                <a:extLst>
                  <a:ext uri="{FF2B5EF4-FFF2-40B4-BE49-F238E27FC236}">
                    <a16:creationId xmlns:a16="http://schemas.microsoft.com/office/drawing/2014/main" id="{92BD9C8F-0B71-B41D-0A01-5E2CD82CD2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1" name="Freeform 1509">
                <a:extLst>
                  <a:ext uri="{FF2B5EF4-FFF2-40B4-BE49-F238E27FC236}">
                    <a16:creationId xmlns:a16="http://schemas.microsoft.com/office/drawing/2014/main" id="{96DA4962-DB07-A845-E03E-99FF72F998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2" name="Freeform 1510">
                <a:extLst>
                  <a:ext uri="{FF2B5EF4-FFF2-40B4-BE49-F238E27FC236}">
                    <a16:creationId xmlns:a16="http://schemas.microsoft.com/office/drawing/2014/main" id="{A12D3C93-6A7B-C756-5471-CC9041D8FA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3" name="Oval 1511">
                <a:extLst>
                  <a:ext uri="{FF2B5EF4-FFF2-40B4-BE49-F238E27FC236}">
                    <a16:creationId xmlns:a16="http://schemas.microsoft.com/office/drawing/2014/main" id="{B9E25440-4721-1076-2AFF-71A9F4BF97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0" name="Group 1512">
              <a:extLst>
                <a:ext uri="{FF2B5EF4-FFF2-40B4-BE49-F238E27FC236}">
                  <a16:creationId xmlns:a16="http://schemas.microsoft.com/office/drawing/2014/main" id="{B57F80C6-003E-758D-D4AD-F2DE5667F6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30669" y="1397005"/>
              <a:ext cx="166756" cy="534619"/>
              <a:chOff x="533" y="1248"/>
              <a:chExt cx="175" cy="403"/>
            </a:xfrm>
          </p:grpSpPr>
          <p:sp>
            <p:nvSpPr>
              <p:cNvPr id="3032" name="Oval 1513">
                <a:extLst>
                  <a:ext uri="{FF2B5EF4-FFF2-40B4-BE49-F238E27FC236}">
                    <a16:creationId xmlns:a16="http://schemas.microsoft.com/office/drawing/2014/main" id="{E285D2B9-D8A6-6FEF-6E80-5127050EAC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3" name="Oval 1514">
                <a:extLst>
                  <a:ext uri="{FF2B5EF4-FFF2-40B4-BE49-F238E27FC236}">
                    <a16:creationId xmlns:a16="http://schemas.microsoft.com/office/drawing/2014/main" id="{B0EC5951-C886-B667-416F-592AD2EDBC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4" name="Freeform 1515">
                <a:extLst>
                  <a:ext uri="{FF2B5EF4-FFF2-40B4-BE49-F238E27FC236}">
                    <a16:creationId xmlns:a16="http://schemas.microsoft.com/office/drawing/2014/main" id="{80C98C59-5763-A02F-8A97-56F293D6EF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5" name="Freeform 1516">
                <a:extLst>
                  <a:ext uri="{FF2B5EF4-FFF2-40B4-BE49-F238E27FC236}">
                    <a16:creationId xmlns:a16="http://schemas.microsoft.com/office/drawing/2014/main" id="{8D718753-A722-7758-AC66-C5C6C1A45C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6" name="Freeform 1517">
                <a:extLst>
                  <a:ext uri="{FF2B5EF4-FFF2-40B4-BE49-F238E27FC236}">
                    <a16:creationId xmlns:a16="http://schemas.microsoft.com/office/drawing/2014/main" id="{17E7B5AA-846E-5E25-45DA-8DC5EBA9B9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7" name="Oval 1518">
                <a:extLst>
                  <a:ext uri="{FF2B5EF4-FFF2-40B4-BE49-F238E27FC236}">
                    <a16:creationId xmlns:a16="http://schemas.microsoft.com/office/drawing/2014/main" id="{348628DC-3381-3C5F-B214-BAE1E9FA5A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1" name="Group 1519">
              <a:extLst>
                <a:ext uri="{FF2B5EF4-FFF2-40B4-BE49-F238E27FC236}">
                  <a16:creationId xmlns:a16="http://schemas.microsoft.com/office/drawing/2014/main" id="{1DE08E91-61B4-6BF6-5C4B-AD0B756C38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236048" y="2005877"/>
              <a:ext cx="166756" cy="534619"/>
              <a:chOff x="533" y="1248"/>
              <a:chExt cx="175" cy="403"/>
            </a:xfrm>
          </p:grpSpPr>
          <p:sp>
            <p:nvSpPr>
              <p:cNvPr id="3026" name="Oval 1520">
                <a:extLst>
                  <a:ext uri="{FF2B5EF4-FFF2-40B4-BE49-F238E27FC236}">
                    <a16:creationId xmlns:a16="http://schemas.microsoft.com/office/drawing/2014/main" id="{C85662CC-12FF-44EE-1E85-31930D3775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7" name="Oval 1521">
                <a:extLst>
                  <a:ext uri="{FF2B5EF4-FFF2-40B4-BE49-F238E27FC236}">
                    <a16:creationId xmlns:a16="http://schemas.microsoft.com/office/drawing/2014/main" id="{270B3B51-4CA4-3933-D7AC-FCA7A5698E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8" name="Freeform 1522">
                <a:extLst>
                  <a:ext uri="{FF2B5EF4-FFF2-40B4-BE49-F238E27FC236}">
                    <a16:creationId xmlns:a16="http://schemas.microsoft.com/office/drawing/2014/main" id="{36C0EA6C-7610-F601-7214-10D4AD8C96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9" name="Freeform 1523">
                <a:extLst>
                  <a:ext uri="{FF2B5EF4-FFF2-40B4-BE49-F238E27FC236}">
                    <a16:creationId xmlns:a16="http://schemas.microsoft.com/office/drawing/2014/main" id="{6F39DCAE-FD44-B720-F56D-5EC77DDBE8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0" name="Freeform 1524">
                <a:extLst>
                  <a:ext uri="{FF2B5EF4-FFF2-40B4-BE49-F238E27FC236}">
                    <a16:creationId xmlns:a16="http://schemas.microsoft.com/office/drawing/2014/main" id="{ABF0691D-834B-3640-FC5B-4FDBEC8290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1" name="Oval 1525">
                <a:extLst>
                  <a:ext uri="{FF2B5EF4-FFF2-40B4-BE49-F238E27FC236}">
                    <a16:creationId xmlns:a16="http://schemas.microsoft.com/office/drawing/2014/main" id="{096FD1DF-7EE6-AEFF-FAB6-10C34806E1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2" name="Group 1526">
              <a:extLst>
                <a:ext uri="{FF2B5EF4-FFF2-40B4-BE49-F238E27FC236}">
                  <a16:creationId xmlns:a16="http://schemas.microsoft.com/office/drawing/2014/main" id="{B765BA35-AD8D-8B56-9680-0CB9D12C5F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402804" y="1397005"/>
              <a:ext cx="166756" cy="534619"/>
              <a:chOff x="533" y="1248"/>
              <a:chExt cx="175" cy="403"/>
            </a:xfrm>
          </p:grpSpPr>
          <p:sp>
            <p:nvSpPr>
              <p:cNvPr id="3020" name="Oval 1527">
                <a:extLst>
                  <a:ext uri="{FF2B5EF4-FFF2-40B4-BE49-F238E27FC236}">
                    <a16:creationId xmlns:a16="http://schemas.microsoft.com/office/drawing/2014/main" id="{DE13BCB4-7112-349B-4F8B-E329ACF651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1" name="Oval 1528">
                <a:extLst>
                  <a:ext uri="{FF2B5EF4-FFF2-40B4-BE49-F238E27FC236}">
                    <a16:creationId xmlns:a16="http://schemas.microsoft.com/office/drawing/2014/main" id="{6946F621-1C8F-7D9A-9FA3-83275DFBD6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2" name="Freeform 1529">
                <a:extLst>
                  <a:ext uri="{FF2B5EF4-FFF2-40B4-BE49-F238E27FC236}">
                    <a16:creationId xmlns:a16="http://schemas.microsoft.com/office/drawing/2014/main" id="{BD731E7E-5899-9DC5-1A0B-9CC4564475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3" name="Freeform 1530">
                <a:extLst>
                  <a:ext uri="{FF2B5EF4-FFF2-40B4-BE49-F238E27FC236}">
                    <a16:creationId xmlns:a16="http://schemas.microsoft.com/office/drawing/2014/main" id="{FE2844C4-3C7E-EEB7-54D4-CC8CD9F450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4" name="Freeform 1531">
                <a:extLst>
                  <a:ext uri="{FF2B5EF4-FFF2-40B4-BE49-F238E27FC236}">
                    <a16:creationId xmlns:a16="http://schemas.microsoft.com/office/drawing/2014/main" id="{DC5E9E28-B65B-40E0-7107-6BEA64C7A9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5" name="Oval 1532">
                <a:extLst>
                  <a:ext uri="{FF2B5EF4-FFF2-40B4-BE49-F238E27FC236}">
                    <a16:creationId xmlns:a16="http://schemas.microsoft.com/office/drawing/2014/main" id="{6E30F0F7-B779-EC97-DEA3-0AB071E916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3" name="Group 1533">
              <a:extLst>
                <a:ext uri="{FF2B5EF4-FFF2-40B4-BE49-F238E27FC236}">
                  <a16:creationId xmlns:a16="http://schemas.microsoft.com/office/drawing/2014/main" id="{6657D01B-9FCC-8A5A-B651-5F510BDA3A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408183" y="2005877"/>
              <a:ext cx="166756" cy="534619"/>
              <a:chOff x="533" y="1248"/>
              <a:chExt cx="175" cy="403"/>
            </a:xfrm>
          </p:grpSpPr>
          <p:sp>
            <p:nvSpPr>
              <p:cNvPr id="3014" name="Oval 1534">
                <a:extLst>
                  <a:ext uri="{FF2B5EF4-FFF2-40B4-BE49-F238E27FC236}">
                    <a16:creationId xmlns:a16="http://schemas.microsoft.com/office/drawing/2014/main" id="{C255B858-CFBB-8267-736B-67B1C0AF17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5" name="Oval 1535">
                <a:extLst>
                  <a:ext uri="{FF2B5EF4-FFF2-40B4-BE49-F238E27FC236}">
                    <a16:creationId xmlns:a16="http://schemas.microsoft.com/office/drawing/2014/main" id="{42327DAA-CE37-3769-5026-84DE1C2B41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6" name="Freeform 1536">
                <a:extLst>
                  <a:ext uri="{FF2B5EF4-FFF2-40B4-BE49-F238E27FC236}">
                    <a16:creationId xmlns:a16="http://schemas.microsoft.com/office/drawing/2014/main" id="{B41DC0F8-C92F-F02A-F5F4-5AEA4AC0FC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" name="Freeform 1537">
                <a:extLst>
                  <a:ext uri="{FF2B5EF4-FFF2-40B4-BE49-F238E27FC236}">
                    <a16:creationId xmlns:a16="http://schemas.microsoft.com/office/drawing/2014/main" id="{E862C9E0-CD70-A086-3396-6B89B444D6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8" name="Freeform 1538">
                <a:extLst>
                  <a:ext uri="{FF2B5EF4-FFF2-40B4-BE49-F238E27FC236}">
                    <a16:creationId xmlns:a16="http://schemas.microsoft.com/office/drawing/2014/main" id="{A6992F40-D8F8-42DD-387B-B1A590409D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" name="Oval 1539">
                <a:extLst>
                  <a:ext uri="{FF2B5EF4-FFF2-40B4-BE49-F238E27FC236}">
                    <a16:creationId xmlns:a16="http://schemas.microsoft.com/office/drawing/2014/main" id="{AFFE00A4-471A-CF6A-431D-B2562F1845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3156" name="Rectángulo 3155">
            <a:extLst>
              <a:ext uri="{FF2B5EF4-FFF2-40B4-BE49-F238E27FC236}">
                <a16:creationId xmlns:a16="http://schemas.microsoft.com/office/drawing/2014/main" id="{F5072CE8-37EF-B4A0-9878-46CA98F637A4}"/>
              </a:ext>
            </a:extLst>
          </p:cNvPr>
          <p:cNvSpPr/>
          <p:nvPr/>
        </p:nvSpPr>
        <p:spPr>
          <a:xfrm>
            <a:off x="6785071" y="1257409"/>
            <a:ext cx="457200" cy="4343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5" name="Elipse 3154">
            <a:extLst>
              <a:ext uri="{FF2B5EF4-FFF2-40B4-BE49-F238E27FC236}">
                <a16:creationId xmlns:a16="http://schemas.microsoft.com/office/drawing/2014/main" id="{958F5382-9AB0-C4F5-7C14-16865578A8A4}"/>
              </a:ext>
            </a:extLst>
          </p:cNvPr>
          <p:cNvSpPr/>
          <p:nvPr/>
        </p:nvSpPr>
        <p:spPr>
          <a:xfrm>
            <a:off x="6690057" y="898346"/>
            <a:ext cx="457200" cy="4343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4" name="Elipse 3153">
            <a:extLst>
              <a:ext uri="{FF2B5EF4-FFF2-40B4-BE49-F238E27FC236}">
                <a16:creationId xmlns:a16="http://schemas.microsoft.com/office/drawing/2014/main" id="{C4E39E8F-9080-C2C1-5FB3-8E62910752CB}"/>
              </a:ext>
            </a:extLst>
          </p:cNvPr>
          <p:cNvSpPr/>
          <p:nvPr/>
        </p:nvSpPr>
        <p:spPr>
          <a:xfrm>
            <a:off x="6933897" y="898346"/>
            <a:ext cx="457200" cy="4343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541" name="Group 1385">
            <a:extLst>
              <a:ext uri="{FF2B5EF4-FFF2-40B4-BE49-F238E27FC236}">
                <a16:creationId xmlns:a16="http://schemas.microsoft.com/office/drawing/2014/main" id="{47DFCD22-32DF-17E6-AB11-C96E23C02D5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1590024"/>
            <a:ext cx="2818712" cy="1452616"/>
            <a:chOff x="446" y="1196"/>
            <a:chExt cx="1048" cy="312"/>
          </a:xfrm>
        </p:grpSpPr>
        <p:grpSp>
          <p:nvGrpSpPr>
            <p:cNvPr id="2542" name="Group 1386">
              <a:extLst>
                <a:ext uri="{FF2B5EF4-FFF2-40B4-BE49-F238E27FC236}">
                  <a16:creationId xmlns:a16="http://schemas.microsoft.com/office/drawing/2014/main" id="{A13FC720-C16A-C876-02E5-50C1824E1D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760" name="Oval 1387">
                <a:extLst>
                  <a:ext uri="{FF2B5EF4-FFF2-40B4-BE49-F238E27FC236}">
                    <a16:creationId xmlns:a16="http://schemas.microsoft.com/office/drawing/2014/main" id="{A47F0C26-3638-B1FE-6A28-5C96C25FBA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1" name="Oval 1388">
                <a:extLst>
                  <a:ext uri="{FF2B5EF4-FFF2-40B4-BE49-F238E27FC236}">
                    <a16:creationId xmlns:a16="http://schemas.microsoft.com/office/drawing/2014/main" id="{71962774-B728-7EC4-52FC-C2860F0C6F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2" name="Freeform 1389">
                <a:extLst>
                  <a:ext uri="{FF2B5EF4-FFF2-40B4-BE49-F238E27FC236}">
                    <a16:creationId xmlns:a16="http://schemas.microsoft.com/office/drawing/2014/main" id="{1290B656-D9FC-3A12-B33C-6914072D4D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3" name="Freeform 1390">
                <a:extLst>
                  <a:ext uri="{FF2B5EF4-FFF2-40B4-BE49-F238E27FC236}">
                    <a16:creationId xmlns:a16="http://schemas.microsoft.com/office/drawing/2014/main" id="{2088C80E-85DE-ACCB-6A3D-C821333B0D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4" name="Freeform 1391">
                <a:extLst>
                  <a:ext uri="{FF2B5EF4-FFF2-40B4-BE49-F238E27FC236}">
                    <a16:creationId xmlns:a16="http://schemas.microsoft.com/office/drawing/2014/main" id="{AF5378E4-1E28-A07F-3B64-9820C312AB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5" name="Oval 1392">
                <a:extLst>
                  <a:ext uri="{FF2B5EF4-FFF2-40B4-BE49-F238E27FC236}">
                    <a16:creationId xmlns:a16="http://schemas.microsoft.com/office/drawing/2014/main" id="{7079FF0A-3239-05DC-9AAC-BB608BC049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3" name="Group 1393">
              <a:extLst>
                <a:ext uri="{FF2B5EF4-FFF2-40B4-BE49-F238E27FC236}">
                  <a16:creationId xmlns:a16="http://schemas.microsoft.com/office/drawing/2014/main" id="{BAC7B456-436B-555D-C1B0-F9A75AC84C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754" name="Oval 1394">
                <a:extLst>
                  <a:ext uri="{FF2B5EF4-FFF2-40B4-BE49-F238E27FC236}">
                    <a16:creationId xmlns:a16="http://schemas.microsoft.com/office/drawing/2014/main" id="{EF0A6DB8-3DEB-9F48-8B41-A7B6EB7819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5" name="Oval 1395">
                <a:extLst>
                  <a:ext uri="{FF2B5EF4-FFF2-40B4-BE49-F238E27FC236}">
                    <a16:creationId xmlns:a16="http://schemas.microsoft.com/office/drawing/2014/main" id="{60E4C906-5DF0-337A-13A1-B5E17B464C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6" name="Freeform 1396">
                <a:extLst>
                  <a:ext uri="{FF2B5EF4-FFF2-40B4-BE49-F238E27FC236}">
                    <a16:creationId xmlns:a16="http://schemas.microsoft.com/office/drawing/2014/main" id="{C41C1BA9-2DC9-EECA-789B-EAC0E021B0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7" name="Freeform 1397">
                <a:extLst>
                  <a:ext uri="{FF2B5EF4-FFF2-40B4-BE49-F238E27FC236}">
                    <a16:creationId xmlns:a16="http://schemas.microsoft.com/office/drawing/2014/main" id="{EEFB2793-0BB7-78CA-A176-D1400C7CCE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8" name="Freeform 1398">
                <a:extLst>
                  <a:ext uri="{FF2B5EF4-FFF2-40B4-BE49-F238E27FC236}">
                    <a16:creationId xmlns:a16="http://schemas.microsoft.com/office/drawing/2014/main" id="{5260CEA4-4FA6-A6D0-052F-BDA8FF3DE3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9" name="Oval 1399">
                <a:extLst>
                  <a:ext uri="{FF2B5EF4-FFF2-40B4-BE49-F238E27FC236}">
                    <a16:creationId xmlns:a16="http://schemas.microsoft.com/office/drawing/2014/main" id="{7E55266F-96F2-7DDD-911C-5254E11D13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4" name="Group 1400">
              <a:extLst>
                <a:ext uri="{FF2B5EF4-FFF2-40B4-BE49-F238E27FC236}">
                  <a16:creationId xmlns:a16="http://schemas.microsoft.com/office/drawing/2014/main" id="{12ACB9A2-0217-C2CC-A8A9-6BA7E41C6F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748" name="Oval 1401">
                <a:extLst>
                  <a:ext uri="{FF2B5EF4-FFF2-40B4-BE49-F238E27FC236}">
                    <a16:creationId xmlns:a16="http://schemas.microsoft.com/office/drawing/2014/main" id="{D45608EB-453F-0681-2DE6-5B2777D5DF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9" name="Oval 1402">
                <a:extLst>
                  <a:ext uri="{FF2B5EF4-FFF2-40B4-BE49-F238E27FC236}">
                    <a16:creationId xmlns:a16="http://schemas.microsoft.com/office/drawing/2014/main" id="{CA2ED5FA-3E47-491D-5EC5-8AF935D1A0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0" name="Freeform 1403">
                <a:extLst>
                  <a:ext uri="{FF2B5EF4-FFF2-40B4-BE49-F238E27FC236}">
                    <a16:creationId xmlns:a16="http://schemas.microsoft.com/office/drawing/2014/main" id="{5DAC58AC-7835-E65B-301A-34F57E229C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1" name="Freeform 1404">
                <a:extLst>
                  <a:ext uri="{FF2B5EF4-FFF2-40B4-BE49-F238E27FC236}">
                    <a16:creationId xmlns:a16="http://schemas.microsoft.com/office/drawing/2014/main" id="{EABCE53E-58DD-87A1-2B7F-F3112464D7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2" name="Freeform 1405">
                <a:extLst>
                  <a:ext uri="{FF2B5EF4-FFF2-40B4-BE49-F238E27FC236}">
                    <a16:creationId xmlns:a16="http://schemas.microsoft.com/office/drawing/2014/main" id="{9A373BF6-A96F-2392-E087-8618D2B32C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3" name="Oval 1406">
                <a:extLst>
                  <a:ext uri="{FF2B5EF4-FFF2-40B4-BE49-F238E27FC236}">
                    <a16:creationId xmlns:a16="http://schemas.microsoft.com/office/drawing/2014/main" id="{9AE3BB21-AA14-9BD7-9042-AE5610888B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5" name="Group 1407">
              <a:extLst>
                <a:ext uri="{FF2B5EF4-FFF2-40B4-BE49-F238E27FC236}">
                  <a16:creationId xmlns:a16="http://schemas.microsoft.com/office/drawing/2014/main" id="{0C06D207-5F37-993F-CA12-2687A9AF42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742" name="Oval 1408">
                <a:extLst>
                  <a:ext uri="{FF2B5EF4-FFF2-40B4-BE49-F238E27FC236}">
                    <a16:creationId xmlns:a16="http://schemas.microsoft.com/office/drawing/2014/main" id="{07136A6F-F87A-A1F4-C0B6-23CAE573F4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3" name="Oval 1409">
                <a:extLst>
                  <a:ext uri="{FF2B5EF4-FFF2-40B4-BE49-F238E27FC236}">
                    <a16:creationId xmlns:a16="http://schemas.microsoft.com/office/drawing/2014/main" id="{F068F438-F7C8-AA7B-47CE-23C08E47C5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4" name="Freeform 1410">
                <a:extLst>
                  <a:ext uri="{FF2B5EF4-FFF2-40B4-BE49-F238E27FC236}">
                    <a16:creationId xmlns:a16="http://schemas.microsoft.com/office/drawing/2014/main" id="{E9EF99B9-D5C3-18B4-1D42-4D92D00D95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5" name="Freeform 1411">
                <a:extLst>
                  <a:ext uri="{FF2B5EF4-FFF2-40B4-BE49-F238E27FC236}">
                    <a16:creationId xmlns:a16="http://schemas.microsoft.com/office/drawing/2014/main" id="{5BA1DFB9-6C93-76B0-F781-0F0C672390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6" name="Freeform 1412">
                <a:extLst>
                  <a:ext uri="{FF2B5EF4-FFF2-40B4-BE49-F238E27FC236}">
                    <a16:creationId xmlns:a16="http://schemas.microsoft.com/office/drawing/2014/main" id="{00835C89-115C-0C2A-D9C7-C3CD002312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7" name="Oval 1413">
                <a:extLst>
                  <a:ext uri="{FF2B5EF4-FFF2-40B4-BE49-F238E27FC236}">
                    <a16:creationId xmlns:a16="http://schemas.microsoft.com/office/drawing/2014/main" id="{BC91F9B6-F7CE-6A76-CD13-5FF2137437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6" name="Group 1414">
              <a:extLst>
                <a:ext uri="{FF2B5EF4-FFF2-40B4-BE49-F238E27FC236}">
                  <a16:creationId xmlns:a16="http://schemas.microsoft.com/office/drawing/2014/main" id="{4C11E787-49A9-5075-F4AB-DDBCA383FA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736" name="Oval 1415">
                <a:extLst>
                  <a:ext uri="{FF2B5EF4-FFF2-40B4-BE49-F238E27FC236}">
                    <a16:creationId xmlns:a16="http://schemas.microsoft.com/office/drawing/2014/main" id="{F20A1111-0D10-6DE6-4FBE-6E38F1FF65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7" name="Oval 1416">
                <a:extLst>
                  <a:ext uri="{FF2B5EF4-FFF2-40B4-BE49-F238E27FC236}">
                    <a16:creationId xmlns:a16="http://schemas.microsoft.com/office/drawing/2014/main" id="{6379EF27-180C-79F8-60CE-E7964761FA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8" name="Freeform 1417">
                <a:extLst>
                  <a:ext uri="{FF2B5EF4-FFF2-40B4-BE49-F238E27FC236}">
                    <a16:creationId xmlns:a16="http://schemas.microsoft.com/office/drawing/2014/main" id="{7ED22BA2-5601-E3F6-07EE-80C1A1BE96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9" name="Freeform 1418">
                <a:extLst>
                  <a:ext uri="{FF2B5EF4-FFF2-40B4-BE49-F238E27FC236}">
                    <a16:creationId xmlns:a16="http://schemas.microsoft.com/office/drawing/2014/main" id="{7C296E76-BE33-630A-4134-ACB22A196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0" name="Freeform 1419">
                <a:extLst>
                  <a:ext uri="{FF2B5EF4-FFF2-40B4-BE49-F238E27FC236}">
                    <a16:creationId xmlns:a16="http://schemas.microsoft.com/office/drawing/2014/main" id="{51C13D15-5300-AC2F-76DD-B8104D8C85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1" name="Oval 1420">
                <a:extLst>
                  <a:ext uri="{FF2B5EF4-FFF2-40B4-BE49-F238E27FC236}">
                    <a16:creationId xmlns:a16="http://schemas.microsoft.com/office/drawing/2014/main" id="{B37B7335-50EF-44D5-5414-A58EB4A100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7" name="Group 1421">
              <a:extLst>
                <a:ext uri="{FF2B5EF4-FFF2-40B4-BE49-F238E27FC236}">
                  <a16:creationId xmlns:a16="http://schemas.microsoft.com/office/drawing/2014/main" id="{7D287A9A-3B37-8DD9-E057-0854A2717F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730" name="Oval 1422">
                <a:extLst>
                  <a:ext uri="{FF2B5EF4-FFF2-40B4-BE49-F238E27FC236}">
                    <a16:creationId xmlns:a16="http://schemas.microsoft.com/office/drawing/2014/main" id="{94F81E90-AA6D-3D41-D542-563B8BA6F7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1" name="Oval 1423">
                <a:extLst>
                  <a:ext uri="{FF2B5EF4-FFF2-40B4-BE49-F238E27FC236}">
                    <a16:creationId xmlns:a16="http://schemas.microsoft.com/office/drawing/2014/main" id="{58EDE9D4-F954-64B9-024B-859F76395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2" name="Freeform 1424">
                <a:extLst>
                  <a:ext uri="{FF2B5EF4-FFF2-40B4-BE49-F238E27FC236}">
                    <a16:creationId xmlns:a16="http://schemas.microsoft.com/office/drawing/2014/main" id="{37041EE5-13CC-DEAA-097F-0BFEB0F531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3" name="Freeform 1425">
                <a:extLst>
                  <a:ext uri="{FF2B5EF4-FFF2-40B4-BE49-F238E27FC236}">
                    <a16:creationId xmlns:a16="http://schemas.microsoft.com/office/drawing/2014/main" id="{840D3741-B6ED-CAAD-3383-BB2CA6DBBF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4" name="Freeform 1426">
                <a:extLst>
                  <a:ext uri="{FF2B5EF4-FFF2-40B4-BE49-F238E27FC236}">
                    <a16:creationId xmlns:a16="http://schemas.microsoft.com/office/drawing/2014/main" id="{AB552024-2A7F-0ABB-1C99-1073FA1190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5" name="Oval 1427">
                <a:extLst>
                  <a:ext uri="{FF2B5EF4-FFF2-40B4-BE49-F238E27FC236}">
                    <a16:creationId xmlns:a16="http://schemas.microsoft.com/office/drawing/2014/main" id="{B91C772F-CD21-DA00-C5B1-E26126CED3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8" name="Group 1428">
              <a:extLst>
                <a:ext uri="{FF2B5EF4-FFF2-40B4-BE49-F238E27FC236}">
                  <a16:creationId xmlns:a16="http://schemas.microsoft.com/office/drawing/2014/main" id="{D1C18F90-46AC-DD0B-9117-631DF69525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724" name="Oval 1429">
                <a:extLst>
                  <a:ext uri="{FF2B5EF4-FFF2-40B4-BE49-F238E27FC236}">
                    <a16:creationId xmlns:a16="http://schemas.microsoft.com/office/drawing/2014/main" id="{F422BD75-2F72-F13C-DCB9-23574B82A6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5" name="Oval 1430">
                <a:extLst>
                  <a:ext uri="{FF2B5EF4-FFF2-40B4-BE49-F238E27FC236}">
                    <a16:creationId xmlns:a16="http://schemas.microsoft.com/office/drawing/2014/main" id="{8DCFC320-48AE-7926-9738-8364269B06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6" name="Freeform 1431">
                <a:extLst>
                  <a:ext uri="{FF2B5EF4-FFF2-40B4-BE49-F238E27FC236}">
                    <a16:creationId xmlns:a16="http://schemas.microsoft.com/office/drawing/2014/main" id="{54C72E4F-6BB1-8FDD-78F7-06EF2FDE67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7" name="Freeform 1432">
                <a:extLst>
                  <a:ext uri="{FF2B5EF4-FFF2-40B4-BE49-F238E27FC236}">
                    <a16:creationId xmlns:a16="http://schemas.microsoft.com/office/drawing/2014/main" id="{5F2AFC29-2361-BC1A-FC8A-A9426EF6AA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8" name="Freeform 1433">
                <a:extLst>
                  <a:ext uri="{FF2B5EF4-FFF2-40B4-BE49-F238E27FC236}">
                    <a16:creationId xmlns:a16="http://schemas.microsoft.com/office/drawing/2014/main" id="{B3232EF7-3D22-FA10-6F85-9E63C48B73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9" name="Oval 1434">
                <a:extLst>
                  <a:ext uri="{FF2B5EF4-FFF2-40B4-BE49-F238E27FC236}">
                    <a16:creationId xmlns:a16="http://schemas.microsoft.com/office/drawing/2014/main" id="{378D0B70-44A1-AE44-BC93-CFA8C97F51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9" name="Group 1435">
              <a:extLst>
                <a:ext uri="{FF2B5EF4-FFF2-40B4-BE49-F238E27FC236}">
                  <a16:creationId xmlns:a16="http://schemas.microsoft.com/office/drawing/2014/main" id="{86FA826C-5103-9FFD-6602-BFB46F8A6C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718" name="Oval 1436">
                <a:extLst>
                  <a:ext uri="{FF2B5EF4-FFF2-40B4-BE49-F238E27FC236}">
                    <a16:creationId xmlns:a16="http://schemas.microsoft.com/office/drawing/2014/main" id="{CB3FF698-9F76-6FAC-6DB4-F3113BDF2C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9" name="Oval 1437">
                <a:extLst>
                  <a:ext uri="{FF2B5EF4-FFF2-40B4-BE49-F238E27FC236}">
                    <a16:creationId xmlns:a16="http://schemas.microsoft.com/office/drawing/2014/main" id="{E096EFEA-BA90-D1E2-3192-5F1CE3DC72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0" name="Freeform 1438">
                <a:extLst>
                  <a:ext uri="{FF2B5EF4-FFF2-40B4-BE49-F238E27FC236}">
                    <a16:creationId xmlns:a16="http://schemas.microsoft.com/office/drawing/2014/main" id="{BEAE33FB-B645-78DF-9598-53DFAD5D76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1" name="Freeform 1439">
                <a:extLst>
                  <a:ext uri="{FF2B5EF4-FFF2-40B4-BE49-F238E27FC236}">
                    <a16:creationId xmlns:a16="http://schemas.microsoft.com/office/drawing/2014/main" id="{BFCF8256-48C2-F374-4210-C427BFDA45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2" name="Freeform 1440">
                <a:extLst>
                  <a:ext uri="{FF2B5EF4-FFF2-40B4-BE49-F238E27FC236}">
                    <a16:creationId xmlns:a16="http://schemas.microsoft.com/office/drawing/2014/main" id="{6B9EAC89-89BC-581B-ABC1-E10BA8F60F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3" name="Oval 1441">
                <a:extLst>
                  <a:ext uri="{FF2B5EF4-FFF2-40B4-BE49-F238E27FC236}">
                    <a16:creationId xmlns:a16="http://schemas.microsoft.com/office/drawing/2014/main" id="{E46B6861-09BC-B2B6-DF75-28752CCBF7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0" name="Group 1442">
              <a:extLst>
                <a:ext uri="{FF2B5EF4-FFF2-40B4-BE49-F238E27FC236}">
                  <a16:creationId xmlns:a16="http://schemas.microsoft.com/office/drawing/2014/main" id="{5C7C4E37-9518-E0CB-5AF4-E166E14C07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712" name="Oval 1443">
                <a:extLst>
                  <a:ext uri="{FF2B5EF4-FFF2-40B4-BE49-F238E27FC236}">
                    <a16:creationId xmlns:a16="http://schemas.microsoft.com/office/drawing/2014/main" id="{5BD91414-163F-8486-154B-A1E5926DF4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3" name="Oval 1444">
                <a:extLst>
                  <a:ext uri="{FF2B5EF4-FFF2-40B4-BE49-F238E27FC236}">
                    <a16:creationId xmlns:a16="http://schemas.microsoft.com/office/drawing/2014/main" id="{BFD0D4F0-265D-5022-FF8A-79B841AE17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4" name="Freeform 1445">
                <a:extLst>
                  <a:ext uri="{FF2B5EF4-FFF2-40B4-BE49-F238E27FC236}">
                    <a16:creationId xmlns:a16="http://schemas.microsoft.com/office/drawing/2014/main" id="{EFE2FF97-6F83-99AA-9E2D-13004DE7E1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5" name="Freeform 1446">
                <a:extLst>
                  <a:ext uri="{FF2B5EF4-FFF2-40B4-BE49-F238E27FC236}">
                    <a16:creationId xmlns:a16="http://schemas.microsoft.com/office/drawing/2014/main" id="{C6397F62-532F-2C0A-7B23-86DA44AF34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6" name="Freeform 1447">
                <a:extLst>
                  <a:ext uri="{FF2B5EF4-FFF2-40B4-BE49-F238E27FC236}">
                    <a16:creationId xmlns:a16="http://schemas.microsoft.com/office/drawing/2014/main" id="{840B4872-ACC8-DB6F-1FF6-75758C806D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7" name="Oval 1448">
                <a:extLst>
                  <a:ext uri="{FF2B5EF4-FFF2-40B4-BE49-F238E27FC236}">
                    <a16:creationId xmlns:a16="http://schemas.microsoft.com/office/drawing/2014/main" id="{FF477A64-450F-5A32-DEE4-43B793BEF3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1" name="Group 1449">
              <a:extLst>
                <a:ext uri="{FF2B5EF4-FFF2-40B4-BE49-F238E27FC236}">
                  <a16:creationId xmlns:a16="http://schemas.microsoft.com/office/drawing/2014/main" id="{79E19B9C-F392-5329-EB3B-5EA92E50F6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706" name="Oval 1450">
                <a:extLst>
                  <a:ext uri="{FF2B5EF4-FFF2-40B4-BE49-F238E27FC236}">
                    <a16:creationId xmlns:a16="http://schemas.microsoft.com/office/drawing/2014/main" id="{D2D6A432-8E27-17BC-2F03-952FFA9740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7" name="Oval 1451">
                <a:extLst>
                  <a:ext uri="{FF2B5EF4-FFF2-40B4-BE49-F238E27FC236}">
                    <a16:creationId xmlns:a16="http://schemas.microsoft.com/office/drawing/2014/main" id="{94A381C3-3221-7EA7-91B6-4E947EA9D2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8" name="Freeform 1452">
                <a:extLst>
                  <a:ext uri="{FF2B5EF4-FFF2-40B4-BE49-F238E27FC236}">
                    <a16:creationId xmlns:a16="http://schemas.microsoft.com/office/drawing/2014/main" id="{646B52B9-5912-B54B-6167-46FF7806D4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" name="Freeform 1453">
                <a:extLst>
                  <a:ext uri="{FF2B5EF4-FFF2-40B4-BE49-F238E27FC236}">
                    <a16:creationId xmlns:a16="http://schemas.microsoft.com/office/drawing/2014/main" id="{5F81C21C-5BF1-DB2E-64DC-3F376D2A99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0" name="Freeform 1454">
                <a:extLst>
                  <a:ext uri="{FF2B5EF4-FFF2-40B4-BE49-F238E27FC236}">
                    <a16:creationId xmlns:a16="http://schemas.microsoft.com/office/drawing/2014/main" id="{32769ABD-876A-2C12-91C8-D4CD1428AB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1" name="Oval 1455">
                <a:extLst>
                  <a:ext uri="{FF2B5EF4-FFF2-40B4-BE49-F238E27FC236}">
                    <a16:creationId xmlns:a16="http://schemas.microsoft.com/office/drawing/2014/main" id="{807EA25D-F8B6-F08A-D203-083E519398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2" name="Group 1456">
              <a:extLst>
                <a:ext uri="{FF2B5EF4-FFF2-40B4-BE49-F238E27FC236}">
                  <a16:creationId xmlns:a16="http://schemas.microsoft.com/office/drawing/2014/main" id="{A76263FA-2006-94AA-A858-9B836F2A55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700" name="Oval 1457">
                <a:extLst>
                  <a:ext uri="{FF2B5EF4-FFF2-40B4-BE49-F238E27FC236}">
                    <a16:creationId xmlns:a16="http://schemas.microsoft.com/office/drawing/2014/main" id="{CFC919FF-B2EE-EAF1-F9D5-6D9280ED5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1" name="Oval 1458">
                <a:extLst>
                  <a:ext uri="{FF2B5EF4-FFF2-40B4-BE49-F238E27FC236}">
                    <a16:creationId xmlns:a16="http://schemas.microsoft.com/office/drawing/2014/main" id="{44C3ABD0-3CBD-8780-54B1-72F45CDB71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2" name="Freeform 1459">
                <a:extLst>
                  <a:ext uri="{FF2B5EF4-FFF2-40B4-BE49-F238E27FC236}">
                    <a16:creationId xmlns:a16="http://schemas.microsoft.com/office/drawing/2014/main" id="{49928C1E-28FE-D882-F2AC-E02055D20C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" name="Freeform 1460">
                <a:extLst>
                  <a:ext uri="{FF2B5EF4-FFF2-40B4-BE49-F238E27FC236}">
                    <a16:creationId xmlns:a16="http://schemas.microsoft.com/office/drawing/2014/main" id="{7CB9F3C3-F1B5-AFD3-2AF9-5930424D0C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" name="Freeform 1461">
                <a:extLst>
                  <a:ext uri="{FF2B5EF4-FFF2-40B4-BE49-F238E27FC236}">
                    <a16:creationId xmlns:a16="http://schemas.microsoft.com/office/drawing/2014/main" id="{D4CA09B4-F2A0-A5E1-AA94-95A53CAF2E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" name="Oval 1462">
                <a:extLst>
                  <a:ext uri="{FF2B5EF4-FFF2-40B4-BE49-F238E27FC236}">
                    <a16:creationId xmlns:a16="http://schemas.microsoft.com/office/drawing/2014/main" id="{9D1BDBC5-0B57-627B-2D5B-3D6EC04DCE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3" name="Group 1463">
              <a:extLst>
                <a:ext uri="{FF2B5EF4-FFF2-40B4-BE49-F238E27FC236}">
                  <a16:creationId xmlns:a16="http://schemas.microsoft.com/office/drawing/2014/main" id="{D6585465-913B-F532-10A5-525800B0BA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694" name="Oval 1464">
                <a:extLst>
                  <a:ext uri="{FF2B5EF4-FFF2-40B4-BE49-F238E27FC236}">
                    <a16:creationId xmlns:a16="http://schemas.microsoft.com/office/drawing/2014/main" id="{ED01C35C-7A6F-17BD-F511-AC756399D1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5" name="Oval 1465">
                <a:extLst>
                  <a:ext uri="{FF2B5EF4-FFF2-40B4-BE49-F238E27FC236}">
                    <a16:creationId xmlns:a16="http://schemas.microsoft.com/office/drawing/2014/main" id="{57503F1F-B15A-CA3A-4F8E-AC2424F48B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6" name="Freeform 1466">
                <a:extLst>
                  <a:ext uri="{FF2B5EF4-FFF2-40B4-BE49-F238E27FC236}">
                    <a16:creationId xmlns:a16="http://schemas.microsoft.com/office/drawing/2014/main" id="{E34C272F-D80D-2CCA-FA0B-BA26E4B45B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" name="Freeform 1467">
                <a:extLst>
                  <a:ext uri="{FF2B5EF4-FFF2-40B4-BE49-F238E27FC236}">
                    <a16:creationId xmlns:a16="http://schemas.microsoft.com/office/drawing/2014/main" id="{FC55ACEB-94EA-BB65-3E5D-AA5A8AF924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" name="Freeform 1468">
                <a:extLst>
                  <a:ext uri="{FF2B5EF4-FFF2-40B4-BE49-F238E27FC236}">
                    <a16:creationId xmlns:a16="http://schemas.microsoft.com/office/drawing/2014/main" id="{06197F98-ED67-13EA-513A-2377E1DFBC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" name="Oval 1469">
                <a:extLst>
                  <a:ext uri="{FF2B5EF4-FFF2-40B4-BE49-F238E27FC236}">
                    <a16:creationId xmlns:a16="http://schemas.microsoft.com/office/drawing/2014/main" id="{8EC3064A-96A5-A150-694C-E0964FFF17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4" name="Group 1470">
              <a:extLst>
                <a:ext uri="{FF2B5EF4-FFF2-40B4-BE49-F238E27FC236}">
                  <a16:creationId xmlns:a16="http://schemas.microsoft.com/office/drawing/2014/main" id="{D0B0FFF1-CE46-6321-DE4A-42A1497083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688" name="Oval 1471">
                <a:extLst>
                  <a:ext uri="{FF2B5EF4-FFF2-40B4-BE49-F238E27FC236}">
                    <a16:creationId xmlns:a16="http://schemas.microsoft.com/office/drawing/2014/main" id="{A34C4637-68C8-3BAC-69C3-4EB5C17DFE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9" name="Oval 1472">
                <a:extLst>
                  <a:ext uri="{FF2B5EF4-FFF2-40B4-BE49-F238E27FC236}">
                    <a16:creationId xmlns:a16="http://schemas.microsoft.com/office/drawing/2014/main" id="{007027A3-1E51-D105-7014-E0ABDF4F5A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0" name="Freeform 1473">
                <a:extLst>
                  <a:ext uri="{FF2B5EF4-FFF2-40B4-BE49-F238E27FC236}">
                    <a16:creationId xmlns:a16="http://schemas.microsoft.com/office/drawing/2014/main" id="{91FC17AA-A18E-10FE-A9EF-6F0CB2293D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" name="Freeform 1474">
                <a:extLst>
                  <a:ext uri="{FF2B5EF4-FFF2-40B4-BE49-F238E27FC236}">
                    <a16:creationId xmlns:a16="http://schemas.microsoft.com/office/drawing/2014/main" id="{DE892D04-F482-882B-DAF2-CBCD8657FE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" name="Freeform 1475">
                <a:extLst>
                  <a:ext uri="{FF2B5EF4-FFF2-40B4-BE49-F238E27FC236}">
                    <a16:creationId xmlns:a16="http://schemas.microsoft.com/office/drawing/2014/main" id="{95C5EC7E-D62F-ED35-9B22-32CEEDD1D2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" name="Oval 1476">
                <a:extLst>
                  <a:ext uri="{FF2B5EF4-FFF2-40B4-BE49-F238E27FC236}">
                    <a16:creationId xmlns:a16="http://schemas.microsoft.com/office/drawing/2014/main" id="{C8F3864E-A57C-4A29-8533-C487820E31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5" name="Group 1477">
              <a:extLst>
                <a:ext uri="{FF2B5EF4-FFF2-40B4-BE49-F238E27FC236}">
                  <a16:creationId xmlns:a16="http://schemas.microsoft.com/office/drawing/2014/main" id="{5B30D3A9-A364-4084-ECD0-C99D4AC15E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682" name="Oval 1478">
                <a:extLst>
                  <a:ext uri="{FF2B5EF4-FFF2-40B4-BE49-F238E27FC236}">
                    <a16:creationId xmlns:a16="http://schemas.microsoft.com/office/drawing/2014/main" id="{36EE17C9-6CBE-0EAA-2DB7-A6180EB03E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3" name="Oval 1479">
                <a:extLst>
                  <a:ext uri="{FF2B5EF4-FFF2-40B4-BE49-F238E27FC236}">
                    <a16:creationId xmlns:a16="http://schemas.microsoft.com/office/drawing/2014/main" id="{DAB5FFF8-6180-668A-2CA3-74D240C8AF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4" name="Freeform 1480">
                <a:extLst>
                  <a:ext uri="{FF2B5EF4-FFF2-40B4-BE49-F238E27FC236}">
                    <a16:creationId xmlns:a16="http://schemas.microsoft.com/office/drawing/2014/main" id="{4BAE3509-CD9F-0276-C0A8-0BB9CB47A5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5" name="Freeform 1481">
                <a:extLst>
                  <a:ext uri="{FF2B5EF4-FFF2-40B4-BE49-F238E27FC236}">
                    <a16:creationId xmlns:a16="http://schemas.microsoft.com/office/drawing/2014/main" id="{E7B7A41E-3177-8FA9-7F0A-B3493282C2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6" name="Freeform 1482">
                <a:extLst>
                  <a:ext uri="{FF2B5EF4-FFF2-40B4-BE49-F238E27FC236}">
                    <a16:creationId xmlns:a16="http://schemas.microsoft.com/office/drawing/2014/main" id="{60CF853B-44F6-3EF8-4333-ECBEDD8739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7" name="Oval 1483">
                <a:extLst>
                  <a:ext uri="{FF2B5EF4-FFF2-40B4-BE49-F238E27FC236}">
                    <a16:creationId xmlns:a16="http://schemas.microsoft.com/office/drawing/2014/main" id="{97CA74CF-F91D-3662-E4F8-D0F7E2D497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6" name="Group 1484">
              <a:extLst>
                <a:ext uri="{FF2B5EF4-FFF2-40B4-BE49-F238E27FC236}">
                  <a16:creationId xmlns:a16="http://schemas.microsoft.com/office/drawing/2014/main" id="{5C2418E2-02A3-5C3E-372F-FCC6559932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676" name="Oval 1485">
                <a:extLst>
                  <a:ext uri="{FF2B5EF4-FFF2-40B4-BE49-F238E27FC236}">
                    <a16:creationId xmlns:a16="http://schemas.microsoft.com/office/drawing/2014/main" id="{E4A0E6D9-DFD9-CBAC-D328-68C0924E01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7" name="Oval 1486">
                <a:extLst>
                  <a:ext uri="{FF2B5EF4-FFF2-40B4-BE49-F238E27FC236}">
                    <a16:creationId xmlns:a16="http://schemas.microsoft.com/office/drawing/2014/main" id="{5837A346-0CCF-A96D-0627-0B377C8881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8" name="Freeform 1487">
                <a:extLst>
                  <a:ext uri="{FF2B5EF4-FFF2-40B4-BE49-F238E27FC236}">
                    <a16:creationId xmlns:a16="http://schemas.microsoft.com/office/drawing/2014/main" id="{E340EC76-2F82-7B2B-0FD5-846F346627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" name="Freeform 1488">
                <a:extLst>
                  <a:ext uri="{FF2B5EF4-FFF2-40B4-BE49-F238E27FC236}">
                    <a16:creationId xmlns:a16="http://schemas.microsoft.com/office/drawing/2014/main" id="{B3F84B50-218F-E1C0-0456-CABD17C9CF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" name="Freeform 1489">
                <a:extLst>
                  <a:ext uri="{FF2B5EF4-FFF2-40B4-BE49-F238E27FC236}">
                    <a16:creationId xmlns:a16="http://schemas.microsoft.com/office/drawing/2014/main" id="{719D707F-54BF-ED5B-A987-A8025972BA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" name="Oval 1490">
                <a:extLst>
                  <a:ext uri="{FF2B5EF4-FFF2-40B4-BE49-F238E27FC236}">
                    <a16:creationId xmlns:a16="http://schemas.microsoft.com/office/drawing/2014/main" id="{CADD1501-9E6B-58A5-E18A-FB93C59BD2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7" name="Group 1491">
              <a:extLst>
                <a:ext uri="{FF2B5EF4-FFF2-40B4-BE49-F238E27FC236}">
                  <a16:creationId xmlns:a16="http://schemas.microsoft.com/office/drawing/2014/main" id="{75F1BC9A-7269-D2C7-1AEF-F359904132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670" name="Oval 1492">
                <a:extLst>
                  <a:ext uri="{FF2B5EF4-FFF2-40B4-BE49-F238E27FC236}">
                    <a16:creationId xmlns:a16="http://schemas.microsoft.com/office/drawing/2014/main" id="{FADCB6A0-03BD-ACC9-C741-5D1554A9C7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1" name="Oval 1493">
                <a:extLst>
                  <a:ext uri="{FF2B5EF4-FFF2-40B4-BE49-F238E27FC236}">
                    <a16:creationId xmlns:a16="http://schemas.microsoft.com/office/drawing/2014/main" id="{8DD75C3E-7D9A-1BB5-5837-307D81B545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2" name="Freeform 1494">
                <a:extLst>
                  <a:ext uri="{FF2B5EF4-FFF2-40B4-BE49-F238E27FC236}">
                    <a16:creationId xmlns:a16="http://schemas.microsoft.com/office/drawing/2014/main" id="{DF925EE4-AC77-A1BB-642D-A0C59AB34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" name="Freeform 1495">
                <a:extLst>
                  <a:ext uri="{FF2B5EF4-FFF2-40B4-BE49-F238E27FC236}">
                    <a16:creationId xmlns:a16="http://schemas.microsoft.com/office/drawing/2014/main" id="{C6F60E84-42AD-6D9F-E772-CE39439D9D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" name="Freeform 1496">
                <a:extLst>
                  <a:ext uri="{FF2B5EF4-FFF2-40B4-BE49-F238E27FC236}">
                    <a16:creationId xmlns:a16="http://schemas.microsoft.com/office/drawing/2014/main" id="{89AB2ED5-DE18-ABD7-76CD-C208212F64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" name="Oval 1497">
                <a:extLst>
                  <a:ext uri="{FF2B5EF4-FFF2-40B4-BE49-F238E27FC236}">
                    <a16:creationId xmlns:a16="http://schemas.microsoft.com/office/drawing/2014/main" id="{380ECD07-B37B-740B-06B3-6CDFF6CDE8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8" name="Group 1498">
              <a:extLst>
                <a:ext uri="{FF2B5EF4-FFF2-40B4-BE49-F238E27FC236}">
                  <a16:creationId xmlns:a16="http://schemas.microsoft.com/office/drawing/2014/main" id="{C6A247B2-BA99-FAB4-B8AB-B9D1FF3CEA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664" name="Oval 1499">
                <a:extLst>
                  <a:ext uri="{FF2B5EF4-FFF2-40B4-BE49-F238E27FC236}">
                    <a16:creationId xmlns:a16="http://schemas.microsoft.com/office/drawing/2014/main" id="{4BA73BF0-79B7-22A4-B8C4-ABE80C27E8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5" name="Oval 1500">
                <a:extLst>
                  <a:ext uri="{FF2B5EF4-FFF2-40B4-BE49-F238E27FC236}">
                    <a16:creationId xmlns:a16="http://schemas.microsoft.com/office/drawing/2014/main" id="{4AD88111-BF19-EBAB-FE91-5B0624E67A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6" name="Freeform 1501">
                <a:extLst>
                  <a:ext uri="{FF2B5EF4-FFF2-40B4-BE49-F238E27FC236}">
                    <a16:creationId xmlns:a16="http://schemas.microsoft.com/office/drawing/2014/main" id="{FF780C8A-5A9E-3014-DC6D-2A940A1904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" name="Freeform 1502">
                <a:extLst>
                  <a:ext uri="{FF2B5EF4-FFF2-40B4-BE49-F238E27FC236}">
                    <a16:creationId xmlns:a16="http://schemas.microsoft.com/office/drawing/2014/main" id="{F77D4C2E-DC99-373B-A2FC-10E3FBE98B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" name="Freeform 1503">
                <a:extLst>
                  <a:ext uri="{FF2B5EF4-FFF2-40B4-BE49-F238E27FC236}">
                    <a16:creationId xmlns:a16="http://schemas.microsoft.com/office/drawing/2014/main" id="{77F2BF7E-6AAF-B387-A127-D41BBD4F20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" name="Oval 1504">
                <a:extLst>
                  <a:ext uri="{FF2B5EF4-FFF2-40B4-BE49-F238E27FC236}">
                    <a16:creationId xmlns:a16="http://schemas.microsoft.com/office/drawing/2014/main" id="{0774248B-66C9-F11B-8DB0-50BC4DB851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9" name="Group 1505">
              <a:extLst>
                <a:ext uri="{FF2B5EF4-FFF2-40B4-BE49-F238E27FC236}">
                  <a16:creationId xmlns:a16="http://schemas.microsoft.com/office/drawing/2014/main" id="{B18005A9-E020-311C-5EA5-50587FC0D7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658" name="Oval 1506">
                <a:extLst>
                  <a:ext uri="{FF2B5EF4-FFF2-40B4-BE49-F238E27FC236}">
                    <a16:creationId xmlns:a16="http://schemas.microsoft.com/office/drawing/2014/main" id="{CE221CA4-7AF2-7C5B-8AA4-750EC37432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9" name="Oval 1507">
                <a:extLst>
                  <a:ext uri="{FF2B5EF4-FFF2-40B4-BE49-F238E27FC236}">
                    <a16:creationId xmlns:a16="http://schemas.microsoft.com/office/drawing/2014/main" id="{C9DB89C0-8981-6D78-99FD-4D3DB788E8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0" name="Freeform 1508">
                <a:extLst>
                  <a:ext uri="{FF2B5EF4-FFF2-40B4-BE49-F238E27FC236}">
                    <a16:creationId xmlns:a16="http://schemas.microsoft.com/office/drawing/2014/main" id="{AEA0676A-673E-1663-3F40-8CF70CE5CC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1" name="Freeform 1509">
                <a:extLst>
                  <a:ext uri="{FF2B5EF4-FFF2-40B4-BE49-F238E27FC236}">
                    <a16:creationId xmlns:a16="http://schemas.microsoft.com/office/drawing/2014/main" id="{B815EAEA-3AA3-40BC-EF04-A19170FB5A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2" name="Freeform 1510">
                <a:extLst>
                  <a:ext uri="{FF2B5EF4-FFF2-40B4-BE49-F238E27FC236}">
                    <a16:creationId xmlns:a16="http://schemas.microsoft.com/office/drawing/2014/main" id="{B729A464-04C9-BA8E-FBB8-901E3442CA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" name="Oval 1511">
                <a:extLst>
                  <a:ext uri="{FF2B5EF4-FFF2-40B4-BE49-F238E27FC236}">
                    <a16:creationId xmlns:a16="http://schemas.microsoft.com/office/drawing/2014/main" id="{22FEBDBD-8556-1EA4-1837-E1302F0641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0" name="Group 1512">
              <a:extLst>
                <a:ext uri="{FF2B5EF4-FFF2-40B4-BE49-F238E27FC236}">
                  <a16:creationId xmlns:a16="http://schemas.microsoft.com/office/drawing/2014/main" id="{C0CEDC0B-0713-86D0-D1F2-0EB359DD9A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652" name="Oval 1513">
                <a:extLst>
                  <a:ext uri="{FF2B5EF4-FFF2-40B4-BE49-F238E27FC236}">
                    <a16:creationId xmlns:a16="http://schemas.microsoft.com/office/drawing/2014/main" id="{87E852B2-5547-A07D-E506-754EC42214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3" name="Oval 1514">
                <a:extLst>
                  <a:ext uri="{FF2B5EF4-FFF2-40B4-BE49-F238E27FC236}">
                    <a16:creationId xmlns:a16="http://schemas.microsoft.com/office/drawing/2014/main" id="{F70A43B6-A21A-6442-BA41-2970E6B4E2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4" name="Freeform 1515">
                <a:extLst>
                  <a:ext uri="{FF2B5EF4-FFF2-40B4-BE49-F238E27FC236}">
                    <a16:creationId xmlns:a16="http://schemas.microsoft.com/office/drawing/2014/main" id="{177B6C5C-C15C-D584-8D7C-DA0048917F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5" name="Freeform 1516">
                <a:extLst>
                  <a:ext uri="{FF2B5EF4-FFF2-40B4-BE49-F238E27FC236}">
                    <a16:creationId xmlns:a16="http://schemas.microsoft.com/office/drawing/2014/main" id="{9406E0B4-09AF-284A-0FA0-8B2259FEB2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6" name="Freeform 1517">
                <a:extLst>
                  <a:ext uri="{FF2B5EF4-FFF2-40B4-BE49-F238E27FC236}">
                    <a16:creationId xmlns:a16="http://schemas.microsoft.com/office/drawing/2014/main" id="{A69959D5-930D-9682-F78E-2AB7B53298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7" name="Oval 1518">
                <a:extLst>
                  <a:ext uri="{FF2B5EF4-FFF2-40B4-BE49-F238E27FC236}">
                    <a16:creationId xmlns:a16="http://schemas.microsoft.com/office/drawing/2014/main" id="{68FC64C7-BAF4-222D-8BED-364C8B3877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1" name="Group 1519">
              <a:extLst>
                <a:ext uri="{FF2B5EF4-FFF2-40B4-BE49-F238E27FC236}">
                  <a16:creationId xmlns:a16="http://schemas.microsoft.com/office/drawing/2014/main" id="{1D751654-9CEB-DE30-F6B4-9604B85A69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646" name="Oval 1520">
                <a:extLst>
                  <a:ext uri="{FF2B5EF4-FFF2-40B4-BE49-F238E27FC236}">
                    <a16:creationId xmlns:a16="http://schemas.microsoft.com/office/drawing/2014/main" id="{71AB6525-21C9-3BB0-E308-F907740BD5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7" name="Oval 1521">
                <a:extLst>
                  <a:ext uri="{FF2B5EF4-FFF2-40B4-BE49-F238E27FC236}">
                    <a16:creationId xmlns:a16="http://schemas.microsoft.com/office/drawing/2014/main" id="{CD15938D-0F3C-B16D-BFEC-8442821508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8" name="Freeform 1522">
                <a:extLst>
                  <a:ext uri="{FF2B5EF4-FFF2-40B4-BE49-F238E27FC236}">
                    <a16:creationId xmlns:a16="http://schemas.microsoft.com/office/drawing/2014/main" id="{742D36B9-3124-0A90-6C91-C6083414A2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9" name="Freeform 1523">
                <a:extLst>
                  <a:ext uri="{FF2B5EF4-FFF2-40B4-BE49-F238E27FC236}">
                    <a16:creationId xmlns:a16="http://schemas.microsoft.com/office/drawing/2014/main" id="{5F800D86-D83A-9A3C-FCAF-4F8C8B080E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0" name="Freeform 1524">
                <a:extLst>
                  <a:ext uri="{FF2B5EF4-FFF2-40B4-BE49-F238E27FC236}">
                    <a16:creationId xmlns:a16="http://schemas.microsoft.com/office/drawing/2014/main" id="{A538248A-25C4-D2A0-54C5-751D36D2E9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1" name="Oval 1525">
                <a:extLst>
                  <a:ext uri="{FF2B5EF4-FFF2-40B4-BE49-F238E27FC236}">
                    <a16:creationId xmlns:a16="http://schemas.microsoft.com/office/drawing/2014/main" id="{8BEAAF44-91BF-9DAC-0E77-6F5EAA7EFF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2" name="Group 1526">
              <a:extLst>
                <a:ext uri="{FF2B5EF4-FFF2-40B4-BE49-F238E27FC236}">
                  <a16:creationId xmlns:a16="http://schemas.microsoft.com/office/drawing/2014/main" id="{6FDC5B01-83BD-AB8C-4B1F-D66693BE7C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640" name="Oval 1527">
                <a:extLst>
                  <a:ext uri="{FF2B5EF4-FFF2-40B4-BE49-F238E27FC236}">
                    <a16:creationId xmlns:a16="http://schemas.microsoft.com/office/drawing/2014/main" id="{AB0BB082-500D-17D6-CA10-459847F9B3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1" name="Oval 1528">
                <a:extLst>
                  <a:ext uri="{FF2B5EF4-FFF2-40B4-BE49-F238E27FC236}">
                    <a16:creationId xmlns:a16="http://schemas.microsoft.com/office/drawing/2014/main" id="{4677C4F2-A138-A08C-8D70-EDB7EE9A3C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2" name="Freeform 1529">
                <a:extLst>
                  <a:ext uri="{FF2B5EF4-FFF2-40B4-BE49-F238E27FC236}">
                    <a16:creationId xmlns:a16="http://schemas.microsoft.com/office/drawing/2014/main" id="{B75C8889-A098-9667-1A26-BBFAF12C7E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3" name="Freeform 1530">
                <a:extLst>
                  <a:ext uri="{FF2B5EF4-FFF2-40B4-BE49-F238E27FC236}">
                    <a16:creationId xmlns:a16="http://schemas.microsoft.com/office/drawing/2014/main" id="{C73B89E4-F4AC-9609-0E9D-850E6F9B77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4" name="Freeform 1531">
                <a:extLst>
                  <a:ext uri="{FF2B5EF4-FFF2-40B4-BE49-F238E27FC236}">
                    <a16:creationId xmlns:a16="http://schemas.microsoft.com/office/drawing/2014/main" id="{42A2BC86-6518-EDE6-2F2D-AC3AF16796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5" name="Oval 1532">
                <a:extLst>
                  <a:ext uri="{FF2B5EF4-FFF2-40B4-BE49-F238E27FC236}">
                    <a16:creationId xmlns:a16="http://schemas.microsoft.com/office/drawing/2014/main" id="{F4178CC7-A229-3781-C5F2-92DAF61891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3" name="Group 1533">
              <a:extLst>
                <a:ext uri="{FF2B5EF4-FFF2-40B4-BE49-F238E27FC236}">
                  <a16:creationId xmlns:a16="http://schemas.microsoft.com/office/drawing/2014/main" id="{CF5148A4-E017-D6DD-DCD9-C05CE4641A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634" name="Oval 1534">
                <a:extLst>
                  <a:ext uri="{FF2B5EF4-FFF2-40B4-BE49-F238E27FC236}">
                    <a16:creationId xmlns:a16="http://schemas.microsoft.com/office/drawing/2014/main" id="{529485C7-0677-6B47-949C-F9B1D77756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5" name="Oval 1535">
                <a:extLst>
                  <a:ext uri="{FF2B5EF4-FFF2-40B4-BE49-F238E27FC236}">
                    <a16:creationId xmlns:a16="http://schemas.microsoft.com/office/drawing/2014/main" id="{8E9A7815-AFC3-0E6D-1961-CB125C6E4C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6" name="Freeform 1536">
                <a:extLst>
                  <a:ext uri="{FF2B5EF4-FFF2-40B4-BE49-F238E27FC236}">
                    <a16:creationId xmlns:a16="http://schemas.microsoft.com/office/drawing/2014/main" id="{F6DDAA51-D6DF-4084-1A84-55F9AB3CCB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7" name="Freeform 1537">
                <a:extLst>
                  <a:ext uri="{FF2B5EF4-FFF2-40B4-BE49-F238E27FC236}">
                    <a16:creationId xmlns:a16="http://schemas.microsoft.com/office/drawing/2014/main" id="{D1B4D4A9-E47D-DC91-1E62-7BC5DB9F54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8" name="Freeform 1538">
                <a:extLst>
                  <a:ext uri="{FF2B5EF4-FFF2-40B4-BE49-F238E27FC236}">
                    <a16:creationId xmlns:a16="http://schemas.microsoft.com/office/drawing/2014/main" id="{17CD0176-5173-E092-202B-124F6105D1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9" name="Oval 1539">
                <a:extLst>
                  <a:ext uri="{FF2B5EF4-FFF2-40B4-BE49-F238E27FC236}">
                    <a16:creationId xmlns:a16="http://schemas.microsoft.com/office/drawing/2014/main" id="{FD223EED-9DFD-79E2-ACEA-08A979FA86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4" name="Group 1540">
              <a:extLst>
                <a:ext uri="{FF2B5EF4-FFF2-40B4-BE49-F238E27FC236}">
                  <a16:creationId xmlns:a16="http://schemas.microsoft.com/office/drawing/2014/main" id="{2D8AA3F7-0617-9D9C-2D26-1B47B37186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628" name="Oval 1541">
                <a:extLst>
                  <a:ext uri="{FF2B5EF4-FFF2-40B4-BE49-F238E27FC236}">
                    <a16:creationId xmlns:a16="http://schemas.microsoft.com/office/drawing/2014/main" id="{B03A5581-755C-C3E3-39E9-C49D7CB28D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9" name="Oval 1542">
                <a:extLst>
                  <a:ext uri="{FF2B5EF4-FFF2-40B4-BE49-F238E27FC236}">
                    <a16:creationId xmlns:a16="http://schemas.microsoft.com/office/drawing/2014/main" id="{6B05F3FE-74E2-D85D-B51D-17AB5A723D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0" name="Freeform 1543">
                <a:extLst>
                  <a:ext uri="{FF2B5EF4-FFF2-40B4-BE49-F238E27FC236}">
                    <a16:creationId xmlns:a16="http://schemas.microsoft.com/office/drawing/2014/main" id="{5A0A7D69-C9A0-68EA-E16C-BD41B199C8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1" name="Freeform 1544">
                <a:extLst>
                  <a:ext uri="{FF2B5EF4-FFF2-40B4-BE49-F238E27FC236}">
                    <a16:creationId xmlns:a16="http://schemas.microsoft.com/office/drawing/2014/main" id="{66903AFF-A722-3E62-752F-6E3BE389B0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2" name="Freeform 1545">
                <a:extLst>
                  <a:ext uri="{FF2B5EF4-FFF2-40B4-BE49-F238E27FC236}">
                    <a16:creationId xmlns:a16="http://schemas.microsoft.com/office/drawing/2014/main" id="{54DF3D79-2980-4014-1FC0-A30C3A21C6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3" name="Oval 1546">
                <a:extLst>
                  <a:ext uri="{FF2B5EF4-FFF2-40B4-BE49-F238E27FC236}">
                    <a16:creationId xmlns:a16="http://schemas.microsoft.com/office/drawing/2014/main" id="{235C0B82-49E6-5ABA-42B1-1063F6D6DA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5" name="Group 1547">
              <a:extLst>
                <a:ext uri="{FF2B5EF4-FFF2-40B4-BE49-F238E27FC236}">
                  <a16:creationId xmlns:a16="http://schemas.microsoft.com/office/drawing/2014/main" id="{C9DD9947-82FA-2425-D9C4-5B2661097A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622" name="Oval 1548">
                <a:extLst>
                  <a:ext uri="{FF2B5EF4-FFF2-40B4-BE49-F238E27FC236}">
                    <a16:creationId xmlns:a16="http://schemas.microsoft.com/office/drawing/2014/main" id="{6732D81E-0672-2956-0E88-7DA12D432F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3" name="Oval 1549">
                <a:extLst>
                  <a:ext uri="{FF2B5EF4-FFF2-40B4-BE49-F238E27FC236}">
                    <a16:creationId xmlns:a16="http://schemas.microsoft.com/office/drawing/2014/main" id="{601B7CAA-C38D-AD83-9A85-2443DFF771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4" name="Freeform 1550">
                <a:extLst>
                  <a:ext uri="{FF2B5EF4-FFF2-40B4-BE49-F238E27FC236}">
                    <a16:creationId xmlns:a16="http://schemas.microsoft.com/office/drawing/2014/main" id="{667BBDF8-586D-3947-D96A-3EA464D955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5" name="Freeform 1551">
                <a:extLst>
                  <a:ext uri="{FF2B5EF4-FFF2-40B4-BE49-F238E27FC236}">
                    <a16:creationId xmlns:a16="http://schemas.microsoft.com/office/drawing/2014/main" id="{05B0A588-0148-049A-2FD9-7E20A832AC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6" name="Freeform 1552">
                <a:extLst>
                  <a:ext uri="{FF2B5EF4-FFF2-40B4-BE49-F238E27FC236}">
                    <a16:creationId xmlns:a16="http://schemas.microsoft.com/office/drawing/2014/main" id="{FC7369A9-92A8-DE32-0161-0AC9838A84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7" name="Oval 1553">
                <a:extLst>
                  <a:ext uri="{FF2B5EF4-FFF2-40B4-BE49-F238E27FC236}">
                    <a16:creationId xmlns:a16="http://schemas.microsoft.com/office/drawing/2014/main" id="{B05A2166-BFDF-BA73-F83E-15D44B627F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6" name="Group 1554">
              <a:extLst>
                <a:ext uri="{FF2B5EF4-FFF2-40B4-BE49-F238E27FC236}">
                  <a16:creationId xmlns:a16="http://schemas.microsoft.com/office/drawing/2014/main" id="{E3378DC2-3687-9ECF-CB97-D36FAD4E9F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616" name="Oval 1555">
                <a:extLst>
                  <a:ext uri="{FF2B5EF4-FFF2-40B4-BE49-F238E27FC236}">
                    <a16:creationId xmlns:a16="http://schemas.microsoft.com/office/drawing/2014/main" id="{124A3D56-9968-12E7-5D13-D60823DC2F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7" name="Oval 1556">
                <a:extLst>
                  <a:ext uri="{FF2B5EF4-FFF2-40B4-BE49-F238E27FC236}">
                    <a16:creationId xmlns:a16="http://schemas.microsoft.com/office/drawing/2014/main" id="{C0D7EDD2-FB66-6F74-AC30-ECFBC9FDA3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8" name="Freeform 1557">
                <a:extLst>
                  <a:ext uri="{FF2B5EF4-FFF2-40B4-BE49-F238E27FC236}">
                    <a16:creationId xmlns:a16="http://schemas.microsoft.com/office/drawing/2014/main" id="{41F0E3B4-BCA5-5A9F-74C3-81DF933B47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9" name="Freeform 1558">
                <a:extLst>
                  <a:ext uri="{FF2B5EF4-FFF2-40B4-BE49-F238E27FC236}">
                    <a16:creationId xmlns:a16="http://schemas.microsoft.com/office/drawing/2014/main" id="{1150AF8F-BC01-82E1-A7FA-715CA84BA8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0" name="Freeform 1559">
                <a:extLst>
                  <a:ext uri="{FF2B5EF4-FFF2-40B4-BE49-F238E27FC236}">
                    <a16:creationId xmlns:a16="http://schemas.microsoft.com/office/drawing/2014/main" id="{D335142F-29D2-DE82-AE98-C26870E204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1" name="Oval 1560">
                <a:extLst>
                  <a:ext uri="{FF2B5EF4-FFF2-40B4-BE49-F238E27FC236}">
                    <a16:creationId xmlns:a16="http://schemas.microsoft.com/office/drawing/2014/main" id="{09BF5AC9-EA4C-AF1A-5CAE-0118F5FC0B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7" name="Group 1561">
              <a:extLst>
                <a:ext uri="{FF2B5EF4-FFF2-40B4-BE49-F238E27FC236}">
                  <a16:creationId xmlns:a16="http://schemas.microsoft.com/office/drawing/2014/main" id="{99156239-F655-65D0-915D-00BC345B68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610" name="Oval 1562">
                <a:extLst>
                  <a:ext uri="{FF2B5EF4-FFF2-40B4-BE49-F238E27FC236}">
                    <a16:creationId xmlns:a16="http://schemas.microsoft.com/office/drawing/2014/main" id="{CD4F8D94-6312-9FEF-580C-B9BAD13A43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1" name="Oval 1563">
                <a:extLst>
                  <a:ext uri="{FF2B5EF4-FFF2-40B4-BE49-F238E27FC236}">
                    <a16:creationId xmlns:a16="http://schemas.microsoft.com/office/drawing/2014/main" id="{14501A16-075E-87BB-DAC6-B1C392445B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2" name="Freeform 1564">
                <a:extLst>
                  <a:ext uri="{FF2B5EF4-FFF2-40B4-BE49-F238E27FC236}">
                    <a16:creationId xmlns:a16="http://schemas.microsoft.com/office/drawing/2014/main" id="{F07F57E3-CE86-5D71-42CC-1EBEE8A239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3" name="Freeform 1565">
                <a:extLst>
                  <a:ext uri="{FF2B5EF4-FFF2-40B4-BE49-F238E27FC236}">
                    <a16:creationId xmlns:a16="http://schemas.microsoft.com/office/drawing/2014/main" id="{663838D9-6CAF-5C2F-105A-D5DC001F2E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4" name="Freeform 1566">
                <a:extLst>
                  <a:ext uri="{FF2B5EF4-FFF2-40B4-BE49-F238E27FC236}">
                    <a16:creationId xmlns:a16="http://schemas.microsoft.com/office/drawing/2014/main" id="{1A652CBA-E892-BA47-0E19-C2A8878F9E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5" name="Oval 1567">
                <a:extLst>
                  <a:ext uri="{FF2B5EF4-FFF2-40B4-BE49-F238E27FC236}">
                    <a16:creationId xmlns:a16="http://schemas.microsoft.com/office/drawing/2014/main" id="{880285F0-FFFA-B7E7-A22E-08331C92E2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8" name="Group 1568">
              <a:extLst>
                <a:ext uri="{FF2B5EF4-FFF2-40B4-BE49-F238E27FC236}">
                  <a16:creationId xmlns:a16="http://schemas.microsoft.com/office/drawing/2014/main" id="{2EC01BA3-528B-B9B4-65FD-1A1D031E7B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604" name="Oval 1569">
                <a:extLst>
                  <a:ext uri="{FF2B5EF4-FFF2-40B4-BE49-F238E27FC236}">
                    <a16:creationId xmlns:a16="http://schemas.microsoft.com/office/drawing/2014/main" id="{36965370-854C-78E1-1B86-390EF9690A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5" name="Oval 1570">
                <a:extLst>
                  <a:ext uri="{FF2B5EF4-FFF2-40B4-BE49-F238E27FC236}">
                    <a16:creationId xmlns:a16="http://schemas.microsoft.com/office/drawing/2014/main" id="{EB3F1C6C-F6E7-D49B-1C27-E6D6EB9CC7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6" name="Freeform 1571">
                <a:extLst>
                  <a:ext uri="{FF2B5EF4-FFF2-40B4-BE49-F238E27FC236}">
                    <a16:creationId xmlns:a16="http://schemas.microsoft.com/office/drawing/2014/main" id="{FAAB88E7-A1AF-CBBB-AAFA-4E9F0631A9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7" name="Freeform 1572">
                <a:extLst>
                  <a:ext uri="{FF2B5EF4-FFF2-40B4-BE49-F238E27FC236}">
                    <a16:creationId xmlns:a16="http://schemas.microsoft.com/office/drawing/2014/main" id="{26634B8F-7D1C-4C60-2D10-68941CEDE0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8" name="Freeform 1573">
                <a:extLst>
                  <a:ext uri="{FF2B5EF4-FFF2-40B4-BE49-F238E27FC236}">
                    <a16:creationId xmlns:a16="http://schemas.microsoft.com/office/drawing/2014/main" id="{3D1A71FC-8F53-B369-088E-1D049C956B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9" name="Oval 1574">
                <a:extLst>
                  <a:ext uri="{FF2B5EF4-FFF2-40B4-BE49-F238E27FC236}">
                    <a16:creationId xmlns:a16="http://schemas.microsoft.com/office/drawing/2014/main" id="{24F25B8B-5EF2-35A3-AC9C-2BAB7E5B37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9" name="Group 1575">
              <a:extLst>
                <a:ext uri="{FF2B5EF4-FFF2-40B4-BE49-F238E27FC236}">
                  <a16:creationId xmlns:a16="http://schemas.microsoft.com/office/drawing/2014/main" id="{50B9CB41-0496-41CF-3B97-10E7A7664B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598" name="Oval 1576">
                <a:extLst>
                  <a:ext uri="{FF2B5EF4-FFF2-40B4-BE49-F238E27FC236}">
                    <a16:creationId xmlns:a16="http://schemas.microsoft.com/office/drawing/2014/main" id="{D6090726-BF0F-2D83-9C4C-97846D8EEE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9" name="Oval 1577">
                <a:extLst>
                  <a:ext uri="{FF2B5EF4-FFF2-40B4-BE49-F238E27FC236}">
                    <a16:creationId xmlns:a16="http://schemas.microsoft.com/office/drawing/2014/main" id="{FFC11458-3D62-C28F-F8D8-D79DEE040D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0" name="Freeform 1578">
                <a:extLst>
                  <a:ext uri="{FF2B5EF4-FFF2-40B4-BE49-F238E27FC236}">
                    <a16:creationId xmlns:a16="http://schemas.microsoft.com/office/drawing/2014/main" id="{5DCF27EC-B265-110C-35C7-8AC807AD47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1" name="Freeform 1579">
                <a:extLst>
                  <a:ext uri="{FF2B5EF4-FFF2-40B4-BE49-F238E27FC236}">
                    <a16:creationId xmlns:a16="http://schemas.microsoft.com/office/drawing/2014/main" id="{FAF3E842-C24D-ED4C-71EF-2886C5ADF4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2" name="Freeform 1580">
                <a:extLst>
                  <a:ext uri="{FF2B5EF4-FFF2-40B4-BE49-F238E27FC236}">
                    <a16:creationId xmlns:a16="http://schemas.microsoft.com/office/drawing/2014/main" id="{CA4D0406-627D-DF31-CEB9-9C563AAC1D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3" name="Oval 1581">
                <a:extLst>
                  <a:ext uri="{FF2B5EF4-FFF2-40B4-BE49-F238E27FC236}">
                    <a16:creationId xmlns:a16="http://schemas.microsoft.com/office/drawing/2014/main" id="{3A67954A-802D-49C0-BE40-651E0208D6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0" name="Group 1582">
              <a:extLst>
                <a:ext uri="{FF2B5EF4-FFF2-40B4-BE49-F238E27FC236}">
                  <a16:creationId xmlns:a16="http://schemas.microsoft.com/office/drawing/2014/main" id="{F33BBA48-3A45-544D-D727-6527FDCBBC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592" name="Oval 1583">
                <a:extLst>
                  <a:ext uri="{FF2B5EF4-FFF2-40B4-BE49-F238E27FC236}">
                    <a16:creationId xmlns:a16="http://schemas.microsoft.com/office/drawing/2014/main" id="{EE1D32FE-F7BE-D1F0-7F65-E69B1F8D72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3" name="Oval 1584">
                <a:extLst>
                  <a:ext uri="{FF2B5EF4-FFF2-40B4-BE49-F238E27FC236}">
                    <a16:creationId xmlns:a16="http://schemas.microsoft.com/office/drawing/2014/main" id="{D836CCD0-3C0F-3823-C2D6-1C12748A72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4" name="Freeform 1585">
                <a:extLst>
                  <a:ext uri="{FF2B5EF4-FFF2-40B4-BE49-F238E27FC236}">
                    <a16:creationId xmlns:a16="http://schemas.microsoft.com/office/drawing/2014/main" id="{6C8A5F42-AD64-AC9F-E793-20DB25ABEC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5" name="Freeform 1586">
                <a:extLst>
                  <a:ext uri="{FF2B5EF4-FFF2-40B4-BE49-F238E27FC236}">
                    <a16:creationId xmlns:a16="http://schemas.microsoft.com/office/drawing/2014/main" id="{0E0280A4-1884-F219-D173-8C33FF7B71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6" name="Freeform 1587">
                <a:extLst>
                  <a:ext uri="{FF2B5EF4-FFF2-40B4-BE49-F238E27FC236}">
                    <a16:creationId xmlns:a16="http://schemas.microsoft.com/office/drawing/2014/main" id="{D3F37EAE-F2A6-F925-E321-6EBFC7B267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7" name="Oval 1588">
                <a:extLst>
                  <a:ext uri="{FF2B5EF4-FFF2-40B4-BE49-F238E27FC236}">
                    <a16:creationId xmlns:a16="http://schemas.microsoft.com/office/drawing/2014/main" id="{947E0BF8-4C7F-954A-2D5D-CEF6C4B0FC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1" name="Group 1589">
              <a:extLst>
                <a:ext uri="{FF2B5EF4-FFF2-40B4-BE49-F238E27FC236}">
                  <a16:creationId xmlns:a16="http://schemas.microsoft.com/office/drawing/2014/main" id="{2DA342AF-6C1C-11E9-3A8D-A05255B71F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586" name="Oval 1590">
                <a:extLst>
                  <a:ext uri="{FF2B5EF4-FFF2-40B4-BE49-F238E27FC236}">
                    <a16:creationId xmlns:a16="http://schemas.microsoft.com/office/drawing/2014/main" id="{5F11C2B4-68F4-D303-AD9D-F23AF164EE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7" name="Oval 1591">
                <a:extLst>
                  <a:ext uri="{FF2B5EF4-FFF2-40B4-BE49-F238E27FC236}">
                    <a16:creationId xmlns:a16="http://schemas.microsoft.com/office/drawing/2014/main" id="{0F252F65-B478-AFCB-111D-EFE4ABC8AC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8" name="Freeform 1592">
                <a:extLst>
                  <a:ext uri="{FF2B5EF4-FFF2-40B4-BE49-F238E27FC236}">
                    <a16:creationId xmlns:a16="http://schemas.microsoft.com/office/drawing/2014/main" id="{7C92D0CC-F33A-4A8F-647D-ADEF690090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" name="Freeform 1593">
                <a:extLst>
                  <a:ext uri="{FF2B5EF4-FFF2-40B4-BE49-F238E27FC236}">
                    <a16:creationId xmlns:a16="http://schemas.microsoft.com/office/drawing/2014/main" id="{8E7FC10F-D9BD-CB9A-52DB-CFFA125F7E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" name="Freeform 1594">
                <a:extLst>
                  <a:ext uri="{FF2B5EF4-FFF2-40B4-BE49-F238E27FC236}">
                    <a16:creationId xmlns:a16="http://schemas.microsoft.com/office/drawing/2014/main" id="{5C3614A3-35FB-BD7A-2CCE-FF7DFB7D57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" name="Oval 1595">
                <a:extLst>
                  <a:ext uri="{FF2B5EF4-FFF2-40B4-BE49-F238E27FC236}">
                    <a16:creationId xmlns:a16="http://schemas.microsoft.com/office/drawing/2014/main" id="{C4500DBF-690E-1E56-63FA-E7D3C6F11A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2" name="Group 1596">
              <a:extLst>
                <a:ext uri="{FF2B5EF4-FFF2-40B4-BE49-F238E27FC236}">
                  <a16:creationId xmlns:a16="http://schemas.microsoft.com/office/drawing/2014/main" id="{BF3677BE-AAC7-C939-9CB9-A69EADDDF2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580" name="Oval 1597">
                <a:extLst>
                  <a:ext uri="{FF2B5EF4-FFF2-40B4-BE49-F238E27FC236}">
                    <a16:creationId xmlns:a16="http://schemas.microsoft.com/office/drawing/2014/main" id="{446A4594-F773-E504-BC0B-C15BF43FAA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1" name="Oval 1598">
                <a:extLst>
                  <a:ext uri="{FF2B5EF4-FFF2-40B4-BE49-F238E27FC236}">
                    <a16:creationId xmlns:a16="http://schemas.microsoft.com/office/drawing/2014/main" id="{FABB41D8-2991-4605-6790-C03F34A41E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2" name="Freeform 1599">
                <a:extLst>
                  <a:ext uri="{FF2B5EF4-FFF2-40B4-BE49-F238E27FC236}">
                    <a16:creationId xmlns:a16="http://schemas.microsoft.com/office/drawing/2014/main" id="{8BF10593-5F9F-7A1C-0251-3C8E11F90A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" name="Freeform 1600">
                <a:extLst>
                  <a:ext uri="{FF2B5EF4-FFF2-40B4-BE49-F238E27FC236}">
                    <a16:creationId xmlns:a16="http://schemas.microsoft.com/office/drawing/2014/main" id="{F091ED4E-E261-8590-E6D1-3EB5C8B234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" name="Freeform 1601">
                <a:extLst>
                  <a:ext uri="{FF2B5EF4-FFF2-40B4-BE49-F238E27FC236}">
                    <a16:creationId xmlns:a16="http://schemas.microsoft.com/office/drawing/2014/main" id="{C061697D-7569-D491-D849-4773127054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" name="Oval 1602">
                <a:extLst>
                  <a:ext uri="{FF2B5EF4-FFF2-40B4-BE49-F238E27FC236}">
                    <a16:creationId xmlns:a16="http://schemas.microsoft.com/office/drawing/2014/main" id="{B1E11713-65A4-E32F-F74D-B9D44243F4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3" name="Group 1603">
              <a:extLst>
                <a:ext uri="{FF2B5EF4-FFF2-40B4-BE49-F238E27FC236}">
                  <a16:creationId xmlns:a16="http://schemas.microsoft.com/office/drawing/2014/main" id="{944A4E2D-2350-3F6E-2B86-741860D5EC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574" name="Oval 1604">
                <a:extLst>
                  <a:ext uri="{FF2B5EF4-FFF2-40B4-BE49-F238E27FC236}">
                    <a16:creationId xmlns:a16="http://schemas.microsoft.com/office/drawing/2014/main" id="{6957CDE9-65D8-1BB2-6143-0DB26A2789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5" name="Oval 1605">
                <a:extLst>
                  <a:ext uri="{FF2B5EF4-FFF2-40B4-BE49-F238E27FC236}">
                    <a16:creationId xmlns:a16="http://schemas.microsoft.com/office/drawing/2014/main" id="{7EFA9CBC-98D6-AF5B-272B-48D7B1A3F8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6" name="Freeform 1606">
                <a:extLst>
                  <a:ext uri="{FF2B5EF4-FFF2-40B4-BE49-F238E27FC236}">
                    <a16:creationId xmlns:a16="http://schemas.microsoft.com/office/drawing/2014/main" id="{8C1D739B-5251-58C2-199B-36B32827E3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" name="Freeform 1607">
                <a:extLst>
                  <a:ext uri="{FF2B5EF4-FFF2-40B4-BE49-F238E27FC236}">
                    <a16:creationId xmlns:a16="http://schemas.microsoft.com/office/drawing/2014/main" id="{C727660C-3113-15CA-6337-E9A2FBEBFE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" name="Freeform 1608">
                <a:extLst>
                  <a:ext uri="{FF2B5EF4-FFF2-40B4-BE49-F238E27FC236}">
                    <a16:creationId xmlns:a16="http://schemas.microsoft.com/office/drawing/2014/main" id="{1F2178BC-E6E1-DB7C-04F9-E217943A35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" name="Oval 1609">
                <a:extLst>
                  <a:ext uri="{FF2B5EF4-FFF2-40B4-BE49-F238E27FC236}">
                    <a16:creationId xmlns:a16="http://schemas.microsoft.com/office/drawing/2014/main" id="{DC25C13B-9628-C0D0-41BF-CC2820B840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766" name="Group 1385">
            <a:extLst>
              <a:ext uri="{FF2B5EF4-FFF2-40B4-BE49-F238E27FC236}">
                <a16:creationId xmlns:a16="http://schemas.microsoft.com/office/drawing/2014/main" id="{8E459736-CD91-FD16-DB5B-F44F3B9575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20924" y="1582404"/>
            <a:ext cx="2818712" cy="1452616"/>
            <a:chOff x="446" y="1196"/>
            <a:chExt cx="1048" cy="312"/>
          </a:xfrm>
        </p:grpSpPr>
        <p:grpSp>
          <p:nvGrpSpPr>
            <p:cNvPr id="2767" name="Group 1386">
              <a:extLst>
                <a:ext uri="{FF2B5EF4-FFF2-40B4-BE49-F238E27FC236}">
                  <a16:creationId xmlns:a16="http://schemas.microsoft.com/office/drawing/2014/main" id="{24BC50E6-81E5-C766-0209-9E8FCF79EB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985" name="Oval 1387">
                <a:extLst>
                  <a:ext uri="{FF2B5EF4-FFF2-40B4-BE49-F238E27FC236}">
                    <a16:creationId xmlns:a16="http://schemas.microsoft.com/office/drawing/2014/main" id="{434440B8-62A0-AC07-E7DD-232267D652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6" name="Oval 1388">
                <a:extLst>
                  <a:ext uri="{FF2B5EF4-FFF2-40B4-BE49-F238E27FC236}">
                    <a16:creationId xmlns:a16="http://schemas.microsoft.com/office/drawing/2014/main" id="{5395D8EA-BBC9-8C29-4C99-95ABDD780C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7" name="Freeform 1389">
                <a:extLst>
                  <a:ext uri="{FF2B5EF4-FFF2-40B4-BE49-F238E27FC236}">
                    <a16:creationId xmlns:a16="http://schemas.microsoft.com/office/drawing/2014/main" id="{C1B0855E-7753-F856-47B0-F778ECA95F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8" name="Freeform 1390">
                <a:extLst>
                  <a:ext uri="{FF2B5EF4-FFF2-40B4-BE49-F238E27FC236}">
                    <a16:creationId xmlns:a16="http://schemas.microsoft.com/office/drawing/2014/main" id="{2624756C-4D0A-637B-6C30-EE83146F98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9" name="Freeform 1391">
                <a:extLst>
                  <a:ext uri="{FF2B5EF4-FFF2-40B4-BE49-F238E27FC236}">
                    <a16:creationId xmlns:a16="http://schemas.microsoft.com/office/drawing/2014/main" id="{7AB59E37-70D1-19F7-DAE9-66A0B93C2A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" name="Oval 1392">
                <a:extLst>
                  <a:ext uri="{FF2B5EF4-FFF2-40B4-BE49-F238E27FC236}">
                    <a16:creationId xmlns:a16="http://schemas.microsoft.com/office/drawing/2014/main" id="{3BBEF755-C11A-10E3-7E73-ECD8CCEB17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68" name="Group 1393">
              <a:extLst>
                <a:ext uri="{FF2B5EF4-FFF2-40B4-BE49-F238E27FC236}">
                  <a16:creationId xmlns:a16="http://schemas.microsoft.com/office/drawing/2014/main" id="{A69A2457-A9AC-37CE-327F-E545381A00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979" name="Oval 1394">
                <a:extLst>
                  <a:ext uri="{FF2B5EF4-FFF2-40B4-BE49-F238E27FC236}">
                    <a16:creationId xmlns:a16="http://schemas.microsoft.com/office/drawing/2014/main" id="{3173540E-CFEF-1621-022D-EE8CE297CF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0" name="Oval 1395">
                <a:extLst>
                  <a:ext uri="{FF2B5EF4-FFF2-40B4-BE49-F238E27FC236}">
                    <a16:creationId xmlns:a16="http://schemas.microsoft.com/office/drawing/2014/main" id="{DBFB272C-BE75-C239-75A2-D13291AF0E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1" name="Freeform 1396">
                <a:extLst>
                  <a:ext uri="{FF2B5EF4-FFF2-40B4-BE49-F238E27FC236}">
                    <a16:creationId xmlns:a16="http://schemas.microsoft.com/office/drawing/2014/main" id="{0ED66B33-F432-61B1-F412-875D8D0055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" name="Freeform 1397">
                <a:extLst>
                  <a:ext uri="{FF2B5EF4-FFF2-40B4-BE49-F238E27FC236}">
                    <a16:creationId xmlns:a16="http://schemas.microsoft.com/office/drawing/2014/main" id="{BF0EFD8E-C171-FC0A-585A-490757A152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" name="Freeform 1398">
                <a:extLst>
                  <a:ext uri="{FF2B5EF4-FFF2-40B4-BE49-F238E27FC236}">
                    <a16:creationId xmlns:a16="http://schemas.microsoft.com/office/drawing/2014/main" id="{A7FEE98C-C78D-D2E0-9418-BC69435605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" name="Oval 1399">
                <a:extLst>
                  <a:ext uri="{FF2B5EF4-FFF2-40B4-BE49-F238E27FC236}">
                    <a16:creationId xmlns:a16="http://schemas.microsoft.com/office/drawing/2014/main" id="{85628802-5BA3-B27B-ACED-43FB9D321A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69" name="Group 1400">
              <a:extLst>
                <a:ext uri="{FF2B5EF4-FFF2-40B4-BE49-F238E27FC236}">
                  <a16:creationId xmlns:a16="http://schemas.microsoft.com/office/drawing/2014/main" id="{EA3DFA6F-99D6-83C5-3369-1AA1370AE9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973" name="Oval 1401">
                <a:extLst>
                  <a:ext uri="{FF2B5EF4-FFF2-40B4-BE49-F238E27FC236}">
                    <a16:creationId xmlns:a16="http://schemas.microsoft.com/office/drawing/2014/main" id="{01F606E6-F06F-C435-00A7-9C963DCA2C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4" name="Oval 1402">
                <a:extLst>
                  <a:ext uri="{FF2B5EF4-FFF2-40B4-BE49-F238E27FC236}">
                    <a16:creationId xmlns:a16="http://schemas.microsoft.com/office/drawing/2014/main" id="{E19C701D-B9D8-3A2B-4241-B646D8DD8E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5" name="Freeform 1403">
                <a:extLst>
                  <a:ext uri="{FF2B5EF4-FFF2-40B4-BE49-F238E27FC236}">
                    <a16:creationId xmlns:a16="http://schemas.microsoft.com/office/drawing/2014/main" id="{464D1255-539F-515F-F7CB-9475064A54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" name="Freeform 1404">
                <a:extLst>
                  <a:ext uri="{FF2B5EF4-FFF2-40B4-BE49-F238E27FC236}">
                    <a16:creationId xmlns:a16="http://schemas.microsoft.com/office/drawing/2014/main" id="{5D532030-D441-9A0C-1F3C-9476C18B7C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" name="Freeform 1405">
                <a:extLst>
                  <a:ext uri="{FF2B5EF4-FFF2-40B4-BE49-F238E27FC236}">
                    <a16:creationId xmlns:a16="http://schemas.microsoft.com/office/drawing/2014/main" id="{1235A344-6613-2CF4-58C5-6D2CF5F266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" name="Oval 1406">
                <a:extLst>
                  <a:ext uri="{FF2B5EF4-FFF2-40B4-BE49-F238E27FC236}">
                    <a16:creationId xmlns:a16="http://schemas.microsoft.com/office/drawing/2014/main" id="{3A0962CC-7E9E-1662-95E0-32F84AFB40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0" name="Group 1407">
              <a:extLst>
                <a:ext uri="{FF2B5EF4-FFF2-40B4-BE49-F238E27FC236}">
                  <a16:creationId xmlns:a16="http://schemas.microsoft.com/office/drawing/2014/main" id="{ACAABDD5-1A8C-ACFE-AA67-FF30CFAABC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967" name="Oval 1408">
                <a:extLst>
                  <a:ext uri="{FF2B5EF4-FFF2-40B4-BE49-F238E27FC236}">
                    <a16:creationId xmlns:a16="http://schemas.microsoft.com/office/drawing/2014/main" id="{FA2E7C86-B5E7-B751-8172-8BF9D9081E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8" name="Oval 1409">
                <a:extLst>
                  <a:ext uri="{FF2B5EF4-FFF2-40B4-BE49-F238E27FC236}">
                    <a16:creationId xmlns:a16="http://schemas.microsoft.com/office/drawing/2014/main" id="{4D7E9D12-07C0-4390-6B93-16A3DB15D7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9" name="Freeform 1410">
                <a:extLst>
                  <a:ext uri="{FF2B5EF4-FFF2-40B4-BE49-F238E27FC236}">
                    <a16:creationId xmlns:a16="http://schemas.microsoft.com/office/drawing/2014/main" id="{3A17E10F-B131-AFA9-3069-535B815EFB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0" name="Freeform 1411">
                <a:extLst>
                  <a:ext uri="{FF2B5EF4-FFF2-40B4-BE49-F238E27FC236}">
                    <a16:creationId xmlns:a16="http://schemas.microsoft.com/office/drawing/2014/main" id="{1B5AB26E-3971-F513-9066-D07A05A75A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" name="Freeform 1412">
                <a:extLst>
                  <a:ext uri="{FF2B5EF4-FFF2-40B4-BE49-F238E27FC236}">
                    <a16:creationId xmlns:a16="http://schemas.microsoft.com/office/drawing/2014/main" id="{B829E256-1B66-17CF-F200-9CC78D9495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" name="Oval 1413">
                <a:extLst>
                  <a:ext uri="{FF2B5EF4-FFF2-40B4-BE49-F238E27FC236}">
                    <a16:creationId xmlns:a16="http://schemas.microsoft.com/office/drawing/2014/main" id="{0AA8D6D2-82BA-78A8-A3C0-1724AAD6FD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1" name="Group 1414">
              <a:extLst>
                <a:ext uri="{FF2B5EF4-FFF2-40B4-BE49-F238E27FC236}">
                  <a16:creationId xmlns:a16="http://schemas.microsoft.com/office/drawing/2014/main" id="{E61AFB2F-F390-7940-5512-33B10E148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961" name="Oval 1415">
                <a:extLst>
                  <a:ext uri="{FF2B5EF4-FFF2-40B4-BE49-F238E27FC236}">
                    <a16:creationId xmlns:a16="http://schemas.microsoft.com/office/drawing/2014/main" id="{F61DE2A5-05D8-27EB-BAF4-66DD4C3BEA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2" name="Oval 1416">
                <a:extLst>
                  <a:ext uri="{FF2B5EF4-FFF2-40B4-BE49-F238E27FC236}">
                    <a16:creationId xmlns:a16="http://schemas.microsoft.com/office/drawing/2014/main" id="{E83735D2-7607-A725-2E9D-FF70E0118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3" name="Freeform 1417">
                <a:extLst>
                  <a:ext uri="{FF2B5EF4-FFF2-40B4-BE49-F238E27FC236}">
                    <a16:creationId xmlns:a16="http://schemas.microsoft.com/office/drawing/2014/main" id="{B72C2390-F3C9-8F95-E911-3371011830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4" name="Freeform 1418">
                <a:extLst>
                  <a:ext uri="{FF2B5EF4-FFF2-40B4-BE49-F238E27FC236}">
                    <a16:creationId xmlns:a16="http://schemas.microsoft.com/office/drawing/2014/main" id="{ED858197-B8FC-0229-1FB9-E1FD3144C8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5" name="Freeform 1419">
                <a:extLst>
                  <a:ext uri="{FF2B5EF4-FFF2-40B4-BE49-F238E27FC236}">
                    <a16:creationId xmlns:a16="http://schemas.microsoft.com/office/drawing/2014/main" id="{DBB54EC9-651A-E5A4-46C9-39C02A9488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6" name="Oval 1420">
                <a:extLst>
                  <a:ext uri="{FF2B5EF4-FFF2-40B4-BE49-F238E27FC236}">
                    <a16:creationId xmlns:a16="http://schemas.microsoft.com/office/drawing/2014/main" id="{5E27A172-1311-03BC-C9A9-6C7116E55A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2" name="Group 1421">
              <a:extLst>
                <a:ext uri="{FF2B5EF4-FFF2-40B4-BE49-F238E27FC236}">
                  <a16:creationId xmlns:a16="http://schemas.microsoft.com/office/drawing/2014/main" id="{1D1DFADA-B214-A8F0-46B5-6A8B3AB681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955" name="Oval 1422">
                <a:extLst>
                  <a:ext uri="{FF2B5EF4-FFF2-40B4-BE49-F238E27FC236}">
                    <a16:creationId xmlns:a16="http://schemas.microsoft.com/office/drawing/2014/main" id="{0DF75881-A664-E19A-C6CF-CF5D83DECB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6" name="Oval 1423">
                <a:extLst>
                  <a:ext uri="{FF2B5EF4-FFF2-40B4-BE49-F238E27FC236}">
                    <a16:creationId xmlns:a16="http://schemas.microsoft.com/office/drawing/2014/main" id="{7B34DD79-5B28-2CF7-173E-D69D9FB31A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7" name="Freeform 1424">
                <a:extLst>
                  <a:ext uri="{FF2B5EF4-FFF2-40B4-BE49-F238E27FC236}">
                    <a16:creationId xmlns:a16="http://schemas.microsoft.com/office/drawing/2014/main" id="{3BA557A6-DAEA-C57A-D1FC-F9B05EC09F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8" name="Freeform 1425">
                <a:extLst>
                  <a:ext uri="{FF2B5EF4-FFF2-40B4-BE49-F238E27FC236}">
                    <a16:creationId xmlns:a16="http://schemas.microsoft.com/office/drawing/2014/main" id="{F5D04F7B-9A4A-8AF7-3572-6C4F986839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9" name="Freeform 1426">
                <a:extLst>
                  <a:ext uri="{FF2B5EF4-FFF2-40B4-BE49-F238E27FC236}">
                    <a16:creationId xmlns:a16="http://schemas.microsoft.com/office/drawing/2014/main" id="{C6D55A3B-38F2-C281-CC6A-B5D67F71E8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0" name="Oval 1427">
                <a:extLst>
                  <a:ext uri="{FF2B5EF4-FFF2-40B4-BE49-F238E27FC236}">
                    <a16:creationId xmlns:a16="http://schemas.microsoft.com/office/drawing/2014/main" id="{746E330C-868F-152D-0C20-27648BE8E3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3" name="Group 1428">
              <a:extLst>
                <a:ext uri="{FF2B5EF4-FFF2-40B4-BE49-F238E27FC236}">
                  <a16:creationId xmlns:a16="http://schemas.microsoft.com/office/drawing/2014/main" id="{2C086737-4008-FD23-978B-512706528DA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949" name="Oval 1429">
                <a:extLst>
                  <a:ext uri="{FF2B5EF4-FFF2-40B4-BE49-F238E27FC236}">
                    <a16:creationId xmlns:a16="http://schemas.microsoft.com/office/drawing/2014/main" id="{483600ED-18DA-5AC1-ED1C-E762360C39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0" name="Oval 1430">
                <a:extLst>
                  <a:ext uri="{FF2B5EF4-FFF2-40B4-BE49-F238E27FC236}">
                    <a16:creationId xmlns:a16="http://schemas.microsoft.com/office/drawing/2014/main" id="{9C838CB6-A5CF-3C38-A73B-7311D7C3F5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1" name="Freeform 1431">
                <a:extLst>
                  <a:ext uri="{FF2B5EF4-FFF2-40B4-BE49-F238E27FC236}">
                    <a16:creationId xmlns:a16="http://schemas.microsoft.com/office/drawing/2014/main" id="{A3AF25FA-4022-90C5-2743-F79FBAAB5B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2" name="Freeform 1432">
                <a:extLst>
                  <a:ext uri="{FF2B5EF4-FFF2-40B4-BE49-F238E27FC236}">
                    <a16:creationId xmlns:a16="http://schemas.microsoft.com/office/drawing/2014/main" id="{E2F47658-6F95-405C-8922-EC9D77801A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3" name="Freeform 1433">
                <a:extLst>
                  <a:ext uri="{FF2B5EF4-FFF2-40B4-BE49-F238E27FC236}">
                    <a16:creationId xmlns:a16="http://schemas.microsoft.com/office/drawing/2014/main" id="{79AFC5C6-7912-84EE-45BB-E58D7726C0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4" name="Oval 1434">
                <a:extLst>
                  <a:ext uri="{FF2B5EF4-FFF2-40B4-BE49-F238E27FC236}">
                    <a16:creationId xmlns:a16="http://schemas.microsoft.com/office/drawing/2014/main" id="{4E5FEF94-173F-8EE8-6805-8A3D6C876B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4" name="Group 1435">
              <a:extLst>
                <a:ext uri="{FF2B5EF4-FFF2-40B4-BE49-F238E27FC236}">
                  <a16:creationId xmlns:a16="http://schemas.microsoft.com/office/drawing/2014/main" id="{0E90F631-AA96-188C-4300-2D22FE64F7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943" name="Oval 1436">
                <a:extLst>
                  <a:ext uri="{FF2B5EF4-FFF2-40B4-BE49-F238E27FC236}">
                    <a16:creationId xmlns:a16="http://schemas.microsoft.com/office/drawing/2014/main" id="{1FF00C79-FFEF-68E6-F81E-357BCCB904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44" name="Oval 1437">
                <a:extLst>
                  <a:ext uri="{FF2B5EF4-FFF2-40B4-BE49-F238E27FC236}">
                    <a16:creationId xmlns:a16="http://schemas.microsoft.com/office/drawing/2014/main" id="{BB64D3FB-3308-8E94-6BF5-6536468113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45" name="Freeform 1438">
                <a:extLst>
                  <a:ext uri="{FF2B5EF4-FFF2-40B4-BE49-F238E27FC236}">
                    <a16:creationId xmlns:a16="http://schemas.microsoft.com/office/drawing/2014/main" id="{DC7FA8BB-8342-6490-705A-2D4BB25F07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6" name="Freeform 1439">
                <a:extLst>
                  <a:ext uri="{FF2B5EF4-FFF2-40B4-BE49-F238E27FC236}">
                    <a16:creationId xmlns:a16="http://schemas.microsoft.com/office/drawing/2014/main" id="{2D9744F7-C92C-02D3-71D8-6184119660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7" name="Freeform 1440">
                <a:extLst>
                  <a:ext uri="{FF2B5EF4-FFF2-40B4-BE49-F238E27FC236}">
                    <a16:creationId xmlns:a16="http://schemas.microsoft.com/office/drawing/2014/main" id="{A80D49E3-6FA4-1AEA-7B32-70EC0677B9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8" name="Oval 1441">
                <a:extLst>
                  <a:ext uri="{FF2B5EF4-FFF2-40B4-BE49-F238E27FC236}">
                    <a16:creationId xmlns:a16="http://schemas.microsoft.com/office/drawing/2014/main" id="{AF484C92-30BB-EE3D-8818-05B844D439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5" name="Group 1442">
              <a:extLst>
                <a:ext uri="{FF2B5EF4-FFF2-40B4-BE49-F238E27FC236}">
                  <a16:creationId xmlns:a16="http://schemas.microsoft.com/office/drawing/2014/main" id="{E91969DB-BD63-006F-8316-5B3693B941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937" name="Oval 1443">
                <a:extLst>
                  <a:ext uri="{FF2B5EF4-FFF2-40B4-BE49-F238E27FC236}">
                    <a16:creationId xmlns:a16="http://schemas.microsoft.com/office/drawing/2014/main" id="{84967839-F9BA-1A14-5898-86ACDEE7A1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8" name="Oval 1444">
                <a:extLst>
                  <a:ext uri="{FF2B5EF4-FFF2-40B4-BE49-F238E27FC236}">
                    <a16:creationId xmlns:a16="http://schemas.microsoft.com/office/drawing/2014/main" id="{0DF6D087-517C-8E9E-0E9B-D101360A69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9" name="Freeform 1445">
                <a:extLst>
                  <a:ext uri="{FF2B5EF4-FFF2-40B4-BE49-F238E27FC236}">
                    <a16:creationId xmlns:a16="http://schemas.microsoft.com/office/drawing/2014/main" id="{38A04E27-E447-A5EA-937B-A1C571C082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0" name="Freeform 1446">
                <a:extLst>
                  <a:ext uri="{FF2B5EF4-FFF2-40B4-BE49-F238E27FC236}">
                    <a16:creationId xmlns:a16="http://schemas.microsoft.com/office/drawing/2014/main" id="{5D9E1084-7A7D-5B9E-5D24-B7D8279760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1" name="Freeform 1447">
                <a:extLst>
                  <a:ext uri="{FF2B5EF4-FFF2-40B4-BE49-F238E27FC236}">
                    <a16:creationId xmlns:a16="http://schemas.microsoft.com/office/drawing/2014/main" id="{48A8A312-7AF7-5FF1-DBCC-D556506D20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2" name="Oval 1448">
                <a:extLst>
                  <a:ext uri="{FF2B5EF4-FFF2-40B4-BE49-F238E27FC236}">
                    <a16:creationId xmlns:a16="http://schemas.microsoft.com/office/drawing/2014/main" id="{5155601F-92C2-009A-4BFC-07BF112187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6" name="Group 1449">
              <a:extLst>
                <a:ext uri="{FF2B5EF4-FFF2-40B4-BE49-F238E27FC236}">
                  <a16:creationId xmlns:a16="http://schemas.microsoft.com/office/drawing/2014/main" id="{035FB1DC-6F47-EBB6-FFDF-65696C759D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931" name="Oval 1450">
                <a:extLst>
                  <a:ext uri="{FF2B5EF4-FFF2-40B4-BE49-F238E27FC236}">
                    <a16:creationId xmlns:a16="http://schemas.microsoft.com/office/drawing/2014/main" id="{F8DE8782-144C-114B-BCB1-1391D63317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2" name="Oval 1451">
                <a:extLst>
                  <a:ext uri="{FF2B5EF4-FFF2-40B4-BE49-F238E27FC236}">
                    <a16:creationId xmlns:a16="http://schemas.microsoft.com/office/drawing/2014/main" id="{99E0CC93-5A90-43C1-F278-1F5CDFC4AF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3" name="Freeform 1452">
                <a:extLst>
                  <a:ext uri="{FF2B5EF4-FFF2-40B4-BE49-F238E27FC236}">
                    <a16:creationId xmlns:a16="http://schemas.microsoft.com/office/drawing/2014/main" id="{441BCBB9-5737-3656-C89B-144C933CF3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4" name="Freeform 1453">
                <a:extLst>
                  <a:ext uri="{FF2B5EF4-FFF2-40B4-BE49-F238E27FC236}">
                    <a16:creationId xmlns:a16="http://schemas.microsoft.com/office/drawing/2014/main" id="{F0AFBFA6-F962-4F8D-F067-A3E56F58C4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5" name="Freeform 1454">
                <a:extLst>
                  <a:ext uri="{FF2B5EF4-FFF2-40B4-BE49-F238E27FC236}">
                    <a16:creationId xmlns:a16="http://schemas.microsoft.com/office/drawing/2014/main" id="{17DDA1FD-F804-0682-A2A9-A4353C5401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6" name="Oval 1455">
                <a:extLst>
                  <a:ext uri="{FF2B5EF4-FFF2-40B4-BE49-F238E27FC236}">
                    <a16:creationId xmlns:a16="http://schemas.microsoft.com/office/drawing/2014/main" id="{64EC81E8-2682-AE45-9748-D46EDB4398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7" name="Group 1456">
              <a:extLst>
                <a:ext uri="{FF2B5EF4-FFF2-40B4-BE49-F238E27FC236}">
                  <a16:creationId xmlns:a16="http://schemas.microsoft.com/office/drawing/2014/main" id="{D5764750-61EA-1A11-B98F-2D3239A4E9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925" name="Oval 1457">
                <a:extLst>
                  <a:ext uri="{FF2B5EF4-FFF2-40B4-BE49-F238E27FC236}">
                    <a16:creationId xmlns:a16="http://schemas.microsoft.com/office/drawing/2014/main" id="{84EC973B-F8E3-D4DA-6C6D-489F44B052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6" name="Oval 1458">
                <a:extLst>
                  <a:ext uri="{FF2B5EF4-FFF2-40B4-BE49-F238E27FC236}">
                    <a16:creationId xmlns:a16="http://schemas.microsoft.com/office/drawing/2014/main" id="{B606AB38-8C1F-E02B-F7AA-8AAC3C02ED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7" name="Freeform 1459">
                <a:extLst>
                  <a:ext uri="{FF2B5EF4-FFF2-40B4-BE49-F238E27FC236}">
                    <a16:creationId xmlns:a16="http://schemas.microsoft.com/office/drawing/2014/main" id="{28172ADC-7E86-9614-1368-6CF3E782F6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8" name="Freeform 1460">
                <a:extLst>
                  <a:ext uri="{FF2B5EF4-FFF2-40B4-BE49-F238E27FC236}">
                    <a16:creationId xmlns:a16="http://schemas.microsoft.com/office/drawing/2014/main" id="{A956A961-B940-E4C6-39F2-9480B810FC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9" name="Freeform 1461">
                <a:extLst>
                  <a:ext uri="{FF2B5EF4-FFF2-40B4-BE49-F238E27FC236}">
                    <a16:creationId xmlns:a16="http://schemas.microsoft.com/office/drawing/2014/main" id="{B93286D0-31DE-8DFC-63EC-4154EFC8EA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0" name="Oval 1462">
                <a:extLst>
                  <a:ext uri="{FF2B5EF4-FFF2-40B4-BE49-F238E27FC236}">
                    <a16:creationId xmlns:a16="http://schemas.microsoft.com/office/drawing/2014/main" id="{8E743E87-B2EF-B424-3BED-CCBCE76EC5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8" name="Group 1463">
              <a:extLst>
                <a:ext uri="{FF2B5EF4-FFF2-40B4-BE49-F238E27FC236}">
                  <a16:creationId xmlns:a16="http://schemas.microsoft.com/office/drawing/2014/main" id="{3BA814CC-4B4C-CC00-DDA1-7FF57DB0EC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919" name="Oval 1464">
                <a:extLst>
                  <a:ext uri="{FF2B5EF4-FFF2-40B4-BE49-F238E27FC236}">
                    <a16:creationId xmlns:a16="http://schemas.microsoft.com/office/drawing/2014/main" id="{E87064DC-4142-80F5-8A17-C971369D4F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0" name="Oval 1465">
                <a:extLst>
                  <a:ext uri="{FF2B5EF4-FFF2-40B4-BE49-F238E27FC236}">
                    <a16:creationId xmlns:a16="http://schemas.microsoft.com/office/drawing/2014/main" id="{FDABA865-D166-FAF1-A993-7BF6A16238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1" name="Freeform 1466">
                <a:extLst>
                  <a:ext uri="{FF2B5EF4-FFF2-40B4-BE49-F238E27FC236}">
                    <a16:creationId xmlns:a16="http://schemas.microsoft.com/office/drawing/2014/main" id="{A875B1C6-927A-F2A8-C9C7-6CBB7BFFC2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2" name="Freeform 1467">
                <a:extLst>
                  <a:ext uri="{FF2B5EF4-FFF2-40B4-BE49-F238E27FC236}">
                    <a16:creationId xmlns:a16="http://schemas.microsoft.com/office/drawing/2014/main" id="{882A8ABB-130A-EA0F-1C7E-5662663156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3" name="Freeform 1468">
                <a:extLst>
                  <a:ext uri="{FF2B5EF4-FFF2-40B4-BE49-F238E27FC236}">
                    <a16:creationId xmlns:a16="http://schemas.microsoft.com/office/drawing/2014/main" id="{04B1C202-5D46-89BB-6BF7-2DA3125269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4" name="Oval 1469">
                <a:extLst>
                  <a:ext uri="{FF2B5EF4-FFF2-40B4-BE49-F238E27FC236}">
                    <a16:creationId xmlns:a16="http://schemas.microsoft.com/office/drawing/2014/main" id="{13D6A1F5-4236-28D2-F5CB-9D5D48F014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9" name="Group 1470">
              <a:extLst>
                <a:ext uri="{FF2B5EF4-FFF2-40B4-BE49-F238E27FC236}">
                  <a16:creationId xmlns:a16="http://schemas.microsoft.com/office/drawing/2014/main" id="{16E5C0DC-7AAE-7340-FF7B-315ADB63E4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913" name="Oval 1471">
                <a:extLst>
                  <a:ext uri="{FF2B5EF4-FFF2-40B4-BE49-F238E27FC236}">
                    <a16:creationId xmlns:a16="http://schemas.microsoft.com/office/drawing/2014/main" id="{2F8E0737-D1B6-FE39-A3B3-2F4E9D044F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4" name="Oval 1472">
                <a:extLst>
                  <a:ext uri="{FF2B5EF4-FFF2-40B4-BE49-F238E27FC236}">
                    <a16:creationId xmlns:a16="http://schemas.microsoft.com/office/drawing/2014/main" id="{F265C998-8794-1E84-AD47-160E132764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5" name="Freeform 1473">
                <a:extLst>
                  <a:ext uri="{FF2B5EF4-FFF2-40B4-BE49-F238E27FC236}">
                    <a16:creationId xmlns:a16="http://schemas.microsoft.com/office/drawing/2014/main" id="{57F52DBB-F360-2FBA-E4D1-811FBC7292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6" name="Freeform 1474">
                <a:extLst>
                  <a:ext uri="{FF2B5EF4-FFF2-40B4-BE49-F238E27FC236}">
                    <a16:creationId xmlns:a16="http://schemas.microsoft.com/office/drawing/2014/main" id="{18457DE6-C7DD-86D8-0CBE-1D07C7079C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7" name="Freeform 1475">
                <a:extLst>
                  <a:ext uri="{FF2B5EF4-FFF2-40B4-BE49-F238E27FC236}">
                    <a16:creationId xmlns:a16="http://schemas.microsoft.com/office/drawing/2014/main" id="{7DBC4878-F38A-7485-F01C-D0F05F527B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8" name="Oval 1476">
                <a:extLst>
                  <a:ext uri="{FF2B5EF4-FFF2-40B4-BE49-F238E27FC236}">
                    <a16:creationId xmlns:a16="http://schemas.microsoft.com/office/drawing/2014/main" id="{8492EC50-179F-497A-F191-D98B8D4E49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0" name="Group 1477">
              <a:extLst>
                <a:ext uri="{FF2B5EF4-FFF2-40B4-BE49-F238E27FC236}">
                  <a16:creationId xmlns:a16="http://schemas.microsoft.com/office/drawing/2014/main" id="{75B0B8D5-9D72-0156-9DC5-5341CE2CFB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907" name="Oval 1478">
                <a:extLst>
                  <a:ext uri="{FF2B5EF4-FFF2-40B4-BE49-F238E27FC236}">
                    <a16:creationId xmlns:a16="http://schemas.microsoft.com/office/drawing/2014/main" id="{04B3B0D5-A4D9-85F4-9F22-03711E0862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8" name="Oval 1479">
                <a:extLst>
                  <a:ext uri="{FF2B5EF4-FFF2-40B4-BE49-F238E27FC236}">
                    <a16:creationId xmlns:a16="http://schemas.microsoft.com/office/drawing/2014/main" id="{22D94E12-4676-9E04-CEAA-89F64B82BD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9" name="Freeform 1480">
                <a:extLst>
                  <a:ext uri="{FF2B5EF4-FFF2-40B4-BE49-F238E27FC236}">
                    <a16:creationId xmlns:a16="http://schemas.microsoft.com/office/drawing/2014/main" id="{BBBD7AEF-CD27-2311-7146-A38356BE0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0" name="Freeform 1481">
                <a:extLst>
                  <a:ext uri="{FF2B5EF4-FFF2-40B4-BE49-F238E27FC236}">
                    <a16:creationId xmlns:a16="http://schemas.microsoft.com/office/drawing/2014/main" id="{46193A55-1075-0EEB-9257-9162CEEAE8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1" name="Freeform 1482">
                <a:extLst>
                  <a:ext uri="{FF2B5EF4-FFF2-40B4-BE49-F238E27FC236}">
                    <a16:creationId xmlns:a16="http://schemas.microsoft.com/office/drawing/2014/main" id="{66E72C8E-0043-6717-F305-ECD52B2260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2" name="Oval 1483">
                <a:extLst>
                  <a:ext uri="{FF2B5EF4-FFF2-40B4-BE49-F238E27FC236}">
                    <a16:creationId xmlns:a16="http://schemas.microsoft.com/office/drawing/2014/main" id="{42BC4ED1-2B2F-53F3-1566-126DBFF745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1" name="Group 1484">
              <a:extLst>
                <a:ext uri="{FF2B5EF4-FFF2-40B4-BE49-F238E27FC236}">
                  <a16:creationId xmlns:a16="http://schemas.microsoft.com/office/drawing/2014/main" id="{A3BE0ED3-8AFB-3BD5-7A68-4C1A820AB3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901" name="Oval 1485">
                <a:extLst>
                  <a:ext uri="{FF2B5EF4-FFF2-40B4-BE49-F238E27FC236}">
                    <a16:creationId xmlns:a16="http://schemas.microsoft.com/office/drawing/2014/main" id="{9EBE5921-499F-069B-DFDF-D301E6D3FD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2" name="Oval 1486">
                <a:extLst>
                  <a:ext uri="{FF2B5EF4-FFF2-40B4-BE49-F238E27FC236}">
                    <a16:creationId xmlns:a16="http://schemas.microsoft.com/office/drawing/2014/main" id="{0EA18F83-8612-9240-1E01-80ACBA3121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3" name="Freeform 1487">
                <a:extLst>
                  <a:ext uri="{FF2B5EF4-FFF2-40B4-BE49-F238E27FC236}">
                    <a16:creationId xmlns:a16="http://schemas.microsoft.com/office/drawing/2014/main" id="{BC67C7D6-560B-5734-2BC9-43DAB41E9B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4" name="Freeform 1488">
                <a:extLst>
                  <a:ext uri="{FF2B5EF4-FFF2-40B4-BE49-F238E27FC236}">
                    <a16:creationId xmlns:a16="http://schemas.microsoft.com/office/drawing/2014/main" id="{0AB91A0A-1D26-593B-3A9C-B200E6EEB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5" name="Freeform 1489">
                <a:extLst>
                  <a:ext uri="{FF2B5EF4-FFF2-40B4-BE49-F238E27FC236}">
                    <a16:creationId xmlns:a16="http://schemas.microsoft.com/office/drawing/2014/main" id="{D36D7AE3-BB67-2686-0212-C97644AE67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6" name="Oval 1490">
                <a:extLst>
                  <a:ext uri="{FF2B5EF4-FFF2-40B4-BE49-F238E27FC236}">
                    <a16:creationId xmlns:a16="http://schemas.microsoft.com/office/drawing/2014/main" id="{49503B42-C3D2-BF6C-DAF9-FE13888899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2" name="Group 1491">
              <a:extLst>
                <a:ext uri="{FF2B5EF4-FFF2-40B4-BE49-F238E27FC236}">
                  <a16:creationId xmlns:a16="http://schemas.microsoft.com/office/drawing/2014/main" id="{12AB328C-602E-72BB-3AB7-8C7C0E72FA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895" name="Oval 1492">
                <a:extLst>
                  <a:ext uri="{FF2B5EF4-FFF2-40B4-BE49-F238E27FC236}">
                    <a16:creationId xmlns:a16="http://schemas.microsoft.com/office/drawing/2014/main" id="{DA6954C1-7289-18FE-8E13-FDE186BA51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6" name="Oval 1493">
                <a:extLst>
                  <a:ext uri="{FF2B5EF4-FFF2-40B4-BE49-F238E27FC236}">
                    <a16:creationId xmlns:a16="http://schemas.microsoft.com/office/drawing/2014/main" id="{5F440E06-EF1D-5B11-9684-DE67EC831A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7" name="Freeform 1494">
                <a:extLst>
                  <a:ext uri="{FF2B5EF4-FFF2-40B4-BE49-F238E27FC236}">
                    <a16:creationId xmlns:a16="http://schemas.microsoft.com/office/drawing/2014/main" id="{BC8EF616-7940-464E-A83F-2B4D987BF9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8" name="Freeform 1495">
                <a:extLst>
                  <a:ext uri="{FF2B5EF4-FFF2-40B4-BE49-F238E27FC236}">
                    <a16:creationId xmlns:a16="http://schemas.microsoft.com/office/drawing/2014/main" id="{9DFF566D-D3C1-803D-685C-3C3A1183A1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9" name="Freeform 1496">
                <a:extLst>
                  <a:ext uri="{FF2B5EF4-FFF2-40B4-BE49-F238E27FC236}">
                    <a16:creationId xmlns:a16="http://schemas.microsoft.com/office/drawing/2014/main" id="{2FAAF951-67AE-6A35-5BAB-28901C55A9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0" name="Oval 1497">
                <a:extLst>
                  <a:ext uri="{FF2B5EF4-FFF2-40B4-BE49-F238E27FC236}">
                    <a16:creationId xmlns:a16="http://schemas.microsoft.com/office/drawing/2014/main" id="{A03EFD62-BB5B-B3D3-48C7-C49ED76A58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3" name="Group 1498">
              <a:extLst>
                <a:ext uri="{FF2B5EF4-FFF2-40B4-BE49-F238E27FC236}">
                  <a16:creationId xmlns:a16="http://schemas.microsoft.com/office/drawing/2014/main" id="{B9A0849C-5975-7866-94F7-E89C0CDF26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889" name="Oval 1499">
                <a:extLst>
                  <a:ext uri="{FF2B5EF4-FFF2-40B4-BE49-F238E27FC236}">
                    <a16:creationId xmlns:a16="http://schemas.microsoft.com/office/drawing/2014/main" id="{02A0B159-325D-3118-11C6-651CADD79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0" name="Oval 1500">
                <a:extLst>
                  <a:ext uri="{FF2B5EF4-FFF2-40B4-BE49-F238E27FC236}">
                    <a16:creationId xmlns:a16="http://schemas.microsoft.com/office/drawing/2014/main" id="{1032F442-B461-E64D-B3BA-6AED447891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1" name="Freeform 1501">
                <a:extLst>
                  <a:ext uri="{FF2B5EF4-FFF2-40B4-BE49-F238E27FC236}">
                    <a16:creationId xmlns:a16="http://schemas.microsoft.com/office/drawing/2014/main" id="{9FEF4325-9C1C-E909-C800-19569A6AC4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2" name="Freeform 1502">
                <a:extLst>
                  <a:ext uri="{FF2B5EF4-FFF2-40B4-BE49-F238E27FC236}">
                    <a16:creationId xmlns:a16="http://schemas.microsoft.com/office/drawing/2014/main" id="{91E19B74-A891-7E45-EFC2-B139DFF2A4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3" name="Freeform 1503">
                <a:extLst>
                  <a:ext uri="{FF2B5EF4-FFF2-40B4-BE49-F238E27FC236}">
                    <a16:creationId xmlns:a16="http://schemas.microsoft.com/office/drawing/2014/main" id="{385FAC74-6765-E181-85A1-2E3C5CEA24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4" name="Oval 1504">
                <a:extLst>
                  <a:ext uri="{FF2B5EF4-FFF2-40B4-BE49-F238E27FC236}">
                    <a16:creationId xmlns:a16="http://schemas.microsoft.com/office/drawing/2014/main" id="{E49BDDEC-6FBC-C35E-D6D9-F1C1084D0C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4" name="Group 1505">
              <a:extLst>
                <a:ext uri="{FF2B5EF4-FFF2-40B4-BE49-F238E27FC236}">
                  <a16:creationId xmlns:a16="http://schemas.microsoft.com/office/drawing/2014/main" id="{797D2F59-BCBB-3DB9-D95B-D4EE34FF26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883" name="Oval 1506">
                <a:extLst>
                  <a:ext uri="{FF2B5EF4-FFF2-40B4-BE49-F238E27FC236}">
                    <a16:creationId xmlns:a16="http://schemas.microsoft.com/office/drawing/2014/main" id="{BC0AF3A6-001D-BD72-47A4-C3E34DC943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4" name="Oval 1507">
                <a:extLst>
                  <a:ext uri="{FF2B5EF4-FFF2-40B4-BE49-F238E27FC236}">
                    <a16:creationId xmlns:a16="http://schemas.microsoft.com/office/drawing/2014/main" id="{F1BCB13A-C165-DA31-4345-E9001CCA73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5" name="Freeform 1508">
                <a:extLst>
                  <a:ext uri="{FF2B5EF4-FFF2-40B4-BE49-F238E27FC236}">
                    <a16:creationId xmlns:a16="http://schemas.microsoft.com/office/drawing/2014/main" id="{5638F6D2-0531-21F7-9942-AE6773AE8B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" name="Freeform 1509">
                <a:extLst>
                  <a:ext uri="{FF2B5EF4-FFF2-40B4-BE49-F238E27FC236}">
                    <a16:creationId xmlns:a16="http://schemas.microsoft.com/office/drawing/2014/main" id="{344DF2C2-35A8-2FDA-9109-135BF71AC1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" name="Freeform 1510">
                <a:extLst>
                  <a:ext uri="{FF2B5EF4-FFF2-40B4-BE49-F238E27FC236}">
                    <a16:creationId xmlns:a16="http://schemas.microsoft.com/office/drawing/2014/main" id="{36A881D4-2D05-324B-59CA-CC0EB31EB3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" name="Oval 1511">
                <a:extLst>
                  <a:ext uri="{FF2B5EF4-FFF2-40B4-BE49-F238E27FC236}">
                    <a16:creationId xmlns:a16="http://schemas.microsoft.com/office/drawing/2014/main" id="{D7A305C7-16CC-6521-F7AC-850344D0C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5" name="Group 1512">
              <a:extLst>
                <a:ext uri="{FF2B5EF4-FFF2-40B4-BE49-F238E27FC236}">
                  <a16:creationId xmlns:a16="http://schemas.microsoft.com/office/drawing/2014/main" id="{195E7174-0FF8-EC62-A701-3E05B77288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877" name="Oval 1513">
                <a:extLst>
                  <a:ext uri="{FF2B5EF4-FFF2-40B4-BE49-F238E27FC236}">
                    <a16:creationId xmlns:a16="http://schemas.microsoft.com/office/drawing/2014/main" id="{B49FC84D-6880-10D9-6296-7873A8AF32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8" name="Oval 1514">
                <a:extLst>
                  <a:ext uri="{FF2B5EF4-FFF2-40B4-BE49-F238E27FC236}">
                    <a16:creationId xmlns:a16="http://schemas.microsoft.com/office/drawing/2014/main" id="{0263EF1D-A709-A3DB-0856-E4D4D87958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9" name="Freeform 1515">
                <a:extLst>
                  <a:ext uri="{FF2B5EF4-FFF2-40B4-BE49-F238E27FC236}">
                    <a16:creationId xmlns:a16="http://schemas.microsoft.com/office/drawing/2014/main" id="{CFB70AE8-04AD-4FEB-789C-D78F565D56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" name="Freeform 1516">
                <a:extLst>
                  <a:ext uri="{FF2B5EF4-FFF2-40B4-BE49-F238E27FC236}">
                    <a16:creationId xmlns:a16="http://schemas.microsoft.com/office/drawing/2014/main" id="{3690B978-81DB-8DDD-90B4-BD73F6F34F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" name="Freeform 1517">
                <a:extLst>
                  <a:ext uri="{FF2B5EF4-FFF2-40B4-BE49-F238E27FC236}">
                    <a16:creationId xmlns:a16="http://schemas.microsoft.com/office/drawing/2014/main" id="{8B3A1709-5A45-CAF3-4167-AF4FDC0433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" name="Oval 1518">
                <a:extLst>
                  <a:ext uri="{FF2B5EF4-FFF2-40B4-BE49-F238E27FC236}">
                    <a16:creationId xmlns:a16="http://schemas.microsoft.com/office/drawing/2014/main" id="{1AB84F10-8B7F-EF00-AAA7-875A74BC29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6" name="Group 1519">
              <a:extLst>
                <a:ext uri="{FF2B5EF4-FFF2-40B4-BE49-F238E27FC236}">
                  <a16:creationId xmlns:a16="http://schemas.microsoft.com/office/drawing/2014/main" id="{778ABCDB-E3FD-7EA4-046A-D7E9376CB2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871" name="Oval 1520">
                <a:extLst>
                  <a:ext uri="{FF2B5EF4-FFF2-40B4-BE49-F238E27FC236}">
                    <a16:creationId xmlns:a16="http://schemas.microsoft.com/office/drawing/2014/main" id="{387553B4-0755-8153-71AA-634B18B947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2" name="Oval 1521">
                <a:extLst>
                  <a:ext uri="{FF2B5EF4-FFF2-40B4-BE49-F238E27FC236}">
                    <a16:creationId xmlns:a16="http://schemas.microsoft.com/office/drawing/2014/main" id="{7999A2FB-F70C-A1C9-8CD6-85F57E1C7E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3" name="Freeform 1522">
                <a:extLst>
                  <a:ext uri="{FF2B5EF4-FFF2-40B4-BE49-F238E27FC236}">
                    <a16:creationId xmlns:a16="http://schemas.microsoft.com/office/drawing/2014/main" id="{B92A43FF-F8CA-7C4B-354F-A9D80DB13F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" name="Freeform 1523">
                <a:extLst>
                  <a:ext uri="{FF2B5EF4-FFF2-40B4-BE49-F238E27FC236}">
                    <a16:creationId xmlns:a16="http://schemas.microsoft.com/office/drawing/2014/main" id="{C57FD036-FD50-5CCC-5CC3-228869EC73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" name="Freeform 1524">
                <a:extLst>
                  <a:ext uri="{FF2B5EF4-FFF2-40B4-BE49-F238E27FC236}">
                    <a16:creationId xmlns:a16="http://schemas.microsoft.com/office/drawing/2014/main" id="{73FA82F2-840E-6529-AF8C-75283EEDEB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" name="Oval 1525">
                <a:extLst>
                  <a:ext uri="{FF2B5EF4-FFF2-40B4-BE49-F238E27FC236}">
                    <a16:creationId xmlns:a16="http://schemas.microsoft.com/office/drawing/2014/main" id="{97F88629-793E-EB2A-BF35-205BBCA351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7" name="Group 1526">
              <a:extLst>
                <a:ext uri="{FF2B5EF4-FFF2-40B4-BE49-F238E27FC236}">
                  <a16:creationId xmlns:a16="http://schemas.microsoft.com/office/drawing/2014/main" id="{12AD4963-1AA2-9B11-43C0-C2F9D879C1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865" name="Oval 1527">
                <a:extLst>
                  <a:ext uri="{FF2B5EF4-FFF2-40B4-BE49-F238E27FC236}">
                    <a16:creationId xmlns:a16="http://schemas.microsoft.com/office/drawing/2014/main" id="{CB5C8B7D-9680-3D30-936A-BA82E6EA52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6" name="Oval 1528">
                <a:extLst>
                  <a:ext uri="{FF2B5EF4-FFF2-40B4-BE49-F238E27FC236}">
                    <a16:creationId xmlns:a16="http://schemas.microsoft.com/office/drawing/2014/main" id="{2365F877-744D-8CCA-AC53-8412E37109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7" name="Freeform 1529">
                <a:extLst>
                  <a:ext uri="{FF2B5EF4-FFF2-40B4-BE49-F238E27FC236}">
                    <a16:creationId xmlns:a16="http://schemas.microsoft.com/office/drawing/2014/main" id="{C02D7AE1-8F08-ED98-D34D-AB538D9800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8" name="Freeform 1530">
                <a:extLst>
                  <a:ext uri="{FF2B5EF4-FFF2-40B4-BE49-F238E27FC236}">
                    <a16:creationId xmlns:a16="http://schemas.microsoft.com/office/drawing/2014/main" id="{76B2157F-3983-DFCE-8FBA-BEF1B28D08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" name="Freeform 1531">
                <a:extLst>
                  <a:ext uri="{FF2B5EF4-FFF2-40B4-BE49-F238E27FC236}">
                    <a16:creationId xmlns:a16="http://schemas.microsoft.com/office/drawing/2014/main" id="{27AF2AD2-FFAB-F188-453E-00759452AC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" name="Oval 1532">
                <a:extLst>
                  <a:ext uri="{FF2B5EF4-FFF2-40B4-BE49-F238E27FC236}">
                    <a16:creationId xmlns:a16="http://schemas.microsoft.com/office/drawing/2014/main" id="{E8720D70-D833-2266-B282-124E3032A9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8" name="Group 1533">
              <a:extLst>
                <a:ext uri="{FF2B5EF4-FFF2-40B4-BE49-F238E27FC236}">
                  <a16:creationId xmlns:a16="http://schemas.microsoft.com/office/drawing/2014/main" id="{B509FE70-4183-4E46-4F0D-122767DEBA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859" name="Oval 1534">
                <a:extLst>
                  <a:ext uri="{FF2B5EF4-FFF2-40B4-BE49-F238E27FC236}">
                    <a16:creationId xmlns:a16="http://schemas.microsoft.com/office/drawing/2014/main" id="{E4927559-F2EF-FA0C-A748-1CD0591F94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0" name="Oval 1535">
                <a:extLst>
                  <a:ext uri="{FF2B5EF4-FFF2-40B4-BE49-F238E27FC236}">
                    <a16:creationId xmlns:a16="http://schemas.microsoft.com/office/drawing/2014/main" id="{71511940-BD79-FC50-7E79-625BDECA83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1" name="Freeform 1536">
                <a:extLst>
                  <a:ext uri="{FF2B5EF4-FFF2-40B4-BE49-F238E27FC236}">
                    <a16:creationId xmlns:a16="http://schemas.microsoft.com/office/drawing/2014/main" id="{0D72A325-24FF-F4C6-9C33-1F27BB12F6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2" name="Freeform 1537">
                <a:extLst>
                  <a:ext uri="{FF2B5EF4-FFF2-40B4-BE49-F238E27FC236}">
                    <a16:creationId xmlns:a16="http://schemas.microsoft.com/office/drawing/2014/main" id="{6BE729C8-BDCA-D4BC-DCF3-799AD2F083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3" name="Freeform 1538">
                <a:extLst>
                  <a:ext uri="{FF2B5EF4-FFF2-40B4-BE49-F238E27FC236}">
                    <a16:creationId xmlns:a16="http://schemas.microsoft.com/office/drawing/2014/main" id="{7BABC191-F81C-EBE9-A8E0-EA9CD2EBDD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4" name="Oval 1539">
                <a:extLst>
                  <a:ext uri="{FF2B5EF4-FFF2-40B4-BE49-F238E27FC236}">
                    <a16:creationId xmlns:a16="http://schemas.microsoft.com/office/drawing/2014/main" id="{02651387-B683-2B82-2C0A-354FDB7E0B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9" name="Group 1540">
              <a:extLst>
                <a:ext uri="{FF2B5EF4-FFF2-40B4-BE49-F238E27FC236}">
                  <a16:creationId xmlns:a16="http://schemas.microsoft.com/office/drawing/2014/main" id="{C42131BC-9112-91A0-F6F5-F50657E8B2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853" name="Oval 1541">
                <a:extLst>
                  <a:ext uri="{FF2B5EF4-FFF2-40B4-BE49-F238E27FC236}">
                    <a16:creationId xmlns:a16="http://schemas.microsoft.com/office/drawing/2014/main" id="{D87231C4-A375-62E7-A111-7E56B2C159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4" name="Oval 1542">
                <a:extLst>
                  <a:ext uri="{FF2B5EF4-FFF2-40B4-BE49-F238E27FC236}">
                    <a16:creationId xmlns:a16="http://schemas.microsoft.com/office/drawing/2014/main" id="{4DDF2061-C349-9669-7076-B9F7F11A94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5" name="Freeform 1543">
                <a:extLst>
                  <a:ext uri="{FF2B5EF4-FFF2-40B4-BE49-F238E27FC236}">
                    <a16:creationId xmlns:a16="http://schemas.microsoft.com/office/drawing/2014/main" id="{9F69CC76-AB83-B93C-ED54-15E661A6A1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6" name="Freeform 1544">
                <a:extLst>
                  <a:ext uri="{FF2B5EF4-FFF2-40B4-BE49-F238E27FC236}">
                    <a16:creationId xmlns:a16="http://schemas.microsoft.com/office/drawing/2014/main" id="{381C10DC-643C-02B6-C4E2-95584B4B2D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7" name="Freeform 1545">
                <a:extLst>
                  <a:ext uri="{FF2B5EF4-FFF2-40B4-BE49-F238E27FC236}">
                    <a16:creationId xmlns:a16="http://schemas.microsoft.com/office/drawing/2014/main" id="{767F23FD-5533-40C3-1F82-68714B8ED2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8" name="Oval 1546">
                <a:extLst>
                  <a:ext uri="{FF2B5EF4-FFF2-40B4-BE49-F238E27FC236}">
                    <a16:creationId xmlns:a16="http://schemas.microsoft.com/office/drawing/2014/main" id="{AFFB745F-591A-1118-C77F-1447C1976F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0" name="Group 1547">
              <a:extLst>
                <a:ext uri="{FF2B5EF4-FFF2-40B4-BE49-F238E27FC236}">
                  <a16:creationId xmlns:a16="http://schemas.microsoft.com/office/drawing/2014/main" id="{7ED44EA1-599B-5D9F-6D08-8F3FD117BB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847" name="Oval 1548">
                <a:extLst>
                  <a:ext uri="{FF2B5EF4-FFF2-40B4-BE49-F238E27FC236}">
                    <a16:creationId xmlns:a16="http://schemas.microsoft.com/office/drawing/2014/main" id="{5B76B29A-A319-7624-F0F3-74B9F9668C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8" name="Oval 1549">
                <a:extLst>
                  <a:ext uri="{FF2B5EF4-FFF2-40B4-BE49-F238E27FC236}">
                    <a16:creationId xmlns:a16="http://schemas.microsoft.com/office/drawing/2014/main" id="{F94211D2-4A16-E503-9342-C9D02C1BCC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9" name="Freeform 1550">
                <a:extLst>
                  <a:ext uri="{FF2B5EF4-FFF2-40B4-BE49-F238E27FC236}">
                    <a16:creationId xmlns:a16="http://schemas.microsoft.com/office/drawing/2014/main" id="{F4E5DCCA-D601-C283-FF3C-FA416176DF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0" name="Freeform 1551">
                <a:extLst>
                  <a:ext uri="{FF2B5EF4-FFF2-40B4-BE49-F238E27FC236}">
                    <a16:creationId xmlns:a16="http://schemas.microsoft.com/office/drawing/2014/main" id="{9551F9C0-F7EE-9867-494D-2D868DC93F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1" name="Freeform 1552">
                <a:extLst>
                  <a:ext uri="{FF2B5EF4-FFF2-40B4-BE49-F238E27FC236}">
                    <a16:creationId xmlns:a16="http://schemas.microsoft.com/office/drawing/2014/main" id="{BBCE1DC6-53A4-5750-5972-C4580C754F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2" name="Oval 1553">
                <a:extLst>
                  <a:ext uri="{FF2B5EF4-FFF2-40B4-BE49-F238E27FC236}">
                    <a16:creationId xmlns:a16="http://schemas.microsoft.com/office/drawing/2014/main" id="{CAFC5532-E4ED-8837-68E0-2B6F82AF09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1" name="Group 1554">
              <a:extLst>
                <a:ext uri="{FF2B5EF4-FFF2-40B4-BE49-F238E27FC236}">
                  <a16:creationId xmlns:a16="http://schemas.microsoft.com/office/drawing/2014/main" id="{1E594BFB-E9C6-2D50-0BCE-05FBF0302E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841" name="Oval 1555">
                <a:extLst>
                  <a:ext uri="{FF2B5EF4-FFF2-40B4-BE49-F238E27FC236}">
                    <a16:creationId xmlns:a16="http://schemas.microsoft.com/office/drawing/2014/main" id="{EB2F6D26-DF75-0128-17DE-B424F88569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2" name="Oval 1556">
                <a:extLst>
                  <a:ext uri="{FF2B5EF4-FFF2-40B4-BE49-F238E27FC236}">
                    <a16:creationId xmlns:a16="http://schemas.microsoft.com/office/drawing/2014/main" id="{7A598CE9-F2B6-736C-38E6-4FF01FDB14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3" name="Freeform 1557">
                <a:extLst>
                  <a:ext uri="{FF2B5EF4-FFF2-40B4-BE49-F238E27FC236}">
                    <a16:creationId xmlns:a16="http://schemas.microsoft.com/office/drawing/2014/main" id="{12B89235-0B55-30AD-406D-2394CAAD5C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4" name="Freeform 1558">
                <a:extLst>
                  <a:ext uri="{FF2B5EF4-FFF2-40B4-BE49-F238E27FC236}">
                    <a16:creationId xmlns:a16="http://schemas.microsoft.com/office/drawing/2014/main" id="{0F0753A3-C049-6DF4-E86F-C35EE8FA59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5" name="Freeform 1559">
                <a:extLst>
                  <a:ext uri="{FF2B5EF4-FFF2-40B4-BE49-F238E27FC236}">
                    <a16:creationId xmlns:a16="http://schemas.microsoft.com/office/drawing/2014/main" id="{2C9CDFCD-3027-A506-8BBE-94CB8ADD46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6" name="Oval 1560">
                <a:extLst>
                  <a:ext uri="{FF2B5EF4-FFF2-40B4-BE49-F238E27FC236}">
                    <a16:creationId xmlns:a16="http://schemas.microsoft.com/office/drawing/2014/main" id="{BA2F69A1-1B4D-D14D-6F23-B2585429C7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2" name="Group 1561">
              <a:extLst>
                <a:ext uri="{FF2B5EF4-FFF2-40B4-BE49-F238E27FC236}">
                  <a16:creationId xmlns:a16="http://schemas.microsoft.com/office/drawing/2014/main" id="{C31954D9-DC8D-263B-25DF-C0F81263C5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835" name="Oval 1562">
                <a:extLst>
                  <a:ext uri="{FF2B5EF4-FFF2-40B4-BE49-F238E27FC236}">
                    <a16:creationId xmlns:a16="http://schemas.microsoft.com/office/drawing/2014/main" id="{067CA562-3E7C-A8CF-8915-2C90F7ED5A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6" name="Oval 1563">
                <a:extLst>
                  <a:ext uri="{FF2B5EF4-FFF2-40B4-BE49-F238E27FC236}">
                    <a16:creationId xmlns:a16="http://schemas.microsoft.com/office/drawing/2014/main" id="{119E179C-4040-7F0E-C6A5-E50EDC945B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7" name="Freeform 1564">
                <a:extLst>
                  <a:ext uri="{FF2B5EF4-FFF2-40B4-BE49-F238E27FC236}">
                    <a16:creationId xmlns:a16="http://schemas.microsoft.com/office/drawing/2014/main" id="{9B5D8ED2-E9A7-C099-F620-15C0977083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8" name="Freeform 1565">
                <a:extLst>
                  <a:ext uri="{FF2B5EF4-FFF2-40B4-BE49-F238E27FC236}">
                    <a16:creationId xmlns:a16="http://schemas.microsoft.com/office/drawing/2014/main" id="{A90EB22F-51BC-61C8-CBAD-4F2026AB34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9" name="Freeform 1566">
                <a:extLst>
                  <a:ext uri="{FF2B5EF4-FFF2-40B4-BE49-F238E27FC236}">
                    <a16:creationId xmlns:a16="http://schemas.microsoft.com/office/drawing/2014/main" id="{7DDFC325-FBD0-7E5A-9536-1F5F713A72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0" name="Oval 1567">
                <a:extLst>
                  <a:ext uri="{FF2B5EF4-FFF2-40B4-BE49-F238E27FC236}">
                    <a16:creationId xmlns:a16="http://schemas.microsoft.com/office/drawing/2014/main" id="{229749F8-98D0-3050-D049-166CCFB8A8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3" name="Group 1568">
              <a:extLst>
                <a:ext uri="{FF2B5EF4-FFF2-40B4-BE49-F238E27FC236}">
                  <a16:creationId xmlns:a16="http://schemas.microsoft.com/office/drawing/2014/main" id="{E3FEECBF-43C1-96C2-F7F8-268972E04D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829" name="Oval 1569">
                <a:extLst>
                  <a:ext uri="{FF2B5EF4-FFF2-40B4-BE49-F238E27FC236}">
                    <a16:creationId xmlns:a16="http://schemas.microsoft.com/office/drawing/2014/main" id="{5900E2E5-3245-306E-79E0-3A35110C62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0" name="Oval 1570">
                <a:extLst>
                  <a:ext uri="{FF2B5EF4-FFF2-40B4-BE49-F238E27FC236}">
                    <a16:creationId xmlns:a16="http://schemas.microsoft.com/office/drawing/2014/main" id="{F915C99C-3DE3-7569-274A-0D0EFC5C66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1" name="Freeform 1571">
                <a:extLst>
                  <a:ext uri="{FF2B5EF4-FFF2-40B4-BE49-F238E27FC236}">
                    <a16:creationId xmlns:a16="http://schemas.microsoft.com/office/drawing/2014/main" id="{8FA204A4-BE40-4FAA-58F8-381B0BE067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2" name="Freeform 1572">
                <a:extLst>
                  <a:ext uri="{FF2B5EF4-FFF2-40B4-BE49-F238E27FC236}">
                    <a16:creationId xmlns:a16="http://schemas.microsoft.com/office/drawing/2014/main" id="{2F5193E3-7E7F-276A-54C0-3F9DDCACC6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3" name="Freeform 1573">
                <a:extLst>
                  <a:ext uri="{FF2B5EF4-FFF2-40B4-BE49-F238E27FC236}">
                    <a16:creationId xmlns:a16="http://schemas.microsoft.com/office/drawing/2014/main" id="{734CF246-ED32-BD2F-A0F0-AC079B1E50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4" name="Oval 1574">
                <a:extLst>
                  <a:ext uri="{FF2B5EF4-FFF2-40B4-BE49-F238E27FC236}">
                    <a16:creationId xmlns:a16="http://schemas.microsoft.com/office/drawing/2014/main" id="{9199F9CA-7F01-E4BB-940D-1BF99D0C28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4" name="Group 1575">
              <a:extLst>
                <a:ext uri="{FF2B5EF4-FFF2-40B4-BE49-F238E27FC236}">
                  <a16:creationId xmlns:a16="http://schemas.microsoft.com/office/drawing/2014/main" id="{C7C97BC8-E8A5-ECAF-ACB5-CC615E80DD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23" name="Oval 1576">
                <a:extLst>
                  <a:ext uri="{FF2B5EF4-FFF2-40B4-BE49-F238E27FC236}">
                    <a16:creationId xmlns:a16="http://schemas.microsoft.com/office/drawing/2014/main" id="{A2823553-7771-E912-E18B-5B2CEEDD53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4" name="Oval 1577">
                <a:extLst>
                  <a:ext uri="{FF2B5EF4-FFF2-40B4-BE49-F238E27FC236}">
                    <a16:creationId xmlns:a16="http://schemas.microsoft.com/office/drawing/2014/main" id="{669A35A6-B086-4DFE-C97A-2A3544C362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5" name="Freeform 1578">
                <a:extLst>
                  <a:ext uri="{FF2B5EF4-FFF2-40B4-BE49-F238E27FC236}">
                    <a16:creationId xmlns:a16="http://schemas.microsoft.com/office/drawing/2014/main" id="{F5022333-E75A-7880-A045-8E27191C40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6" name="Freeform 1579">
                <a:extLst>
                  <a:ext uri="{FF2B5EF4-FFF2-40B4-BE49-F238E27FC236}">
                    <a16:creationId xmlns:a16="http://schemas.microsoft.com/office/drawing/2014/main" id="{0BE2A619-535E-355E-1BD1-51F4072A74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7" name="Freeform 1580">
                <a:extLst>
                  <a:ext uri="{FF2B5EF4-FFF2-40B4-BE49-F238E27FC236}">
                    <a16:creationId xmlns:a16="http://schemas.microsoft.com/office/drawing/2014/main" id="{B627B8E9-855A-135F-D60F-0F45C82EBE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8" name="Oval 1581">
                <a:extLst>
                  <a:ext uri="{FF2B5EF4-FFF2-40B4-BE49-F238E27FC236}">
                    <a16:creationId xmlns:a16="http://schemas.microsoft.com/office/drawing/2014/main" id="{8F5149E9-74FB-EF76-DA65-286B463968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5" name="Group 1582">
              <a:extLst>
                <a:ext uri="{FF2B5EF4-FFF2-40B4-BE49-F238E27FC236}">
                  <a16:creationId xmlns:a16="http://schemas.microsoft.com/office/drawing/2014/main" id="{2FFFB969-D872-E43F-5CB0-F003BE058F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817" name="Oval 1583">
                <a:extLst>
                  <a:ext uri="{FF2B5EF4-FFF2-40B4-BE49-F238E27FC236}">
                    <a16:creationId xmlns:a16="http://schemas.microsoft.com/office/drawing/2014/main" id="{649245B8-87EA-5D8A-249F-32E24E7629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8" name="Oval 1584">
                <a:extLst>
                  <a:ext uri="{FF2B5EF4-FFF2-40B4-BE49-F238E27FC236}">
                    <a16:creationId xmlns:a16="http://schemas.microsoft.com/office/drawing/2014/main" id="{6C272436-56CC-EBD7-1F66-493E40EB92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9" name="Freeform 1585">
                <a:extLst>
                  <a:ext uri="{FF2B5EF4-FFF2-40B4-BE49-F238E27FC236}">
                    <a16:creationId xmlns:a16="http://schemas.microsoft.com/office/drawing/2014/main" id="{1ABC895F-DE28-8A55-633B-ED6F0AA6A7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0" name="Freeform 1586">
                <a:extLst>
                  <a:ext uri="{FF2B5EF4-FFF2-40B4-BE49-F238E27FC236}">
                    <a16:creationId xmlns:a16="http://schemas.microsoft.com/office/drawing/2014/main" id="{D5A786CB-EBAB-CCD1-A584-139EA7601D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1" name="Freeform 1587">
                <a:extLst>
                  <a:ext uri="{FF2B5EF4-FFF2-40B4-BE49-F238E27FC236}">
                    <a16:creationId xmlns:a16="http://schemas.microsoft.com/office/drawing/2014/main" id="{F8A75DA9-5079-2B9E-2742-B4B31EE5B3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2" name="Oval 1588">
                <a:extLst>
                  <a:ext uri="{FF2B5EF4-FFF2-40B4-BE49-F238E27FC236}">
                    <a16:creationId xmlns:a16="http://schemas.microsoft.com/office/drawing/2014/main" id="{072FF698-ECF8-B2BA-7B00-4BB53DBF61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6" name="Group 1589">
              <a:extLst>
                <a:ext uri="{FF2B5EF4-FFF2-40B4-BE49-F238E27FC236}">
                  <a16:creationId xmlns:a16="http://schemas.microsoft.com/office/drawing/2014/main" id="{7F9DF2DE-D153-92E7-A6C3-E416B9A1A28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811" name="Oval 1590">
                <a:extLst>
                  <a:ext uri="{FF2B5EF4-FFF2-40B4-BE49-F238E27FC236}">
                    <a16:creationId xmlns:a16="http://schemas.microsoft.com/office/drawing/2014/main" id="{50FD4BF9-6B11-D554-0D58-7FBE8EDE37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2" name="Oval 1591">
                <a:extLst>
                  <a:ext uri="{FF2B5EF4-FFF2-40B4-BE49-F238E27FC236}">
                    <a16:creationId xmlns:a16="http://schemas.microsoft.com/office/drawing/2014/main" id="{4B7FEE25-5708-BE1E-58B3-733BD2A852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3" name="Freeform 1592">
                <a:extLst>
                  <a:ext uri="{FF2B5EF4-FFF2-40B4-BE49-F238E27FC236}">
                    <a16:creationId xmlns:a16="http://schemas.microsoft.com/office/drawing/2014/main" id="{CC91D093-42EB-B530-AC8D-F9A92F5329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" name="Freeform 1593">
                <a:extLst>
                  <a:ext uri="{FF2B5EF4-FFF2-40B4-BE49-F238E27FC236}">
                    <a16:creationId xmlns:a16="http://schemas.microsoft.com/office/drawing/2014/main" id="{DC7749F3-FD82-1718-D649-29DDB92ED1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" name="Freeform 1594">
                <a:extLst>
                  <a:ext uri="{FF2B5EF4-FFF2-40B4-BE49-F238E27FC236}">
                    <a16:creationId xmlns:a16="http://schemas.microsoft.com/office/drawing/2014/main" id="{F71A2703-BD1C-625B-6BDA-1EA7D26D2A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6" name="Oval 1595">
                <a:extLst>
                  <a:ext uri="{FF2B5EF4-FFF2-40B4-BE49-F238E27FC236}">
                    <a16:creationId xmlns:a16="http://schemas.microsoft.com/office/drawing/2014/main" id="{88D217DF-25CA-8114-5132-C7BB5F9B1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7" name="Group 1596">
              <a:extLst>
                <a:ext uri="{FF2B5EF4-FFF2-40B4-BE49-F238E27FC236}">
                  <a16:creationId xmlns:a16="http://schemas.microsoft.com/office/drawing/2014/main" id="{12179A2E-8A1B-0B8C-3444-A93FB7E00C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805" name="Oval 1597">
                <a:extLst>
                  <a:ext uri="{FF2B5EF4-FFF2-40B4-BE49-F238E27FC236}">
                    <a16:creationId xmlns:a16="http://schemas.microsoft.com/office/drawing/2014/main" id="{03637F15-C7BB-7B5C-92E4-D0A893D2B4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6" name="Oval 1598">
                <a:extLst>
                  <a:ext uri="{FF2B5EF4-FFF2-40B4-BE49-F238E27FC236}">
                    <a16:creationId xmlns:a16="http://schemas.microsoft.com/office/drawing/2014/main" id="{07B93346-D8AF-71BB-BA58-4FACDA62FE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7" name="Freeform 1599">
                <a:extLst>
                  <a:ext uri="{FF2B5EF4-FFF2-40B4-BE49-F238E27FC236}">
                    <a16:creationId xmlns:a16="http://schemas.microsoft.com/office/drawing/2014/main" id="{F85ED041-DDC4-17A7-83F5-5CACDA3D69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" name="Freeform 1600">
                <a:extLst>
                  <a:ext uri="{FF2B5EF4-FFF2-40B4-BE49-F238E27FC236}">
                    <a16:creationId xmlns:a16="http://schemas.microsoft.com/office/drawing/2014/main" id="{9DF12216-B234-BECA-537B-9A6226304D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" name="Freeform 1601">
                <a:extLst>
                  <a:ext uri="{FF2B5EF4-FFF2-40B4-BE49-F238E27FC236}">
                    <a16:creationId xmlns:a16="http://schemas.microsoft.com/office/drawing/2014/main" id="{4502C567-E77A-DBC4-FF93-02771F9E5B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" name="Oval 1602">
                <a:extLst>
                  <a:ext uri="{FF2B5EF4-FFF2-40B4-BE49-F238E27FC236}">
                    <a16:creationId xmlns:a16="http://schemas.microsoft.com/office/drawing/2014/main" id="{E262ECAA-C0A7-F884-075A-9B63A1DDDA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8" name="Group 1603">
              <a:extLst>
                <a:ext uri="{FF2B5EF4-FFF2-40B4-BE49-F238E27FC236}">
                  <a16:creationId xmlns:a16="http://schemas.microsoft.com/office/drawing/2014/main" id="{7D87B111-AB89-2385-68B5-9662BA2096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799" name="Oval 1604">
                <a:extLst>
                  <a:ext uri="{FF2B5EF4-FFF2-40B4-BE49-F238E27FC236}">
                    <a16:creationId xmlns:a16="http://schemas.microsoft.com/office/drawing/2014/main" id="{E49DA49D-C99C-2385-6379-E5233EBDB1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0" name="Oval 1605">
                <a:extLst>
                  <a:ext uri="{FF2B5EF4-FFF2-40B4-BE49-F238E27FC236}">
                    <a16:creationId xmlns:a16="http://schemas.microsoft.com/office/drawing/2014/main" id="{86150C38-38E5-1BCE-C4BD-33F4C9DAC0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1" name="Freeform 1606">
                <a:extLst>
                  <a:ext uri="{FF2B5EF4-FFF2-40B4-BE49-F238E27FC236}">
                    <a16:creationId xmlns:a16="http://schemas.microsoft.com/office/drawing/2014/main" id="{C23DD5B6-CB63-8B3D-E73B-88007E28D7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" name="Freeform 1607">
                <a:extLst>
                  <a:ext uri="{FF2B5EF4-FFF2-40B4-BE49-F238E27FC236}">
                    <a16:creationId xmlns:a16="http://schemas.microsoft.com/office/drawing/2014/main" id="{DDA22353-CD0A-DDE8-EF92-33EF8C4FD2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" name="Freeform 1608">
                <a:extLst>
                  <a:ext uri="{FF2B5EF4-FFF2-40B4-BE49-F238E27FC236}">
                    <a16:creationId xmlns:a16="http://schemas.microsoft.com/office/drawing/2014/main" id="{3A5FEC9C-9326-05F4-101B-1446AD927C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" name="Oval 1609">
                <a:extLst>
                  <a:ext uri="{FF2B5EF4-FFF2-40B4-BE49-F238E27FC236}">
                    <a16:creationId xmlns:a16="http://schemas.microsoft.com/office/drawing/2014/main" id="{3A5FD09A-EA85-DBF9-0DCC-280D8B43C9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3146" name="Rectángulo: esquinas redondeadas 3145">
            <a:extLst>
              <a:ext uri="{FF2B5EF4-FFF2-40B4-BE49-F238E27FC236}">
                <a16:creationId xmlns:a16="http://schemas.microsoft.com/office/drawing/2014/main" id="{959CE4B8-BD68-3861-B968-8435D505614E}"/>
              </a:ext>
            </a:extLst>
          </p:cNvPr>
          <p:cNvSpPr/>
          <p:nvPr/>
        </p:nvSpPr>
        <p:spPr>
          <a:xfrm>
            <a:off x="491294" y="1587494"/>
            <a:ext cx="861060" cy="14465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49" name="Rectángulo: esquinas redondeadas 3148">
            <a:extLst>
              <a:ext uri="{FF2B5EF4-FFF2-40B4-BE49-F238E27FC236}">
                <a16:creationId xmlns:a16="http://schemas.microsoft.com/office/drawing/2014/main" id="{245C450E-3776-B555-9E04-D975D7D53DE0}"/>
              </a:ext>
            </a:extLst>
          </p:cNvPr>
          <p:cNvSpPr/>
          <p:nvPr/>
        </p:nvSpPr>
        <p:spPr>
          <a:xfrm>
            <a:off x="2391281" y="1601196"/>
            <a:ext cx="861060" cy="143283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0" name="Rectángulo: esquinas redondeadas 3149">
            <a:extLst>
              <a:ext uri="{FF2B5EF4-FFF2-40B4-BE49-F238E27FC236}">
                <a16:creationId xmlns:a16="http://schemas.microsoft.com/office/drawing/2014/main" id="{26108F06-5BA6-FC78-4458-491FC232734E}"/>
              </a:ext>
            </a:extLst>
          </p:cNvPr>
          <p:cNvSpPr/>
          <p:nvPr/>
        </p:nvSpPr>
        <p:spPr>
          <a:xfrm>
            <a:off x="6459046" y="1587493"/>
            <a:ext cx="556260" cy="1432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51" name="Rectángulo: esquinas redondeadas 3150">
            <a:extLst>
              <a:ext uri="{FF2B5EF4-FFF2-40B4-BE49-F238E27FC236}">
                <a16:creationId xmlns:a16="http://schemas.microsoft.com/office/drawing/2014/main" id="{5FF54F65-2439-16D4-6E25-D35084A5EE53}"/>
              </a:ext>
            </a:extLst>
          </p:cNvPr>
          <p:cNvSpPr/>
          <p:nvPr/>
        </p:nvSpPr>
        <p:spPr>
          <a:xfrm>
            <a:off x="7015306" y="1587493"/>
            <a:ext cx="510540" cy="1432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2" name="Rectángulo: esquinas redondeadas 3151">
            <a:extLst>
              <a:ext uri="{FF2B5EF4-FFF2-40B4-BE49-F238E27FC236}">
                <a16:creationId xmlns:a16="http://schemas.microsoft.com/office/drawing/2014/main" id="{C6577EF6-7EFD-55CA-6762-E675624D6BF2}"/>
              </a:ext>
            </a:extLst>
          </p:cNvPr>
          <p:cNvSpPr/>
          <p:nvPr/>
        </p:nvSpPr>
        <p:spPr>
          <a:xfrm>
            <a:off x="6817186" y="1587493"/>
            <a:ext cx="457200" cy="1432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3" name="Elipse 3152">
            <a:extLst>
              <a:ext uri="{FF2B5EF4-FFF2-40B4-BE49-F238E27FC236}">
                <a16:creationId xmlns:a16="http://schemas.microsoft.com/office/drawing/2014/main" id="{48981C44-63C4-985B-7538-99A652BCFE20}"/>
              </a:ext>
            </a:extLst>
          </p:cNvPr>
          <p:cNvSpPr/>
          <p:nvPr/>
        </p:nvSpPr>
        <p:spPr>
          <a:xfrm>
            <a:off x="6811977" y="898346"/>
            <a:ext cx="457200" cy="4343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7" name="CuadroTexto 3156">
            <a:extLst>
              <a:ext uri="{FF2B5EF4-FFF2-40B4-BE49-F238E27FC236}">
                <a16:creationId xmlns:a16="http://schemas.microsoft.com/office/drawing/2014/main" id="{33CBC5B1-6DE1-339E-ECEA-5F084A8755F2}"/>
              </a:ext>
            </a:extLst>
          </p:cNvPr>
          <p:cNvSpPr txBox="1"/>
          <p:nvPr/>
        </p:nvSpPr>
        <p:spPr>
          <a:xfrm>
            <a:off x="265979" y="708833"/>
            <a:ext cx="1311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Fotosistema II </a:t>
            </a:r>
          </a:p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(P680)</a:t>
            </a:r>
          </a:p>
        </p:txBody>
      </p:sp>
      <p:sp>
        <p:nvSpPr>
          <p:cNvPr id="3161" name="CuadroTexto 3160">
            <a:extLst>
              <a:ext uri="{FF2B5EF4-FFF2-40B4-BE49-F238E27FC236}">
                <a16:creationId xmlns:a16="http://schemas.microsoft.com/office/drawing/2014/main" id="{06EA4618-2D22-6F77-CE1B-630F0D1C3ACA}"/>
              </a:ext>
            </a:extLst>
          </p:cNvPr>
          <p:cNvSpPr txBox="1"/>
          <p:nvPr/>
        </p:nvSpPr>
        <p:spPr>
          <a:xfrm>
            <a:off x="6410792" y="3275133"/>
            <a:ext cx="1311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ATP sintasa</a:t>
            </a:r>
          </a:p>
        </p:txBody>
      </p:sp>
      <p:sp>
        <p:nvSpPr>
          <p:cNvPr id="3165" name="CuadroTexto 3164">
            <a:extLst>
              <a:ext uri="{FF2B5EF4-FFF2-40B4-BE49-F238E27FC236}">
                <a16:creationId xmlns:a16="http://schemas.microsoft.com/office/drawing/2014/main" id="{C5A53CFC-272F-BFCD-80DC-F4B59EF51823}"/>
              </a:ext>
            </a:extLst>
          </p:cNvPr>
          <p:cNvSpPr txBox="1"/>
          <p:nvPr/>
        </p:nvSpPr>
        <p:spPr>
          <a:xfrm>
            <a:off x="323396" y="3212558"/>
            <a:ext cx="6009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3167" name="CuadroTexto 3166">
            <a:extLst>
              <a:ext uri="{FF2B5EF4-FFF2-40B4-BE49-F238E27FC236}">
                <a16:creationId xmlns:a16="http://schemas.microsoft.com/office/drawing/2014/main" id="{943468A7-3850-8A36-A76A-BCDF9FAAB156}"/>
              </a:ext>
            </a:extLst>
          </p:cNvPr>
          <p:cNvSpPr txBox="1"/>
          <p:nvPr/>
        </p:nvSpPr>
        <p:spPr>
          <a:xfrm>
            <a:off x="1402929" y="1778644"/>
            <a:ext cx="447549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Feo</a:t>
            </a:r>
          </a:p>
        </p:txBody>
      </p:sp>
      <p:sp>
        <p:nvSpPr>
          <p:cNvPr id="3168" name="CuadroTexto 3167">
            <a:extLst>
              <a:ext uri="{FF2B5EF4-FFF2-40B4-BE49-F238E27FC236}">
                <a16:creationId xmlns:a16="http://schemas.microsoft.com/office/drawing/2014/main" id="{B4B8881B-976D-CFF7-A593-4A31829F7213}"/>
              </a:ext>
            </a:extLst>
          </p:cNvPr>
          <p:cNvSpPr txBox="1"/>
          <p:nvPr/>
        </p:nvSpPr>
        <p:spPr>
          <a:xfrm>
            <a:off x="765088" y="3149269"/>
            <a:ext cx="9179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½ 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s-ES" sz="11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s-ES" sz="1100" b="1" baseline="30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170" name="Conector: curvado 3169">
            <a:extLst>
              <a:ext uri="{FF2B5EF4-FFF2-40B4-BE49-F238E27FC236}">
                <a16:creationId xmlns:a16="http://schemas.microsoft.com/office/drawing/2014/main" id="{9FF514C8-D78B-8454-3336-4D7184E5B4DC}"/>
              </a:ext>
            </a:extLst>
          </p:cNvPr>
          <p:cNvCxnSpPr>
            <a:cxnSpLocks/>
            <a:stCxn id="3165" idx="0"/>
            <a:endCxn id="3168" idx="0"/>
          </p:cNvCxnSpPr>
          <p:nvPr/>
        </p:nvCxnSpPr>
        <p:spPr>
          <a:xfrm rot="5400000" flipH="1" flipV="1">
            <a:off x="892308" y="2880826"/>
            <a:ext cx="63289" cy="600177"/>
          </a:xfrm>
          <a:prstGeom prst="curvedConnector3">
            <a:avLst>
              <a:gd name="adj1" fmla="val 4612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58" name="CuadroTexto 3257">
            <a:extLst>
              <a:ext uri="{FF2B5EF4-FFF2-40B4-BE49-F238E27FC236}">
                <a16:creationId xmlns:a16="http://schemas.microsoft.com/office/drawing/2014/main" id="{C15CD962-CD3E-F06F-2C62-FE9F4665F8DB}"/>
              </a:ext>
            </a:extLst>
          </p:cNvPr>
          <p:cNvSpPr txBox="1"/>
          <p:nvPr/>
        </p:nvSpPr>
        <p:spPr>
          <a:xfrm>
            <a:off x="6389943" y="756453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59" name="CuadroTexto 3258">
            <a:extLst>
              <a:ext uri="{FF2B5EF4-FFF2-40B4-BE49-F238E27FC236}">
                <a16:creationId xmlns:a16="http://schemas.microsoft.com/office/drawing/2014/main" id="{76D65186-BECD-82BA-5810-C4E09F5E1EBD}"/>
              </a:ext>
            </a:extLst>
          </p:cNvPr>
          <p:cNvSpPr txBox="1"/>
          <p:nvPr/>
        </p:nvSpPr>
        <p:spPr>
          <a:xfrm>
            <a:off x="6388149" y="3070482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60" name="Flecha: hacia arriba 3259">
            <a:extLst>
              <a:ext uri="{FF2B5EF4-FFF2-40B4-BE49-F238E27FC236}">
                <a16:creationId xmlns:a16="http://schemas.microsoft.com/office/drawing/2014/main" id="{142EB056-D05D-60CE-ADDE-45DBB31045FA}"/>
              </a:ext>
            </a:extLst>
          </p:cNvPr>
          <p:cNvSpPr/>
          <p:nvPr/>
        </p:nvSpPr>
        <p:spPr>
          <a:xfrm>
            <a:off x="6547431" y="1014859"/>
            <a:ext cx="108849" cy="2108980"/>
          </a:xfrm>
          <a:prstGeom prst="upArrow">
            <a:avLst/>
          </a:prstGeom>
          <a:gradFill>
            <a:gsLst>
              <a:gs pos="0">
                <a:srgbClr val="FF0000"/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70" name="Flecha: hacia arriba 3269">
            <a:extLst>
              <a:ext uri="{FF2B5EF4-FFF2-40B4-BE49-F238E27FC236}">
                <a16:creationId xmlns:a16="http://schemas.microsoft.com/office/drawing/2014/main" id="{8B045775-46E1-1376-E7DB-FD0253E2E71E}"/>
              </a:ext>
            </a:extLst>
          </p:cNvPr>
          <p:cNvSpPr/>
          <p:nvPr/>
        </p:nvSpPr>
        <p:spPr>
          <a:xfrm rot="10800000">
            <a:off x="2757295" y="1308433"/>
            <a:ext cx="108849" cy="2028975"/>
          </a:xfrm>
          <a:prstGeom prst="upArrow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73" name="CuadroTexto 3272">
            <a:extLst>
              <a:ext uri="{FF2B5EF4-FFF2-40B4-BE49-F238E27FC236}">
                <a16:creationId xmlns:a16="http://schemas.microsoft.com/office/drawing/2014/main" id="{256476B6-25D4-9EDF-E0F4-4C2F6ACB92D9}"/>
              </a:ext>
            </a:extLst>
          </p:cNvPr>
          <p:cNvSpPr txBox="1"/>
          <p:nvPr/>
        </p:nvSpPr>
        <p:spPr>
          <a:xfrm>
            <a:off x="6258644" y="450196"/>
            <a:ext cx="8137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 + 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3274" name="CuadroTexto 3273">
            <a:extLst>
              <a:ext uri="{FF2B5EF4-FFF2-40B4-BE49-F238E27FC236}">
                <a16:creationId xmlns:a16="http://schemas.microsoft.com/office/drawing/2014/main" id="{49233922-7DCF-398F-DEE1-4F97EF2AD18F}"/>
              </a:ext>
            </a:extLst>
          </p:cNvPr>
          <p:cNvSpPr txBox="1"/>
          <p:nvPr/>
        </p:nvSpPr>
        <p:spPr>
          <a:xfrm>
            <a:off x="7096662" y="454535"/>
            <a:ext cx="457723" cy="261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75" name="Conector: curvado 3274">
            <a:extLst>
              <a:ext uri="{FF2B5EF4-FFF2-40B4-BE49-F238E27FC236}">
                <a16:creationId xmlns:a16="http://schemas.microsoft.com/office/drawing/2014/main" id="{D628338B-62D6-D0EC-4F48-DB258092A965}"/>
              </a:ext>
            </a:extLst>
          </p:cNvPr>
          <p:cNvCxnSpPr>
            <a:cxnSpLocks/>
            <a:stCxn id="3273" idx="2"/>
            <a:endCxn id="3274" idx="2"/>
          </p:cNvCxnSpPr>
          <p:nvPr/>
        </p:nvCxnSpPr>
        <p:spPr>
          <a:xfrm rot="16200000" flipH="1">
            <a:off x="6993542" y="383806"/>
            <a:ext cx="3983" cy="659982"/>
          </a:xfrm>
          <a:prstGeom prst="curvedConnector3">
            <a:avLst>
              <a:gd name="adj1" fmla="val 706055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30" name="Flecha: hacia arriba 3329">
            <a:extLst>
              <a:ext uri="{FF2B5EF4-FFF2-40B4-BE49-F238E27FC236}">
                <a16:creationId xmlns:a16="http://schemas.microsoft.com/office/drawing/2014/main" id="{1D9A86F0-9731-FFE5-281A-236ACFAC4454}"/>
              </a:ext>
            </a:extLst>
          </p:cNvPr>
          <p:cNvSpPr/>
          <p:nvPr/>
        </p:nvSpPr>
        <p:spPr>
          <a:xfrm rot="10800000">
            <a:off x="40110" y="718289"/>
            <a:ext cx="301886" cy="2656370"/>
          </a:xfrm>
          <a:prstGeom prst="upArrow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20000"/>
                  <a:lumOff val="80000"/>
                  <a:alpha val="7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32" name="CuadroTexto 3331">
            <a:extLst>
              <a:ext uri="{FF2B5EF4-FFF2-40B4-BE49-F238E27FC236}">
                <a16:creationId xmlns:a16="http://schemas.microsoft.com/office/drawing/2014/main" id="{FEDE2570-2B57-3360-CF80-519EDBA9145B}"/>
              </a:ext>
            </a:extLst>
          </p:cNvPr>
          <p:cNvSpPr txBox="1"/>
          <p:nvPr/>
        </p:nvSpPr>
        <p:spPr>
          <a:xfrm rot="16200000">
            <a:off x="-631813" y="2045228"/>
            <a:ext cx="16339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Potential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gradient</a:t>
            </a:r>
            <a:endParaRPr lang="es-E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7" name="CuadroTexto 3336">
            <a:extLst>
              <a:ext uri="{FF2B5EF4-FFF2-40B4-BE49-F238E27FC236}">
                <a16:creationId xmlns:a16="http://schemas.microsoft.com/office/drawing/2014/main" id="{BA80715B-3B9D-991C-B423-32B18D5F065C}"/>
              </a:ext>
            </a:extLst>
          </p:cNvPr>
          <p:cNvSpPr txBox="1"/>
          <p:nvPr/>
        </p:nvSpPr>
        <p:spPr>
          <a:xfrm>
            <a:off x="154960" y="3437252"/>
            <a:ext cx="1553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Complejo de escisión de agua (Mn)</a:t>
            </a:r>
          </a:p>
        </p:txBody>
      </p:sp>
      <p:sp>
        <p:nvSpPr>
          <p:cNvPr id="3577" name="CuadroTexto 3576">
            <a:extLst>
              <a:ext uri="{FF2B5EF4-FFF2-40B4-BE49-F238E27FC236}">
                <a16:creationId xmlns:a16="http://schemas.microsoft.com/office/drawing/2014/main" id="{E66DFC99-EE07-D85F-147C-4D4EC1094290}"/>
              </a:ext>
            </a:extLst>
          </p:cNvPr>
          <p:cNvSpPr txBox="1"/>
          <p:nvPr/>
        </p:nvSpPr>
        <p:spPr>
          <a:xfrm>
            <a:off x="15264" y="31899"/>
            <a:ext cx="19383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Estroma del cloroplasto</a:t>
            </a:r>
          </a:p>
        </p:txBody>
      </p:sp>
      <p:sp>
        <p:nvSpPr>
          <p:cNvPr id="3174" name="CuadroTexto 3173">
            <a:extLst>
              <a:ext uri="{FF2B5EF4-FFF2-40B4-BE49-F238E27FC236}">
                <a16:creationId xmlns:a16="http://schemas.microsoft.com/office/drawing/2014/main" id="{DB400E8C-2504-EAAA-3514-BC332F71AE90}"/>
              </a:ext>
            </a:extLst>
          </p:cNvPr>
          <p:cNvSpPr txBox="1"/>
          <p:nvPr/>
        </p:nvSpPr>
        <p:spPr>
          <a:xfrm>
            <a:off x="2165968" y="715796"/>
            <a:ext cx="1311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Citocromo b</a:t>
            </a:r>
            <a:r>
              <a:rPr lang="es-ES" sz="11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3175" name="CuadroTexto 3174">
            <a:extLst>
              <a:ext uri="{FF2B5EF4-FFF2-40B4-BE49-F238E27FC236}">
                <a16:creationId xmlns:a16="http://schemas.microsoft.com/office/drawing/2014/main" id="{03508E3D-1233-A689-FB62-FF3BA68786FA}"/>
              </a:ext>
            </a:extLst>
          </p:cNvPr>
          <p:cNvSpPr txBox="1"/>
          <p:nvPr/>
        </p:nvSpPr>
        <p:spPr>
          <a:xfrm>
            <a:off x="2366660" y="3290774"/>
            <a:ext cx="9179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s-ES" sz="1100" b="1" baseline="30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76" name="CuadroTexto 3175">
            <a:extLst>
              <a:ext uri="{FF2B5EF4-FFF2-40B4-BE49-F238E27FC236}">
                <a16:creationId xmlns:a16="http://schemas.microsoft.com/office/drawing/2014/main" id="{E7AC6AB3-E00D-CEF3-E0F8-1BB6328E4E58}"/>
              </a:ext>
            </a:extLst>
          </p:cNvPr>
          <p:cNvSpPr txBox="1"/>
          <p:nvPr/>
        </p:nvSpPr>
        <p:spPr>
          <a:xfrm>
            <a:off x="2366660" y="1046823"/>
            <a:ext cx="9179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77" name="Rectángulo: esquinas redondeadas 3176">
            <a:extLst>
              <a:ext uri="{FF2B5EF4-FFF2-40B4-BE49-F238E27FC236}">
                <a16:creationId xmlns:a16="http://schemas.microsoft.com/office/drawing/2014/main" id="{CA0AFEAD-0AAD-2ADB-AE0E-3E02E586FD53}"/>
              </a:ext>
            </a:extLst>
          </p:cNvPr>
          <p:cNvSpPr/>
          <p:nvPr/>
        </p:nvSpPr>
        <p:spPr>
          <a:xfrm>
            <a:off x="3914761" y="1594345"/>
            <a:ext cx="861060" cy="143283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78" name="CuadroTexto 3177">
            <a:extLst>
              <a:ext uri="{FF2B5EF4-FFF2-40B4-BE49-F238E27FC236}">
                <a16:creationId xmlns:a16="http://schemas.microsoft.com/office/drawing/2014/main" id="{DDA8E3A6-3EC0-B3B1-89BE-0BA75F44A7E9}"/>
              </a:ext>
            </a:extLst>
          </p:cNvPr>
          <p:cNvSpPr txBox="1"/>
          <p:nvPr/>
        </p:nvSpPr>
        <p:spPr>
          <a:xfrm>
            <a:off x="3686525" y="718289"/>
            <a:ext cx="1311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Fotosistema I </a:t>
            </a:r>
          </a:p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(P700)</a:t>
            </a:r>
          </a:p>
        </p:txBody>
      </p:sp>
      <p:sp>
        <p:nvSpPr>
          <p:cNvPr id="3179" name="CuadroTexto 3178">
            <a:extLst>
              <a:ext uri="{FF2B5EF4-FFF2-40B4-BE49-F238E27FC236}">
                <a16:creationId xmlns:a16="http://schemas.microsoft.com/office/drawing/2014/main" id="{224B497E-37FC-3D92-D17B-27A64D1B1DF0}"/>
              </a:ext>
            </a:extLst>
          </p:cNvPr>
          <p:cNvSpPr txBox="1"/>
          <p:nvPr/>
        </p:nvSpPr>
        <p:spPr>
          <a:xfrm>
            <a:off x="1582935" y="2060993"/>
            <a:ext cx="447549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PQ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182" name="CuadroTexto 3181">
            <a:extLst>
              <a:ext uri="{FF2B5EF4-FFF2-40B4-BE49-F238E27FC236}">
                <a16:creationId xmlns:a16="http://schemas.microsoft.com/office/drawing/2014/main" id="{66DC2665-CB1A-654C-3180-3BAE65B17425}"/>
              </a:ext>
            </a:extLst>
          </p:cNvPr>
          <p:cNvSpPr txBox="1"/>
          <p:nvPr/>
        </p:nvSpPr>
        <p:spPr>
          <a:xfrm>
            <a:off x="1820308" y="2343521"/>
            <a:ext cx="447549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PQ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3184" name="Conector: curvado 3183">
            <a:extLst>
              <a:ext uri="{FF2B5EF4-FFF2-40B4-BE49-F238E27FC236}">
                <a16:creationId xmlns:a16="http://schemas.microsoft.com/office/drawing/2014/main" id="{CA0D11B5-AB6C-DC5F-0C1F-EC948FDF0F85}"/>
              </a:ext>
            </a:extLst>
          </p:cNvPr>
          <p:cNvCxnSpPr>
            <a:cxnSpLocks/>
            <a:stCxn id="3146" idx="0"/>
            <a:endCxn id="3167" idx="1"/>
          </p:cNvCxnSpPr>
          <p:nvPr/>
        </p:nvCxnSpPr>
        <p:spPr>
          <a:xfrm rot="16200000" flipH="1">
            <a:off x="1001398" y="1507919"/>
            <a:ext cx="321955" cy="481105"/>
          </a:xfrm>
          <a:prstGeom prst="curvedConnector4">
            <a:avLst>
              <a:gd name="adj1" fmla="val 102561"/>
              <a:gd name="adj2" fmla="val 947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88" name="Conector: curvado 3187">
            <a:extLst>
              <a:ext uri="{FF2B5EF4-FFF2-40B4-BE49-F238E27FC236}">
                <a16:creationId xmlns:a16="http://schemas.microsoft.com/office/drawing/2014/main" id="{3ABFA067-534F-A15F-6BEB-FCFC021EA703}"/>
              </a:ext>
            </a:extLst>
          </p:cNvPr>
          <p:cNvCxnSpPr>
            <a:cxnSpLocks/>
            <a:endCxn id="3179" idx="1"/>
          </p:cNvCxnSpPr>
          <p:nvPr/>
        </p:nvCxnSpPr>
        <p:spPr>
          <a:xfrm rot="16200000" flipH="1">
            <a:off x="1442926" y="2051788"/>
            <a:ext cx="151723" cy="1282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93" name="Conector: curvado 3192">
            <a:extLst>
              <a:ext uri="{FF2B5EF4-FFF2-40B4-BE49-F238E27FC236}">
                <a16:creationId xmlns:a16="http://schemas.microsoft.com/office/drawing/2014/main" id="{D4D11127-7934-B2FA-E026-07C6A3F0BFD9}"/>
              </a:ext>
            </a:extLst>
          </p:cNvPr>
          <p:cNvCxnSpPr>
            <a:cxnSpLocks/>
            <a:endCxn id="3182" idx="1"/>
          </p:cNvCxnSpPr>
          <p:nvPr/>
        </p:nvCxnSpPr>
        <p:spPr>
          <a:xfrm rot="16200000" flipH="1">
            <a:off x="1666960" y="2320977"/>
            <a:ext cx="156713" cy="14998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97" name="Rayo 3196">
            <a:extLst>
              <a:ext uri="{FF2B5EF4-FFF2-40B4-BE49-F238E27FC236}">
                <a16:creationId xmlns:a16="http://schemas.microsoft.com/office/drawing/2014/main" id="{0A49B8F7-07C4-EBA4-10A9-8EDE2D1C07BA}"/>
              </a:ext>
            </a:extLst>
          </p:cNvPr>
          <p:cNvSpPr/>
          <p:nvPr/>
        </p:nvSpPr>
        <p:spPr>
          <a:xfrm>
            <a:off x="353044" y="1093318"/>
            <a:ext cx="329210" cy="52990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98" name="Rayo 3197">
            <a:extLst>
              <a:ext uri="{FF2B5EF4-FFF2-40B4-BE49-F238E27FC236}">
                <a16:creationId xmlns:a16="http://schemas.microsoft.com/office/drawing/2014/main" id="{3C127F94-EA49-E950-E865-A6CF2E7C2CCA}"/>
              </a:ext>
            </a:extLst>
          </p:cNvPr>
          <p:cNvSpPr/>
          <p:nvPr/>
        </p:nvSpPr>
        <p:spPr>
          <a:xfrm>
            <a:off x="3782380" y="1093318"/>
            <a:ext cx="329210" cy="52990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200" name="Conector recto de flecha 3199">
            <a:extLst>
              <a:ext uri="{FF2B5EF4-FFF2-40B4-BE49-F238E27FC236}">
                <a16:creationId xmlns:a16="http://schemas.microsoft.com/office/drawing/2014/main" id="{A580F9F0-5D24-A960-8EBC-F08B65EDFCDF}"/>
              </a:ext>
            </a:extLst>
          </p:cNvPr>
          <p:cNvCxnSpPr>
            <a:cxnSpLocks/>
            <a:endCxn id="3146" idx="0"/>
          </p:cNvCxnSpPr>
          <p:nvPr/>
        </p:nvCxnSpPr>
        <p:spPr>
          <a:xfrm flipH="1" flipV="1">
            <a:off x="921824" y="1587494"/>
            <a:ext cx="8448" cy="13410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8" name="CuadroTexto 3207">
            <a:extLst>
              <a:ext uri="{FF2B5EF4-FFF2-40B4-BE49-F238E27FC236}">
                <a16:creationId xmlns:a16="http://schemas.microsoft.com/office/drawing/2014/main" id="{43A9A092-F71D-EDF0-57D5-B2F418C06BA1}"/>
              </a:ext>
            </a:extLst>
          </p:cNvPr>
          <p:cNvSpPr txBox="1"/>
          <p:nvPr/>
        </p:nvSpPr>
        <p:spPr>
          <a:xfrm>
            <a:off x="3369528" y="2605131"/>
            <a:ext cx="447549" cy="2616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PC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09" name="Conector: curvado 3208">
            <a:extLst>
              <a:ext uri="{FF2B5EF4-FFF2-40B4-BE49-F238E27FC236}">
                <a16:creationId xmlns:a16="http://schemas.microsoft.com/office/drawing/2014/main" id="{318ADDC7-DD07-39BE-644C-F73426365EDE}"/>
              </a:ext>
            </a:extLst>
          </p:cNvPr>
          <p:cNvCxnSpPr>
            <a:cxnSpLocks/>
            <a:stCxn id="3182" idx="2"/>
          </p:cNvCxnSpPr>
          <p:nvPr/>
        </p:nvCxnSpPr>
        <p:spPr>
          <a:xfrm rot="16200000" flipH="1">
            <a:off x="2371774" y="2277439"/>
            <a:ext cx="93663" cy="74904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15" name="Conector: curvado 3214">
            <a:extLst>
              <a:ext uri="{FF2B5EF4-FFF2-40B4-BE49-F238E27FC236}">
                <a16:creationId xmlns:a16="http://schemas.microsoft.com/office/drawing/2014/main" id="{8C58E879-D535-0ADA-32BC-15A7AB1734BF}"/>
              </a:ext>
            </a:extLst>
          </p:cNvPr>
          <p:cNvCxnSpPr>
            <a:cxnSpLocks/>
            <a:endCxn id="3208" idx="1"/>
          </p:cNvCxnSpPr>
          <p:nvPr/>
        </p:nvCxnSpPr>
        <p:spPr>
          <a:xfrm>
            <a:off x="2842658" y="2674548"/>
            <a:ext cx="526870" cy="61388"/>
          </a:xfrm>
          <a:prstGeom prst="curvedConnector3">
            <a:avLst>
              <a:gd name="adj1" fmla="val 398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19" name="Conector recto de flecha 3218">
            <a:extLst>
              <a:ext uri="{FF2B5EF4-FFF2-40B4-BE49-F238E27FC236}">
                <a16:creationId xmlns:a16="http://schemas.microsoft.com/office/drawing/2014/main" id="{8215B726-043A-BA41-0402-C429F015AE05}"/>
              </a:ext>
            </a:extLst>
          </p:cNvPr>
          <p:cNvCxnSpPr>
            <a:cxnSpLocks/>
            <a:stCxn id="3177" idx="2"/>
            <a:endCxn id="3177" idx="0"/>
          </p:cNvCxnSpPr>
          <p:nvPr/>
        </p:nvCxnSpPr>
        <p:spPr>
          <a:xfrm flipV="1">
            <a:off x="4345291" y="1594345"/>
            <a:ext cx="0" cy="14328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3" name="Conector: curvado 3222">
            <a:extLst>
              <a:ext uri="{FF2B5EF4-FFF2-40B4-BE49-F238E27FC236}">
                <a16:creationId xmlns:a16="http://schemas.microsoft.com/office/drawing/2014/main" id="{7DA82524-F666-298A-0FC0-1BD2B484DC5D}"/>
              </a:ext>
            </a:extLst>
          </p:cNvPr>
          <p:cNvCxnSpPr>
            <a:cxnSpLocks/>
            <a:stCxn id="3208" idx="2"/>
          </p:cNvCxnSpPr>
          <p:nvPr/>
        </p:nvCxnSpPr>
        <p:spPr>
          <a:xfrm rot="16200000" flipH="1">
            <a:off x="3929047" y="2530996"/>
            <a:ext cx="61851" cy="73333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31" name="CuadroTexto 3230">
            <a:extLst>
              <a:ext uri="{FF2B5EF4-FFF2-40B4-BE49-F238E27FC236}">
                <a16:creationId xmlns:a16="http://schemas.microsoft.com/office/drawing/2014/main" id="{4446AC69-C676-26E8-2785-EC6550D7A418}"/>
              </a:ext>
            </a:extLst>
          </p:cNvPr>
          <p:cNvSpPr txBox="1"/>
          <p:nvPr/>
        </p:nvSpPr>
        <p:spPr>
          <a:xfrm>
            <a:off x="4858641" y="1621707"/>
            <a:ext cx="447549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232" name="CuadroTexto 3231">
            <a:extLst>
              <a:ext uri="{FF2B5EF4-FFF2-40B4-BE49-F238E27FC236}">
                <a16:creationId xmlns:a16="http://schemas.microsoft.com/office/drawing/2014/main" id="{83C3C92F-75AA-6CC3-22A3-3EB324DB0886}"/>
              </a:ext>
            </a:extLst>
          </p:cNvPr>
          <p:cNvSpPr txBox="1"/>
          <p:nvPr/>
        </p:nvSpPr>
        <p:spPr>
          <a:xfrm>
            <a:off x="5063083" y="1938544"/>
            <a:ext cx="447549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235" name="CuadroTexto 3234">
            <a:extLst>
              <a:ext uri="{FF2B5EF4-FFF2-40B4-BE49-F238E27FC236}">
                <a16:creationId xmlns:a16="http://schemas.microsoft.com/office/drawing/2014/main" id="{F8E2B9BD-CEDC-5E03-18E7-CE551DBAA1AF}"/>
              </a:ext>
            </a:extLst>
          </p:cNvPr>
          <p:cNvSpPr txBox="1"/>
          <p:nvPr/>
        </p:nvSpPr>
        <p:spPr>
          <a:xfrm>
            <a:off x="5321805" y="2255381"/>
            <a:ext cx="447549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FeS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36" name="CuadroTexto 3235">
            <a:extLst>
              <a:ext uri="{FF2B5EF4-FFF2-40B4-BE49-F238E27FC236}">
                <a16:creationId xmlns:a16="http://schemas.microsoft.com/office/drawing/2014/main" id="{8E97E8F0-638F-CE9F-457A-8B636D068164}"/>
              </a:ext>
            </a:extLst>
          </p:cNvPr>
          <p:cNvSpPr txBox="1"/>
          <p:nvPr/>
        </p:nvSpPr>
        <p:spPr>
          <a:xfrm>
            <a:off x="5621538" y="2572218"/>
            <a:ext cx="447549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45" name="CuadroTexto 3244">
            <a:extLst>
              <a:ext uri="{FF2B5EF4-FFF2-40B4-BE49-F238E27FC236}">
                <a16:creationId xmlns:a16="http://schemas.microsoft.com/office/drawing/2014/main" id="{59504D7E-068C-300E-C903-4E1073AFE9DB}"/>
              </a:ext>
            </a:extLst>
          </p:cNvPr>
          <p:cNvSpPr txBox="1"/>
          <p:nvPr/>
        </p:nvSpPr>
        <p:spPr>
          <a:xfrm>
            <a:off x="4600633" y="1182519"/>
            <a:ext cx="705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NADP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46" name="CuadroTexto 3245">
            <a:extLst>
              <a:ext uri="{FF2B5EF4-FFF2-40B4-BE49-F238E27FC236}">
                <a16:creationId xmlns:a16="http://schemas.microsoft.com/office/drawing/2014/main" id="{C9F928AF-8B95-889E-E153-DF27E5A93151}"/>
              </a:ext>
            </a:extLst>
          </p:cNvPr>
          <p:cNvSpPr txBox="1"/>
          <p:nvPr/>
        </p:nvSpPr>
        <p:spPr>
          <a:xfrm>
            <a:off x="5857331" y="1182519"/>
            <a:ext cx="733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64" name="CuadroTexto 3263">
            <a:extLst>
              <a:ext uri="{FF2B5EF4-FFF2-40B4-BE49-F238E27FC236}">
                <a16:creationId xmlns:a16="http://schemas.microsoft.com/office/drawing/2014/main" id="{C2AFADA7-B4C9-4652-08CA-2F5F0B68B516}"/>
              </a:ext>
            </a:extLst>
          </p:cNvPr>
          <p:cNvSpPr txBox="1"/>
          <p:nvPr/>
        </p:nvSpPr>
        <p:spPr>
          <a:xfrm>
            <a:off x="4814357" y="868504"/>
            <a:ext cx="1553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Fd:NADP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oxidorreductasa</a:t>
            </a:r>
          </a:p>
        </p:txBody>
      </p:sp>
      <p:cxnSp>
        <p:nvCxnSpPr>
          <p:cNvPr id="3265" name="Conector: curvado 3264">
            <a:extLst>
              <a:ext uri="{FF2B5EF4-FFF2-40B4-BE49-F238E27FC236}">
                <a16:creationId xmlns:a16="http://schemas.microsoft.com/office/drawing/2014/main" id="{94B9642B-A88F-8150-6AB0-D1E276096F47}"/>
              </a:ext>
            </a:extLst>
          </p:cNvPr>
          <p:cNvCxnSpPr>
            <a:cxnSpLocks/>
            <a:stCxn id="3177" idx="0"/>
            <a:endCxn id="3231" idx="1"/>
          </p:cNvCxnSpPr>
          <p:nvPr/>
        </p:nvCxnSpPr>
        <p:spPr>
          <a:xfrm rot="16200000" flipH="1">
            <a:off x="4522882" y="1416753"/>
            <a:ext cx="158167" cy="513350"/>
          </a:xfrm>
          <a:prstGeom prst="curvedConnector4">
            <a:avLst>
              <a:gd name="adj1" fmla="val 118252"/>
              <a:gd name="adj2" fmla="val 9193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76" name="Conector: curvado 3275">
            <a:extLst>
              <a:ext uri="{FF2B5EF4-FFF2-40B4-BE49-F238E27FC236}">
                <a16:creationId xmlns:a16="http://schemas.microsoft.com/office/drawing/2014/main" id="{35396FAD-B192-A34A-8231-975D9AA46814}"/>
              </a:ext>
            </a:extLst>
          </p:cNvPr>
          <p:cNvCxnSpPr>
            <a:cxnSpLocks/>
            <a:endCxn id="3232" idx="1"/>
          </p:cNvCxnSpPr>
          <p:nvPr/>
        </p:nvCxnSpPr>
        <p:spPr>
          <a:xfrm rot="16200000" flipH="1">
            <a:off x="4892628" y="1898894"/>
            <a:ext cx="186030" cy="15487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80" name="Conector: curvado 3279">
            <a:extLst>
              <a:ext uri="{FF2B5EF4-FFF2-40B4-BE49-F238E27FC236}">
                <a16:creationId xmlns:a16="http://schemas.microsoft.com/office/drawing/2014/main" id="{C0DF568E-65CB-66F8-4EA1-AD12F71D30E0}"/>
              </a:ext>
            </a:extLst>
          </p:cNvPr>
          <p:cNvCxnSpPr>
            <a:cxnSpLocks/>
            <a:endCxn id="3235" idx="1"/>
          </p:cNvCxnSpPr>
          <p:nvPr/>
        </p:nvCxnSpPr>
        <p:spPr>
          <a:xfrm rot="16200000" flipH="1">
            <a:off x="5140670" y="2205051"/>
            <a:ext cx="186032" cy="17623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83" name="Conector: curvado 3282">
            <a:extLst>
              <a:ext uri="{FF2B5EF4-FFF2-40B4-BE49-F238E27FC236}">
                <a16:creationId xmlns:a16="http://schemas.microsoft.com/office/drawing/2014/main" id="{6BBB7DC6-333B-AA67-AE73-CBC19A95A96D}"/>
              </a:ext>
            </a:extLst>
          </p:cNvPr>
          <p:cNvCxnSpPr>
            <a:cxnSpLocks/>
            <a:endCxn id="3236" idx="1"/>
          </p:cNvCxnSpPr>
          <p:nvPr/>
        </p:nvCxnSpPr>
        <p:spPr>
          <a:xfrm rot="16200000" flipH="1">
            <a:off x="5436873" y="2518358"/>
            <a:ext cx="186032" cy="18329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95" name="Conector recto de flecha 3294">
            <a:extLst>
              <a:ext uri="{FF2B5EF4-FFF2-40B4-BE49-F238E27FC236}">
                <a16:creationId xmlns:a16="http://schemas.microsoft.com/office/drawing/2014/main" id="{78589EFB-6378-88E0-38AE-10844B95F0FB}"/>
              </a:ext>
            </a:extLst>
          </p:cNvPr>
          <p:cNvCxnSpPr>
            <a:cxnSpLocks/>
            <a:stCxn id="3236" idx="0"/>
            <a:endCxn id="3264" idx="2"/>
          </p:cNvCxnSpPr>
          <p:nvPr/>
        </p:nvCxnSpPr>
        <p:spPr>
          <a:xfrm flipH="1" flipV="1">
            <a:off x="5591252" y="1299391"/>
            <a:ext cx="254061" cy="1272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8" name="Conector: curvado 3297">
            <a:extLst>
              <a:ext uri="{FF2B5EF4-FFF2-40B4-BE49-F238E27FC236}">
                <a16:creationId xmlns:a16="http://schemas.microsoft.com/office/drawing/2014/main" id="{FC8607C0-2BFE-C057-4161-54980EE18E7D}"/>
              </a:ext>
            </a:extLst>
          </p:cNvPr>
          <p:cNvCxnSpPr>
            <a:cxnSpLocks/>
            <a:stCxn id="3236" idx="2"/>
          </p:cNvCxnSpPr>
          <p:nvPr/>
        </p:nvCxnSpPr>
        <p:spPr>
          <a:xfrm rot="5400000" flipH="1">
            <a:off x="4249158" y="1237673"/>
            <a:ext cx="110102" cy="3082209"/>
          </a:xfrm>
          <a:prstGeom prst="curvedConnector3">
            <a:avLst>
              <a:gd name="adj1" fmla="val -281123"/>
            </a:avLst>
          </a:prstGeom>
          <a:ln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07" name="CuadroTexto 3306">
            <a:extLst>
              <a:ext uri="{FF2B5EF4-FFF2-40B4-BE49-F238E27FC236}">
                <a16:creationId xmlns:a16="http://schemas.microsoft.com/office/drawing/2014/main" id="{F7CD7E4B-6CD0-29FB-A4AD-6C9E166A4802}"/>
              </a:ext>
            </a:extLst>
          </p:cNvPr>
          <p:cNvSpPr txBox="1"/>
          <p:nvPr/>
        </p:nvSpPr>
        <p:spPr>
          <a:xfrm>
            <a:off x="3575374" y="3098083"/>
            <a:ext cx="1553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Transporte cíclico</a:t>
            </a:r>
          </a:p>
        </p:txBody>
      </p:sp>
      <p:sp>
        <p:nvSpPr>
          <p:cNvPr id="3308" name="CuadroTexto 3307">
            <a:extLst>
              <a:ext uri="{FF2B5EF4-FFF2-40B4-BE49-F238E27FC236}">
                <a16:creationId xmlns:a16="http://schemas.microsoft.com/office/drawing/2014/main" id="{871A76D3-CF9B-CAC8-CCEF-A3000AB1FFB6}"/>
              </a:ext>
            </a:extLst>
          </p:cNvPr>
          <p:cNvSpPr txBox="1"/>
          <p:nvPr/>
        </p:nvSpPr>
        <p:spPr>
          <a:xfrm>
            <a:off x="4842467" y="587484"/>
            <a:ext cx="1553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Transporte no cíclico</a:t>
            </a:r>
          </a:p>
        </p:txBody>
      </p:sp>
      <p:cxnSp>
        <p:nvCxnSpPr>
          <p:cNvPr id="3316" name="Conector recto de flecha 3315">
            <a:extLst>
              <a:ext uri="{FF2B5EF4-FFF2-40B4-BE49-F238E27FC236}">
                <a16:creationId xmlns:a16="http://schemas.microsoft.com/office/drawing/2014/main" id="{13AA59A0-6C1B-C999-CCC7-448F74221998}"/>
              </a:ext>
            </a:extLst>
          </p:cNvPr>
          <p:cNvCxnSpPr>
            <a:cxnSpLocks/>
            <a:stCxn id="3245" idx="3"/>
            <a:endCxn id="3246" idx="1"/>
          </p:cNvCxnSpPr>
          <p:nvPr/>
        </p:nvCxnSpPr>
        <p:spPr>
          <a:xfrm>
            <a:off x="5306190" y="1313324"/>
            <a:ext cx="55114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3" name="CuadroTexto 3322">
            <a:extLst>
              <a:ext uri="{FF2B5EF4-FFF2-40B4-BE49-F238E27FC236}">
                <a16:creationId xmlns:a16="http://schemas.microsoft.com/office/drawing/2014/main" id="{11E870F5-6C88-C96E-341F-C790E0DDD6A5}"/>
              </a:ext>
            </a:extLst>
          </p:cNvPr>
          <p:cNvSpPr txBox="1"/>
          <p:nvPr/>
        </p:nvSpPr>
        <p:spPr>
          <a:xfrm>
            <a:off x="23282" y="3822433"/>
            <a:ext cx="699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Lado P</a:t>
            </a:r>
          </a:p>
        </p:txBody>
      </p:sp>
      <p:sp>
        <p:nvSpPr>
          <p:cNvPr id="3324" name="CuadroTexto 3323">
            <a:extLst>
              <a:ext uri="{FF2B5EF4-FFF2-40B4-BE49-F238E27FC236}">
                <a16:creationId xmlns:a16="http://schemas.microsoft.com/office/drawing/2014/main" id="{99ADB993-8D75-B3A1-8194-F1BD495FFC6C}"/>
              </a:ext>
            </a:extLst>
          </p:cNvPr>
          <p:cNvSpPr txBox="1"/>
          <p:nvPr/>
        </p:nvSpPr>
        <p:spPr>
          <a:xfrm>
            <a:off x="15264" y="328943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Lado N</a:t>
            </a:r>
          </a:p>
        </p:txBody>
      </p:sp>
      <p:sp>
        <p:nvSpPr>
          <p:cNvPr id="3325" name="CuadroTexto 3324">
            <a:extLst>
              <a:ext uri="{FF2B5EF4-FFF2-40B4-BE49-F238E27FC236}">
                <a16:creationId xmlns:a16="http://schemas.microsoft.com/office/drawing/2014/main" id="{A186751E-E0A6-DA79-039A-81869F0BB069}"/>
              </a:ext>
            </a:extLst>
          </p:cNvPr>
          <p:cNvSpPr txBox="1"/>
          <p:nvPr/>
        </p:nvSpPr>
        <p:spPr>
          <a:xfrm>
            <a:off x="21935" y="4094893"/>
            <a:ext cx="1486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Espacio tilacoidal</a:t>
            </a:r>
          </a:p>
        </p:txBody>
      </p:sp>
    </p:spTree>
    <p:extLst>
      <p:ext uri="{BB962C8B-B14F-4D97-AF65-F5344CB8AC3E}">
        <p14:creationId xmlns:p14="http://schemas.microsoft.com/office/powerpoint/2010/main" val="22801740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73</Words>
  <Application>Microsoft Office PowerPoint</Application>
  <PresentationFormat>Personalizado</PresentationFormat>
  <Paragraphs>34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35</cp:revision>
  <dcterms:created xsi:type="dcterms:W3CDTF">2025-10-09T08:39:27Z</dcterms:created>
  <dcterms:modified xsi:type="dcterms:W3CDTF">2026-01-21T18:32:50Z</dcterms:modified>
</cp:coreProperties>
</file>