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1680" y="-2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Conector: angular 190">
            <a:extLst>
              <a:ext uri="{FF2B5EF4-FFF2-40B4-BE49-F238E27FC236}">
                <a16:creationId xmlns:a16="http://schemas.microsoft.com/office/drawing/2014/main" id="{1B1A22CA-2D05-E486-62F4-0B2A42ED53CA}"/>
              </a:ext>
            </a:extLst>
          </p:cNvPr>
          <p:cNvCxnSpPr>
            <a:cxnSpLocks/>
            <a:stCxn id="150" idx="1"/>
            <a:endCxn id="166" idx="3"/>
          </p:cNvCxnSpPr>
          <p:nvPr/>
        </p:nvCxnSpPr>
        <p:spPr>
          <a:xfrm rot="10800000">
            <a:off x="1378835" y="3073076"/>
            <a:ext cx="889295" cy="1217813"/>
          </a:xfrm>
          <a:prstGeom prst="bentConnector3">
            <a:avLst>
              <a:gd name="adj1" fmla="val 76031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3" name="Rectángulo 172">
            <a:extLst>
              <a:ext uri="{FF2B5EF4-FFF2-40B4-BE49-F238E27FC236}">
                <a16:creationId xmlns:a16="http://schemas.microsoft.com/office/drawing/2014/main" id="{2C2FA898-F732-B16F-AD6E-C00A2A926F76}"/>
              </a:ext>
            </a:extLst>
          </p:cNvPr>
          <p:cNvSpPr/>
          <p:nvPr/>
        </p:nvSpPr>
        <p:spPr>
          <a:xfrm>
            <a:off x="-157749" y="3313277"/>
            <a:ext cx="7926515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1" name="Rectángulo 170">
            <a:extLst>
              <a:ext uri="{FF2B5EF4-FFF2-40B4-BE49-F238E27FC236}">
                <a16:creationId xmlns:a16="http://schemas.microsoft.com/office/drawing/2014/main" id="{ECC83807-2D81-EDBE-CCA4-51461DC9D286}"/>
              </a:ext>
            </a:extLst>
          </p:cNvPr>
          <p:cNvSpPr/>
          <p:nvPr/>
        </p:nvSpPr>
        <p:spPr>
          <a:xfrm>
            <a:off x="-196788" y="2331277"/>
            <a:ext cx="7926515" cy="32814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AF7F36-3C0F-795A-5E84-0673A89889A0}"/>
              </a:ext>
            </a:extLst>
          </p:cNvPr>
          <p:cNvSpPr txBox="1"/>
          <p:nvPr/>
        </p:nvSpPr>
        <p:spPr>
          <a:xfrm>
            <a:off x="871018" y="151297"/>
            <a:ext cx="1011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Triacilglicerol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F725E2-61C7-75A3-239D-AEB9933EB6FE}"/>
              </a:ext>
            </a:extLst>
          </p:cNvPr>
          <p:cNvSpPr txBox="1"/>
          <p:nvPr/>
        </p:nvSpPr>
        <p:spPr>
          <a:xfrm>
            <a:off x="1621564" y="666540"/>
            <a:ext cx="12105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graso (x3)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1230388-8C8A-0FAF-A204-9A71F0ED971D}"/>
              </a:ext>
            </a:extLst>
          </p:cNvPr>
          <p:cNvSpPr txBox="1"/>
          <p:nvPr/>
        </p:nvSpPr>
        <p:spPr>
          <a:xfrm>
            <a:off x="1682478" y="1833221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A267BA-4D06-457D-1643-A3400C543F50}"/>
              </a:ext>
            </a:extLst>
          </p:cNvPr>
          <p:cNvSpPr txBox="1"/>
          <p:nvPr/>
        </p:nvSpPr>
        <p:spPr>
          <a:xfrm>
            <a:off x="1739650" y="322092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Lipasas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BC2E322-AAFE-8BAF-783A-82B2275345D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76926" y="412907"/>
            <a:ext cx="849933" cy="253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B5FFF48-6372-C74F-12E4-45F9A2C3B737}"/>
              </a:ext>
            </a:extLst>
          </p:cNvPr>
          <p:cNvSpPr txBox="1"/>
          <p:nvPr/>
        </p:nvSpPr>
        <p:spPr>
          <a:xfrm>
            <a:off x="279337" y="665446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80C9CAB-8DA3-DA17-79CA-D7F7ED99AECD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>
            <a:off x="611319" y="927056"/>
            <a:ext cx="1" cy="37213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5A5B171-76B9-ED50-10E0-0150F1C41BC1}"/>
              </a:ext>
            </a:extLst>
          </p:cNvPr>
          <p:cNvSpPr txBox="1"/>
          <p:nvPr/>
        </p:nvSpPr>
        <p:spPr>
          <a:xfrm>
            <a:off x="-26099" y="1299189"/>
            <a:ext cx="1274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Glucolisis/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124BD84-DF44-ED40-BA15-128E49EDB72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226858" y="928150"/>
            <a:ext cx="1" cy="9050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BA35B8-751D-D8BD-4B84-6BF3BF5A1AB6}"/>
              </a:ext>
            </a:extLst>
          </p:cNvPr>
          <p:cNvSpPr txBox="1"/>
          <p:nvPr/>
        </p:nvSpPr>
        <p:spPr>
          <a:xfrm>
            <a:off x="2219571" y="943397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62BAE69-5022-D23C-2239-821C38038F86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flipH="1">
            <a:off x="611319" y="412907"/>
            <a:ext cx="765607" cy="252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630FDD3-FE8F-612B-0CAA-FDC05AA51943}"/>
              </a:ext>
            </a:extLst>
          </p:cNvPr>
          <p:cNvSpPr txBox="1"/>
          <p:nvPr/>
        </p:nvSpPr>
        <p:spPr>
          <a:xfrm>
            <a:off x="2682207" y="1578051"/>
            <a:ext cx="10070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Pirofosfatasa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0B274A8-2000-BF86-A3FF-77CFD364C724}"/>
              </a:ext>
            </a:extLst>
          </p:cNvPr>
          <p:cNvSpPr txBox="1"/>
          <p:nvPr/>
        </p:nvSpPr>
        <p:spPr>
          <a:xfrm>
            <a:off x="1589440" y="927103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9AE3DE4-18F6-81F0-25E3-ED66701A73C4}"/>
              </a:ext>
            </a:extLst>
          </p:cNvPr>
          <p:cNvSpPr txBox="1"/>
          <p:nvPr/>
        </p:nvSpPr>
        <p:spPr>
          <a:xfrm>
            <a:off x="1329376" y="1242145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39BFF6DB-CF9B-843B-9C51-1466840937E4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2049821" y="1057908"/>
            <a:ext cx="184325" cy="19941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onector: curvado 74">
            <a:extLst>
              <a:ext uri="{FF2B5EF4-FFF2-40B4-BE49-F238E27FC236}">
                <a16:creationId xmlns:a16="http://schemas.microsoft.com/office/drawing/2014/main" id="{27DF6270-7E62-61A2-13BB-3C4B8C07F4D6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2049821" y="1372950"/>
            <a:ext cx="184325" cy="20510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CuadroTexto 77">
            <a:extLst>
              <a:ext uri="{FF2B5EF4-FFF2-40B4-BE49-F238E27FC236}">
                <a16:creationId xmlns:a16="http://schemas.microsoft.com/office/drawing/2014/main" id="{99B66D8B-2E5A-0961-C450-7741F70E48AC}"/>
              </a:ext>
            </a:extLst>
          </p:cNvPr>
          <p:cNvSpPr txBox="1"/>
          <p:nvPr/>
        </p:nvSpPr>
        <p:spPr>
          <a:xfrm>
            <a:off x="2396609" y="123582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AMP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A07F83B7-1DF6-EB0A-693D-1336ED22E268}"/>
              </a:ext>
            </a:extLst>
          </p:cNvPr>
          <p:cNvSpPr txBox="1"/>
          <p:nvPr/>
        </p:nvSpPr>
        <p:spPr>
          <a:xfrm>
            <a:off x="2437162" y="1447247"/>
            <a:ext cx="4058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PPi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Conector: curvado 79">
            <a:extLst>
              <a:ext uri="{FF2B5EF4-FFF2-40B4-BE49-F238E27FC236}">
                <a16:creationId xmlns:a16="http://schemas.microsoft.com/office/drawing/2014/main" id="{2A97CD63-C41E-A485-72E7-5B656E2DBA68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2204962" y="1174978"/>
            <a:ext cx="213543" cy="16975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ctor: curvado 84">
            <a:extLst>
              <a:ext uri="{FF2B5EF4-FFF2-40B4-BE49-F238E27FC236}">
                <a16:creationId xmlns:a16="http://schemas.microsoft.com/office/drawing/2014/main" id="{BCC021B2-6BBC-3378-C71B-A269753EB7C1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2216223" y="1357112"/>
            <a:ext cx="231573" cy="21030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CuadroTexto 88">
            <a:extLst>
              <a:ext uri="{FF2B5EF4-FFF2-40B4-BE49-F238E27FC236}">
                <a16:creationId xmlns:a16="http://schemas.microsoft.com/office/drawing/2014/main" id="{1A90C4C1-B7B9-AFFF-883D-F6BB97237EB2}"/>
              </a:ext>
            </a:extLst>
          </p:cNvPr>
          <p:cNvSpPr txBox="1"/>
          <p:nvPr/>
        </p:nvSpPr>
        <p:spPr>
          <a:xfrm>
            <a:off x="3559591" y="1447246"/>
            <a:ext cx="4988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2x Pi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B6AD26D-2AF4-D747-BAD3-4B93BABC7F52}"/>
              </a:ext>
            </a:extLst>
          </p:cNvPr>
          <p:cNvCxnSpPr>
            <a:cxnSpLocks/>
            <a:stCxn id="79" idx="3"/>
            <a:endCxn id="89" idx="1"/>
          </p:cNvCxnSpPr>
          <p:nvPr/>
        </p:nvCxnSpPr>
        <p:spPr>
          <a:xfrm flipV="1">
            <a:off x="2843043" y="1578051"/>
            <a:ext cx="716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864C8478-4042-4939-31B4-838A3AB88774}"/>
              </a:ext>
            </a:extLst>
          </p:cNvPr>
          <p:cNvSpPr txBox="1"/>
          <p:nvPr/>
        </p:nvSpPr>
        <p:spPr>
          <a:xfrm>
            <a:off x="2640034" y="182982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Carnitina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17F4693-FC3E-6C2D-13E0-B6E19050EB67}"/>
              </a:ext>
            </a:extLst>
          </p:cNvPr>
          <p:cNvSpPr txBox="1"/>
          <p:nvPr/>
        </p:nvSpPr>
        <p:spPr>
          <a:xfrm>
            <a:off x="2816773" y="2940530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-carnitina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262B361-CE6B-D9B1-6E53-A2DF3F784C0C}"/>
              </a:ext>
            </a:extLst>
          </p:cNvPr>
          <p:cNvSpPr txBox="1"/>
          <p:nvPr/>
        </p:nvSpPr>
        <p:spPr>
          <a:xfrm>
            <a:off x="2881630" y="2267701"/>
            <a:ext cx="11768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</a:t>
            </a:r>
          </a:p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908A6FA6-89E6-420E-5642-497621450A11}"/>
              </a:ext>
            </a:extLst>
          </p:cNvPr>
          <p:cNvSpPr txBox="1"/>
          <p:nvPr/>
        </p:nvSpPr>
        <p:spPr>
          <a:xfrm>
            <a:off x="-65582" y="3247935"/>
            <a:ext cx="1534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Translocasa carnitina/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acilcarnitina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DA1EEC6B-5891-39A1-E870-7BC9B44FA53C}"/>
              </a:ext>
            </a:extLst>
          </p:cNvPr>
          <p:cNvSpPr txBox="1"/>
          <p:nvPr/>
        </p:nvSpPr>
        <p:spPr>
          <a:xfrm>
            <a:off x="1093107" y="4415953"/>
            <a:ext cx="9941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-carnitina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03E0FCAD-3110-B6DB-F52F-8A52CE6B7B54}"/>
              </a:ext>
            </a:extLst>
          </p:cNvPr>
          <p:cNvSpPr txBox="1"/>
          <p:nvPr/>
        </p:nvSpPr>
        <p:spPr>
          <a:xfrm>
            <a:off x="2268129" y="4160083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+</a:t>
            </a:r>
          </a:p>
        </p:txBody>
      </p:sp>
      <p:cxnSp>
        <p:nvCxnSpPr>
          <p:cNvPr id="152" name="Conector: curvado 151">
            <a:extLst>
              <a:ext uri="{FF2B5EF4-FFF2-40B4-BE49-F238E27FC236}">
                <a16:creationId xmlns:a16="http://schemas.microsoft.com/office/drawing/2014/main" id="{2AD0F270-FD12-2D8E-E1FF-235EB8A74A0E}"/>
              </a:ext>
            </a:extLst>
          </p:cNvPr>
          <p:cNvCxnSpPr>
            <a:cxnSpLocks/>
            <a:stCxn id="147" idx="0"/>
            <a:endCxn id="150" idx="0"/>
          </p:cNvCxnSpPr>
          <p:nvPr/>
        </p:nvCxnSpPr>
        <p:spPr>
          <a:xfrm rot="5400000" flipH="1" flipV="1">
            <a:off x="2018917" y="3731365"/>
            <a:ext cx="255870" cy="1113306"/>
          </a:xfrm>
          <a:prstGeom prst="curvedConnector3">
            <a:avLst>
              <a:gd name="adj1" fmla="val 3009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7" name="Group 65">
            <a:extLst>
              <a:ext uri="{FF2B5EF4-FFF2-40B4-BE49-F238E27FC236}">
                <a16:creationId xmlns:a16="http://schemas.microsoft.com/office/drawing/2014/main" id="{F9F10340-8F1B-8C1B-33DE-074EE5C39693}"/>
              </a:ext>
            </a:extLst>
          </p:cNvPr>
          <p:cNvGrpSpPr>
            <a:grpSpLocks/>
          </p:cNvGrpSpPr>
          <p:nvPr/>
        </p:nvGrpSpPr>
        <p:grpSpPr bwMode="auto">
          <a:xfrm>
            <a:off x="1929386" y="3243110"/>
            <a:ext cx="456236" cy="430114"/>
            <a:chOff x="4949" y="2773"/>
            <a:chExt cx="506" cy="974"/>
          </a:xfrm>
        </p:grpSpPr>
        <p:sp>
          <p:nvSpPr>
            <p:cNvPr id="138" name="Freeform 66">
              <a:extLst>
                <a:ext uri="{FF2B5EF4-FFF2-40B4-BE49-F238E27FC236}">
                  <a16:creationId xmlns:a16="http://schemas.microsoft.com/office/drawing/2014/main" id="{E83862D9-2927-44FF-2BCB-EE29E877E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773"/>
              <a:ext cx="506" cy="974"/>
            </a:xfrm>
            <a:custGeom>
              <a:avLst/>
              <a:gdLst>
                <a:gd name="T0" fmla="*/ 1921 w 202"/>
                <a:gd name="T1" fmla="*/ 227 h 365"/>
                <a:gd name="T2" fmla="*/ 188 w 202"/>
                <a:gd name="T3" fmla="*/ 990 h 365"/>
                <a:gd name="T4" fmla="*/ 283 w 202"/>
                <a:gd name="T5" fmla="*/ 2834 h 365"/>
                <a:gd name="T6" fmla="*/ 158 w 202"/>
                <a:gd name="T7" fmla="*/ 4408 h 365"/>
                <a:gd name="T8" fmla="*/ 1117 w 202"/>
                <a:gd name="T9" fmla="*/ 6842 h 365"/>
                <a:gd name="T10" fmla="*/ 2655 w 202"/>
                <a:gd name="T11" fmla="*/ 6287 h 365"/>
                <a:gd name="T12" fmla="*/ 2893 w 202"/>
                <a:gd name="T13" fmla="*/ 4144 h 365"/>
                <a:gd name="T14" fmla="*/ 2893 w 202"/>
                <a:gd name="T15" fmla="*/ 2663 h 365"/>
                <a:gd name="T16" fmla="*/ 1921 w 202"/>
                <a:gd name="T17" fmla="*/ 227 h 3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2" h="365">
                  <a:moveTo>
                    <a:pt x="122" y="12"/>
                  </a:moveTo>
                  <a:cubicBezTo>
                    <a:pt x="66" y="0"/>
                    <a:pt x="25" y="24"/>
                    <a:pt x="12" y="52"/>
                  </a:cubicBezTo>
                  <a:cubicBezTo>
                    <a:pt x="0" y="77"/>
                    <a:pt x="16" y="124"/>
                    <a:pt x="18" y="149"/>
                  </a:cubicBezTo>
                  <a:cubicBezTo>
                    <a:pt x="20" y="182"/>
                    <a:pt x="14" y="199"/>
                    <a:pt x="10" y="232"/>
                  </a:cubicBezTo>
                  <a:cubicBezTo>
                    <a:pt x="4" y="276"/>
                    <a:pt x="3" y="353"/>
                    <a:pt x="71" y="360"/>
                  </a:cubicBezTo>
                  <a:cubicBezTo>
                    <a:pt x="111" y="365"/>
                    <a:pt x="138" y="361"/>
                    <a:pt x="169" y="331"/>
                  </a:cubicBezTo>
                  <a:cubicBezTo>
                    <a:pt x="202" y="297"/>
                    <a:pt x="189" y="246"/>
                    <a:pt x="184" y="218"/>
                  </a:cubicBezTo>
                  <a:cubicBezTo>
                    <a:pt x="179" y="190"/>
                    <a:pt x="175" y="168"/>
                    <a:pt x="184" y="140"/>
                  </a:cubicBezTo>
                  <a:cubicBezTo>
                    <a:pt x="200" y="94"/>
                    <a:pt x="178" y="24"/>
                    <a:pt x="122" y="12"/>
                  </a:cubicBezTo>
                  <a:close/>
                </a:path>
              </a:pathLst>
            </a:custGeom>
            <a:solidFill>
              <a:srgbClr val="D796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67">
              <a:extLst>
                <a:ext uri="{FF2B5EF4-FFF2-40B4-BE49-F238E27FC236}">
                  <a16:creationId xmlns:a16="http://schemas.microsoft.com/office/drawing/2014/main" id="{8ADFFBBB-70BE-D6A3-8A49-07433FE2A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2816"/>
              <a:ext cx="210" cy="861"/>
            </a:xfrm>
            <a:custGeom>
              <a:avLst/>
              <a:gdLst>
                <a:gd name="T0" fmla="*/ 583 w 84"/>
                <a:gd name="T1" fmla="*/ 1421 h 323"/>
                <a:gd name="T2" fmla="*/ 438 w 84"/>
                <a:gd name="T3" fmla="*/ 3865 h 323"/>
                <a:gd name="T4" fmla="*/ 395 w 84"/>
                <a:gd name="T5" fmla="*/ 6118 h 323"/>
                <a:gd name="T6" fmla="*/ 188 w 84"/>
                <a:gd name="T7" fmla="*/ 3844 h 323"/>
                <a:gd name="T8" fmla="*/ 125 w 84"/>
                <a:gd name="T9" fmla="*/ 1442 h 323"/>
                <a:gd name="T10" fmla="*/ 1313 w 84"/>
                <a:gd name="T11" fmla="*/ 0 h 323"/>
                <a:gd name="T12" fmla="*/ 583 w 84"/>
                <a:gd name="T13" fmla="*/ 1421 h 3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4" h="323">
                  <a:moveTo>
                    <a:pt x="37" y="75"/>
                  </a:moveTo>
                  <a:cubicBezTo>
                    <a:pt x="42" y="104"/>
                    <a:pt x="42" y="157"/>
                    <a:pt x="28" y="204"/>
                  </a:cubicBezTo>
                  <a:cubicBezTo>
                    <a:pt x="13" y="252"/>
                    <a:pt x="12" y="302"/>
                    <a:pt x="25" y="323"/>
                  </a:cubicBezTo>
                  <a:cubicBezTo>
                    <a:pt x="10" y="302"/>
                    <a:pt x="0" y="279"/>
                    <a:pt x="12" y="203"/>
                  </a:cubicBezTo>
                  <a:cubicBezTo>
                    <a:pt x="24" y="128"/>
                    <a:pt x="13" y="135"/>
                    <a:pt x="8" y="76"/>
                  </a:cubicBezTo>
                  <a:cubicBezTo>
                    <a:pt x="2" y="18"/>
                    <a:pt x="54" y="2"/>
                    <a:pt x="84" y="0"/>
                  </a:cubicBezTo>
                  <a:cubicBezTo>
                    <a:pt x="62" y="3"/>
                    <a:pt x="33" y="34"/>
                    <a:pt x="37" y="75"/>
                  </a:cubicBezTo>
                  <a:close/>
                </a:path>
              </a:pathLst>
            </a:custGeom>
            <a:solidFill>
              <a:srgbClr val="E2B1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68">
              <a:extLst>
                <a:ext uri="{FF2B5EF4-FFF2-40B4-BE49-F238E27FC236}">
                  <a16:creationId xmlns:a16="http://schemas.microsoft.com/office/drawing/2014/main" id="{097F615E-B802-470B-70D4-ED063D0C2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2880"/>
              <a:ext cx="273" cy="840"/>
            </a:xfrm>
            <a:custGeom>
              <a:avLst/>
              <a:gdLst>
                <a:gd name="T0" fmla="*/ 1097 w 109"/>
                <a:gd name="T1" fmla="*/ 0 h 315"/>
                <a:gd name="T2" fmla="*/ 1463 w 109"/>
                <a:gd name="T3" fmla="*/ 1672 h 315"/>
                <a:gd name="T4" fmla="*/ 1347 w 109"/>
                <a:gd name="T5" fmla="*/ 3051 h 315"/>
                <a:gd name="T6" fmla="*/ 1272 w 109"/>
                <a:gd name="T7" fmla="*/ 5325 h 315"/>
                <a:gd name="T8" fmla="*/ 0 w 109"/>
                <a:gd name="T9" fmla="*/ 5973 h 315"/>
                <a:gd name="T10" fmla="*/ 1022 w 109"/>
                <a:gd name="T11" fmla="*/ 5256 h 315"/>
                <a:gd name="T12" fmla="*/ 992 w 109"/>
                <a:gd name="T13" fmla="*/ 3037 h 315"/>
                <a:gd name="T14" fmla="*/ 1222 w 109"/>
                <a:gd name="T15" fmla="*/ 1443 h 315"/>
                <a:gd name="T16" fmla="*/ 1097 w 109"/>
                <a:gd name="T17" fmla="*/ 0 h 3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15">
                  <a:moveTo>
                    <a:pt x="70" y="0"/>
                  </a:moveTo>
                  <a:cubicBezTo>
                    <a:pt x="85" y="15"/>
                    <a:pt x="102" y="55"/>
                    <a:pt x="93" y="88"/>
                  </a:cubicBezTo>
                  <a:cubicBezTo>
                    <a:pt x="84" y="121"/>
                    <a:pt x="79" y="123"/>
                    <a:pt x="86" y="161"/>
                  </a:cubicBezTo>
                  <a:cubicBezTo>
                    <a:pt x="93" y="198"/>
                    <a:pt x="109" y="249"/>
                    <a:pt x="81" y="281"/>
                  </a:cubicBezTo>
                  <a:cubicBezTo>
                    <a:pt x="53" y="313"/>
                    <a:pt x="23" y="315"/>
                    <a:pt x="0" y="315"/>
                  </a:cubicBezTo>
                  <a:cubicBezTo>
                    <a:pt x="20" y="312"/>
                    <a:pt x="53" y="298"/>
                    <a:pt x="65" y="277"/>
                  </a:cubicBezTo>
                  <a:cubicBezTo>
                    <a:pt x="77" y="257"/>
                    <a:pt x="72" y="200"/>
                    <a:pt x="63" y="160"/>
                  </a:cubicBezTo>
                  <a:cubicBezTo>
                    <a:pt x="54" y="119"/>
                    <a:pt x="74" y="96"/>
                    <a:pt x="78" y="76"/>
                  </a:cubicBezTo>
                  <a:cubicBezTo>
                    <a:pt x="82" y="57"/>
                    <a:pt x="89" y="28"/>
                    <a:pt x="70" y="0"/>
                  </a:cubicBezTo>
                  <a:close/>
                </a:path>
              </a:pathLst>
            </a:custGeom>
            <a:solidFill>
              <a:srgbClr val="C975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69">
              <a:extLst>
                <a:ext uri="{FF2B5EF4-FFF2-40B4-BE49-F238E27FC236}">
                  <a16:creationId xmlns:a16="http://schemas.microsoft.com/office/drawing/2014/main" id="{3828A724-C407-99B7-6F18-635BB4ED5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829"/>
              <a:ext cx="135" cy="392"/>
            </a:xfrm>
            <a:custGeom>
              <a:avLst/>
              <a:gdLst>
                <a:gd name="T0" fmla="*/ 845 w 54"/>
                <a:gd name="T1" fmla="*/ 0 h 147"/>
                <a:gd name="T2" fmla="*/ 63 w 54"/>
                <a:gd name="T3" fmla="*/ 968 h 147"/>
                <a:gd name="T4" fmla="*/ 188 w 54"/>
                <a:gd name="T5" fmla="*/ 2787 h 147"/>
                <a:gd name="T6" fmla="*/ 208 w 54"/>
                <a:gd name="T7" fmla="*/ 1173 h 147"/>
                <a:gd name="T8" fmla="*/ 845 w 54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47">
                  <a:moveTo>
                    <a:pt x="54" y="0"/>
                  </a:moveTo>
                  <a:cubicBezTo>
                    <a:pt x="27" y="6"/>
                    <a:pt x="8" y="26"/>
                    <a:pt x="4" y="51"/>
                  </a:cubicBezTo>
                  <a:cubicBezTo>
                    <a:pt x="0" y="76"/>
                    <a:pt x="15" y="126"/>
                    <a:pt x="12" y="147"/>
                  </a:cubicBezTo>
                  <a:cubicBezTo>
                    <a:pt x="16" y="128"/>
                    <a:pt x="11" y="87"/>
                    <a:pt x="13" y="62"/>
                  </a:cubicBezTo>
                  <a:cubicBezTo>
                    <a:pt x="15" y="37"/>
                    <a:pt x="21" y="17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70">
              <a:extLst>
                <a:ext uri="{FF2B5EF4-FFF2-40B4-BE49-F238E27FC236}">
                  <a16:creationId xmlns:a16="http://schemas.microsoft.com/office/drawing/2014/main" id="{89B74435-0A61-872A-E3D2-19D2A3138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7" y="3416"/>
              <a:ext cx="27" cy="208"/>
            </a:xfrm>
            <a:custGeom>
              <a:avLst/>
              <a:gdLst>
                <a:gd name="T0" fmla="*/ 91 w 11"/>
                <a:gd name="T1" fmla="*/ 0 h 78"/>
                <a:gd name="T2" fmla="*/ 162 w 11"/>
                <a:gd name="T3" fmla="*/ 1480 h 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8">
                  <a:moveTo>
                    <a:pt x="6" y="0"/>
                  </a:moveTo>
                  <a:cubicBezTo>
                    <a:pt x="3" y="22"/>
                    <a:pt x="0" y="58"/>
                    <a:pt x="11" y="7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71">
              <a:extLst>
                <a:ext uri="{FF2B5EF4-FFF2-40B4-BE49-F238E27FC236}">
                  <a16:creationId xmlns:a16="http://schemas.microsoft.com/office/drawing/2014/main" id="{F968FD28-E86E-2118-34BA-BD28CD824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773"/>
              <a:ext cx="506" cy="974"/>
            </a:xfrm>
            <a:custGeom>
              <a:avLst/>
              <a:gdLst>
                <a:gd name="T0" fmla="*/ 1921 w 202"/>
                <a:gd name="T1" fmla="*/ 227 h 365"/>
                <a:gd name="T2" fmla="*/ 188 w 202"/>
                <a:gd name="T3" fmla="*/ 990 h 365"/>
                <a:gd name="T4" fmla="*/ 283 w 202"/>
                <a:gd name="T5" fmla="*/ 2834 h 365"/>
                <a:gd name="T6" fmla="*/ 158 w 202"/>
                <a:gd name="T7" fmla="*/ 4408 h 365"/>
                <a:gd name="T8" fmla="*/ 1117 w 202"/>
                <a:gd name="T9" fmla="*/ 6842 h 365"/>
                <a:gd name="T10" fmla="*/ 2655 w 202"/>
                <a:gd name="T11" fmla="*/ 6287 h 365"/>
                <a:gd name="T12" fmla="*/ 2893 w 202"/>
                <a:gd name="T13" fmla="*/ 4144 h 365"/>
                <a:gd name="T14" fmla="*/ 2893 w 202"/>
                <a:gd name="T15" fmla="*/ 2663 h 365"/>
                <a:gd name="T16" fmla="*/ 1921 w 202"/>
                <a:gd name="T17" fmla="*/ 227 h 3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2" h="365">
                  <a:moveTo>
                    <a:pt x="122" y="12"/>
                  </a:moveTo>
                  <a:cubicBezTo>
                    <a:pt x="66" y="0"/>
                    <a:pt x="25" y="24"/>
                    <a:pt x="12" y="52"/>
                  </a:cubicBezTo>
                  <a:cubicBezTo>
                    <a:pt x="0" y="77"/>
                    <a:pt x="16" y="124"/>
                    <a:pt x="18" y="149"/>
                  </a:cubicBezTo>
                  <a:cubicBezTo>
                    <a:pt x="20" y="182"/>
                    <a:pt x="14" y="199"/>
                    <a:pt x="10" y="232"/>
                  </a:cubicBezTo>
                  <a:cubicBezTo>
                    <a:pt x="4" y="276"/>
                    <a:pt x="3" y="353"/>
                    <a:pt x="71" y="360"/>
                  </a:cubicBezTo>
                  <a:cubicBezTo>
                    <a:pt x="111" y="365"/>
                    <a:pt x="138" y="361"/>
                    <a:pt x="169" y="331"/>
                  </a:cubicBezTo>
                  <a:cubicBezTo>
                    <a:pt x="202" y="297"/>
                    <a:pt x="189" y="246"/>
                    <a:pt x="184" y="218"/>
                  </a:cubicBezTo>
                  <a:cubicBezTo>
                    <a:pt x="179" y="190"/>
                    <a:pt x="175" y="168"/>
                    <a:pt x="184" y="140"/>
                  </a:cubicBezTo>
                  <a:cubicBezTo>
                    <a:pt x="200" y="94"/>
                    <a:pt x="178" y="24"/>
                    <a:pt x="122" y="1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E5B5C849-F1E9-D1FF-F933-6D559C4D7E6A}"/>
              </a:ext>
            </a:extLst>
          </p:cNvPr>
          <p:cNvSpPr txBox="1"/>
          <p:nvPr/>
        </p:nvSpPr>
        <p:spPr>
          <a:xfrm>
            <a:off x="2313972" y="3252547"/>
            <a:ext cx="1920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 </a:t>
            </a:r>
          </a:p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II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31D987BF-9E7D-D36D-160C-977144DD5063}"/>
              </a:ext>
            </a:extLst>
          </p:cNvPr>
          <p:cNvSpPr txBox="1"/>
          <p:nvPr/>
        </p:nvSpPr>
        <p:spPr>
          <a:xfrm>
            <a:off x="1886232" y="2134472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161" name="Conector: curvado 160">
            <a:extLst>
              <a:ext uri="{FF2B5EF4-FFF2-40B4-BE49-F238E27FC236}">
                <a16:creationId xmlns:a16="http://schemas.microsoft.com/office/drawing/2014/main" id="{86980506-463F-D631-791C-BE953D5D7876}"/>
              </a:ext>
            </a:extLst>
          </p:cNvPr>
          <p:cNvCxnSpPr>
            <a:cxnSpLocks/>
            <a:endCxn id="160" idx="3"/>
          </p:cNvCxnSpPr>
          <p:nvPr/>
        </p:nvCxnSpPr>
        <p:spPr>
          <a:xfrm rot="5400000">
            <a:off x="2587749" y="2084716"/>
            <a:ext cx="183084" cy="17803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925BD43B-78E9-C14F-D7BA-4503E2777943}"/>
              </a:ext>
            </a:extLst>
          </p:cNvPr>
          <p:cNvSpPr txBox="1"/>
          <p:nvPr/>
        </p:nvSpPr>
        <p:spPr>
          <a:xfrm>
            <a:off x="628308" y="2942270"/>
            <a:ext cx="750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Carnitina</a:t>
            </a:r>
          </a:p>
        </p:txBody>
      </p:sp>
      <p:cxnSp>
        <p:nvCxnSpPr>
          <p:cNvPr id="188" name="Conector: angular 187">
            <a:extLst>
              <a:ext uri="{FF2B5EF4-FFF2-40B4-BE49-F238E27FC236}">
                <a16:creationId xmlns:a16="http://schemas.microsoft.com/office/drawing/2014/main" id="{793D5811-83DA-074A-A656-0ECD05304939}"/>
              </a:ext>
            </a:extLst>
          </p:cNvPr>
          <p:cNvCxnSpPr>
            <a:stCxn id="97" idx="1"/>
            <a:endCxn id="147" idx="0"/>
          </p:cNvCxnSpPr>
          <p:nvPr/>
        </p:nvCxnSpPr>
        <p:spPr>
          <a:xfrm rot="10800000" flipV="1">
            <a:off x="1590199" y="3071335"/>
            <a:ext cx="1226574" cy="13446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9" name="Group 1515">
            <a:extLst>
              <a:ext uri="{FF2B5EF4-FFF2-40B4-BE49-F238E27FC236}">
                <a16:creationId xmlns:a16="http://schemas.microsoft.com/office/drawing/2014/main" id="{CFD53AD9-6090-A306-A960-AC67EB4016EE}"/>
              </a:ext>
            </a:extLst>
          </p:cNvPr>
          <p:cNvGrpSpPr>
            <a:grpSpLocks/>
          </p:cNvGrpSpPr>
          <p:nvPr/>
        </p:nvGrpSpPr>
        <p:grpSpPr bwMode="auto">
          <a:xfrm>
            <a:off x="1408512" y="3236672"/>
            <a:ext cx="364784" cy="567526"/>
            <a:chOff x="1921" y="2524"/>
            <a:chExt cx="518" cy="858"/>
          </a:xfrm>
        </p:grpSpPr>
        <p:sp>
          <p:nvSpPr>
            <p:cNvPr id="110" name="Freeform 1516">
              <a:extLst>
                <a:ext uri="{FF2B5EF4-FFF2-40B4-BE49-F238E27FC236}">
                  <a16:creationId xmlns:a16="http://schemas.microsoft.com/office/drawing/2014/main" id="{161E1168-3F31-A3CA-9812-CF6223059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524"/>
              <a:ext cx="240" cy="700"/>
            </a:xfrm>
            <a:custGeom>
              <a:avLst/>
              <a:gdLst>
                <a:gd name="T0" fmla="*/ 947 w 110"/>
                <a:gd name="T1" fmla="*/ 2527 h 300"/>
                <a:gd name="T2" fmla="*/ 842 w 110"/>
                <a:gd name="T3" fmla="*/ 3631 h 300"/>
                <a:gd name="T4" fmla="*/ 124 w 110"/>
                <a:gd name="T5" fmla="*/ 2896 h 300"/>
                <a:gd name="T6" fmla="*/ 0 w 110"/>
                <a:gd name="T7" fmla="*/ 1878 h 300"/>
                <a:gd name="T8" fmla="*/ 124 w 110"/>
                <a:gd name="T9" fmla="*/ 915 h 300"/>
                <a:gd name="T10" fmla="*/ 842 w 110"/>
                <a:gd name="T11" fmla="*/ 191 h 300"/>
                <a:gd name="T12" fmla="*/ 947 w 110"/>
                <a:gd name="T13" fmla="*/ 1286 h 300"/>
                <a:gd name="T14" fmla="*/ 947 w 110"/>
                <a:gd name="T15" fmla="*/ 2527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9" y="231"/>
                    <a:pt x="110" y="271"/>
                    <a:pt x="81" y="286"/>
                  </a:cubicBezTo>
                  <a:cubicBezTo>
                    <a:pt x="53" y="300"/>
                    <a:pt x="22" y="263"/>
                    <a:pt x="12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7"/>
                    <a:pt x="7" y="86"/>
                    <a:pt x="12" y="72"/>
                  </a:cubicBezTo>
                  <a:cubicBezTo>
                    <a:pt x="22" y="38"/>
                    <a:pt x="53" y="0"/>
                    <a:pt x="81" y="15"/>
                  </a:cubicBezTo>
                  <a:cubicBezTo>
                    <a:pt x="110" y="29"/>
                    <a:pt x="99" y="70"/>
                    <a:pt x="91" y="101"/>
                  </a:cubicBezTo>
                  <a:cubicBezTo>
                    <a:pt x="85" y="132"/>
                    <a:pt x="84" y="162"/>
                    <a:pt x="91" y="19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517">
              <a:extLst>
                <a:ext uri="{FF2B5EF4-FFF2-40B4-BE49-F238E27FC236}">
                  <a16:creationId xmlns:a16="http://schemas.microsoft.com/office/drawing/2014/main" id="{925D0DCD-9AEB-B533-2D01-6E86F4DE4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2524"/>
              <a:ext cx="238" cy="858"/>
            </a:xfrm>
            <a:custGeom>
              <a:avLst/>
              <a:gdLst>
                <a:gd name="T0" fmla="*/ 114 w 109"/>
                <a:gd name="T1" fmla="*/ 3332 h 368"/>
                <a:gd name="T2" fmla="*/ 186 w 109"/>
                <a:gd name="T3" fmla="*/ 2523 h 368"/>
                <a:gd name="T4" fmla="*/ 186 w 109"/>
                <a:gd name="T5" fmla="*/ 1278 h 368"/>
                <a:gd name="T6" fmla="*/ 290 w 109"/>
                <a:gd name="T7" fmla="*/ 191 h 368"/>
                <a:gd name="T8" fmla="*/ 1020 w 109"/>
                <a:gd name="T9" fmla="*/ 914 h 368"/>
                <a:gd name="T10" fmla="*/ 1135 w 109"/>
                <a:gd name="T11" fmla="*/ 1875 h 368"/>
                <a:gd name="T12" fmla="*/ 1020 w 109"/>
                <a:gd name="T13" fmla="*/ 2891 h 368"/>
                <a:gd name="T14" fmla="*/ 749 w 109"/>
                <a:gd name="T15" fmla="*/ 3474 h 368"/>
                <a:gd name="T16" fmla="*/ 810 w 109"/>
                <a:gd name="T17" fmla="*/ 3980 h 368"/>
                <a:gd name="T18" fmla="*/ 862 w 109"/>
                <a:gd name="T19" fmla="*/ 4560 h 368"/>
                <a:gd name="T20" fmla="*/ 323 w 109"/>
                <a:gd name="T21" fmla="*/ 4234 h 368"/>
                <a:gd name="T22" fmla="*/ 124 w 109"/>
                <a:gd name="T23" fmla="*/ 3486 h 368"/>
                <a:gd name="T24" fmla="*/ 114 w 109"/>
                <a:gd name="T25" fmla="*/ 3332 h 3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368">
                  <a:moveTo>
                    <a:pt x="11" y="263"/>
                  </a:moveTo>
                  <a:cubicBezTo>
                    <a:pt x="7" y="245"/>
                    <a:pt x="13" y="220"/>
                    <a:pt x="18" y="199"/>
                  </a:cubicBezTo>
                  <a:cubicBezTo>
                    <a:pt x="25" y="162"/>
                    <a:pt x="25" y="132"/>
                    <a:pt x="18" y="101"/>
                  </a:cubicBezTo>
                  <a:cubicBezTo>
                    <a:pt x="11" y="70"/>
                    <a:pt x="0" y="29"/>
                    <a:pt x="28" y="15"/>
                  </a:cubicBezTo>
                  <a:cubicBezTo>
                    <a:pt x="57" y="0"/>
                    <a:pt x="88" y="38"/>
                    <a:pt x="98" y="72"/>
                  </a:cubicBezTo>
                  <a:cubicBezTo>
                    <a:pt x="103" y="86"/>
                    <a:pt x="109" y="117"/>
                    <a:pt x="109" y="148"/>
                  </a:cubicBezTo>
                  <a:cubicBezTo>
                    <a:pt x="109" y="179"/>
                    <a:pt x="103" y="211"/>
                    <a:pt x="98" y="228"/>
                  </a:cubicBezTo>
                  <a:cubicBezTo>
                    <a:pt x="93" y="245"/>
                    <a:pt x="84" y="262"/>
                    <a:pt x="72" y="274"/>
                  </a:cubicBezTo>
                  <a:cubicBezTo>
                    <a:pt x="64" y="281"/>
                    <a:pt x="69" y="293"/>
                    <a:pt x="78" y="314"/>
                  </a:cubicBezTo>
                  <a:cubicBezTo>
                    <a:pt x="87" y="334"/>
                    <a:pt x="94" y="352"/>
                    <a:pt x="83" y="360"/>
                  </a:cubicBezTo>
                  <a:cubicBezTo>
                    <a:pt x="73" y="368"/>
                    <a:pt x="56" y="367"/>
                    <a:pt x="31" y="334"/>
                  </a:cubicBezTo>
                  <a:cubicBezTo>
                    <a:pt x="17" y="317"/>
                    <a:pt x="12" y="294"/>
                    <a:pt x="12" y="275"/>
                  </a:cubicBezTo>
                  <a:cubicBezTo>
                    <a:pt x="13" y="270"/>
                    <a:pt x="12" y="265"/>
                    <a:pt x="11" y="263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518">
              <a:extLst>
                <a:ext uri="{FF2B5EF4-FFF2-40B4-BE49-F238E27FC236}">
                  <a16:creationId xmlns:a16="http://schemas.microsoft.com/office/drawing/2014/main" id="{3401810E-4CBC-8A21-1109-3D54976E6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529"/>
              <a:ext cx="266" cy="664"/>
            </a:xfrm>
            <a:custGeom>
              <a:avLst/>
              <a:gdLst>
                <a:gd name="T0" fmla="*/ 238 w 122"/>
                <a:gd name="T1" fmla="*/ 163 h 285"/>
                <a:gd name="T2" fmla="*/ 0 w 122"/>
                <a:gd name="T3" fmla="*/ 142 h 285"/>
                <a:gd name="T4" fmla="*/ 632 w 122"/>
                <a:gd name="T5" fmla="*/ 0 h 285"/>
                <a:gd name="T6" fmla="*/ 632 w 122"/>
                <a:gd name="T7" fmla="*/ 0 h 285"/>
                <a:gd name="T8" fmla="*/ 1265 w 122"/>
                <a:gd name="T9" fmla="*/ 142 h 285"/>
                <a:gd name="T10" fmla="*/ 1256 w 122"/>
                <a:gd name="T11" fmla="*/ 142 h 285"/>
                <a:gd name="T12" fmla="*/ 1232 w 122"/>
                <a:gd name="T13" fmla="*/ 142 h 285"/>
                <a:gd name="T14" fmla="*/ 1232 w 122"/>
                <a:gd name="T15" fmla="*/ 142 h 285"/>
                <a:gd name="T16" fmla="*/ 1204 w 122"/>
                <a:gd name="T17" fmla="*/ 126 h 285"/>
                <a:gd name="T18" fmla="*/ 1204 w 122"/>
                <a:gd name="T19" fmla="*/ 126 h 285"/>
                <a:gd name="T20" fmla="*/ 1169 w 122"/>
                <a:gd name="T21" fmla="*/ 126 h 285"/>
                <a:gd name="T22" fmla="*/ 1169 w 122"/>
                <a:gd name="T23" fmla="*/ 126 h 285"/>
                <a:gd name="T24" fmla="*/ 1140 w 122"/>
                <a:gd name="T25" fmla="*/ 126 h 285"/>
                <a:gd name="T26" fmla="*/ 1140 w 122"/>
                <a:gd name="T27" fmla="*/ 126 h 285"/>
                <a:gd name="T28" fmla="*/ 1116 w 122"/>
                <a:gd name="T29" fmla="*/ 126 h 285"/>
                <a:gd name="T30" fmla="*/ 1108 w 122"/>
                <a:gd name="T31" fmla="*/ 126 h 285"/>
                <a:gd name="T32" fmla="*/ 1088 w 122"/>
                <a:gd name="T33" fmla="*/ 126 h 285"/>
                <a:gd name="T34" fmla="*/ 1079 w 122"/>
                <a:gd name="T35" fmla="*/ 142 h 285"/>
                <a:gd name="T36" fmla="*/ 1055 w 122"/>
                <a:gd name="T37" fmla="*/ 142 h 285"/>
                <a:gd name="T38" fmla="*/ 1047 w 122"/>
                <a:gd name="T39" fmla="*/ 151 h 285"/>
                <a:gd name="T40" fmla="*/ 1018 w 122"/>
                <a:gd name="T41" fmla="*/ 163 h 285"/>
                <a:gd name="T42" fmla="*/ 914 w 122"/>
                <a:gd name="T43" fmla="*/ 1253 h 285"/>
                <a:gd name="T44" fmla="*/ 914 w 122"/>
                <a:gd name="T45" fmla="*/ 2491 h 285"/>
                <a:gd name="T46" fmla="*/ 903 w 122"/>
                <a:gd name="T47" fmla="*/ 2540 h 285"/>
                <a:gd name="T48" fmla="*/ 870 w 122"/>
                <a:gd name="T49" fmla="*/ 2693 h 285"/>
                <a:gd name="T50" fmla="*/ 870 w 122"/>
                <a:gd name="T51" fmla="*/ 2693 h 285"/>
                <a:gd name="T52" fmla="*/ 870 w 122"/>
                <a:gd name="T53" fmla="*/ 2747 h 285"/>
                <a:gd name="T54" fmla="*/ 870 w 122"/>
                <a:gd name="T55" fmla="*/ 2759 h 285"/>
                <a:gd name="T56" fmla="*/ 842 w 122"/>
                <a:gd name="T57" fmla="*/ 3311 h 285"/>
                <a:gd name="T58" fmla="*/ 850 w 122"/>
                <a:gd name="T59" fmla="*/ 3453 h 285"/>
                <a:gd name="T60" fmla="*/ 850 w 122"/>
                <a:gd name="T61" fmla="*/ 3502 h 285"/>
                <a:gd name="T62" fmla="*/ 632 w 122"/>
                <a:gd name="T63" fmla="*/ 3413 h 285"/>
                <a:gd name="T64" fmla="*/ 632 w 122"/>
                <a:gd name="T65" fmla="*/ 3413 h 285"/>
                <a:gd name="T66" fmla="*/ 209 w 122"/>
                <a:gd name="T67" fmla="*/ 3604 h 285"/>
                <a:gd name="T68" fmla="*/ 209 w 122"/>
                <a:gd name="T69" fmla="*/ 3604 h 285"/>
                <a:gd name="T70" fmla="*/ 238 w 122"/>
                <a:gd name="T71" fmla="*/ 3593 h 285"/>
                <a:gd name="T72" fmla="*/ 342 w 122"/>
                <a:gd name="T73" fmla="*/ 2491 h 285"/>
                <a:gd name="T74" fmla="*/ 342 w 122"/>
                <a:gd name="T75" fmla="*/ 1253 h 285"/>
                <a:gd name="T76" fmla="*/ 238 w 122"/>
                <a:gd name="T77" fmla="*/ 163 h 2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22" h="285">
                  <a:moveTo>
                    <a:pt x="23" y="13"/>
                  </a:moveTo>
                  <a:cubicBezTo>
                    <a:pt x="16" y="9"/>
                    <a:pt x="8" y="9"/>
                    <a:pt x="0" y="11"/>
                  </a:cubicBezTo>
                  <a:cubicBezTo>
                    <a:pt x="19" y="4"/>
                    <a:pt x="3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2" y="11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21" y="11"/>
                    <a:pt x="120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8" y="10"/>
                    <a:pt x="117" y="10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8" y="10"/>
                    <a:pt x="108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0"/>
                    <a:pt x="105" y="10"/>
                  </a:cubicBezTo>
                  <a:cubicBezTo>
                    <a:pt x="105" y="10"/>
                    <a:pt x="104" y="11"/>
                    <a:pt x="104" y="11"/>
                  </a:cubicBezTo>
                  <a:cubicBezTo>
                    <a:pt x="103" y="11"/>
                    <a:pt x="103" y="11"/>
                    <a:pt x="102" y="11"/>
                  </a:cubicBezTo>
                  <a:cubicBezTo>
                    <a:pt x="102" y="11"/>
                    <a:pt x="101" y="11"/>
                    <a:pt x="101" y="12"/>
                  </a:cubicBezTo>
                  <a:cubicBezTo>
                    <a:pt x="100" y="12"/>
                    <a:pt x="99" y="12"/>
                    <a:pt x="98" y="13"/>
                  </a:cubicBezTo>
                  <a:cubicBezTo>
                    <a:pt x="70" y="27"/>
                    <a:pt x="81" y="68"/>
                    <a:pt x="88" y="99"/>
                  </a:cubicBezTo>
                  <a:cubicBezTo>
                    <a:pt x="95" y="130"/>
                    <a:pt x="95" y="160"/>
                    <a:pt x="88" y="197"/>
                  </a:cubicBezTo>
                  <a:cubicBezTo>
                    <a:pt x="88" y="198"/>
                    <a:pt x="88" y="200"/>
                    <a:pt x="87" y="201"/>
                  </a:cubicBezTo>
                  <a:cubicBezTo>
                    <a:pt x="86" y="205"/>
                    <a:pt x="85" y="209"/>
                    <a:pt x="84" y="213"/>
                  </a:cubicBezTo>
                  <a:cubicBezTo>
                    <a:pt x="84" y="213"/>
                    <a:pt x="84" y="213"/>
                    <a:pt x="84" y="213"/>
                  </a:cubicBezTo>
                  <a:cubicBezTo>
                    <a:pt x="84" y="215"/>
                    <a:pt x="84" y="216"/>
                    <a:pt x="84" y="217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0" y="233"/>
                    <a:pt x="78" y="249"/>
                    <a:pt x="81" y="262"/>
                  </a:cubicBezTo>
                  <a:cubicBezTo>
                    <a:pt x="82" y="264"/>
                    <a:pt x="83" y="268"/>
                    <a:pt x="82" y="273"/>
                  </a:cubicBezTo>
                  <a:cubicBezTo>
                    <a:pt x="82" y="274"/>
                    <a:pt x="82" y="275"/>
                    <a:pt x="82" y="277"/>
                  </a:cubicBezTo>
                  <a:cubicBezTo>
                    <a:pt x="75" y="273"/>
                    <a:pt x="69" y="270"/>
                    <a:pt x="61" y="270"/>
                  </a:cubicBezTo>
                  <a:cubicBezTo>
                    <a:pt x="61" y="270"/>
                    <a:pt x="61" y="270"/>
                    <a:pt x="61" y="270"/>
                  </a:cubicBezTo>
                  <a:cubicBezTo>
                    <a:pt x="47" y="270"/>
                    <a:pt x="40" y="278"/>
                    <a:pt x="20" y="285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4"/>
                    <a:pt x="23" y="284"/>
                  </a:cubicBezTo>
                  <a:cubicBezTo>
                    <a:pt x="52" y="269"/>
                    <a:pt x="41" y="229"/>
                    <a:pt x="33" y="197"/>
                  </a:cubicBezTo>
                  <a:cubicBezTo>
                    <a:pt x="26" y="160"/>
                    <a:pt x="27" y="130"/>
                    <a:pt x="33" y="99"/>
                  </a:cubicBezTo>
                  <a:cubicBezTo>
                    <a:pt x="41" y="68"/>
                    <a:pt x="52" y="27"/>
                    <a:pt x="23" y="13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519">
              <a:extLst>
                <a:ext uri="{FF2B5EF4-FFF2-40B4-BE49-F238E27FC236}">
                  <a16:creationId xmlns:a16="http://schemas.microsoft.com/office/drawing/2014/main" id="{A4381A5B-6757-5D47-730B-F1390883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1" y="2534"/>
              <a:ext cx="136" cy="14"/>
            </a:xfrm>
            <a:custGeom>
              <a:avLst/>
              <a:gdLst>
                <a:gd name="T0" fmla="*/ 654 w 62"/>
                <a:gd name="T1" fmla="*/ 65 h 6"/>
                <a:gd name="T2" fmla="*/ 0 w 62"/>
                <a:gd name="T3" fmla="*/ 77 h 6"/>
                <a:gd name="T4" fmla="*/ 654 w 62"/>
                <a:gd name="T5" fmla="*/ 6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6">
                  <a:moveTo>
                    <a:pt x="62" y="5"/>
                  </a:moveTo>
                  <a:cubicBezTo>
                    <a:pt x="49" y="0"/>
                    <a:pt x="17" y="0"/>
                    <a:pt x="0" y="6"/>
                  </a:cubicBezTo>
                  <a:cubicBezTo>
                    <a:pt x="15" y="1"/>
                    <a:pt x="58" y="4"/>
                    <a:pt x="6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20">
              <a:extLst>
                <a:ext uri="{FF2B5EF4-FFF2-40B4-BE49-F238E27FC236}">
                  <a16:creationId xmlns:a16="http://schemas.microsoft.com/office/drawing/2014/main" id="{1BB803FA-EB4F-20CF-D3D4-7D94A508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559"/>
              <a:ext cx="116" cy="630"/>
            </a:xfrm>
            <a:custGeom>
              <a:avLst/>
              <a:gdLst>
                <a:gd name="T0" fmla="*/ 201 w 53"/>
                <a:gd name="T1" fmla="*/ 2336 h 270"/>
                <a:gd name="T2" fmla="*/ 230 w 53"/>
                <a:gd name="T3" fmla="*/ 1094 h 270"/>
                <a:gd name="T4" fmla="*/ 105 w 53"/>
                <a:gd name="T5" fmla="*/ 49 h 270"/>
                <a:gd name="T6" fmla="*/ 0 w 53"/>
                <a:gd name="T7" fmla="*/ 49 h 270"/>
                <a:gd name="T8" fmla="*/ 274 w 53"/>
                <a:gd name="T9" fmla="*/ 49 h 270"/>
                <a:gd name="T10" fmla="*/ 346 w 53"/>
                <a:gd name="T11" fmla="*/ 1143 h 270"/>
                <a:gd name="T12" fmla="*/ 346 w 53"/>
                <a:gd name="T13" fmla="*/ 2324 h 270"/>
                <a:gd name="T14" fmla="*/ 239 w 53"/>
                <a:gd name="T15" fmla="*/ 3393 h 270"/>
                <a:gd name="T16" fmla="*/ 72 w 53"/>
                <a:gd name="T17" fmla="*/ 3418 h 270"/>
                <a:gd name="T18" fmla="*/ 201 w 53"/>
                <a:gd name="T19" fmla="*/ 2336 h 2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" h="270">
                  <a:moveTo>
                    <a:pt x="19" y="184"/>
                  </a:moveTo>
                  <a:cubicBezTo>
                    <a:pt x="13" y="149"/>
                    <a:pt x="16" y="114"/>
                    <a:pt x="22" y="86"/>
                  </a:cubicBezTo>
                  <a:cubicBezTo>
                    <a:pt x="29" y="56"/>
                    <a:pt x="37" y="18"/>
                    <a:pt x="10" y="4"/>
                  </a:cubicBezTo>
                  <a:cubicBezTo>
                    <a:pt x="7" y="2"/>
                    <a:pt x="4" y="3"/>
                    <a:pt x="0" y="4"/>
                  </a:cubicBezTo>
                  <a:cubicBezTo>
                    <a:pt x="9" y="0"/>
                    <a:pt x="18" y="0"/>
                    <a:pt x="26" y="4"/>
                  </a:cubicBezTo>
                  <a:cubicBezTo>
                    <a:pt x="53" y="17"/>
                    <a:pt x="40" y="60"/>
                    <a:pt x="33" y="90"/>
                  </a:cubicBezTo>
                  <a:cubicBezTo>
                    <a:pt x="27" y="119"/>
                    <a:pt x="27" y="148"/>
                    <a:pt x="33" y="183"/>
                  </a:cubicBezTo>
                  <a:cubicBezTo>
                    <a:pt x="40" y="213"/>
                    <a:pt x="50" y="254"/>
                    <a:pt x="23" y="267"/>
                  </a:cubicBezTo>
                  <a:cubicBezTo>
                    <a:pt x="18" y="270"/>
                    <a:pt x="13" y="270"/>
                    <a:pt x="7" y="269"/>
                  </a:cubicBezTo>
                  <a:cubicBezTo>
                    <a:pt x="53" y="260"/>
                    <a:pt x="26" y="214"/>
                    <a:pt x="19" y="184"/>
                  </a:cubicBezTo>
                  <a:close/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521">
              <a:extLst>
                <a:ext uri="{FF2B5EF4-FFF2-40B4-BE49-F238E27FC236}">
                  <a16:creationId xmlns:a16="http://schemas.microsoft.com/office/drawing/2014/main" id="{B775CF09-4844-32D8-2593-ADF07F15B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2692"/>
              <a:ext cx="96" cy="471"/>
            </a:xfrm>
            <a:custGeom>
              <a:avLst/>
              <a:gdLst>
                <a:gd name="T0" fmla="*/ 456 w 44"/>
                <a:gd name="T1" fmla="*/ 2560 h 202"/>
                <a:gd name="T2" fmla="*/ 157 w 44"/>
                <a:gd name="T3" fmla="*/ 1980 h 202"/>
                <a:gd name="T4" fmla="*/ 44 w 44"/>
                <a:gd name="T5" fmla="*/ 963 h 202"/>
                <a:gd name="T6" fmla="*/ 157 w 44"/>
                <a:gd name="T7" fmla="*/ 0 h 202"/>
                <a:gd name="T8" fmla="*/ 456 w 44"/>
                <a:gd name="T9" fmla="*/ 256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02">
                  <a:moveTo>
                    <a:pt x="44" y="202"/>
                  </a:moveTo>
                  <a:cubicBezTo>
                    <a:pt x="31" y="192"/>
                    <a:pt x="20" y="175"/>
                    <a:pt x="15" y="156"/>
                  </a:cubicBezTo>
                  <a:cubicBezTo>
                    <a:pt x="10" y="139"/>
                    <a:pt x="4" y="107"/>
                    <a:pt x="4" y="76"/>
                  </a:cubicBezTo>
                  <a:cubicBezTo>
                    <a:pt x="4" y="45"/>
                    <a:pt x="10" y="14"/>
                    <a:pt x="15" y="0"/>
                  </a:cubicBezTo>
                  <a:cubicBezTo>
                    <a:pt x="10" y="39"/>
                    <a:pt x="0" y="118"/>
                    <a:pt x="44" y="202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522">
              <a:extLst>
                <a:ext uri="{FF2B5EF4-FFF2-40B4-BE49-F238E27FC236}">
                  <a16:creationId xmlns:a16="http://schemas.microsoft.com/office/drawing/2014/main" id="{387FC46A-B4CC-BBAC-7931-601E3CC4A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627"/>
              <a:ext cx="65" cy="475"/>
            </a:xfrm>
            <a:custGeom>
              <a:avLst/>
              <a:gdLst>
                <a:gd name="T0" fmla="*/ 9 w 30"/>
                <a:gd name="T1" fmla="*/ 2575 h 204"/>
                <a:gd name="T2" fmla="*/ 104 w 30"/>
                <a:gd name="T3" fmla="*/ 1958 h 204"/>
                <a:gd name="T4" fmla="*/ 104 w 30"/>
                <a:gd name="T5" fmla="*/ 722 h 204"/>
                <a:gd name="T6" fmla="*/ 20 w 30"/>
                <a:gd name="T7" fmla="*/ 0 h 204"/>
                <a:gd name="T8" fmla="*/ 193 w 30"/>
                <a:gd name="T9" fmla="*/ 780 h 204"/>
                <a:gd name="T10" fmla="*/ 156 w 30"/>
                <a:gd name="T11" fmla="*/ 1947 h 204"/>
                <a:gd name="T12" fmla="*/ 9 w 30"/>
                <a:gd name="T13" fmla="*/ 2575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04">
                  <a:moveTo>
                    <a:pt x="1" y="204"/>
                  </a:moveTo>
                  <a:cubicBezTo>
                    <a:pt x="2" y="188"/>
                    <a:pt x="6" y="171"/>
                    <a:pt x="10" y="155"/>
                  </a:cubicBezTo>
                  <a:cubicBezTo>
                    <a:pt x="17" y="118"/>
                    <a:pt x="16" y="88"/>
                    <a:pt x="10" y="57"/>
                  </a:cubicBezTo>
                  <a:cubicBezTo>
                    <a:pt x="6" y="39"/>
                    <a:pt x="0" y="18"/>
                    <a:pt x="2" y="0"/>
                  </a:cubicBezTo>
                  <a:cubicBezTo>
                    <a:pt x="1" y="12"/>
                    <a:pt x="7" y="27"/>
                    <a:pt x="19" y="62"/>
                  </a:cubicBezTo>
                  <a:cubicBezTo>
                    <a:pt x="30" y="97"/>
                    <a:pt x="20" y="128"/>
                    <a:pt x="15" y="154"/>
                  </a:cubicBezTo>
                  <a:cubicBezTo>
                    <a:pt x="11" y="181"/>
                    <a:pt x="1" y="192"/>
                    <a:pt x="1" y="204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523">
              <a:extLst>
                <a:ext uri="{FF2B5EF4-FFF2-40B4-BE49-F238E27FC236}">
                  <a16:creationId xmlns:a16="http://schemas.microsoft.com/office/drawing/2014/main" id="{BC1C72B6-3A6D-F400-A13F-AEF8CBCF5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2536"/>
              <a:ext cx="175" cy="613"/>
            </a:xfrm>
            <a:custGeom>
              <a:avLst/>
              <a:gdLst>
                <a:gd name="T0" fmla="*/ 483 w 80"/>
                <a:gd name="T1" fmla="*/ 3331 h 263"/>
                <a:gd name="T2" fmla="*/ 722 w 80"/>
                <a:gd name="T3" fmla="*/ 2797 h 263"/>
                <a:gd name="T4" fmla="*/ 838 w 80"/>
                <a:gd name="T5" fmla="*/ 1825 h 263"/>
                <a:gd name="T6" fmla="*/ 722 w 80"/>
                <a:gd name="T7" fmla="*/ 897 h 263"/>
                <a:gd name="T8" fmla="*/ 44 w 80"/>
                <a:gd name="T9" fmla="*/ 163 h 263"/>
                <a:gd name="T10" fmla="*/ 0 w 80"/>
                <a:gd name="T11" fmla="*/ 200 h 263"/>
                <a:gd name="T12" fmla="*/ 536 w 80"/>
                <a:gd name="T13" fmla="*/ 799 h 263"/>
                <a:gd name="T14" fmla="*/ 680 w 80"/>
                <a:gd name="T15" fmla="*/ 1846 h 263"/>
                <a:gd name="T16" fmla="*/ 661 w 80"/>
                <a:gd name="T17" fmla="*/ 2771 h 263"/>
                <a:gd name="T18" fmla="*/ 483 w 80"/>
                <a:gd name="T19" fmla="*/ 3331 h 2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263">
                  <a:moveTo>
                    <a:pt x="46" y="263"/>
                  </a:moveTo>
                  <a:cubicBezTo>
                    <a:pt x="57" y="251"/>
                    <a:pt x="65" y="236"/>
                    <a:pt x="69" y="221"/>
                  </a:cubicBezTo>
                  <a:cubicBezTo>
                    <a:pt x="74" y="205"/>
                    <a:pt x="80" y="174"/>
                    <a:pt x="80" y="144"/>
                  </a:cubicBezTo>
                  <a:cubicBezTo>
                    <a:pt x="80" y="114"/>
                    <a:pt x="74" y="85"/>
                    <a:pt x="69" y="71"/>
                  </a:cubicBezTo>
                  <a:cubicBezTo>
                    <a:pt x="60" y="37"/>
                    <a:pt x="32" y="0"/>
                    <a:pt x="4" y="13"/>
                  </a:cubicBezTo>
                  <a:cubicBezTo>
                    <a:pt x="3" y="14"/>
                    <a:pt x="1" y="15"/>
                    <a:pt x="0" y="16"/>
                  </a:cubicBezTo>
                  <a:cubicBezTo>
                    <a:pt x="23" y="6"/>
                    <a:pt x="43" y="35"/>
                    <a:pt x="51" y="63"/>
                  </a:cubicBezTo>
                  <a:cubicBezTo>
                    <a:pt x="56" y="77"/>
                    <a:pt x="65" y="116"/>
                    <a:pt x="65" y="146"/>
                  </a:cubicBezTo>
                  <a:cubicBezTo>
                    <a:pt x="65" y="176"/>
                    <a:pt x="67" y="199"/>
                    <a:pt x="63" y="219"/>
                  </a:cubicBezTo>
                  <a:cubicBezTo>
                    <a:pt x="60" y="234"/>
                    <a:pt x="56" y="251"/>
                    <a:pt x="46" y="263"/>
                  </a:cubicBezTo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524">
              <a:extLst>
                <a:ext uri="{FF2B5EF4-FFF2-40B4-BE49-F238E27FC236}">
                  <a16:creationId xmlns:a16="http://schemas.microsoft.com/office/drawing/2014/main" id="{2FFE0E00-D5C1-289B-F583-6FAEFB564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2562"/>
              <a:ext cx="79" cy="424"/>
            </a:xfrm>
            <a:custGeom>
              <a:avLst/>
              <a:gdLst>
                <a:gd name="T0" fmla="*/ 169 w 36"/>
                <a:gd name="T1" fmla="*/ 2302 h 182"/>
                <a:gd name="T2" fmla="*/ 169 w 36"/>
                <a:gd name="T3" fmla="*/ 1123 h 182"/>
                <a:gd name="T4" fmla="*/ 97 w 36"/>
                <a:gd name="T5" fmla="*/ 37 h 182"/>
                <a:gd name="T6" fmla="*/ 0 w 36"/>
                <a:gd name="T7" fmla="*/ 0 h 182"/>
                <a:gd name="T8" fmla="*/ 222 w 36"/>
                <a:gd name="T9" fmla="*/ 417 h 182"/>
                <a:gd name="T10" fmla="*/ 97 w 36"/>
                <a:gd name="T11" fmla="*/ 1482 h 182"/>
                <a:gd name="T12" fmla="*/ 169 w 36"/>
                <a:gd name="T13" fmla="*/ 2302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82">
                  <a:moveTo>
                    <a:pt x="16" y="182"/>
                  </a:moveTo>
                  <a:cubicBezTo>
                    <a:pt x="10" y="147"/>
                    <a:pt x="10" y="118"/>
                    <a:pt x="16" y="89"/>
                  </a:cubicBezTo>
                  <a:cubicBezTo>
                    <a:pt x="23" y="59"/>
                    <a:pt x="36" y="16"/>
                    <a:pt x="9" y="3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12" y="3"/>
                    <a:pt x="19" y="16"/>
                    <a:pt x="21" y="33"/>
                  </a:cubicBezTo>
                  <a:cubicBezTo>
                    <a:pt x="23" y="50"/>
                    <a:pt x="10" y="70"/>
                    <a:pt x="9" y="117"/>
                  </a:cubicBezTo>
                  <a:cubicBezTo>
                    <a:pt x="8" y="163"/>
                    <a:pt x="16" y="182"/>
                    <a:pt x="1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525">
              <a:extLst>
                <a:ext uri="{FF2B5EF4-FFF2-40B4-BE49-F238E27FC236}">
                  <a16:creationId xmlns:a16="http://schemas.microsoft.com/office/drawing/2014/main" id="{FB31C6A0-4C7A-C888-6123-5A590C15E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50"/>
              <a:ext cx="153" cy="501"/>
            </a:xfrm>
            <a:custGeom>
              <a:avLst/>
              <a:gdLst>
                <a:gd name="T0" fmla="*/ 555 w 70"/>
                <a:gd name="T1" fmla="*/ 820 h 215"/>
                <a:gd name="T2" fmla="*/ 0 w 70"/>
                <a:gd name="T3" fmla="*/ 65 h 215"/>
                <a:gd name="T4" fmla="*/ 608 w 70"/>
                <a:gd name="T5" fmla="*/ 820 h 215"/>
                <a:gd name="T6" fmla="*/ 721 w 70"/>
                <a:gd name="T7" fmla="*/ 1748 h 215"/>
                <a:gd name="T8" fmla="*/ 608 w 70"/>
                <a:gd name="T9" fmla="*/ 2719 h 215"/>
                <a:gd name="T10" fmla="*/ 555 w 70"/>
                <a:gd name="T11" fmla="*/ 820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15">
                  <a:moveTo>
                    <a:pt x="53" y="65"/>
                  </a:moveTo>
                  <a:cubicBezTo>
                    <a:pt x="39" y="25"/>
                    <a:pt x="15" y="1"/>
                    <a:pt x="0" y="5"/>
                  </a:cubicBezTo>
                  <a:cubicBezTo>
                    <a:pt x="25" y="0"/>
                    <a:pt x="49" y="34"/>
                    <a:pt x="58" y="65"/>
                  </a:cubicBezTo>
                  <a:cubicBezTo>
                    <a:pt x="63" y="79"/>
                    <a:pt x="69" y="108"/>
                    <a:pt x="69" y="138"/>
                  </a:cubicBezTo>
                  <a:cubicBezTo>
                    <a:pt x="69" y="168"/>
                    <a:pt x="63" y="199"/>
                    <a:pt x="58" y="215"/>
                  </a:cubicBezTo>
                  <a:cubicBezTo>
                    <a:pt x="70" y="163"/>
                    <a:pt x="68" y="106"/>
                    <a:pt x="53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526">
              <a:extLst>
                <a:ext uri="{FF2B5EF4-FFF2-40B4-BE49-F238E27FC236}">
                  <a16:creationId xmlns:a16="http://schemas.microsoft.com/office/drawing/2014/main" id="{9DDBC255-A944-5926-9F96-C3D9D04B5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2548"/>
              <a:ext cx="123" cy="624"/>
            </a:xfrm>
            <a:custGeom>
              <a:avLst/>
              <a:gdLst>
                <a:gd name="T0" fmla="*/ 0 w 56"/>
                <a:gd name="T1" fmla="*/ 3334 h 268"/>
                <a:gd name="T2" fmla="*/ 246 w 56"/>
                <a:gd name="T3" fmla="*/ 3015 h 268"/>
                <a:gd name="T4" fmla="*/ 400 w 56"/>
                <a:gd name="T5" fmla="*/ 1919 h 268"/>
                <a:gd name="T6" fmla="*/ 299 w 56"/>
                <a:gd name="T7" fmla="*/ 657 h 268"/>
                <a:gd name="T8" fmla="*/ 158 w 56"/>
                <a:gd name="T9" fmla="*/ 37 h 268"/>
                <a:gd name="T10" fmla="*/ 169 w 56"/>
                <a:gd name="T11" fmla="*/ 12 h 268"/>
                <a:gd name="T12" fmla="*/ 593 w 56"/>
                <a:gd name="T13" fmla="*/ 77 h 268"/>
                <a:gd name="T14" fmla="*/ 507 w 56"/>
                <a:gd name="T15" fmla="*/ 1150 h 268"/>
                <a:gd name="T16" fmla="*/ 507 w 56"/>
                <a:gd name="T17" fmla="*/ 2384 h 268"/>
                <a:gd name="T18" fmla="*/ 507 w 56"/>
                <a:gd name="T19" fmla="*/ 2433 h 268"/>
                <a:gd name="T20" fmla="*/ 496 w 56"/>
                <a:gd name="T21" fmla="*/ 2489 h 268"/>
                <a:gd name="T22" fmla="*/ 488 w 56"/>
                <a:gd name="T23" fmla="*/ 2498 h 268"/>
                <a:gd name="T24" fmla="*/ 488 w 56"/>
                <a:gd name="T25" fmla="*/ 2547 h 268"/>
                <a:gd name="T26" fmla="*/ 488 w 56"/>
                <a:gd name="T27" fmla="*/ 2547 h 268"/>
                <a:gd name="T28" fmla="*/ 477 w 56"/>
                <a:gd name="T29" fmla="*/ 2603 h 268"/>
                <a:gd name="T30" fmla="*/ 477 w 56"/>
                <a:gd name="T31" fmla="*/ 2603 h 268"/>
                <a:gd name="T32" fmla="*/ 452 w 56"/>
                <a:gd name="T33" fmla="*/ 2717 h 268"/>
                <a:gd name="T34" fmla="*/ 452 w 56"/>
                <a:gd name="T35" fmla="*/ 2717 h 268"/>
                <a:gd name="T36" fmla="*/ 444 w 56"/>
                <a:gd name="T37" fmla="*/ 2764 h 268"/>
                <a:gd name="T38" fmla="*/ 444 w 56"/>
                <a:gd name="T39" fmla="*/ 2764 h 268"/>
                <a:gd name="T40" fmla="*/ 435 w 56"/>
                <a:gd name="T41" fmla="*/ 2878 h 268"/>
                <a:gd name="T42" fmla="*/ 435 w 56"/>
                <a:gd name="T43" fmla="*/ 2878 h 268"/>
                <a:gd name="T44" fmla="*/ 424 w 56"/>
                <a:gd name="T45" fmla="*/ 2927 h 268"/>
                <a:gd name="T46" fmla="*/ 424 w 56"/>
                <a:gd name="T47" fmla="*/ 2927 h 268"/>
                <a:gd name="T48" fmla="*/ 424 w 56"/>
                <a:gd name="T49" fmla="*/ 3032 h 268"/>
                <a:gd name="T50" fmla="*/ 424 w 56"/>
                <a:gd name="T51" fmla="*/ 3041 h 268"/>
                <a:gd name="T52" fmla="*/ 435 w 56"/>
                <a:gd name="T53" fmla="*/ 3127 h 268"/>
                <a:gd name="T54" fmla="*/ 435 w 56"/>
                <a:gd name="T55" fmla="*/ 3127 h 268"/>
                <a:gd name="T56" fmla="*/ 435 w 56"/>
                <a:gd name="T57" fmla="*/ 3183 h 268"/>
                <a:gd name="T58" fmla="*/ 435 w 56"/>
                <a:gd name="T59" fmla="*/ 3183 h 268"/>
                <a:gd name="T60" fmla="*/ 444 w 56"/>
                <a:gd name="T61" fmla="*/ 3232 h 268"/>
                <a:gd name="T62" fmla="*/ 444 w 56"/>
                <a:gd name="T63" fmla="*/ 3371 h 268"/>
                <a:gd name="T64" fmla="*/ 371 w 56"/>
                <a:gd name="T65" fmla="*/ 3334 h 268"/>
                <a:gd name="T66" fmla="*/ 231 w 56"/>
                <a:gd name="T67" fmla="*/ 3257 h 268"/>
                <a:gd name="T68" fmla="*/ 0 w 56"/>
                <a:gd name="T69" fmla="*/ 3334 h 26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6" h="268">
                  <a:moveTo>
                    <a:pt x="0" y="264"/>
                  </a:moveTo>
                  <a:cubicBezTo>
                    <a:pt x="9" y="252"/>
                    <a:pt x="18" y="245"/>
                    <a:pt x="23" y="239"/>
                  </a:cubicBezTo>
                  <a:cubicBezTo>
                    <a:pt x="34" y="229"/>
                    <a:pt x="33" y="187"/>
                    <a:pt x="38" y="152"/>
                  </a:cubicBezTo>
                  <a:cubicBezTo>
                    <a:pt x="42" y="118"/>
                    <a:pt x="31" y="89"/>
                    <a:pt x="28" y="52"/>
                  </a:cubicBezTo>
                  <a:cubicBezTo>
                    <a:pt x="26" y="17"/>
                    <a:pt x="41" y="12"/>
                    <a:pt x="15" y="3"/>
                  </a:cubicBezTo>
                  <a:cubicBezTo>
                    <a:pt x="13" y="3"/>
                    <a:pt x="14" y="1"/>
                    <a:pt x="16" y="1"/>
                  </a:cubicBezTo>
                  <a:cubicBezTo>
                    <a:pt x="30" y="0"/>
                    <a:pt x="45" y="2"/>
                    <a:pt x="56" y="6"/>
                  </a:cubicBezTo>
                  <a:cubicBezTo>
                    <a:pt x="31" y="22"/>
                    <a:pt x="42" y="61"/>
                    <a:pt x="48" y="91"/>
                  </a:cubicBezTo>
                  <a:cubicBezTo>
                    <a:pt x="55" y="122"/>
                    <a:pt x="55" y="152"/>
                    <a:pt x="48" y="189"/>
                  </a:cubicBezTo>
                  <a:cubicBezTo>
                    <a:pt x="48" y="191"/>
                    <a:pt x="48" y="192"/>
                    <a:pt x="48" y="193"/>
                  </a:cubicBezTo>
                  <a:cubicBezTo>
                    <a:pt x="47" y="194"/>
                    <a:pt x="47" y="195"/>
                    <a:pt x="47" y="197"/>
                  </a:cubicBezTo>
                  <a:cubicBezTo>
                    <a:pt x="47" y="197"/>
                    <a:pt x="47" y="197"/>
                    <a:pt x="46" y="198"/>
                  </a:cubicBezTo>
                  <a:cubicBezTo>
                    <a:pt x="46" y="199"/>
                    <a:pt x="46" y="200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45" y="203"/>
                    <a:pt x="45" y="204"/>
                    <a:pt x="45" y="206"/>
                  </a:cubicBezTo>
                  <a:cubicBezTo>
                    <a:pt x="45" y="206"/>
                    <a:pt x="45" y="206"/>
                    <a:pt x="45" y="206"/>
                  </a:cubicBezTo>
                  <a:cubicBezTo>
                    <a:pt x="44" y="209"/>
                    <a:pt x="43" y="212"/>
                    <a:pt x="43" y="215"/>
                  </a:cubicBezTo>
                  <a:cubicBezTo>
                    <a:pt x="43" y="215"/>
                    <a:pt x="43" y="215"/>
                    <a:pt x="43" y="215"/>
                  </a:cubicBezTo>
                  <a:cubicBezTo>
                    <a:pt x="43" y="216"/>
                    <a:pt x="42" y="218"/>
                    <a:pt x="42" y="219"/>
                  </a:cubicBezTo>
                  <a:cubicBezTo>
                    <a:pt x="42" y="219"/>
                    <a:pt x="42" y="219"/>
                    <a:pt x="42" y="219"/>
                  </a:cubicBezTo>
                  <a:cubicBezTo>
                    <a:pt x="42" y="222"/>
                    <a:pt x="41" y="225"/>
                    <a:pt x="41" y="228"/>
                  </a:cubicBezTo>
                  <a:cubicBezTo>
                    <a:pt x="41" y="228"/>
                    <a:pt x="41" y="228"/>
                    <a:pt x="41" y="228"/>
                  </a:cubicBezTo>
                  <a:cubicBezTo>
                    <a:pt x="41" y="229"/>
                    <a:pt x="41" y="231"/>
                    <a:pt x="40" y="232"/>
                  </a:cubicBezTo>
                  <a:cubicBezTo>
                    <a:pt x="40" y="232"/>
                    <a:pt x="40" y="232"/>
                    <a:pt x="40" y="232"/>
                  </a:cubicBezTo>
                  <a:cubicBezTo>
                    <a:pt x="40" y="235"/>
                    <a:pt x="40" y="238"/>
                    <a:pt x="40" y="240"/>
                  </a:cubicBezTo>
                  <a:cubicBezTo>
                    <a:pt x="40" y="240"/>
                    <a:pt x="40" y="240"/>
                    <a:pt x="40" y="241"/>
                  </a:cubicBezTo>
                  <a:cubicBezTo>
                    <a:pt x="40" y="243"/>
                    <a:pt x="40" y="246"/>
                    <a:pt x="41" y="248"/>
                  </a:cubicBezTo>
                  <a:cubicBezTo>
                    <a:pt x="41" y="248"/>
                    <a:pt x="41" y="248"/>
                    <a:pt x="41" y="248"/>
                  </a:cubicBezTo>
                  <a:cubicBezTo>
                    <a:pt x="41" y="250"/>
                    <a:pt x="41" y="251"/>
                    <a:pt x="41" y="252"/>
                  </a:cubicBezTo>
                  <a:cubicBezTo>
                    <a:pt x="41" y="252"/>
                    <a:pt x="41" y="252"/>
                    <a:pt x="41" y="252"/>
                  </a:cubicBezTo>
                  <a:cubicBezTo>
                    <a:pt x="42" y="253"/>
                    <a:pt x="42" y="255"/>
                    <a:pt x="42" y="256"/>
                  </a:cubicBezTo>
                  <a:cubicBezTo>
                    <a:pt x="43" y="257"/>
                    <a:pt x="43" y="266"/>
                    <a:pt x="42" y="267"/>
                  </a:cubicBezTo>
                  <a:cubicBezTo>
                    <a:pt x="40" y="268"/>
                    <a:pt x="37" y="263"/>
                    <a:pt x="35" y="264"/>
                  </a:cubicBezTo>
                  <a:cubicBezTo>
                    <a:pt x="34" y="261"/>
                    <a:pt x="29" y="258"/>
                    <a:pt x="22" y="258"/>
                  </a:cubicBezTo>
                  <a:cubicBezTo>
                    <a:pt x="9" y="258"/>
                    <a:pt x="5" y="260"/>
                    <a:pt x="0" y="264"/>
                  </a:cubicBezTo>
                  <a:close/>
                </a:path>
              </a:pathLst>
            </a:custGeom>
            <a:solidFill>
              <a:srgbClr val="F3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527">
              <a:extLst>
                <a:ext uri="{FF2B5EF4-FFF2-40B4-BE49-F238E27FC236}">
                  <a16:creationId xmlns:a16="http://schemas.microsoft.com/office/drawing/2014/main" id="{FA6BC061-BD4E-3727-F9C2-8C5368EA2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2583"/>
              <a:ext cx="50" cy="578"/>
            </a:xfrm>
            <a:custGeom>
              <a:avLst/>
              <a:gdLst>
                <a:gd name="T0" fmla="*/ 104 w 23"/>
                <a:gd name="T1" fmla="*/ 3139 h 248"/>
                <a:gd name="T2" fmla="*/ 72 w 23"/>
                <a:gd name="T3" fmla="*/ 2205 h 248"/>
                <a:gd name="T4" fmla="*/ 72 w 23"/>
                <a:gd name="T5" fmla="*/ 963 h 248"/>
                <a:gd name="T6" fmla="*/ 80 w 23"/>
                <a:gd name="T7" fmla="*/ 0 h 248"/>
                <a:gd name="T8" fmla="*/ 104 w 23"/>
                <a:gd name="T9" fmla="*/ 0 h 248"/>
                <a:gd name="T10" fmla="*/ 193 w 23"/>
                <a:gd name="T11" fmla="*/ 760 h 248"/>
                <a:gd name="T12" fmla="*/ 157 w 23"/>
                <a:gd name="T13" fmla="*/ 1988 h 248"/>
                <a:gd name="T14" fmla="*/ 104 w 23"/>
                <a:gd name="T15" fmla="*/ 313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48">
                  <a:moveTo>
                    <a:pt x="10" y="248"/>
                  </a:moveTo>
                  <a:cubicBezTo>
                    <a:pt x="20" y="229"/>
                    <a:pt x="12" y="199"/>
                    <a:pt x="7" y="174"/>
                  </a:cubicBezTo>
                  <a:cubicBezTo>
                    <a:pt x="0" y="137"/>
                    <a:pt x="0" y="107"/>
                    <a:pt x="7" y="76"/>
                  </a:cubicBezTo>
                  <a:cubicBezTo>
                    <a:pt x="13" y="51"/>
                    <a:pt x="21" y="18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1" y="8"/>
                    <a:pt x="23" y="36"/>
                    <a:pt x="19" y="60"/>
                  </a:cubicBezTo>
                  <a:cubicBezTo>
                    <a:pt x="15" y="85"/>
                    <a:pt x="7" y="116"/>
                    <a:pt x="15" y="157"/>
                  </a:cubicBezTo>
                  <a:cubicBezTo>
                    <a:pt x="23" y="198"/>
                    <a:pt x="22" y="232"/>
                    <a:pt x="10" y="248"/>
                  </a:cubicBezTo>
                  <a:close/>
                </a:path>
              </a:pathLst>
            </a:custGeom>
            <a:solidFill>
              <a:srgbClr val="F3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528">
              <a:extLst>
                <a:ext uri="{FF2B5EF4-FFF2-40B4-BE49-F238E27FC236}">
                  <a16:creationId xmlns:a16="http://schemas.microsoft.com/office/drawing/2014/main" id="{156DF0A9-2698-D424-42DE-E3DBE2B0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" y="2704"/>
              <a:ext cx="42" cy="408"/>
            </a:xfrm>
            <a:custGeom>
              <a:avLst/>
              <a:gdLst>
                <a:gd name="T0" fmla="*/ 64 w 19"/>
                <a:gd name="T1" fmla="*/ 0 h 175"/>
                <a:gd name="T2" fmla="*/ 141 w 19"/>
                <a:gd name="T3" fmla="*/ 1392 h 175"/>
                <a:gd name="T4" fmla="*/ 33 w 19"/>
                <a:gd name="T5" fmla="*/ 2217 h 175"/>
                <a:gd name="T6" fmla="*/ 73 w 19"/>
                <a:gd name="T7" fmla="*/ 1408 h 175"/>
                <a:gd name="T8" fmla="*/ 64 w 19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5">
                  <a:moveTo>
                    <a:pt x="6" y="0"/>
                  </a:moveTo>
                  <a:cubicBezTo>
                    <a:pt x="13" y="19"/>
                    <a:pt x="19" y="68"/>
                    <a:pt x="13" y="110"/>
                  </a:cubicBezTo>
                  <a:cubicBezTo>
                    <a:pt x="8" y="152"/>
                    <a:pt x="1" y="164"/>
                    <a:pt x="3" y="175"/>
                  </a:cubicBezTo>
                  <a:cubicBezTo>
                    <a:pt x="0" y="158"/>
                    <a:pt x="4" y="129"/>
                    <a:pt x="7" y="111"/>
                  </a:cubicBezTo>
                  <a:cubicBezTo>
                    <a:pt x="12" y="84"/>
                    <a:pt x="15" y="49"/>
                    <a:pt x="6" y="0"/>
                  </a:cubicBezTo>
                  <a:close/>
                </a:path>
              </a:pathLst>
            </a:custGeom>
            <a:solidFill>
              <a:srgbClr val="C37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529">
              <a:extLst>
                <a:ext uri="{FF2B5EF4-FFF2-40B4-BE49-F238E27FC236}">
                  <a16:creationId xmlns:a16="http://schemas.microsoft.com/office/drawing/2014/main" id="{1BD5464D-75D5-1132-6892-9EF859403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210"/>
              <a:ext cx="46" cy="153"/>
            </a:xfrm>
            <a:custGeom>
              <a:avLst/>
              <a:gdLst>
                <a:gd name="T0" fmla="*/ 0 w 21"/>
                <a:gd name="T1" fmla="*/ 0 h 66"/>
                <a:gd name="T2" fmla="*/ 186 w 21"/>
                <a:gd name="T3" fmla="*/ 575 h 66"/>
                <a:gd name="T4" fmla="*/ 96 w 21"/>
                <a:gd name="T5" fmla="*/ 823 h 66"/>
                <a:gd name="T6" fmla="*/ 125 w 21"/>
                <a:gd name="T7" fmla="*/ 538 h 66"/>
                <a:gd name="T8" fmla="*/ 0 w 21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66">
                  <a:moveTo>
                    <a:pt x="0" y="0"/>
                  </a:moveTo>
                  <a:cubicBezTo>
                    <a:pt x="5" y="15"/>
                    <a:pt x="16" y="31"/>
                    <a:pt x="18" y="46"/>
                  </a:cubicBezTo>
                  <a:cubicBezTo>
                    <a:pt x="21" y="60"/>
                    <a:pt x="19" y="63"/>
                    <a:pt x="9" y="66"/>
                  </a:cubicBezTo>
                  <a:cubicBezTo>
                    <a:pt x="18" y="62"/>
                    <a:pt x="16" y="57"/>
                    <a:pt x="12" y="43"/>
                  </a:cubicBezTo>
                  <a:cubicBezTo>
                    <a:pt x="9" y="2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4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530">
              <a:extLst>
                <a:ext uri="{FF2B5EF4-FFF2-40B4-BE49-F238E27FC236}">
                  <a16:creationId xmlns:a16="http://schemas.microsoft.com/office/drawing/2014/main" id="{1BDB782C-E37B-4BF7-DD2D-22F9E35F2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" y="3182"/>
              <a:ext cx="102" cy="179"/>
            </a:xfrm>
            <a:custGeom>
              <a:avLst/>
              <a:gdLst>
                <a:gd name="T0" fmla="*/ 9 w 47"/>
                <a:gd name="T1" fmla="*/ 0 h 77"/>
                <a:gd name="T2" fmla="*/ 480 w 47"/>
                <a:gd name="T3" fmla="*/ 967 h 77"/>
                <a:gd name="T4" fmla="*/ 9 w 47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77">
                  <a:moveTo>
                    <a:pt x="1" y="0"/>
                  </a:moveTo>
                  <a:cubicBezTo>
                    <a:pt x="0" y="12"/>
                    <a:pt x="4" y="49"/>
                    <a:pt x="47" y="77"/>
                  </a:cubicBezTo>
                  <a:cubicBezTo>
                    <a:pt x="34" y="68"/>
                    <a:pt x="10" y="28"/>
                    <a:pt x="1" y="0"/>
                  </a:cubicBezTo>
                  <a:close/>
                </a:path>
              </a:pathLst>
            </a:custGeom>
            <a:solidFill>
              <a:srgbClr val="FBB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31">
              <a:extLst>
                <a:ext uri="{FF2B5EF4-FFF2-40B4-BE49-F238E27FC236}">
                  <a16:creationId xmlns:a16="http://schemas.microsoft.com/office/drawing/2014/main" id="{9111F36A-8A35-CFE0-5EA3-45FC92567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3273"/>
              <a:ext cx="22" cy="79"/>
            </a:xfrm>
            <a:custGeom>
              <a:avLst/>
              <a:gdLst>
                <a:gd name="T0" fmla="*/ 0 w 10"/>
                <a:gd name="T1" fmla="*/ 0 h 34"/>
                <a:gd name="T2" fmla="*/ 64 w 10"/>
                <a:gd name="T3" fmla="*/ 428 h 34"/>
                <a:gd name="T4" fmla="*/ 0 w 10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4">
                  <a:moveTo>
                    <a:pt x="0" y="0"/>
                  </a:moveTo>
                  <a:cubicBezTo>
                    <a:pt x="5" y="9"/>
                    <a:pt x="10" y="27"/>
                    <a:pt x="6" y="34"/>
                  </a:cubicBezTo>
                  <a:cubicBezTo>
                    <a:pt x="7" y="22"/>
                    <a:pt x="1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532">
              <a:extLst>
                <a:ext uri="{FF2B5EF4-FFF2-40B4-BE49-F238E27FC236}">
                  <a16:creationId xmlns:a16="http://schemas.microsoft.com/office/drawing/2014/main" id="{79F33205-52D7-457F-B323-92CCAF32A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2797"/>
              <a:ext cx="20" cy="166"/>
            </a:xfrm>
            <a:custGeom>
              <a:avLst/>
              <a:gdLst>
                <a:gd name="T0" fmla="*/ 80 w 9"/>
                <a:gd name="T1" fmla="*/ 0 h 71"/>
                <a:gd name="T2" fmla="*/ 98 w 9"/>
                <a:gd name="T3" fmla="*/ 907 h 71"/>
                <a:gd name="T4" fmla="*/ 80 w 9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1">
                  <a:moveTo>
                    <a:pt x="7" y="0"/>
                  </a:moveTo>
                  <a:cubicBezTo>
                    <a:pt x="4" y="10"/>
                    <a:pt x="0" y="36"/>
                    <a:pt x="9" y="71"/>
                  </a:cubicBezTo>
                  <a:cubicBezTo>
                    <a:pt x="7" y="62"/>
                    <a:pt x="5" y="14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1533">
              <a:extLst>
                <a:ext uri="{FF2B5EF4-FFF2-40B4-BE49-F238E27FC236}">
                  <a16:creationId xmlns:a16="http://schemas.microsoft.com/office/drawing/2014/main" id="{470A7101-8225-93C0-AC2B-13A109B4D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2524"/>
              <a:ext cx="240" cy="700"/>
            </a:xfrm>
            <a:custGeom>
              <a:avLst/>
              <a:gdLst>
                <a:gd name="T0" fmla="*/ 947 w 110"/>
                <a:gd name="T1" fmla="*/ 2527 h 300"/>
                <a:gd name="T2" fmla="*/ 842 w 110"/>
                <a:gd name="T3" fmla="*/ 3631 h 300"/>
                <a:gd name="T4" fmla="*/ 124 w 110"/>
                <a:gd name="T5" fmla="*/ 2896 h 300"/>
                <a:gd name="T6" fmla="*/ 0 w 110"/>
                <a:gd name="T7" fmla="*/ 1878 h 300"/>
                <a:gd name="T8" fmla="*/ 124 w 110"/>
                <a:gd name="T9" fmla="*/ 915 h 300"/>
                <a:gd name="T10" fmla="*/ 842 w 110"/>
                <a:gd name="T11" fmla="*/ 191 h 300"/>
                <a:gd name="T12" fmla="*/ 947 w 110"/>
                <a:gd name="T13" fmla="*/ 1286 h 300"/>
                <a:gd name="T14" fmla="*/ 947 w 110"/>
                <a:gd name="T15" fmla="*/ 2527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9" y="231"/>
                    <a:pt x="110" y="271"/>
                    <a:pt x="81" y="286"/>
                  </a:cubicBezTo>
                  <a:cubicBezTo>
                    <a:pt x="53" y="300"/>
                    <a:pt x="22" y="263"/>
                    <a:pt x="12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7"/>
                    <a:pt x="7" y="86"/>
                    <a:pt x="12" y="72"/>
                  </a:cubicBezTo>
                  <a:cubicBezTo>
                    <a:pt x="22" y="38"/>
                    <a:pt x="53" y="0"/>
                    <a:pt x="81" y="15"/>
                  </a:cubicBezTo>
                  <a:cubicBezTo>
                    <a:pt x="110" y="29"/>
                    <a:pt x="99" y="70"/>
                    <a:pt x="91" y="101"/>
                  </a:cubicBezTo>
                  <a:cubicBezTo>
                    <a:pt x="85" y="132"/>
                    <a:pt x="84" y="162"/>
                    <a:pt x="91" y="199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534">
              <a:extLst>
                <a:ext uri="{FF2B5EF4-FFF2-40B4-BE49-F238E27FC236}">
                  <a16:creationId xmlns:a16="http://schemas.microsoft.com/office/drawing/2014/main" id="{DBCE7E03-96AA-26BE-1367-125049902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2524"/>
              <a:ext cx="238" cy="858"/>
            </a:xfrm>
            <a:custGeom>
              <a:avLst/>
              <a:gdLst>
                <a:gd name="T0" fmla="*/ 114 w 109"/>
                <a:gd name="T1" fmla="*/ 3332 h 368"/>
                <a:gd name="T2" fmla="*/ 186 w 109"/>
                <a:gd name="T3" fmla="*/ 2523 h 368"/>
                <a:gd name="T4" fmla="*/ 186 w 109"/>
                <a:gd name="T5" fmla="*/ 1278 h 368"/>
                <a:gd name="T6" fmla="*/ 290 w 109"/>
                <a:gd name="T7" fmla="*/ 191 h 368"/>
                <a:gd name="T8" fmla="*/ 1020 w 109"/>
                <a:gd name="T9" fmla="*/ 914 h 368"/>
                <a:gd name="T10" fmla="*/ 1135 w 109"/>
                <a:gd name="T11" fmla="*/ 1875 h 368"/>
                <a:gd name="T12" fmla="*/ 1020 w 109"/>
                <a:gd name="T13" fmla="*/ 2891 h 368"/>
                <a:gd name="T14" fmla="*/ 749 w 109"/>
                <a:gd name="T15" fmla="*/ 3474 h 368"/>
                <a:gd name="T16" fmla="*/ 810 w 109"/>
                <a:gd name="T17" fmla="*/ 3980 h 368"/>
                <a:gd name="T18" fmla="*/ 862 w 109"/>
                <a:gd name="T19" fmla="*/ 4560 h 368"/>
                <a:gd name="T20" fmla="*/ 323 w 109"/>
                <a:gd name="T21" fmla="*/ 4234 h 368"/>
                <a:gd name="T22" fmla="*/ 124 w 109"/>
                <a:gd name="T23" fmla="*/ 3486 h 368"/>
                <a:gd name="T24" fmla="*/ 114 w 109"/>
                <a:gd name="T25" fmla="*/ 3332 h 36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368">
                  <a:moveTo>
                    <a:pt x="11" y="263"/>
                  </a:moveTo>
                  <a:cubicBezTo>
                    <a:pt x="7" y="245"/>
                    <a:pt x="13" y="220"/>
                    <a:pt x="18" y="199"/>
                  </a:cubicBezTo>
                  <a:cubicBezTo>
                    <a:pt x="25" y="162"/>
                    <a:pt x="25" y="132"/>
                    <a:pt x="18" y="101"/>
                  </a:cubicBezTo>
                  <a:cubicBezTo>
                    <a:pt x="11" y="70"/>
                    <a:pt x="0" y="29"/>
                    <a:pt x="28" y="15"/>
                  </a:cubicBezTo>
                  <a:cubicBezTo>
                    <a:pt x="57" y="0"/>
                    <a:pt x="88" y="38"/>
                    <a:pt x="98" y="72"/>
                  </a:cubicBezTo>
                  <a:cubicBezTo>
                    <a:pt x="103" y="86"/>
                    <a:pt x="109" y="117"/>
                    <a:pt x="109" y="148"/>
                  </a:cubicBezTo>
                  <a:cubicBezTo>
                    <a:pt x="109" y="179"/>
                    <a:pt x="103" y="211"/>
                    <a:pt x="98" y="228"/>
                  </a:cubicBezTo>
                  <a:cubicBezTo>
                    <a:pt x="93" y="245"/>
                    <a:pt x="84" y="262"/>
                    <a:pt x="72" y="274"/>
                  </a:cubicBezTo>
                  <a:cubicBezTo>
                    <a:pt x="64" y="281"/>
                    <a:pt x="69" y="293"/>
                    <a:pt x="78" y="314"/>
                  </a:cubicBezTo>
                  <a:cubicBezTo>
                    <a:pt x="87" y="334"/>
                    <a:pt x="94" y="352"/>
                    <a:pt x="83" y="360"/>
                  </a:cubicBezTo>
                  <a:cubicBezTo>
                    <a:pt x="73" y="368"/>
                    <a:pt x="56" y="367"/>
                    <a:pt x="31" y="334"/>
                  </a:cubicBezTo>
                  <a:cubicBezTo>
                    <a:pt x="17" y="317"/>
                    <a:pt x="12" y="294"/>
                    <a:pt x="12" y="275"/>
                  </a:cubicBezTo>
                  <a:cubicBezTo>
                    <a:pt x="13" y="270"/>
                    <a:pt x="12" y="265"/>
                    <a:pt x="11" y="26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535">
              <a:extLst>
                <a:ext uri="{FF2B5EF4-FFF2-40B4-BE49-F238E27FC236}">
                  <a16:creationId xmlns:a16="http://schemas.microsoft.com/office/drawing/2014/main" id="{8D33140C-63BB-173D-4432-7E9B2BFC4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2529"/>
              <a:ext cx="266" cy="664"/>
            </a:xfrm>
            <a:custGeom>
              <a:avLst/>
              <a:gdLst>
                <a:gd name="T0" fmla="*/ 238 w 122"/>
                <a:gd name="T1" fmla="*/ 163 h 285"/>
                <a:gd name="T2" fmla="*/ 0 w 122"/>
                <a:gd name="T3" fmla="*/ 142 h 285"/>
                <a:gd name="T4" fmla="*/ 632 w 122"/>
                <a:gd name="T5" fmla="*/ 0 h 285"/>
                <a:gd name="T6" fmla="*/ 632 w 122"/>
                <a:gd name="T7" fmla="*/ 0 h 285"/>
                <a:gd name="T8" fmla="*/ 1265 w 122"/>
                <a:gd name="T9" fmla="*/ 142 h 285"/>
                <a:gd name="T10" fmla="*/ 1256 w 122"/>
                <a:gd name="T11" fmla="*/ 142 h 285"/>
                <a:gd name="T12" fmla="*/ 1232 w 122"/>
                <a:gd name="T13" fmla="*/ 142 h 285"/>
                <a:gd name="T14" fmla="*/ 1232 w 122"/>
                <a:gd name="T15" fmla="*/ 142 h 285"/>
                <a:gd name="T16" fmla="*/ 1204 w 122"/>
                <a:gd name="T17" fmla="*/ 126 h 285"/>
                <a:gd name="T18" fmla="*/ 1204 w 122"/>
                <a:gd name="T19" fmla="*/ 126 h 285"/>
                <a:gd name="T20" fmla="*/ 1169 w 122"/>
                <a:gd name="T21" fmla="*/ 126 h 285"/>
                <a:gd name="T22" fmla="*/ 1169 w 122"/>
                <a:gd name="T23" fmla="*/ 126 h 285"/>
                <a:gd name="T24" fmla="*/ 1140 w 122"/>
                <a:gd name="T25" fmla="*/ 126 h 285"/>
                <a:gd name="T26" fmla="*/ 1140 w 122"/>
                <a:gd name="T27" fmla="*/ 126 h 285"/>
                <a:gd name="T28" fmla="*/ 1116 w 122"/>
                <a:gd name="T29" fmla="*/ 126 h 285"/>
                <a:gd name="T30" fmla="*/ 1108 w 122"/>
                <a:gd name="T31" fmla="*/ 126 h 285"/>
                <a:gd name="T32" fmla="*/ 1088 w 122"/>
                <a:gd name="T33" fmla="*/ 126 h 285"/>
                <a:gd name="T34" fmla="*/ 1079 w 122"/>
                <a:gd name="T35" fmla="*/ 142 h 285"/>
                <a:gd name="T36" fmla="*/ 1055 w 122"/>
                <a:gd name="T37" fmla="*/ 142 h 285"/>
                <a:gd name="T38" fmla="*/ 1047 w 122"/>
                <a:gd name="T39" fmla="*/ 151 h 285"/>
                <a:gd name="T40" fmla="*/ 1018 w 122"/>
                <a:gd name="T41" fmla="*/ 163 h 285"/>
                <a:gd name="T42" fmla="*/ 914 w 122"/>
                <a:gd name="T43" fmla="*/ 1253 h 285"/>
                <a:gd name="T44" fmla="*/ 914 w 122"/>
                <a:gd name="T45" fmla="*/ 2491 h 285"/>
                <a:gd name="T46" fmla="*/ 903 w 122"/>
                <a:gd name="T47" fmla="*/ 2540 h 285"/>
                <a:gd name="T48" fmla="*/ 870 w 122"/>
                <a:gd name="T49" fmla="*/ 2693 h 285"/>
                <a:gd name="T50" fmla="*/ 870 w 122"/>
                <a:gd name="T51" fmla="*/ 2693 h 285"/>
                <a:gd name="T52" fmla="*/ 870 w 122"/>
                <a:gd name="T53" fmla="*/ 2747 h 285"/>
                <a:gd name="T54" fmla="*/ 870 w 122"/>
                <a:gd name="T55" fmla="*/ 2759 h 285"/>
                <a:gd name="T56" fmla="*/ 842 w 122"/>
                <a:gd name="T57" fmla="*/ 3311 h 285"/>
                <a:gd name="T58" fmla="*/ 850 w 122"/>
                <a:gd name="T59" fmla="*/ 3453 h 285"/>
                <a:gd name="T60" fmla="*/ 850 w 122"/>
                <a:gd name="T61" fmla="*/ 3502 h 285"/>
                <a:gd name="T62" fmla="*/ 632 w 122"/>
                <a:gd name="T63" fmla="*/ 3413 h 285"/>
                <a:gd name="T64" fmla="*/ 632 w 122"/>
                <a:gd name="T65" fmla="*/ 3413 h 285"/>
                <a:gd name="T66" fmla="*/ 209 w 122"/>
                <a:gd name="T67" fmla="*/ 3604 h 285"/>
                <a:gd name="T68" fmla="*/ 209 w 122"/>
                <a:gd name="T69" fmla="*/ 3604 h 285"/>
                <a:gd name="T70" fmla="*/ 238 w 122"/>
                <a:gd name="T71" fmla="*/ 3593 h 285"/>
                <a:gd name="T72" fmla="*/ 342 w 122"/>
                <a:gd name="T73" fmla="*/ 2491 h 285"/>
                <a:gd name="T74" fmla="*/ 342 w 122"/>
                <a:gd name="T75" fmla="*/ 1253 h 285"/>
                <a:gd name="T76" fmla="*/ 238 w 122"/>
                <a:gd name="T77" fmla="*/ 163 h 2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22" h="285">
                  <a:moveTo>
                    <a:pt x="23" y="13"/>
                  </a:moveTo>
                  <a:cubicBezTo>
                    <a:pt x="16" y="9"/>
                    <a:pt x="8" y="9"/>
                    <a:pt x="0" y="11"/>
                  </a:cubicBezTo>
                  <a:cubicBezTo>
                    <a:pt x="19" y="4"/>
                    <a:pt x="3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2" y="11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21" y="11"/>
                    <a:pt x="120" y="11"/>
                    <a:pt x="119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8" y="10"/>
                    <a:pt x="117" y="10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8" y="10"/>
                    <a:pt x="108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0"/>
                    <a:pt x="105" y="10"/>
                  </a:cubicBezTo>
                  <a:cubicBezTo>
                    <a:pt x="105" y="10"/>
                    <a:pt x="104" y="11"/>
                    <a:pt x="104" y="11"/>
                  </a:cubicBezTo>
                  <a:cubicBezTo>
                    <a:pt x="103" y="11"/>
                    <a:pt x="103" y="11"/>
                    <a:pt x="102" y="11"/>
                  </a:cubicBezTo>
                  <a:cubicBezTo>
                    <a:pt x="102" y="11"/>
                    <a:pt x="101" y="11"/>
                    <a:pt x="101" y="12"/>
                  </a:cubicBezTo>
                  <a:cubicBezTo>
                    <a:pt x="100" y="12"/>
                    <a:pt x="99" y="12"/>
                    <a:pt x="98" y="13"/>
                  </a:cubicBezTo>
                  <a:cubicBezTo>
                    <a:pt x="70" y="27"/>
                    <a:pt x="81" y="68"/>
                    <a:pt x="88" y="99"/>
                  </a:cubicBezTo>
                  <a:cubicBezTo>
                    <a:pt x="95" y="130"/>
                    <a:pt x="95" y="160"/>
                    <a:pt x="88" y="197"/>
                  </a:cubicBezTo>
                  <a:cubicBezTo>
                    <a:pt x="88" y="198"/>
                    <a:pt x="88" y="200"/>
                    <a:pt x="87" y="201"/>
                  </a:cubicBezTo>
                  <a:cubicBezTo>
                    <a:pt x="86" y="205"/>
                    <a:pt x="85" y="209"/>
                    <a:pt x="84" y="213"/>
                  </a:cubicBezTo>
                  <a:cubicBezTo>
                    <a:pt x="84" y="213"/>
                    <a:pt x="84" y="213"/>
                    <a:pt x="84" y="213"/>
                  </a:cubicBezTo>
                  <a:cubicBezTo>
                    <a:pt x="84" y="215"/>
                    <a:pt x="84" y="216"/>
                    <a:pt x="84" y="217"/>
                  </a:cubicBezTo>
                  <a:cubicBezTo>
                    <a:pt x="84" y="218"/>
                    <a:pt x="84" y="218"/>
                    <a:pt x="84" y="218"/>
                  </a:cubicBezTo>
                  <a:cubicBezTo>
                    <a:pt x="80" y="233"/>
                    <a:pt x="78" y="249"/>
                    <a:pt x="81" y="262"/>
                  </a:cubicBezTo>
                  <a:cubicBezTo>
                    <a:pt x="82" y="264"/>
                    <a:pt x="83" y="268"/>
                    <a:pt x="82" y="273"/>
                  </a:cubicBezTo>
                  <a:cubicBezTo>
                    <a:pt x="82" y="274"/>
                    <a:pt x="82" y="275"/>
                    <a:pt x="82" y="277"/>
                  </a:cubicBezTo>
                  <a:cubicBezTo>
                    <a:pt x="75" y="273"/>
                    <a:pt x="69" y="270"/>
                    <a:pt x="61" y="270"/>
                  </a:cubicBezTo>
                  <a:cubicBezTo>
                    <a:pt x="61" y="270"/>
                    <a:pt x="61" y="270"/>
                    <a:pt x="61" y="270"/>
                  </a:cubicBezTo>
                  <a:cubicBezTo>
                    <a:pt x="47" y="270"/>
                    <a:pt x="40" y="278"/>
                    <a:pt x="20" y="285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4"/>
                    <a:pt x="23" y="284"/>
                  </a:cubicBezTo>
                  <a:cubicBezTo>
                    <a:pt x="52" y="269"/>
                    <a:pt x="41" y="229"/>
                    <a:pt x="33" y="197"/>
                  </a:cubicBezTo>
                  <a:cubicBezTo>
                    <a:pt x="26" y="160"/>
                    <a:pt x="27" y="130"/>
                    <a:pt x="33" y="99"/>
                  </a:cubicBezTo>
                  <a:cubicBezTo>
                    <a:pt x="41" y="68"/>
                    <a:pt x="52" y="27"/>
                    <a:pt x="23" y="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09" name="Conector: angular 208">
            <a:extLst>
              <a:ext uri="{FF2B5EF4-FFF2-40B4-BE49-F238E27FC236}">
                <a16:creationId xmlns:a16="http://schemas.microsoft.com/office/drawing/2014/main" id="{622AC5E7-E2F1-56CE-250F-C80751B56FF3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2615964" y="2242629"/>
            <a:ext cx="852734" cy="543067"/>
          </a:xfrm>
          <a:prstGeom prst="bentConnector3">
            <a:avLst>
              <a:gd name="adj1" fmla="val 781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Group 16">
            <a:extLst>
              <a:ext uri="{FF2B5EF4-FFF2-40B4-BE49-F238E27FC236}">
                <a16:creationId xmlns:a16="http://schemas.microsoft.com/office/drawing/2014/main" id="{A39E3EA2-BED1-B6C9-6963-90422537AD31}"/>
              </a:ext>
            </a:extLst>
          </p:cNvPr>
          <p:cNvGrpSpPr>
            <a:grpSpLocks/>
          </p:cNvGrpSpPr>
          <p:nvPr/>
        </p:nvGrpSpPr>
        <p:grpSpPr bwMode="auto">
          <a:xfrm>
            <a:off x="2578320" y="2294701"/>
            <a:ext cx="362725" cy="420069"/>
            <a:chOff x="2539" y="1365"/>
            <a:chExt cx="535" cy="1187"/>
          </a:xfrm>
        </p:grpSpPr>
        <p:sp>
          <p:nvSpPr>
            <p:cNvPr id="131" name="Freeform 17">
              <a:extLst>
                <a:ext uri="{FF2B5EF4-FFF2-40B4-BE49-F238E27FC236}">
                  <a16:creationId xmlns:a16="http://schemas.microsoft.com/office/drawing/2014/main" id="{51018138-4E0B-AD59-9442-6AB827834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365"/>
              <a:ext cx="525" cy="1187"/>
            </a:xfrm>
            <a:custGeom>
              <a:avLst/>
              <a:gdLst>
                <a:gd name="T0" fmla="*/ 3250 w 210"/>
                <a:gd name="T1" fmla="*/ 4519 h 445"/>
                <a:gd name="T2" fmla="*/ 3095 w 210"/>
                <a:gd name="T3" fmla="*/ 2923 h 445"/>
                <a:gd name="T4" fmla="*/ 1238 w 210"/>
                <a:gd name="T5" fmla="*/ 341 h 445"/>
                <a:gd name="T6" fmla="*/ 375 w 210"/>
                <a:gd name="T7" fmla="*/ 2278 h 445"/>
                <a:gd name="T8" fmla="*/ 425 w 210"/>
                <a:gd name="T9" fmla="*/ 4519 h 445"/>
                <a:gd name="T10" fmla="*/ 458 w 210"/>
                <a:gd name="T11" fmla="*/ 7215 h 445"/>
                <a:gd name="T12" fmla="*/ 2658 w 210"/>
                <a:gd name="T13" fmla="*/ 7557 h 445"/>
                <a:gd name="T14" fmla="*/ 3000 w 210"/>
                <a:gd name="T15" fmla="*/ 5978 h 445"/>
                <a:gd name="T16" fmla="*/ 3250 w 210"/>
                <a:gd name="T17" fmla="*/ 4519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445">
                  <a:moveTo>
                    <a:pt x="208" y="238"/>
                  </a:moveTo>
                  <a:cubicBezTo>
                    <a:pt x="210" y="204"/>
                    <a:pt x="199" y="165"/>
                    <a:pt x="198" y="154"/>
                  </a:cubicBezTo>
                  <a:cubicBezTo>
                    <a:pt x="191" y="117"/>
                    <a:pt x="148" y="0"/>
                    <a:pt x="79" y="18"/>
                  </a:cubicBezTo>
                  <a:cubicBezTo>
                    <a:pt x="42" y="25"/>
                    <a:pt x="16" y="78"/>
                    <a:pt x="24" y="120"/>
                  </a:cubicBezTo>
                  <a:cubicBezTo>
                    <a:pt x="33" y="164"/>
                    <a:pt x="41" y="193"/>
                    <a:pt x="27" y="238"/>
                  </a:cubicBezTo>
                  <a:cubicBezTo>
                    <a:pt x="13" y="281"/>
                    <a:pt x="0" y="341"/>
                    <a:pt x="29" y="380"/>
                  </a:cubicBezTo>
                  <a:cubicBezTo>
                    <a:pt x="58" y="419"/>
                    <a:pt x="136" y="445"/>
                    <a:pt x="170" y="398"/>
                  </a:cubicBezTo>
                  <a:cubicBezTo>
                    <a:pt x="190" y="371"/>
                    <a:pt x="183" y="348"/>
                    <a:pt x="192" y="315"/>
                  </a:cubicBezTo>
                  <a:cubicBezTo>
                    <a:pt x="202" y="281"/>
                    <a:pt x="207" y="275"/>
                    <a:pt x="208" y="238"/>
                  </a:cubicBezTo>
                  <a:close/>
                </a:path>
              </a:pathLst>
            </a:custGeom>
            <a:solidFill>
              <a:srgbClr val="FEE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8">
              <a:extLst>
                <a:ext uri="{FF2B5EF4-FFF2-40B4-BE49-F238E27FC236}">
                  <a16:creationId xmlns:a16="http://schemas.microsoft.com/office/drawing/2014/main" id="{0D54FCD6-93E4-3E82-CA84-15C3F359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1437"/>
              <a:ext cx="177" cy="910"/>
            </a:xfrm>
            <a:custGeom>
              <a:avLst/>
              <a:gdLst>
                <a:gd name="T0" fmla="*/ 728 w 71"/>
                <a:gd name="T1" fmla="*/ 1446 h 341"/>
                <a:gd name="T2" fmla="*/ 558 w 71"/>
                <a:gd name="T3" fmla="*/ 4200 h 341"/>
                <a:gd name="T4" fmla="*/ 312 w 71"/>
                <a:gd name="T5" fmla="*/ 6479 h 341"/>
                <a:gd name="T6" fmla="*/ 324 w 71"/>
                <a:gd name="T7" fmla="*/ 4102 h 341"/>
                <a:gd name="T8" fmla="*/ 312 w 71"/>
                <a:gd name="T9" fmla="*/ 1823 h 341"/>
                <a:gd name="T10" fmla="*/ 1099 w 71"/>
                <a:gd name="T11" fmla="*/ 0 h 341"/>
                <a:gd name="T12" fmla="*/ 728 w 71"/>
                <a:gd name="T13" fmla="*/ 1446 h 3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341">
                  <a:moveTo>
                    <a:pt x="47" y="76"/>
                  </a:moveTo>
                  <a:cubicBezTo>
                    <a:pt x="43" y="129"/>
                    <a:pt x="65" y="148"/>
                    <a:pt x="36" y="221"/>
                  </a:cubicBezTo>
                  <a:cubicBezTo>
                    <a:pt x="16" y="271"/>
                    <a:pt x="13" y="324"/>
                    <a:pt x="20" y="341"/>
                  </a:cubicBezTo>
                  <a:cubicBezTo>
                    <a:pt x="0" y="308"/>
                    <a:pt x="5" y="268"/>
                    <a:pt x="21" y="216"/>
                  </a:cubicBezTo>
                  <a:cubicBezTo>
                    <a:pt x="37" y="164"/>
                    <a:pt x="28" y="140"/>
                    <a:pt x="20" y="96"/>
                  </a:cubicBezTo>
                  <a:cubicBezTo>
                    <a:pt x="12" y="52"/>
                    <a:pt x="40" y="8"/>
                    <a:pt x="71" y="0"/>
                  </a:cubicBezTo>
                  <a:cubicBezTo>
                    <a:pt x="52" y="9"/>
                    <a:pt x="49" y="40"/>
                    <a:pt x="47" y="76"/>
                  </a:cubicBezTo>
                  <a:close/>
                </a:path>
              </a:pathLst>
            </a:custGeom>
            <a:solidFill>
              <a:srgbClr val="FFF1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9">
              <a:extLst>
                <a:ext uri="{FF2B5EF4-FFF2-40B4-BE49-F238E27FC236}">
                  <a16:creationId xmlns:a16="http://schemas.microsoft.com/office/drawing/2014/main" id="{249C80A9-C1BE-6BB1-9410-48B11B9E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1544"/>
              <a:ext cx="265" cy="939"/>
            </a:xfrm>
            <a:custGeom>
              <a:avLst/>
              <a:gdLst>
                <a:gd name="T0" fmla="*/ 738 w 106"/>
                <a:gd name="T1" fmla="*/ 0 h 352"/>
                <a:gd name="T2" fmla="*/ 1438 w 106"/>
                <a:gd name="T3" fmla="*/ 3665 h 352"/>
                <a:gd name="T4" fmla="*/ 1113 w 106"/>
                <a:gd name="T5" fmla="*/ 5124 h 352"/>
                <a:gd name="T6" fmla="*/ 0 w 106"/>
                <a:gd name="T7" fmla="*/ 6661 h 352"/>
                <a:gd name="T8" fmla="*/ 863 w 106"/>
                <a:gd name="T9" fmla="*/ 5679 h 352"/>
                <a:gd name="T10" fmla="*/ 1050 w 106"/>
                <a:gd name="T11" fmla="*/ 3929 h 352"/>
                <a:gd name="T12" fmla="*/ 738 w 106"/>
                <a:gd name="T13" fmla="*/ 0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352">
                  <a:moveTo>
                    <a:pt x="47" y="0"/>
                  </a:moveTo>
                  <a:cubicBezTo>
                    <a:pt x="59" y="17"/>
                    <a:pt x="106" y="119"/>
                    <a:pt x="92" y="193"/>
                  </a:cubicBezTo>
                  <a:cubicBezTo>
                    <a:pt x="87" y="220"/>
                    <a:pt x="73" y="243"/>
                    <a:pt x="71" y="270"/>
                  </a:cubicBezTo>
                  <a:cubicBezTo>
                    <a:pt x="70" y="297"/>
                    <a:pt x="60" y="352"/>
                    <a:pt x="0" y="351"/>
                  </a:cubicBezTo>
                  <a:cubicBezTo>
                    <a:pt x="20" y="346"/>
                    <a:pt x="53" y="336"/>
                    <a:pt x="55" y="299"/>
                  </a:cubicBezTo>
                  <a:cubicBezTo>
                    <a:pt x="57" y="261"/>
                    <a:pt x="59" y="233"/>
                    <a:pt x="67" y="207"/>
                  </a:cubicBezTo>
                  <a:cubicBezTo>
                    <a:pt x="75" y="182"/>
                    <a:pt x="90" y="95"/>
                    <a:pt x="47" y="0"/>
                  </a:cubicBezTo>
                  <a:close/>
                </a:path>
              </a:pathLst>
            </a:custGeom>
            <a:solidFill>
              <a:srgbClr val="FF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0">
              <a:extLst>
                <a:ext uri="{FF2B5EF4-FFF2-40B4-BE49-F238E27FC236}">
                  <a16:creationId xmlns:a16="http://schemas.microsoft.com/office/drawing/2014/main" id="{4647637B-5385-F2DF-487A-47928FFD9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496"/>
              <a:ext cx="65" cy="456"/>
            </a:xfrm>
            <a:custGeom>
              <a:avLst/>
              <a:gdLst>
                <a:gd name="T0" fmla="*/ 408 w 26"/>
                <a:gd name="T1" fmla="*/ 0 h 171"/>
                <a:gd name="T2" fmla="*/ 125 w 26"/>
                <a:gd name="T3" fmla="*/ 1459 h 171"/>
                <a:gd name="T4" fmla="*/ 220 w 26"/>
                <a:gd name="T5" fmla="*/ 3243 h 171"/>
                <a:gd name="T6" fmla="*/ 270 w 26"/>
                <a:gd name="T7" fmla="*/ 1365 h 171"/>
                <a:gd name="T8" fmla="*/ 408 w 26"/>
                <a:gd name="T9" fmla="*/ 0 h 1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71">
                  <a:moveTo>
                    <a:pt x="26" y="0"/>
                  </a:moveTo>
                  <a:cubicBezTo>
                    <a:pt x="12" y="17"/>
                    <a:pt x="0" y="48"/>
                    <a:pt x="8" y="77"/>
                  </a:cubicBezTo>
                  <a:cubicBezTo>
                    <a:pt x="16" y="106"/>
                    <a:pt x="22" y="142"/>
                    <a:pt x="14" y="171"/>
                  </a:cubicBezTo>
                  <a:cubicBezTo>
                    <a:pt x="23" y="155"/>
                    <a:pt x="23" y="99"/>
                    <a:pt x="17" y="72"/>
                  </a:cubicBezTo>
                  <a:cubicBezTo>
                    <a:pt x="11" y="45"/>
                    <a:pt x="17" y="23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21">
              <a:extLst>
                <a:ext uri="{FF2B5EF4-FFF2-40B4-BE49-F238E27FC236}">
                  <a16:creationId xmlns:a16="http://schemas.microsoft.com/office/drawing/2014/main" id="{9805B984-B6A3-0B14-174B-082F3DF2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2099"/>
              <a:ext cx="23" cy="176"/>
            </a:xfrm>
            <a:custGeom>
              <a:avLst/>
              <a:gdLst>
                <a:gd name="T0" fmla="*/ 151 w 9"/>
                <a:gd name="T1" fmla="*/ 0 h 66"/>
                <a:gd name="T2" fmla="*/ 84 w 9"/>
                <a:gd name="T3" fmla="*/ 1251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6">
                  <a:moveTo>
                    <a:pt x="9" y="0"/>
                  </a:moveTo>
                  <a:cubicBezTo>
                    <a:pt x="2" y="21"/>
                    <a:pt x="0" y="48"/>
                    <a:pt x="5" y="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22">
              <a:extLst>
                <a:ext uri="{FF2B5EF4-FFF2-40B4-BE49-F238E27FC236}">
                  <a16:creationId xmlns:a16="http://schemas.microsoft.com/office/drawing/2014/main" id="{A93D78C3-83D3-FF11-05E8-5B2C4FDCC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365"/>
              <a:ext cx="525" cy="1187"/>
            </a:xfrm>
            <a:custGeom>
              <a:avLst/>
              <a:gdLst>
                <a:gd name="T0" fmla="*/ 3250 w 210"/>
                <a:gd name="T1" fmla="*/ 4519 h 445"/>
                <a:gd name="T2" fmla="*/ 3095 w 210"/>
                <a:gd name="T3" fmla="*/ 2923 h 445"/>
                <a:gd name="T4" fmla="*/ 1238 w 210"/>
                <a:gd name="T5" fmla="*/ 341 h 445"/>
                <a:gd name="T6" fmla="*/ 375 w 210"/>
                <a:gd name="T7" fmla="*/ 2278 h 445"/>
                <a:gd name="T8" fmla="*/ 425 w 210"/>
                <a:gd name="T9" fmla="*/ 4519 h 445"/>
                <a:gd name="T10" fmla="*/ 458 w 210"/>
                <a:gd name="T11" fmla="*/ 7215 h 445"/>
                <a:gd name="T12" fmla="*/ 2658 w 210"/>
                <a:gd name="T13" fmla="*/ 7557 h 445"/>
                <a:gd name="T14" fmla="*/ 3000 w 210"/>
                <a:gd name="T15" fmla="*/ 5978 h 445"/>
                <a:gd name="T16" fmla="*/ 3250 w 210"/>
                <a:gd name="T17" fmla="*/ 4519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0" h="445">
                  <a:moveTo>
                    <a:pt x="208" y="238"/>
                  </a:moveTo>
                  <a:cubicBezTo>
                    <a:pt x="210" y="204"/>
                    <a:pt x="199" y="165"/>
                    <a:pt x="198" y="154"/>
                  </a:cubicBezTo>
                  <a:cubicBezTo>
                    <a:pt x="191" y="117"/>
                    <a:pt x="148" y="0"/>
                    <a:pt x="79" y="18"/>
                  </a:cubicBezTo>
                  <a:cubicBezTo>
                    <a:pt x="42" y="25"/>
                    <a:pt x="16" y="78"/>
                    <a:pt x="24" y="120"/>
                  </a:cubicBezTo>
                  <a:cubicBezTo>
                    <a:pt x="33" y="164"/>
                    <a:pt x="41" y="193"/>
                    <a:pt x="27" y="238"/>
                  </a:cubicBezTo>
                  <a:cubicBezTo>
                    <a:pt x="13" y="281"/>
                    <a:pt x="0" y="341"/>
                    <a:pt x="29" y="380"/>
                  </a:cubicBezTo>
                  <a:cubicBezTo>
                    <a:pt x="58" y="419"/>
                    <a:pt x="136" y="445"/>
                    <a:pt x="170" y="398"/>
                  </a:cubicBezTo>
                  <a:cubicBezTo>
                    <a:pt x="190" y="371"/>
                    <a:pt x="183" y="348"/>
                    <a:pt x="192" y="315"/>
                  </a:cubicBezTo>
                  <a:cubicBezTo>
                    <a:pt x="202" y="281"/>
                    <a:pt x="207" y="275"/>
                    <a:pt x="208" y="23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67B4C9BD-DD98-3934-F89A-1CE027614A8D}"/>
              </a:ext>
            </a:extLst>
          </p:cNvPr>
          <p:cNvSpPr txBox="1"/>
          <p:nvPr/>
        </p:nvSpPr>
        <p:spPr>
          <a:xfrm>
            <a:off x="4517816" y="5797340"/>
            <a:ext cx="14302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Trans-</a:t>
            </a:r>
            <a:r>
              <a:rPr lang="es-ES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𝚫2-enoil-CoA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54E22AA4-80B4-8AB9-0A42-B98E338304FB}"/>
              </a:ext>
            </a:extLst>
          </p:cNvPr>
          <p:cNvSpPr txBox="1"/>
          <p:nvPr/>
        </p:nvSpPr>
        <p:spPr>
          <a:xfrm>
            <a:off x="3172963" y="7036339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C57BB376-9FEB-58B4-F254-9639097223B4}"/>
              </a:ext>
            </a:extLst>
          </p:cNvPr>
          <p:cNvSpPr txBox="1"/>
          <p:nvPr/>
        </p:nvSpPr>
        <p:spPr>
          <a:xfrm>
            <a:off x="1958459" y="5795567"/>
            <a:ext cx="11144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2E70473B-2358-BE3A-7D58-2B37E8D67227}"/>
              </a:ext>
            </a:extLst>
          </p:cNvPr>
          <p:cNvSpPr txBox="1"/>
          <p:nvPr/>
        </p:nvSpPr>
        <p:spPr>
          <a:xfrm>
            <a:off x="1118164" y="4761797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7" name="Conector: curvado 216">
            <a:extLst>
              <a:ext uri="{FF2B5EF4-FFF2-40B4-BE49-F238E27FC236}">
                <a16:creationId xmlns:a16="http://schemas.microsoft.com/office/drawing/2014/main" id="{A8F0F2DA-B4F3-9C95-7467-68F3235C98E9}"/>
              </a:ext>
            </a:extLst>
          </p:cNvPr>
          <p:cNvCxnSpPr>
            <a:cxnSpLocks/>
            <a:stCxn id="235" idx="3"/>
            <a:endCxn id="213" idx="0"/>
          </p:cNvCxnSpPr>
          <p:nvPr/>
        </p:nvCxnSpPr>
        <p:spPr>
          <a:xfrm>
            <a:off x="4309671" y="4295277"/>
            <a:ext cx="923245" cy="15020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Conector: curvado 219">
            <a:extLst>
              <a:ext uri="{FF2B5EF4-FFF2-40B4-BE49-F238E27FC236}">
                <a16:creationId xmlns:a16="http://schemas.microsoft.com/office/drawing/2014/main" id="{017AD71A-89A7-18CD-700B-C13497682C74}"/>
              </a:ext>
            </a:extLst>
          </p:cNvPr>
          <p:cNvCxnSpPr>
            <a:cxnSpLocks/>
            <a:stCxn id="213" idx="2"/>
            <a:endCxn id="214" idx="3"/>
          </p:cNvCxnSpPr>
          <p:nvPr/>
        </p:nvCxnSpPr>
        <p:spPr>
          <a:xfrm rot="5400000">
            <a:off x="4281388" y="6215616"/>
            <a:ext cx="1108194" cy="7948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Conector: curvado 228">
            <a:extLst>
              <a:ext uri="{FF2B5EF4-FFF2-40B4-BE49-F238E27FC236}">
                <a16:creationId xmlns:a16="http://schemas.microsoft.com/office/drawing/2014/main" id="{B5028597-AF31-1F7E-A3FF-2130DEB578D6}"/>
              </a:ext>
            </a:extLst>
          </p:cNvPr>
          <p:cNvCxnSpPr>
            <a:cxnSpLocks/>
            <a:stCxn id="214" idx="1"/>
            <a:endCxn id="215" idx="2"/>
          </p:cNvCxnSpPr>
          <p:nvPr/>
        </p:nvCxnSpPr>
        <p:spPr>
          <a:xfrm rot="10800000">
            <a:off x="2515665" y="6057178"/>
            <a:ext cx="657299" cy="110996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Conector: curvado 231">
            <a:extLst>
              <a:ext uri="{FF2B5EF4-FFF2-40B4-BE49-F238E27FC236}">
                <a16:creationId xmlns:a16="http://schemas.microsoft.com/office/drawing/2014/main" id="{D0ADD156-EC93-A8D4-42AF-628A3F868483}"/>
              </a:ext>
            </a:extLst>
          </p:cNvPr>
          <p:cNvCxnSpPr>
            <a:cxnSpLocks/>
            <a:stCxn id="215" idx="0"/>
            <a:endCxn id="235" idx="1"/>
          </p:cNvCxnSpPr>
          <p:nvPr/>
        </p:nvCxnSpPr>
        <p:spPr>
          <a:xfrm rot="5400000" flipH="1" flipV="1">
            <a:off x="2118142" y="4692799"/>
            <a:ext cx="1500290" cy="70524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B88699BC-85AC-1BE1-4034-57FC742B63C0}"/>
              </a:ext>
            </a:extLst>
          </p:cNvPr>
          <p:cNvSpPr txBox="1"/>
          <p:nvPr/>
        </p:nvSpPr>
        <p:spPr>
          <a:xfrm>
            <a:off x="3220911" y="4164472"/>
            <a:ext cx="1088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8" name="Conector: curvado 247">
            <a:extLst>
              <a:ext uri="{FF2B5EF4-FFF2-40B4-BE49-F238E27FC236}">
                <a16:creationId xmlns:a16="http://schemas.microsoft.com/office/drawing/2014/main" id="{5CBFF7B7-462B-B1C9-9715-C6CE47E0F961}"/>
              </a:ext>
            </a:extLst>
          </p:cNvPr>
          <p:cNvCxnSpPr>
            <a:cxnSpLocks/>
            <a:stCxn id="216" idx="1"/>
            <a:endCxn id="244" idx="0"/>
          </p:cNvCxnSpPr>
          <p:nvPr/>
        </p:nvCxnSpPr>
        <p:spPr>
          <a:xfrm rot="10800000" flipV="1">
            <a:off x="346134" y="4892601"/>
            <a:ext cx="772031" cy="865121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CuadroTexto 250">
            <a:extLst>
              <a:ext uri="{FF2B5EF4-FFF2-40B4-BE49-F238E27FC236}">
                <a16:creationId xmlns:a16="http://schemas.microsoft.com/office/drawing/2014/main" id="{758BD058-5CB2-95EB-5EE9-E6125B6C933E}"/>
              </a:ext>
            </a:extLst>
          </p:cNvPr>
          <p:cNvSpPr txBox="1"/>
          <p:nvPr/>
        </p:nvSpPr>
        <p:spPr>
          <a:xfrm>
            <a:off x="5120028" y="4587410"/>
            <a:ext cx="1222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252" name="CuadroTexto 251">
            <a:extLst>
              <a:ext uri="{FF2B5EF4-FFF2-40B4-BE49-F238E27FC236}">
                <a16:creationId xmlns:a16="http://schemas.microsoft.com/office/drawing/2014/main" id="{8A867462-C15C-55F9-6FFA-258397E52559}"/>
              </a:ext>
            </a:extLst>
          </p:cNvPr>
          <p:cNvSpPr txBox="1"/>
          <p:nvPr/>
        </p:nvSpPr>
        <p:spPr>
          <a:xfrm>
            <a:off x="5151664" y="6433754"/>
            <a:ext cx="1240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Enoil-CoA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hidratasa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39F0B112-5568-5755-9ACE-6E360590A8A8}"/>
              </a:ext>
            </a:extLst>
          </p:cNvPr>
          <p:cNvSpPr txBox="1"/>
          <p:nvPr/>
        </p:nvSpPr>
        <p:spPr>
          <a:xfrm>
            <a:off x="957235" y="6431857"/>
            <a:ext cx="16053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3. L-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254" name="CuadroTexto 253">
            <a:extLst>
              <a:ext uri="{FF2B5EF4-FFF2-40B4-BE49-F238E27FC236}">
                <a16:creationId xmlns:a16="http://schemas.microsoft.com/office/drawing/2014/main" id="{41D1CCB1-AE72-9C60-FB85-7FDF979685D7}"/>
              </a:ext>
            </a:extLst>
          </p:cNvPr>
          <p:cNvSpPr txBox="1"/>
          <p:nvPr/>
        </p:nvSpPr>
        <p:spPr>
          <a:xfrm>
            <a:off x="1079173" y="4977716"/>
            <a:ext cx="1469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Tiolasa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DC9C7D00-EE16-B1A0-67E1-C496E4C5C873}"/>
              </a:ext>
            </a:extLst>
          </p:cNvPr>
          <p:cNvSpPr txBox="1"/>
          <p:nvPr/>
        </p:nvSpPr>
        <p:spPr>
          <a:xfrm>
            <a:off x="5079264" y="4251079"/>
            <a:ext cx="564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1810EA5B-C779-2EA7-6ACE-6D3EE4DF4475}"/>
              </a:ext>
            </a:extLst>
          </p:cNvPr>
          <p:cNvSpPr txBox="1"/>
          <p:nvPr/>
        </p:nvSpPr>
        <p:spPr>
          <a:xfrm>
            <a:off x="5362901" y="5018297"/>
            <a:ext cx="61989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0B64B6BE-A8FA-E8B3-28AA-0B2CCCEC2F33}"/>
              </a:ext>
            </a:extLst>
          </p:cNvPr>
          <p:cNvSpPr txBox="1"/>
          <p:nvPr/>
        </p:nvSpPr>
        <p:spPr>
          <a:xfrm>
            <a:off x="5362901" y="6158080"/>
            <a:ext cx="149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4" name="Conector: curvado 263">
            <a:extLst>
              <a:ext uri="{FF2B5EF4-FFF2-40B4-BE49-F238E27FC236}">
                <a16:creationId xmlns:a16="http://schemas.microsoft.com/office/drawing/2014/main" id="{8F10B6C7-6A97-26C6-FF62-C8D223F1578E}"/>
              </a:ext>
            </a:extLst>
          </p:cNvPr>
          <p:cNvCxnSpPr>
            <a:cxnSpLocks/>
            <a:stCxn id="260" idx="1"/>
            <a:endCxn id="262" idx="1"/>
          </p:cNvCxnSpPr>
          <p:nvPr/>
        </p:nvCxnSpPr>
        <p:spPr>
          <a:xfrm rot="10800000" flipH="1" flipV="1">
            <a:off x="5079263" y="4381884"/>
            <a:ext cx="283637" cy="767218"/>
          </a:xfrm>
          <a:prstGeom prst="curvedConnector3">
            <a:avLst>
              <a:gd name="adj1" fmla="val -3316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Conector: curvado 270">
            <a:extLst>
              <a:ext uri="{FF2B5EF4-FFF2-40B4-BE49-F238E27FC236}">
                <a16:creationId xmlns:a16="http://schemas.microsoft.com/office/drawing/2014/main" id="{0312EFFD-09A2-B227-4E82-63B2B890B42B}"/>
              </a:ext>
            </a:extLst>
          </p:cNvPr>
          <p:cNvCxnSpPr>
            <a:cxnSpLocks/>
            <a:stCxn id="263" idx="1"/>
          </p:cNvCxnSpPr>
          <p:nvPr/>
        </p:nvCxnSpPr>
        <p:spPr>
          <a:xfrm rot="10800000" flipV="1">
            <a:off x="5151665" y="6288884"/>
            <a:ext cx="211237" cy="22993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EDFE17EA-C24D-FB80-7527-6889EB136FCF}"/>
              </a:ext>
            </a:extLst>
          </p:cNvPr>
          <p:cNvSpPr txBox="1"/>
          <p:nvPr/>
        </p:nvSpPr>
        <p:spPr>
          <a:xfrm>
            <a:off x="1865056" y="6960282"/>
            <a:ext cx="564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073528E6-E5EC-AC06-8E5C-88B6D1A53C8F}"/>
              </a:ext>
            </a:extLst>
          </p:cNvPr>
          <p:cNvSpPr txBox="1"/>
          <p:nvPr/>
        </p:nvSpPr>
        <p:spPr>
          <a:xfrm>
            <a:off x="1674709" y="6104225"/>
            <a:ext cx="65730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0" name="Conector: curvado 279">
            <a:extLst>
              <a:ext uri="{FF2B5EF4-FFF2-40B4-BE49-F238E27FC236}">
                <a16:creationId xmlns:a16="http://schemas.microsoft.com/office/drawing/2014/main" id="{F4D46FA8-3835-AC45-49B9-A83442C0E127}"/>
              </a:ext>
            </a:extLst>
          </p:cNvPr>
          <p:cNvCxnSpPr>
            <a:cxnSpLocks/>
            <a:stCxn id="277" idx="3"/>
            <a:endCxn id="279" idx="3"/>
          </p:cNvCxnSpPr>
          <p:nvPr/>
        </p:nvCxnSpPr>
        <p:spPr>
          <a:xfrm flipH="1" flipV="1">
            <a:off x="2332009" y="6235030"/>
            <a:ext cx="97093" cy="856057"/>
          </a:xfrm>
          <a:prstGeom prst="curvedConnector3">
            <a:avLst>
              <a:gd name="adj1" fmla="val -2009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CuadroTexto 284">
            <a:extLst>
              <a:ext uri="{FF2B5EF4-FFF2-40B4-BE49-F238E27FC236}">
                <a16:creationId xmlns:a16="http://schemas.microsoft.com/office/drawing/2014/main" id="{3C0FF944-C549-65EB-D0DF-84A2D04C9029}"/>
              </a:ext>
            </a:extLst>
          </p:cNvPr>
          <p:cNvSpPr txBox="1"/>
          <p:nvPr/>
        </p:nvSpPr>
        <p:spPr>
          <a:xfrm>
            <a:off x="1660110" y="5353125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286" name="Conector: curvado 285">
            <a:extLst>
              <a:ext uri="{FF2B5EF4-FFF2-40B4-BE49-F238E27FC236}">
                <a16:creationId xmlns:a16="http://schemas.microsoft.com/office/drawing/2014/main" id="{17A43AC6-B8EB-223C-9DF0-9ED4C01F5D6D}"/>
              </a:ext>
            </a:extLst>
          </p:cNvPr>
          <p:cNvCxnSpPr>
            <a:cxnSpLocks/>
            <a:stCxn id="285" idx="3"/>
            <a:endCxn id="216" idx="3"/>
          </p:cNvCxnSpPr>
          <p:nvPr/>
        </p:nvCxnSpPr>
        <p:spPr>
          <a:xfrm flipH="1" flipV="1">
            <a:off x="1971283" y="4892602"/>
            <a:ext cx="409272" cy="591328"/>
          </a:xfrm>
          <a:prstGeom prst="curvedConnector3">
            <a:avLst>
              <a:gd name="adj1" fmla="val -491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F92BC0B0-19B6-F4AF-F814-BC851797ED56}"/>
              </a:ext>
            </a:extLst>
          </p:cNvPr>
          <p:cNvSpPr txBox="1"/>
          <p:nvPr/>
        </p:nvSpPr>
        <p:spPr>
          <a:xfrm>
            <a:off x="1861606" y="3889110"/>
            <a:ext cx="72044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</a:p>
        </p:txBody>
      </p:sp>
      <p:cxnSp>
        <p:nvCxnSpPr>
          <p:cNvPr id="298" name="Conector: curvado 297">
            <a:extLst>
              <a:ext uri="{FF2B5EF4-FFF2-40B4-BE49-F238E27FC236}">
                <a16:creationId xmlns:a16="http://schemas.microsoft.com/office/drawing/2014/main" id="{EBC657FB-4C7C-C0EA-8D89-26D54B5D03EF}"/>
              </a:ext>
            </a:extLst>
          </p:cNvPr>
          <p:cNvCxnSpPr>
            <a:cxnSpLocks/>
            <a:stCxn id="297" idx="1"/>
          </p:cNvCxnSpPr>
          <p:nvPr/>
        </p:nvCxnSpPr>
        <p:spPr>
          <a:xfrm rot="10800000">
            <a:off x="1815050" y="3803211"/>
            <a:ext cx="46556" cy="21670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5" name="Rectángulo 304">
            <a:extLst>
              <a:ext uri="{FF2B5EF4-FFF2-40B4-BE49-F238E27FC236}">
                <a16:creationId xmlns:a16="http://schemas.microsoft.com/office/drawing/2014/main" id="{23215546-37F3-FFAD-6AB2-2E6A2B925CE3}"/>
              </a:ext>
            </a:extLst>
          </p:cNvPr>
          <p:cNvSpPr/>
          <p:nvPr/>
        </p:nvSpPr>
        <p:spPr>
          <a:xfrm>
            <a:off x="107544" y="7911336"/>
            <a:ext cx="7406823" cy="4562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6" name="CuadroTexto 305">
            <a:extLst>
              <a:ext uri="{FF2B5EF4-FFF2-40B4-BE49-F238E27FC236}">
                <a16:creationId xmlns:a16="http://schemas.microsoft.com/office/drawing/2014/main" id="{573D6532-C4A7-005D-7970-8982D4E6693F}"/>
              </a:ext>
            </a:extLst>
          </p:cNvPr>
          <p:cNvSpPr txBox="1"/>
          <p:nvPr/>
        </p:nvSpPr>
        <p:spPr>
          <a:xfrm>
            <a:off x="90484" y="8080612"/>
            <a:ext cx="2928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-graso 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FAD + 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CuadroTexto 309">
            <a:extLst>
              <a:ext uri="{FF2B5EF4-FFF2-40B4-BE49-F238E27FC236}">
                <a16:creationId xmlns:a16="http://schemas.microsoft.com/office/drawing/2014/main" id="{864412DE-9C48-8C01-0106-A1EE89B39C96}"/>
              </a:ext>
            </a:extLst>
          </p:cNvPr>
          <p:cNvSpPr txBox="1"/>
          <p:nvPr/>
        </p:nvSpPr>
        <p:spPr>
          <a:xfrm>
            <a:off x="90483" y="7915948"/>
            <a:ext cx="344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Balance </a:t>
            </a:r>
            <a:r>
              <a:rPr lang="el-GR" sz="1100" b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-oxidación mitocondrial (por ciclo)</a:t>
            </a:r>
          </a:p>
        </p:txBody>
      </p:sp>
      <p:sp>
        <p:nvSpPr>
          <p:cNvPr id="311" name="CuadroTexto 310">
            <a:extLst>
              <a:ext uri="{FF2B5EF4-FFF2-40B4-BE49-F238E27FC236}">
                <a16:creationId xmlns:a16="http://schemas.microsoft.com/office/drawing/2014/main" id="{1E530145-CC0D-E54B-33CD-B9E8CFE54357}"/>
              </a:ext>
            </a:extLst>
          </p:cNvPr>
          <p:cNvSpPr txBox="1"/>
          <p:nvPr/>
        </p:nvSpPr>
        <p:spPr>
          <a:xfrm>
            <a:off x="3802425" y="8080613"/>
            <a:ext cx="3547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-graso (n-2C) +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FADH + NADH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13" name="Conector recto de flecha 312">
            <a:extLst>
              <a:ext uri="{FF2B5EF4-FFF2-40B4-BE49-F238E27FC236}">
                <a16:creationId xmlns:a16="http://schemas.microsoft.com/office/drawing/2014/main" id="{8769BAA3-2DEF-CD02-7754-9ED3D999F5C2}"/>
              </a:ext>
            </a:extLst>
          </p:cNvPr>
          <p:cNvCxnSpPr>
            <a:cxnSpLocks/>
            <a:stCxn id="306" idx="3"/>
            <a:endCxn id="311" idx="1"/>
          </p:cNvCxnSpPr>
          <p:nvPr/>
        </p:nvCxnSpPr>
        <p:spPr>
          <a:xfrm>
            <a:off x="3018707" y="8211417"/>
            <a:ext cx="78371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8" name="CuadroTexto 317">
            <a:extLst>
              <a:ext uri="{FF2B5EF4-FFF2-40B4-BE49-F238E27FC236}">
                <a16:creationId xmlns:a16="http://schemas.microsoft.com/office/drawing/2014/main" id="{18F7118F-FBEB-8C28-B47D-8FBD043EFEB6}"/>
              </a:ext>
            </a:extLst>
          </p:cNvPr>
          <p:cNvSpPr txBox="1"/>
          <p:nvPr/>
        </p:nvSpPr>
        <p:spPr>
          <a:xfrm>
            <a:off x="5904503" y="7109134"/>
            <a:ext cx="1673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1. Deshidrogenación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2. Hidratación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3. Deshidrogenación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4. Fragmentación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tiólica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CuadroTexto 318">
            <a:extLst>
              <a:ext uri="{FF2B5EF4-FFF2-40B4-BE49-F238E27FC236}">
                <a16:creationId xmlns:a16="http://schemas.microsoft.com/office/drawing/2014/main" id="{1E33EF62-C2A1-38C6-4E8E-9B45C782BBDC}"/>
              </a:ext>
            </a:extLst>
          </p:cNvPr>
          <p:cNvSpPr txBox="1"/>
          <p:nvPr/>
        </p:nvSpPr>
        <p:spPr>
          <a:xfrm>
            <a:off x="5697778" y="3750816"/>
            <a:ext cx="1832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Defectos = enfermedades</a:t>
            </a:r>
          </a:p>
        </p:txBody>
      </p:sp>
      <p:cxnSp>
        <p:nvCxnSpPr>
          <p:cNvPr id="321" name="Conector: angular 320">
            <a:extLst>
              <a:ext uri="{FF2B5EF4-FFF2-40B4-BE49-F238E27FC236}">
                <a16:creationId xmlns:a16="http://schemas.microsoft.com/office/drawing/2014/main" id="{407734BF-6BF7-C238-9589-DF409FACF13A}"/>
              </a:ext>
            </a:extLst>
          </p:cNvPr>
          <p:cNvCxnSpPr>
            <a:cxnSpLocks/>
            <a:stCxn id="251" idx="0"/>
            <a:endCxn id="319" idx="2"/>
          </p:cNvCxnSpPr>
          <p:nvPr/>
        </p:nvCxnSpPr>
        <p:spPr>
          <a:xfrm rot="5400000" flipH="1" flipV="1">
            <a:off x="5885153" y="3858422"/>
            <a:ext cx="574984" cy="882992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8C3B2926-4775-78C8-6813-E07DB96DC2ED}"/>
              </a:ext>
            </a:extLst>
          </p:cNvPr>
          <p:cNvSpPr txBox="1"/>
          <p:nvPr/>
        </p:nvSpPr>
        <p:spPr>
          <a:xfrm>
            <a:off x="189415" y="6964251"/>
            <a:ext cx="9701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Cetogénesis</a:t>
            </a:r>
          </a:p>
        </p:txBody>
      </p:sp>
      <p:cxnSp>
        <p:nvCxnSpPr>
          <p:cNvPr id="325" name="Conector: curvado 324">
            <a:extLst>
              <a:ext uri="{FF2B5EF4-FFF2-40B4-BE49-F238E27FC236}">
                <a16:creationId xmlns:a16="http://schemas.microsoft.com/office/drawing/2014/main" id="{306A3404-9404-99E0-B8F4-2CC044BB8470}"/>
              </a:ext>
            </a:extLst>
          </p:cNvPr>
          <p:cNvCxnSpPr>
            <a:cxnSpLocks/>
            <a:stCxn id="216" idx="1"/>
            <a:endCxn id="324" idx="0"/>
          </p:cNvCxnSpPr>
          <p:nvPr/>
        </p:nvCxnSpPr>
        <p:spPr>
          <a:xfrm rot="10800000" flipV="1">
            <a:off x="674484" y="4892601"/>
            <a:ext cx="443680" cy="2071649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5D0CB8B2-AE61-7618-C4F0-93E61D252579}"/>
              </a:ext>
            </a:extLst>
          </p:cNvPr>
          <p:cNvSpPr txBox="1"/>
          <p:nvPr/>
        </p:nvSpPr>
        <p:spPr>
          <a:xfrm>
            <a:off x="6936" y="5757723"/>
            <a:ext cx="678393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sp>
        <p:nvSpPr>
          <p:cNvPr id="333" name="CuadroTexto 332">
            <a:extLst>
              <a:ext uri="{FF2B5EF4-FFF2-40B4-BE49-F238E27FC236}">
                <a16:creationId xmlns:a16="http://schemas.microsoft.com/office/drawing/2014/main" id="{9A3B6FEF-1D5E-6BC2-CFE4-456F9F61904A}"/>
              </a:ext>
            </a:extLst>
          </p:cNvPr>
          <p:cNvSpPr txBox="1"/>
          <p:nvPr/>
        </p:nvSpPr>
        <p:spPr>
          <a:xfrm>
            <a:off x="135812" y="5152846"/>
            <a:ext cx="3113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</a:p>
        </p:txBody>
      </p:sp>
      <p:grpSp>
        <p:nvGrpSpPr>
          <p:cNvPr id="334" name="Grupo 333">
            <a:extLst>
              <a:ext uri="{FF2B5EF4-FFF2-40B4-BE49-F238E27FC236}">
                <a16:creationId xmlns:a16="http://schemas.microsoft.com/office/drawing/2014/main" id="{92F41CA4-0863-472D-8CEE-6574D55FDCF5}"/>
              </a:ext>
            </a:extLst>
          </p:cNvPr>
          <p:cNvGrpSpPr/>
          <p:nvPr/>
        </p:nvGrpSpPr>
        <p:grpSpPr>
          <a:xfrm>
            <a:off x="383972" y="5217770"/>
            <a:ext cx="128136" cy="128136"/>
            <a:chOff x="908127" y="1162591"/>
            <a:chExt cx="128136" cy="128136"/>
          </a:xfrm>
        </p:grpSpPr>
        <p:sp>
          <p:nvSpPr>
            <p:cNvPr id="335" name="Elipse 334">
              <a:extLst>
                <a:ext uri="{FF2B5EF4-FFF2-40B4-BE49-F238E27FC236}">
                  <a16:creationId xmlns:a16="http://schemas.microsoft.com/office/drawing/2014/main" id="{25E9BF0D-77E2-B1EF-FD41-21F89295AC17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6" name="Cruz 335">
              <a:extLst>
                <a:ext uri="{FF2B5EF4-FFF2-40B4-BE49-F238E27FC236}">
                  <a16:creationId xmlns:a16="http://schemas.microsoft.com/office/drawing/2014/main" id="{5DE8AB4A-7C18-D209-A369-2B99DC77673D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37" name="Conector: curvado 336">
            <a:extLst>
              <a:ext uri="{FF2B5EF4-FFF2-40B4-BE49-F238E27FC236}">
                <a16:creationId xmlns:a16="http://schemas.microsoft.com/office/drawing/2014/main" id="{AC749910-2F4E-5A95-2AFD-6845F910C699}"/>
              </a:ext>
            </a:extLst>
          </p:cNvPr>
          <p:cNvCxnSpPr>
            <a:cxnSpLocks/>
            <a:stCxn id="336" idx="2"/>
          </p:cNvCxnSpPr>
          <p:nvPr/>
        </p:nvCxnSpPr>
        <p:spPr>
          <a:xfrm>
            <a:off x="493220" y="5319921"/>
            <a:ext cx="289823" cy="375923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1" name="CuadroTexto 340">
            <a:extLst>
              <a:ext uri="{FF2B5EF4-FFF2-40B4-BE49-F238E27FC236}">
                <a16:creationId xmlns:a16="http://schemas.microsoft.com/office/drawing/2014/main" id="{CD566427-7BA1-3881-5822-221593E30660}"/>
              </a:ext>
            </a:extLst>
          </p:cNvPr>
          <p:cNvSpPr txBox="1"/>
          <p:nvPr/>
        </p:nvSpPr>
        <p:spPr>
          <a:xfrm>
            <a:off x="-3300" y="8436788"/>
            <a:ext cx="42274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el AG tiene C2n+1, se forma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n-1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+ 1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Propionil-CoA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6A5D7A50-C8E7-6578-BEB8-7F0FC7012F8B}"/>
              </a:ext>
            </a:extLst>
          </p:cNvPr>
          <p:cNvSpPr txBox="1"/>
          <p:nvPr/>
        </p:nvSpPr>
        <p:spPr>
          <a:xfrm>
            <a:off x="1938560" y="9439734"/>
            <a:ext cx="14029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2082B15B-630D-19E8-D02A-D68E93B30731}"/>
              </a:ext>
            </a:extLst>
          </p:cNvPr>
          <p:cNvSpPr txBox="1"/>
          <p:nvPr/>
        </p:nvSpPr>
        <p:spPr>
          <a:xfrm>
            <a:off x="4234237" y="9442599"/>
            <a:ext cx="13789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CuadroTexto 343">
            <a:extLst>
              <a:ext uri="{FF2B5EF4-FFF2-40B4-BE49-F238E27FC236}">
                <a16:creationId xmlns:a16="http://schemas.microsoft.com/office/drawing/2014/main" id="{7AF41412-9C37-BDB8-7A75-90595B0B5538}"/>
              </a:ext>
            </a:extLst>
          </p:cNvPr>
          <p:cNvSpPr txBox="1"/>
          <p:nvPr/>
        </p:nvSpPr>
        <p:spPr>
          <a:xfrm>
            <a:off x="6447851" y="9444162"/>
            <a:ext cx="9957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0F1EC538-8039-9568-F849-E817CE16D085}"/>
              </a:ext>
            </a:extLst>
          </p:cNvPr>
          <p:cNvCxnSpPr>
            <a:cxnSpLocks/>
            <a:endCxn id="342" idx="0"/>
          </p:cNvCxnSpPr>
          <p:nvPr/>
        </p:nvCxnSpPr>
        <p:spPr>
          <a:xfrm flipH="1">
            <a:off x="2640034" y="8669547"/>
            <a:ext cx="870751" cy="770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E6B4DF55-4E23-996D-8B25-DC5625028036}"/>
              </a:ext>
            </a:extLst>
          </p:cNvPr>
          <p:cNvSpPr txBox="1"/>
          <p:nvPr/>
        </p:nvSpPr>
        <p:spPr>
          <a:xfrm>
            <a:off x="736679" y="9152667"/>
            <a:ext cx="18117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Propionil-CoA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1297F70-CFF5-F285-CCCC-F8C390FA6CD3}"/>
              </a:ext>
            </a:extLst>
          </p:cNvPr>
          <p:cNvSpPr txBox="1"/>
          <p:nvPr/>
        </p:nvSpPr>
        <p:spPr>
          <a:xfrm>
            <a:off x="2191309" y="8719359"/>
            <a:ext cx="482546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26845CCE-5CB5-11AB-DC50-AA514774B82D}"/>
              </a:ext>
            </a:extLst>
          </p:cNvPr>
          <p:cNvSpPr txBox="1"/>
          <p:nvPr/>
        </p:nvSpPr>
        <p:spPr>
          <a:xfrm>
            <a:off x="1974112" y="8926221"/>
            <a:ext cx="583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356" name="Conector: curvado 355">
            <a:extLst>
              <a:ext uri="{FF2B5EF4-FFF2-40B4-BE49-F238E27FC236}">
                <a16:creationId xmlns:a16="http://schemas.microsoft.com/office/drawing/2014/main" id="{E651F719-133D-C7DD-0310-0F9FF0F3D719}"/>
              </a:ext>
            </a:extLst>
          </p:cNvPr>
          <p:cNvCxnSpPr>
            <a:cxnSpLocks/>
            <a:stCxn id="352" idx="3"/>
          </p:cNvCxnSpPr>
          <p:nvPr/>
        </p:nvCxnSpPr>
        <p:spPr>
          <a:xfrm>
            <a:off x="2673855" y="8850164"/>
            <a:ext cx="259479" cy="3376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ector: curvado 357">
            <a:extLst>
              <a:ext uri="{FF2B5EF4-FFF2-40B4-BE49-F238E27FC236}">
                <a16:creationId xmlns:a16="http://schemas.microsoft.com/office/drawing/2014/main" id="{5B277C6A-AB60-9493-D53C-59DA02871403}"/>
              </a:ext>
            </a:extLst>
          </p:cNvPr>
          <p:cNvCxnSpPr>
            <a:cxnSpLocks/>
            <a:stCxn id="353" idx="3"/>
          </p:cNvCxnSpPr>
          <p:nvPr/>
        </p:nvCxnSpPr>
        <p:spPr>
          <a:xfrm>
            <a:off x="2557926" y="9057026"/>
            <a:ext cx="202872" cy="28830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E336C31B-E109-AA57-29A2-C69AA64C6FDE}"/>
              </a:ext>
            </a:extLst>
          </p:cNvPr>
          <p:cNvSpPr txBox="1"/>
          <p:nvPr/>
        </p:nvSpPr>
        <p:spPr>
          <a:xfrm>
            <a:off x="3258328" y="915266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2" name="Conector: curvado 361">
            <a:extLst>
              <a:ext uri="{FF2B5EF4-FFF2-40B4-BE49-F238E27FC236}">
                <a16:creationId xmlns:a16="http://schemas.microsoft.com/office/drawing/2014/main" id="{7E96B455-BBCA-F683-3885-36B889931547}"/>
              </a:ext>
            </a:extLst>
          </p:cNvPr>
          <p:cNvCxnSpPr>
            <a:cxnSpLocks/>
            <a:endCxn id="361" idx="1"/>
          </p:cNvCxnSpPr>
          <p:nvPr/>
        </p:nvCxnSpPr>
        <p:spPr>
          <a:xfrm rot="16200000" flipH="1">
            <a:off x="3055645" y="9080788"/>
            <a:ext cx="264899" cy="1404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DBAFFE9E-215D-075F-F913-37BAA6F250AD}"/>
              </a:ext>
            </a:extLst>
          </p:cNvPr>
          <p:cNvSpPr txBox="1"/>
          <p:nvPr/>
        </p:nvSpPr>
        <p:spPr>
          <a:xfrm>
            <a:off x="3313864" y="8750137"/>
            <a:ext cx="6014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(biotina)</a:t>
            </a:r>
          </a:p>
        </p:txBody>
      </p:sp>
      <p:cxnSp>
        <p:nvCxnSpPr>
          <p:cNvPr id="366" name="Conector recto de flecha 365">
            <a:extLst>
              <a:ext uri="{FF2B5EF4-FFF2-40B4-BE49-F238E27FC236}">
                <a16:creationId xmlns:a16="http://schemas.microsoft.com/office/drawing/2014/main" id="{2D322CB1-4CB9-DB58-5071-AC7539894CF8}"/>
              </a:ext>
            </a:extLst>
          </p:cNvPr>
          <p:cNvCxnSpPr>
            <a:cxnSpLocks/>
            <a:stCxn id="342" idx="3"/>
            <a:endCxn id="343" idx="1"/>
          </p:cNvCxnSpPr>
          <p:nvPr/>
        </p:nvCxnSpPr>
        <p:spPr>
          <a:xfrm>
            <a:off x="3341508" y="9570539"/>
            <a:ext cx="892729" cy="2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0" name="CuadroTexto 369">
            <a:extLst>
              <a:ext uri="{FF2B5EF4-FFF2-40B4-BE49-F238E27FC236}">
                <a16:creationId xmlns:a16="http://schemas.microsoft.com/office/drawing/2014/main" id="{1789E6C3-90EE-AB0C-9571-45C2D71B4163}"/>
              </a:ext>
            </a:extLst>
          </p:cNvPr>
          <p:cNvSpPr txBox="1"/>
          <p:nvPr/>
        </p:nvSpPr>
        <p:spPr>
          <a:xfrm>
            <a:off x="2987102" y="9561958"/>
            <a:ext cx="1630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epimerasa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1" name="Conector recto de flecha 370">
            <a:extLst>
              <a:ext uri="{FF2B5EF4-FFF2-40B4-BE49-F238E27FC236}">
                <a16:creationId xmlns:a16="http://schemas.microsoft.com/office/drawing/2014/main" id="{66435D97-29DD-2CEE-8E67-3A5EE3A3D0D8}"/>
              </a:ext>
            </a:extLst>
          </p:cNvPr>
          <p:cNvCxnSpPr>
            <a:cxnSpLocks/>
            <a:stCxn id="343" idx="3"/>
            <a:endCxn id="344" idx="1"/>
          </p:cNvCxnSpPr>
          <p:nvPr/>
        </p:nvCxnSpPr>
        <p:spPr>
          <a:xfrm>
            <a:off x="5613141" y="9573404"/>
            <a:ext cx="834710" cy="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68345B09-963A-E2C5-D35A-E7A270729391}"/>
              </a:ext>
            </a:extLst>
          </p:cNvPr>
          <p:cNvSpPr txBox="1"/>
          <p:nvPr/>
        </p:nvSpPr>
        <p:spPr>
          <a:xfrm>
            <a:off x="5221081" y="9555647"/>
            <a:ext cx="16306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Metilmalonil-CoA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CuadroTexto 375">
            <a:extLst>
              <a:ext uri="{FF2B5EF4-FFF2-40B4-BE49-F238E27FC236}">
                <a16:creationId xmlns:a16="http://schemas.microsoft.com/office/drawing/2014/main" id="{DC1CCF8F-3BD0-8298-7568-E9C3B89B8A67}"/>
              </a:ext>
            </a:extLst>
          </p:cNvPr>
          <p:cNvSpPr txBox="1"/>
          <p:nvPr/>
        </p:nvSpPr>
        <p:spPr>
          <a:xfrm>
            <a:off x="5649344" y="9233657"/>
            <a:ext cx="79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(Coenzima B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77" name="CuadroTexto 376">
            <a:extLst>
              <a:ext uri="{FF2B5EF4-FFF2-40B4-BE49-F238E27FC236}">
                <a16:creationId xmlns:a16="http://schemas.microsoft.com/office/drawing/2014/main" id="{1AC04F54-D378-FBF2-D0C3-ADE88BD4ED99}"/>
              </a:ext>
            </a:extLst>
          </p:cNvPr>
          <p:cNvSpPr txBox="1"/>
          <p:nvPr/>
        </p:nvSpPr>
        <p:spPr>
          <a:xfrm>
            <a:off x="6716685" y="8491962"/>
            <a:ext cx="822746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</p:txBody>
      </p:sp>
      <p:cxnSp>
        <p:nvCxnSpPr>
          <p:cNvPr id="378" name="Conector: curvado 377">
            <a:extLst>
              <a:ext uri="{FF2B5EF4-FFF2-40B4-BE49-F238E27FC236}">
                <a16:creationId xmlns:a16="http://schemas.microsoft.com/office/drawing/2014/main" id="{EEA4F661-242D-378C-6836-9E7DB24BFEC4}"/>
              </a:ext>
            </a:extLst>
          </p:cNvPr>
          <p:cNvCxnSpPr>
            <a:cxnSpLocks/>
            <a:stCxn id="344" idx="0"/>
            <a:endCxn id="377" idx="2"/>
          </p:cNvCxnSpPr>
          <p:nvPr/>
        </p:nvCxnSpPr>
        <p:spPr>
          <a:xfrm rot="5400000" flipH="1" flipV="1">
            <a:off x="6776245" y="9092349"/>
            <a:ext cx="521313" cy="18231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3" name="CuadroTexto 382">
            <a:extLst>
              <a:ext uri="{FF2B5EF4-FFF2-40B4-BE49-F238E27FC236}">
                <a16:creationId xmlns:a16="http://schemas.microsoft.com/office/drawing/2014/main" id="{C18DE30D-F776-895A-B9E7-8F7D74EF8B26}"/>
              </a:ext>
            </a:extLst>
          </p:cNvPr>
          <p:cNvSpPr txBox="1"/>
          <p:nvPr/>
        </p:nvSpPr>
        <p:spPr>
          <a:xfrm>
            <a:off x="1546312" y="7415047"/>
            <a:ext cx="16053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Oxidación del carbono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-oxidación)</a:t>
            </a:r>
          </a:p>
        </p:txBody>
      </p:sp>
      <p:cxnSp>
        <p:nvCxnSpPr>
          <p:cNvPr id="384" name="Conector: curvado 383">
            <a:extLst>
              <a:ext uri="{FF2B5EF4-FFF2-40B4-BE49-F238E27FC236}">
                <a16:creationId xmlns:a16="http://schemas.microsoft.com/office/drawing/2014/main" id="{A7C2EFC3-F86B-8C6B-93E9-40A488DFA0B1}"/>
              </a:ext>
            </a:extLst>
          </p:cNvPr>
          <p:cNvCxnSpPr>
            <a:cxnSpLocks/>
            <a:stCxn id="383" idx="3"/>
            <a:endCxn id="214" idx="2"/>
          </p:cNvCxnSpPr>
          <p:nvPr/>
        </p:nvCxnSpPr>
        <p:spPr>
          <a:xfrm flipV="1">
            <a:off x="3151659" y="7297949"/>
            <a:ext cx="653849" cy="332542"/>
          </a:xfrm>
          <a:prstGeom prst="curvedConnector2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9" name="CuadroTexto 388">
            <a:extLst>
              <a:ext uri="{FF2B5EF4-FFF2-40B4-BE49-F238E27FC236}">
                <a16:creationId xmlns:a16="http://schemas.microsoft.com/office/drawing/2014/main" id="{C9FDD771-EFD6-D9A5-DD74-AA154F7CF87F}"/>
              </a:ext>
            </a:extLst>
          </p:cNvPr>
          <p:cNvSpPr txBox="1"/>
          <p:nvPr/>
        </p:nvSpPr>
        <p:spPr>
          <a:xfrm>
            <a:off x="4072550" y="7405107"/>
            <a:ext cx="11018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También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oxidación</a:t>
            </a:r>
          </a:p>
        </p:txBody>
      </p:sp>
      <p:cxnSp>
        <p:nvCxnSpPr>
          <p:cNvPr id="391" name="Conector recto de flecha 390">
            <a:extLst>
              <a:ext uri="{FF2B5EF4-FFF2-40B4-BE49-F238E27FC236}">
                <a16:creationId xmlns:a16="http://schemas.microsoft.com/office/drawing/2014/main" id="{0C786D60-DC02-5297-407B-5F7F1635F73F}"/>
              </a:ext>
            </a:extLst>
          </p:cNvPr>
          <p:cNvCxnSpPr>
            <a:cxnSpLocks/>
            <a:stCxn id="383" idx="3"/>
            <a:endCxn id="389" idx="1"/>
          </p:cNvCxnSpPr>
          <p:nvPr/>
        </p:nvCxnSpPr>
        <p:spPr>
          <a:xfrm flipV="1">
            <a:off x="3151659" y="7620551"/>
            <a:ext cx="920891" cy="994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CuadroTexto 391">
            <a:extLst>
              <a:ext uri="{FF2B5EF4-FFF2-40B4-BE49-F238E27FC236}">
                <a16:creationId xmlns:a16="http://schemas.microsoft.com/office/drawing/2014/main" id="{98B4AA71-28E7-1812-35C9-1F917452F8C0}"/>
              </a:ext>
            </a:extLst>
          </p:cNvPr>
          <p:cNvSpPr txBox="1"/>
          <p:nvPr/>
        </p:nvSpPr>
        <p:spPr>
          <a:xfrm>
            <a:off x="90482" y="10025274"/>
            <a:ext cx="4988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contienen insaturaciones, catabolismo con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isomerasas y reductasas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6" name="CuadroTexto 1295">
            <a:extLst>
              <a:ext uri="{FF2B5EF4-FFF2-40B4-BE49-F238E27FC236}">
                <a16:creationId xmlns:a16="http://schemas.microsoft.com/office/drawing/2014/main" id="{C4538E9E-B980-73B5-31E7-B13C51D44454}"/>
              </a:ext>
            </a:extLst>
          </p:cNvPr>
          <p:cNvSpPr txBox="1"/>
          <p:nvPr/>
        </p:nvSpPr>
        <p:spPr>
          <a:xfrm>
            <a:off x="6807121" y="586664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522" name="CuadroTexto 1521">
            <a:extLst>
              <a:ext uri="{FF2B5EF4-FFF2-40B4-BE49-F238E27FC236}">
                <a16:creationId xmlns:a16="http://schemas.microsoft.com/office/drawing/2014/main" id="{E0594549-E444-2B82-0CF7-D651C2F487E4}"/>
              </a:ext>
            </a:extLst>
          </p:cNvPr>
          <p:cNvSpPr txBox="1"/>
          <p:nvPr/>
        </p:nvSpPr>
        <p:spPr>
          <a:xfrm>
            <a:off x="5079262" y="2356848"/>
            <a:ext cx="2509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externa</a:t>
            </a:r>
          </a:p>
        </p:txBody>
      </p:sp>
      <p:sp>
        <p:nvSpPr>
          <p:cNvPr id="1523" name="CuadroTexto 1522">
            <a:extLst>
              <a:ext uri="{FF2B5EF4-FFF2-40B4-BE49-F238E27FC236}">
                <a16:creationId xmlns:a16="http://schemas.microsoft.com/office/drawing/2014/main" id="{48C994CF-B8DA-E9BC-73C4-0FFC7E0AB4F7}"/>
              </a:ext>
            </a:extLst>
          </p:cNvPr>
          <p:cNvSpPr txBox="1"/>
          <p:nvPr/>
        </p:nvSpPr>
        <p:spPr>
          <a:xfrm>
            <a:off x="5106420" y="3335189"/>
            <a:ext cx="2476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Membrana mitocondrial interna</a:t>
            </a:r>
          </a:p>
        </p:txBody>
      </p:sp>
      <p:sp>
        <p:nvSpPr>
          <p:cNvPr id="1524" name="CuadroTexto 1523">
            <a:extLst>
              <a:ext uri="{FF2B5EF4-FFF2-40B4-BE49-F238E27FC236}">
                <a16:creationId xmlns:a16="http://schemas.microsoft.com/office/drawing/2014/main" id="{B76B1882-DDD1-375A-8615-0157AC582B3D}"/>
              </a:ext>
            </a:extLst>
          </p:cNvPr>
          <p:cNvSpPr txBox="1"/>
          <p:nvPr/>
        </p:nvSpPr>
        <p:spPr>
          <a:xfrm>
            <a:off x="5632544" y="2815178"/>
            <a:ext cx="1927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sp>
        <p:nvSpPr>
          <p:cNvPr id="1995" name="CuadroTexto 1994">
            <a:extLst>
              <a:ext uri="{FF2B5EF4-FFF2-40B4-BE49-F238E27FC236}">
                <a16:creationId xmlns:a16="http://schemas.microsoft.com/office/drawing/2014/main" id="{98F3B260-B54D-3C15-E930-72385CF35A66}"/>
              </a:ext>
            </a:extLst>
          </p:cNvPr>
          <p:cNvSpPr txBox="1"/>
          <p:nvPr/>
        </p:nvSpPr>
        <p:spPr>
          <a:xfrm>
            <a:off x="4730589" y="1404762"/>
            <a:ext cx="912721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(activa)</a:t>
            </a:r>
          </a:p>
        </p:txBody>
      </p:sp>
      <p:sp>
        <p:nvSpPr>
          <p:cNvPr id="1996" name="CuadroTexto 1995">
            <a:extLst>
              <a:ext uri="{FF2B5EF4-FFF2-40B4-BE49-F238E27FC236}">
                <a16:creationId xmlns:a16="http://schemas.microsoft.com/office/drawing/2014/main" id="{AF157851-D429-0E57-C451-0CA29DB1B3C8}"/>
              </a:ext>
            </a:extLst>
          </p:cNvPr>
          <p:cNvSpPr txBox="1"/>
          <p:nvPr/>
        </p:nvSpPr>
        <p:spPr>
          <a:xfrm>
            <a:off x="6248799" y="1408774"/>
            <a:ext cx="106640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carboxilasa-P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(inactiva)</a:t>
            </a:r>
          </a:p>
        </p:txBody>
      </p:sp>
      <p:sp>
        <p:nvSpPr>
          <p:cNvPr id="1997" name="CuadroTexto 1996">
            <a:extLst>
              <a:ext uri="{FF2B5EF4-FFF2-40B4-BE49-F238E27FC236}">
                <a16:creationId xmlns:a16="http://schemas.microsoft.com/office/drawing/2014/main" id="{A947CD84-58B9-B18D-F715-11A2F4D92345}"/>
              </a:ext>
            </a:extLst>
          </p:cNvPr>
          <p:cNvSpPr txBox="1"/>
          <p:nvPr/>
        </p:nvSpPr>
        <p:spPr>
          <a:xfrm>
            <a:off x="5147173" y="947578"/>
            <a:ext cx="849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8" name="CuadroTexto 1997">
            <a:extLst>
              <a:ext uri="{FF2B5EF4-FFF2-40B4-BE49-F238E27FC236}">
                <a16:creationId xmlns:a16="http://schemas.microsoft.com/office/drawing/2014/main" id="{7A37F699-7C7F-6AE4-EC35-33E9F6D6717F}"/>
              </a:ext>
            </a:extLst>
          </p:cNvPr>
          <p:cNvSpPr txBox="1"/>
          <p:nvPr/>
        </p:nvSpPr>
        <p:spPr>
          <a:xfrm>
            <a:off x="4936932" y="0"/>
            <a:ext cx="70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00" name="Conector: angular 1999">
            <a:extLst>
              <a:ext uri="{FF2B5EF4-FFF2-40B4-BE49-F238E27FC236}">
                <a16:creationId xmlns:a16="http://schemas.microsoft.com/office/drawing/2014/main" id="{D9090B35-71BC-C074-0E70-5CB1EED8FBEA}"/>
              </a:ext>
            </a:extLst>
          </p:cNvPr>
          <p:cNvCxnSpPr>
            <a:cxnSpLocks/>
            <a:stCxn id="2766" idx="5"/>
            <a:endCxn id="1997" idx="0"/>
          </p:cNvCxnSpPr>
          <p:nvPr/>
        </p:nvCxnSpPr>
        <p:spPr>
          <a:xfrm rot="16200000" flipH="1">
            <a:off x="5139164" y="514576"/>
            <a:ext cx="618841" cy="247161"/>
          </a:xfrm>
          <a:prstGeom prst="bentConnector3">
            <a:avLst>
              <a:gd name="adj1" fmla="val 6611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01" name="Grupo 2000">
            <a:extLst>
              <a:ext uri="{FF2B5EF4-FFF2-40B4-BE49-F238E27FC236}">
                <a16:creationId xmlns:a16="http://schemas.microsoft.com/office/drawing/2014/main" id="{73F3E7B3-25AD-BF55-2485-B3463FD0B862}"/>
              </a:ext>
            </a:extLst>
          </p:cNvPr>
          <p:cNvGrpSpPr/>
          <p:nvPr/>
        </p:nvGrpSpPr>
        <p:grpSpPr>
          <a:xfrm>
            <a:off x="5643310" y="760607"/>
            <a:ext cx="128136" cy="128136"/>
            <a:chOff x="2606150" y="3355191"/>
            <a:chExt cx="128136" cy="128136"/>
          </a:xfrm>
        </p:grpSpPr>
        <p:sp>
          <p:nvSpPr>
            <p:cNvPr id="2002" name="Elipse 2001">
              <a:extLst>
                <a:ext uri="{FF2B5EF4-FFF2-40B4-BE49-F238E27FC236}">
                  <a16:creationId xmlns:a16="http://schemas.microsoft.com/office/drawing/2014/main" id="{E5F50630-EC91-21FC-7056-FA8151A44AB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3" name="Triángulo isósceles 2002">
              <a:extLst>
                <a:ext uri="{FF2B5EF4-FFF2-40B4-BE49-F238E27FC236}">
                  <a16:creationId xmlns:a16="http://schemas.microsoft.com/office/drawing/2014/main" id="{4D52616C-165B-11F0-B013-0A4CF68B6E5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005" name="Conector: curvado 2004">
            <a:extLst>
              <a:ext uri="{FF2B5EF4-FFF2-40B4-BE49-F238E27FC236}">
                <a16:creationId xmlns:a16="http://schemas.microsoft.com/office/drawing/2014/main" id="{FC054168-374D-CE96-6EB1-C743FF41596E}"/>
              </a:ext>
            </a:extLst>
          </p:cNvPr>
          <p:cNvCxnSpPr>
            <a:cxnSpLocks/>
            <a:endCxn id="1996" idx="2"/>
          </p:cNvCxnSpPr>
          <p:nvPr/>
        </p:nvCxnSpPr>
        <p:spPr>
          <a:xfrm rot="16200000" flipH="1">
            <a:off x="6112842" y="1309003"/>
            <a:ext cx="4012" cy="1334304"/>
          </a:xfrm>
          <a:prstGeom prst="curvedConnector3">
            <a:avLst>
              <a:gd name="adj1" fmla="val 57979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ector: curvado 2005">
            <a:extLst>
              <a:ext uri="{FF2B5EF4-FFF2-40B4-BE49-F238E27FC236}">
                <a16:creationId xmlns:a16="http://schemas.microsoft.com/office/drawing/2014/main" id="{5868C72B-B2D9-A71F-B6F8-7F8B04CCEF07}"/>
              </a:ext>
            </a:extLst>
          </p:cNvPr>
          <p:cNvCxnSpPr>
            <a:cxnSpLocks/>
            <a:stCxn id="1996" idx="0"/>
          </p:cNvCxnSpPr>
          <p:nvPr/>
        </p:nvCxnSpPr>
        <p:spPr>
          <a:xfrm rot="16200000" flipV="1">
            <a:off x="6112842" y="739616"/>
            <a:ext cx="4012" cy="1334304"/>
          </a:xfrm>
          <a:prstGeom prst="curvedConnector3">
            <a:avLst>
              <a:gd name="adj1" fmla="val 68338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0" name="CuadroTexto 2009">
            <a:extLst>
              <a:ext uri="{FF2B5EF4-FFF2-40B4-BE49-F238E27FC236}">
                <a16:creationId xmlns:a16="http://schemas.microsoft.com/office/drawing/2014/main" id="{410CCCA9-9BB9-8717-70DC-4FD550B0E8E2}"/>
              </a:ext>
            </a:extLst>
          </p:cNvPr>
          <p:cNvSpPr txBox="1"/>
          <p:nvPr/>
        </p:nvSpPr>
        <p:spPr>
          <a:xfrm>
            <a:off x="6780001" y="2006656"/>
            <a:ext cx="543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PKA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2" name="CuadroTexto 2011">
            <a:extLst>
              <a:ext uri="{FF2B5EF4-FFF2-40B4-BE49-F238E27FC236}">
                <a16:creationId xmlns:a16="http://schemas.microsoft.com/office/drawing/2014/main" id="{9F625FDB-85BB-55D1-8ADA-E3267F044404}"/>
              </a:ext>
            </a:extLst>
          </p:cNvPr>
          <p:cNvSpPr txBox="1"/>
          <p:nvPr/>
        </p:nvSpPr>
        <p:spPr>
          <a:xfrm>
            <a:off x="5982791" y="25460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14" name="Conector: angular 2013">
            <a:extLst>
              <a:ext uri="{FF2B5EF4-FFF2-40B4-BE49-F238E27FC236}">
                <a16:creationId xmlns:a16="http://schemas.microsoft.com/office/drawing/2014/main" id="{824F6BEA-F3CB-083B-F897-BD577BE08C1F}"/>
              </a:ext>
            </a:extLst>
          </p:cNvPr>
          <p:cNvCxnSpPr>
            <a:cxnSpLocks/>
            <a:stCxn id="2012" idx="2"/>
            <a:endCxn id="2010" idx="3"/>
          </p:cNvCxnSpPr>
          <p:nvPr/>
        </p:nvCxnSpPr>
        <p:spPr>
          <a:xfrm rot="16200000" flipH="1">
            <a:off x="5958547" y="772937"/>
            <a:ext cx="1850391" cy="878656"/>
          </a:xfrm>
          <a:prstGeom prst="bentConnector4">
            <a:avLst>
              <a:gd name="adj1" fmla="val 37480"/>
              <a:gd name="adj2" fmla="val 11844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20" name="Grupo 2019">
            <a:extLst>
              <a:ext uri="{FF2B5EF4-FFF2-40B4-BE49-F238E27FC236}">
                <a16:creationId xmlns:a16="http://schemas.microsoft.com/office/drawing/2014/main" id="{932BDED2-16B6-0DAD-F76B-8F2296335ED6}"/>
              </a:ext>
            </a:extLst>
          </p:cNvPr>
          <p:cNvGrpSpPr/>
          <p:nvPr/>
        </p:nvGrpSpPr>
        <p:grpSpPr>
          <a:xfrm>
            <a:off x="7312505" y="1931858"/>
            <a:ext cx="128136" cy="128136"/>
            <a:chOff x="2606150" y="3355191"/>
            <a:chExt cx="128136" cy="128136"/>
          </a:xfrm>
        </p:grpSpPr>
        <p:sp>
          <p:nvSpPr>
            <p:cNvPr id="2021" name="Elipse 2020">
              <a:extLst>
                <a:ext uri="{FF2B5EF4-FFF2-40B4-BE49-F238E27FC236}">
                  <a16:creationId xmlns:a16="http://schemas.microsoft.com/office/drawing/2014/main" id="{654234EF-8B24-5EE7-D622-7FCEC16002DA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22" name="Triángulo isósceles 2021">
              <a:extLst>
                <a:ext uri="{FF2B5EF4-FFF2-40B4-BE49-F238E27FC236}">
                  <a16:creationId xmlns:a16="http://schemas.microsoft.com/office/drawing/2014/main" id="{997A9B41-07DC-1173-A627-65A2B7E15BC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31" name="CuadroTexto 2030">
            <a:extLst>
              <a:ext uri="{FF2B5EF4-FFF2-40B4-BE49-F238E27FC236}">
                <a16:creationId xmlns:a16="http://schemas.microsoft.com/office/drawing/2014/main" id="{F1C3DC18-E3E3-1B34-BA7F-8BF548DFFDC5}"/>
              </a:ext>
            </a:extLst>
          </p:cNvPr>
          <p:cNvSpPr txBox="1"/>
          <p:nvPr/>
        </p:nvSpPr>
        <p:spPr>
          <a:xfrm>
            <a:off x="4286364" y="1154484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2" name="CuadroTexto 2031">
            <a:extLst>
              <a:ext uri="{FF2B5EF4-FFF2-40B4-BE49-F238E27FC236}">
                <a16:creationId xmlns:a16="http://schemas.microsoft.com/office/drawing/2014/main" id="{7464705A-1196-F9DD-5B8D-B0CCE79AAEF9}"/>
              </a:ext>
            </a:extLst>
          </p:cNvPr>
          <p:cNvSpPr txBox="1"/>
          <p:nvPr/>
        </p:nvSpPr>
        <p:spPr>
          <a:xfrm>
            <a:off x="4255173" y="1938862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3" name="Conector recto de flecha 2032">
            <a:extLst>
              <a:ext uri="{FF2B5EF4-FFF2-40B4-BE49-F238E27FC236}">
                <a16:creationId xmlns:a16="http://schemas.microsoft.com/office/drawing/2014/main" id="{B120DC02-5401-FF3C-9405-623DB8FF8C91}"/>
              </a:ext>
            </a:extLst>
          </p:cNvPr>
          <p:cNvCxnSpPr>
            <a:cxnSpLocks/>
            <a:stCxn id="2031" idx="2"/>
            <a:endCxn id="2032" idx="0"/>
          </p:cNvCxnSpPr>
          <p:nvPr/>
        </p:nvCxnSpPr>
        <p:spPr>
          <a:xfrm>
            <a:off x="4747987" y="1416094"/>
            <a:ext cx="6915" cy="52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7" name="CuadroTexto 2036">
            <a:extLst>
              <a:ext uri="{FF2B5EF4-FFF2-40B4-BE49-F238E27FC236}">
                <a16:creationId xmlns:a16="http://schemas.microsoft.com/office/drawing/2014/main" id="{927B6E92-AB42-5E1F-0373-34ADF44C2DB7}"/>
              </a:ext>
            </a:extLst>
          </p:cNvPr>
          <p:cNvSpPr txBox="1"/>
          <p:nvPr/>
        </p:nvSpPr>
        <p:spPr>
          <a:xfrm>
            <a:off x="90483" y="10253028"/>
            <a:ext cx="746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el AG es de 20-26C, la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-oxidación ocurre en peroxisomas (no CTE, por lo que FADH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y NADH se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reoxida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en citosol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39" name="Group 1385">
            <a:extLst>
              <a:ext uri="{FF2B5EF4-FFF2-40B4-BE49-F238E27FC236}">
                <a16:creationId xmlns:a16="http://schemas.microsoft.com/office/drawing/2014/main" id="{6BF4B864-168A-6E44-7FD3-CC60FBAEEDA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70500" y="259810"/>
            <a:ext cx="1141095" cy="340150"/>
            <a:chOff x="446" y="1196"/>
            <a:chExt cx="1048" cy="312"/>
          </a:xfrm>
        </p:grpSpPr>
        <p:grpSp>
          <p:nvGrpSpPr>
            <p:cNvPr id="2040" name="Group 1386">
              <a:extLst>
                <a:ext uri="{FF2B5EF4-FFF2-40B4-BE49-F238E27FC236}">
                  <a16:creationId xmlns:a16="http://schemas.microsoft.com/office/drawing/2014/main" id="{2D57B5B4-50B3-E2C0-8ED7-93E4213D8B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58" name="Oval 1387">
                <a:extLst>
                  <a:ext uri="{FF2B5EF4-FFF2-40B4-BE49-F238E27FC236}">
                    <a16:creationId xmlns:a16="http://schemas.microsoft.com/office/drawing/2014/main" id="{0C897896-754B-0985-AB7E-76241BECA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9" name="Oval 1388">
                <a:extLst>
                  <a:ext uri="{FF2B5EF4-FFF2-40B4-BE49-F238E27FC236}">
                    <a16:creationId xmlns:a16="http://schemas.microsoft.com/office/drawing/2014/main" id="{6581FCE5-B9DD-7487-6800-0800C06C2F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0" name="Freeform 1389">
                <a:extLst>
                  <a:ext uri="{FF2B5EF4-FFF2-40B4-BE49-F238E27FC236}">
                    <a16:creationId xmlns:a16="http://schemas.microsoft.com/office/drawing/2014/main" id="{F73063C7-B70C-BA3A-5651-64B1A47AF4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" name="Freeform 1390">
                <a:extLst>
                  <a:ext uri="{FF2B5EF4-FFF2-40B4-BE49-F238E27FC236}">
                    <a16:creationId xmlns:a16="http://schemas.microsoft.com/office/drawing/2014/main" id="{3304C8A6-41B1-A6E7-DAEE-95A8507F2C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" name="Freeform 1391">
                <a:extLst>
                  <a:ext uri="{FF2B5EF4-FFF2-40B4-BE49-F238E27FC236}">
                    <a16:creationId xmlns:a16="http://schemas.microsoft.com/office/drawing/2014/main" id="{05F929BD-6649-EE6D-4D9A-18A9E57737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" name="Oval 1392">
                <a:extLst>
                  <a:ext uri="{FF2B5EF4-FFF2-40B4-BE49-F238E27FC236}">
                    <a16:creationId xmlns:a16="http://schemas.microsoft.com/office/drawing/2014/main" id="{B6861EB6-286C-EF3E-8F2D-1F845D352C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1" name="Group 1393">
              <a:extLst>
                <a:ext uri="{FF2B5EF4-FFF2-40B4-BE49-F238E27FC236}">
                  <a16:creationId xmlns:a16="http://schemas.microsoft.com/office/drawing/2014/main" id="{DA24CB97-E86E-8C24-E15A-821743C752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252" name="Oval 1394">
                <a:extLst>
                  <a:ext uri="{FF2B5EF4-FFF2-40B4-BE49-F238E27FC236}">
                    <a16:creationId xmlns:a16="http://schemas.microsoft.com/office/drawing/2014/main" id="{BE4E03BB-ADA2-124E-C131-6E5F923A58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3" name="Oval 1395">
                <a:extLst>
                  <a:ext uri="{FF2B5EF4-FFF2-40B4-BE49-F238E27FC236}">
                    <a16:creationId xmlns:a16="http://schemas.microsoft.com/office/drawing/2014/main" id="{D4D8BEE1-FBBB-07EA-A8A5-B11B2945A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4" name="Freeform 1396">
                <a:extLst>
                  <a:ext uri="{FF2B5EF4-FFF2-40B4-BE49-F238E27FC236}">
                    <a16:creationId xmlns:a16="http://schemas.microsoft.com/office/drawing/2014/main" id="{E600DE2A-5081-EE16-7C6C-5F83CBDA2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" name="Freeform 1397">
                <a:extLst>
                  <a:ext uri="{FF2B5EF4-FFF2-40B4-BE49-F238E27FC236}">
                    <a16:creationId xmlns:a16="http://schemas.microsoft.com/office/drawing/2014/main" id="{584F2ADC-B2C4-75F2-D9E3-D082C9C059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" name="Freeform 1398">
                <a:extLst>
                  <a:ext uri="{FF2B5EF4-FFF2-40B4-BE49-F238E27FC236}">
                    <a16:creationId xmlns:a16="http://schemas.microsoft.com/office/drawing/2014/main" id="{DCF40702-5D58-BBDD-19FF-24722D8920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" name="Oval 1399">
                <a:extLst>
                  <a:ext uri="{FF2B5EF4-FFF2-40B4-BE49-F238E27FC236}">
                    <a16:creationId xmlns:a16="http://schemas.microsoft.com/office/drawing/2014/main" id="{DF87E9F6-48DB-31E3-9CB9-5CB6A8DD94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2" name="Group 1400">
              <a:extLst>
                <a:ext uri="{FF2B5EF4-FFF2-40B4-BE49-F238E27FC236}">
                  <a16:creationId xmlns:a16="http://schemas.microsoft.com/office/drawing/2014/main" id="{F91F3F7F-EFFB-84AD-61B7-E83121FF3E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246" name="Oval 1401">
                <a:extLst>
                  <a:ext uri="{FF2B5EF4-FFF2-40B4-BE49-F238E27FC236}">
                    <a16:creationId xmlns:a16="http://schemas.microsoft.com/office/drawing/2014/main" id="{82EE971F-9E13-A10F-6C03-4D6E8C9C1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7" name="Oval 1402">
                <a:extLst>
                  <a:ext uri="{FF2B5EF4-FFF2-40B4-BE49-F238E27FC236}">
                    <a16:creationId xmlns:a16="http://schemas.microsoft.com/office/drawing/2014/main" id="{4F962B52-B68A-E428-F20C-318C236AC0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8" name="Freeform 1403">
                <a:extLst>
                  <a:ext uri="{FF2B5EF4-FFF2-40B4-BE49-F238E27FC236}">
                    <a16:creationId xmlns:a16="http://schemas.microsoft.com/office/drawing/2014/main" id="{901B3372-49B1-65F7-50FC-5105062F18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" name="Freeform 1404">
                <a:extLst>
                  <a:ext uri="{FF2B5EF4-FFF2-40B4-BE49-F238E27FC236}">
                    <a16:creationId xmlns:a16="http://schemas.microsoft.com/office/drawing/2014/main" id="{1B0FD1E3-27F3-F092-771E-62D4D2A012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0" name="Freeform 1405">
                <a:extLst>
                  <a:ext uri="{FF2B5EF4-FFF2-40B4-BE49-F238E27FC236}">
                    <a16:creationId xmlns:a16="http://schemas.microsoft.com/office/drawing/2014/main" id="{E3E11CFE-512D-F7D5-6517-0884DD82A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1" name="Oval 1406">
                <a:extLst>
                  <a:ext uri="{FF2B5EF4-FFF2-40B4-BE49-F238E27FC236}">
                    <a16:creationId xmlns:a16="http://schemas.microsoft.com/office/drawing/2014/main" id="{A945308B-F761-BB52-D389-96AEA7189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3" name="Group 1407">
              <a:extLst>
                <a:ext uri="{FF2B5EF4-FFF2-40B4-BE49-F238E27FC236}">
                  <a16:creationId xmlns:a16="http://schemas.microsoft.com/office/drawing/2014/main" id="{1FD583F6-8AD3-8DB8-BF33-FADBD21E21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240" name="Oval 1408">
                <a:extLst>
                  <a:ext uri="{FF2B5EF4-FFF2-40B4-BE49-F238E27FC236}">
                    <a16:creationId xmlns:a16="http://schemas.microsoft.com/office/drawing/2014/main" id="{05C9BA6C-0197-3142-6E21-BDA7077FCD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1" name="Oval 1409">
                <a:extLst>
                  <a:ext uri="{FF2B5EF4-FFF2-40B4-BE49-F238E27FC236}">
                    <a16:creationId xmlns:a16="http://schemas.microsoft.com/office/drawing/2014/main" id="{D2B3CC66-C733-4711-CB63-1A95748FF2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2" name="Freeform 1410">
                <a:extLst>
                  <a:ext uri="{FF2B5EF4-FFF2-40B4-BE49-F238E27FC236}">
                    <a16:creationId xmlns:a16="http://schemas.microsoft.com/office/drawing/2014/main" id="{07DF0D47-1839-89BE-A9B1-1F6F0BA4A7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" name="Freeform 1411">
                <a:extLst>
                  <a:ext uri="{FF2B5EF4-FFF2-40B4-BE49-F238E27FC236}">
                    <a16:creationId xmlns:a16="http://schemas.microsoft.com/office/drawing/2014/main" id="{C7C6A2F5-A39D-92B3-DD0C-C78DE3C09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" name="Freeform 1412">
                <a:extLst>
                  <a:ext uri="{FF2B5EF4-FFF2-40B4-BE49-F238E27FC236}">
                    <a16:creationId xmlns:a16="http://schemas.microsoft.com/office/drawing/2014/main" id="{5C6B0736-5E43-F6DF-18C5-3E11579A9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" name="Oval 1413">
                <a:extLst>
                  <a:ext uri="{FF2B5EF4-FFF2-40B4-BE49-F238E27FC236}">
                    <a16:creationId xmlns:a16="http://schemas.microsoft.com/office/drawing/2014/main" id="{75A364C9-E7A8-27D2-E6E5-533EE265EF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4" name="Group 1414">
              <a:extLst>
                <a:ext uri="{FF2B5EF4-FFF2-40B4-BE49-F238E27FC236}">
                  <a16:creationId xmlns:a16="http://schemas.microsoft.com/office/drawing/2014/main" id="{C6291875-42D2-E058-9B44-4574A4D88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234" name="Oval 1415">
                <a:extLst>
                  <a:ext uri="{FF2B5EF4-FFF2-40B4-BE49-F238E27FC236}">
                    <a16:creationId xmlns:a16="http://schemas.microsoft.com/office/drawing/2014/main" id="{EE88F5DC-15AA-B01E-0980-1034F8F15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5" name="Oval 1416">
                <a:extLst>
                  <a:ext uri="{FF2B5EF4-FFF2-40B4-BE49-F238E27FC236}">
                    <a16:creationId xmlns:a16="http://schemas.microsoft.com/office/drawing/2014/main" id="{6A5AAB84-2CF5-D11E-8AAE-F794B1483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6" name="Freeform 1417">
                <a:extLst>
                  <a:ext uri="{FF2B5EF4-FFF2-40B4-BE49-F238E27FC236}">
                    <a16:creationId xmlns:a16="http://schemas.microsoft.com/office/drawing/2014/main" id="{0C0CFB10-DB88-30F6-28E2-FE1804EC2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" name="Freeform 1418">
                <a:extLst>
                  <a:ext uri="{FF2B5EF4-FFF2-40B4-BE49-F238E27FC236}">
                    <a16:creationId xmlns:a16="http://schemas.microsoft.com/office/drawing/2014/main" id="{58CEAF28-FD76-68DA-23DB-1BD7952C96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" name="Freeform 1419">
                <a:extLst>
                  <a:ext uri="{FF2B5EF4-FFF2-40B4-BE49-F238E27FC236}">
                    <a16:creationId xmlns:a16="http://schemas.microsoft.com/office/drawing/2014/main" id="{5A4A6220-8A9C-F8FF-42C9-6DE80738C8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" name="Oval 1420">
                <a:extLst>
                  <a:ext uri="{FF2B5EF4-FFF2-40B4-BE49-F238E27FC236}">
                    <a16:creationId xmlns:a16="http://schemas.microsoft.com/office/drawing/2014/main" id="{2D6CF444-173D-E32C-FE10-0051B13F24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5" name="Group 1421">
              <a:extLst>
                <a:ext uri="{FF2B5EF4-FFF2-40B4-BE49-F238E27FC236}">
                  <a16:creationId xmlns:a16="http://schemas.microsoft.com/office/drawing/2014/main" id="{F05A3FA3-2BEB-8ED4-68FC-CB1CC793C4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228" name="Oval 1422">
                <a:extLst>
                  <a:ext uri="{FF2B5EF4-FFF2-40B4-BE49-F238E27FC236}">
                    <a16:creationId xmlns:a16="http://schemas.microsoft.com/office/drawing/2014/main" id="{E7C3FEE6-4D68-D36A-00D1-A37D9836B4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9" name="Oval 1423">
                <a:extLst>
                  <a:ext uri="{FF2B5EF4-FFF2-40B4-BE49-F238E27FC236}">
                    <a16:creationId xmlns:a16="http://schemas.microsoft.com/office/drawing/2014/main" id="{01DF43A2-3AD4-E40A-F129-236019BE78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0" name="Freeform 1424">
                <a:extLst>
                  <a:ext uri="{FF2B5EF4-FFF2-40B4-BE49-F238E27FC236}">
                    <a16:creationId xmlns:a16="http://schemas.microsoft.com/office/drawing/2014/main" id="{372E401B-264C-42CE-1111-E4957D1CE8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" name="Freeform 1425">
                <a:extLst>
                  <a:ext uri="{FF2B5EF4-FFF2-40B4-BE49-F238E27FC236}">
                    <a16:creationId xmlns:a16="http://schemas.microsoft.com/office/drawing/2014/main" id="{B44F07C3-FC5D-065F-A502-AA871B1EE6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" name="Freeform 1426">
                <a:extLst>
                  <a:ext uri="{FF2B5EF4-FFF2-40B4-BE49-F238E27FC236}">
                    <a16:creationId xmlns:a16="http://schemas.microsoft.com/office/drawing/2014/main" id="{A8BBB013-F4B1-D047-4A8F-DCFCEC58DB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" name="Oval 1427">
                <a:extLst>
                  <a:ext uri="{FF2B5EF4-FFF2-40B4-BE49-F238E27FC236}">
                    <a16:creationId xmlns:a16="http://schemas.microsoft.com/office/drawing/2014/main" id="{0DE725DE-35C8-7D28-FDAF-C20AD6D756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6" name="Group 1428">
              <a:extLst>
                <a:ext uri="{FF2B5EF4-FFF2-40B4-BE49-F238E27FC236}">
                  <a16:creationId xmlns:a16="http://schemas.microsoft.com/office/drawing/2014/main" id="{EE789FD8-6121-7B7E-984F-DF225E5BB5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222" name="Oval 1429">
                <a:extLst>
                  <a:ext uri="{FF2B5EF4-FFF2-40B4-BE49-F238E27FC236}">
                    <a16:creationId xmlns:a16="http://schemas.microsoft.com/office/drawing/2014/main" id="{FE0A39F7-339F-7E54-85A2-9641F15446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3" name="Oval 1430">
                <a:extLst>
                  <a:ext uri="{FF2B5EF4-FFF2-40B4-BE49-F238E27FC236}">
                    <a16:creationId xmlns:a16="http://schemas.microsoft.com/office/drawing/2014/main" id="{5B73F0D0-2493-5F90-5923-3F6FD4BCBC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4" name="Freeform 1431">
                <a:extLst>
                  <a:ext uri="{FF2B5EF4-FFF2-40B4-BE49-F238E27FC236}">
                    <a16:creationId xmlns:a16="http://schemas.microsoft.com/office/drawing/2014/main" id="{FC9D876F-3C5D-5433-99A0-47656FD66A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5" name="Freeform 1432">
                <a:extLst>
                  <a:ext uri="{FF2B5EF4-FFF2-40B4-BE49-F238E27FC236}">
                    <a16:creationId xmlns:a16="http://schemas.microsoft.com/office/drawing/2014/main" id="{9CEF3EA4-E1B8-921A-F3CE-9CCDA53F69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6" name="Freeform 1433">
                <a:extLst>
                  <a:ext uri="{FF2B5EF4-FFF2-40B4-BE49-F238E27FC236}">
                    <a16:creationId xmlns:a16="http://schemas.microsoft.com/office/drawing/2014/main" id="{E2E92732-FCA4-C544-C350-76855AF5A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7" name="Oval 1434">
                <a:extLst>
                  <a:ext uri="{FF2B5EF4-FFF2-40B4-BE49-F238E27FC236}">
                    <a16:creationId xmlns:a16="http://schemas.microsoft.com/office/drawing/2014/main" id="{7068B0E3-208D-006D-32D9-B95733377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7" name="Group 1435">
              <a:extLst>
                <a:ext uri="{FF2B5EF4-FFF2-40B4-BE49-F238E27FC236}">
                  <a16:creationId xmlns:a16="http://schemas.microsoft.com/office/drawing/2014/main" id="{EA22229D-DEC7-FA47-DAA1-FD881D98D6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216" name="Oval 1436">
                <a:extLst>
                  <a:ext uri="{FF2B5EF4-FFF2-40B4-BE49-F238E27FC236}">
                    <a16:creationId xmlns:a16="http://schemas.microsoft.com/office/drawing/2014/main" id="{D29A7003-AC5E-6975-8ED2-BF50A8237D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7" name="Oval 1437">
                <a:extLst>
                  <a:ext uri="{FF2B5EF4-FFF2-40B4-BE49-F238E27FC236}">
                    <a16:creationId xmlns:a16="http://schemas.microsoft.com/office/drawing/2014/main" id="{9D2221FC-DAD2-CFBA-31E4-89ECF23871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8" name="Freeform 1438">
                <a:extLst>
                  <a:ext uri="{FF2B5EF4-FFF2-40B4-BE49-F238E27FC236}">
                    <a16:creationId xmlns:a16="http://schemas.microsoft.com/office/drawing/2014/main" id="{A15F2BA8-784F-798C-3D11-9EC3720E9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9" name="Freeform 1439">
                <a:extLst>
                  <a:ext uri="{FF2B5EF4-FFF2-40B4-BE49-F238E27FC236}">
                    <a16:creationId xmlns:a16="http://schemas.microsoft.com/office/drawing/2014/main" id="{6BC9F78D-B474-7FBD-73CF-FB5FDDBB39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0" name="Freeform 1440">
                <a:extLst>
                  <a:ext uri="{FF2B5EF4-FFF2-40B4-BE49-F238E27FC236}">
                    <a16:creationId xmlns:a16="http://schemas.microsoft.com/office/drawing/2014/main" id="{C3A70832-DA60-59D3-7EA8-2F894B7E43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1" name="Oval 1441">
                <a:extLst>
                  <a:ext uri="{FF2B5EF4-FFF2-40B4-BE49-F238E27FC236}">
                    <a16:creationId xmlns:a16="http://schemas.microsoft.com/office/drawing/2014/main" id="{8967A150-3CA8-DBED-D290-E76ECEBB5C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8" name="Group 1442">
              <a:extLst>
                <a:ext uri="{FF2B5EF4-FFF2-40B4-BE49-F238E27FC236}">
                  <a16:creationId xmlns:a16="http://schemas.microsoft.com/office/drawing/2014/main" id="{3A9000D0-60F3-41C6-FA71-6282B1E1E1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210" name="Oval 1443">
                <a:extLst>
                  <a:ext uri="{FF2B5EF4-FFF2-40B4-BE49-F238E27FC236}">
                    <a16:creationId xmlns:a16="http://schemas.microsoft.com/office/drawing/2014/main" id="{BE5C0EC7-9344-4933-B43F-B100FF5CDC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1" name="Oval 1444">
                <a:extLst>
                  <a:ext uri="{FF2B5EF4-FFF2-40B4-BE49-F238E27FC236}">
                    <a16:creationId xmlns:a16="http://schemas.microsoft.com/office/drawing/2014/main" id="{7AA8116E-D169-C46C-A00E-7DFBA2E90B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2" name="Freeform 1445">
                <a:extLst>
                  <a:ext uri="{FF2B5EF4-FFF2-40B4-BE49-F238E27FC236}">
                    <a16:creationId xmlns:a16="http://schemas.microsoft.com/office/drawing/2014/main" id="{895ABDCC-0F7A-B046-6582-DBC249D48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3" name="Freeform 1446">
                <a:extLst>
                  <a:ext uri="{FF2B5EF4-FFF2-40B4-BE49-F238E27FC236}">
                    <a16:creationId xmlns:a16="http://schemas.microsoft.com/office/drawing/2014/main" id="{7EF78424-2479-0F08-EE10-1F367644D2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4" name="Freeform 1447">
                <a:extLst>
                  <a:ext uri="{FF2B5EF4-FFF2-40B4-BE49-F238E27FC236}">
                    <a16:creationId xmlns:a16="http://schemas.microsoft.com/office/drawing/2014/main" id="{596893F0-3162-1EDC-7795-7FC5561E2B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5" name="Oval 1448">
                <a:extLst>
                  <a:ext uri="{FF2B5EF4-FFF2-40B4-BE49-F238E27FC236}">
                    <a16:creationId xmlns:a16="http://schemas.microsoft.com/office/drawing/2014/main" id="{AA09879E-A7EA-86A4-8761-FEB39E9CE2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49" name="Group 1449">
              <a:extLst>
                <a:ext uri="{FF2B5EF4-FFF2-40B4-BE49-F238E27FC236}">
                  <a16:creationId xmlns:a16="http://schemas.microsoft.com/office/drawing/2014/main" id="{8EED3C9E-32DC-1D9E-3A8B-1C4C99E91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204" name="Oval 1450">
                <a:extLst>
                  <a:ext uri="{FF2B5EF4-FFF2-40B4-BE49-F238E27FC236}">
                    <a16:creationId xmlns:a16="http://schemas.microsoft.com/office/drawing/2014/main" id="{7488D857-F438-376F-DB46-46A16F47A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5" name="Oval 1451">
                <a:extLst>
                  <a:ext uri="{FF2B5EF4-FFF2-40B4-BE49-F238E27FC236}">
                    <a16:creationId xmlns:a16="http://schemas.microsoft.com/office/drawing/2014/main" id="{16DE2450-53D3-130B-5F87-95AFE9374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6" name="Freeform 1452">
                <a:extLst>
                  <a:ext uri="{FF2B5EF4-FFF2-40B4-BE49-F238E27FC236}">
                    <a16:creationId xmlns:a16="http://schemas.microsoft.com/office/drawing/2014/main" id="{77AFB6AC-09A3-0801-4626-9C2FF103C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7" name="Freeform 1453">
                <a:extLst>
                  <a:ext uri="{FF2B5EF4-FFF2-40B4-BE49-F238E27FC236}">
                    <a16:creationId xmlns:a16="http://schemas.microsoft.com/office/drawing/2014/main" id="{EFA8AC1A-D819-39FA-1512-863AE495F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8" name="Freeform 1454">
                <a:extLst>
                  <a:ext uri="{FF2B5EF4-FFF2-40B4-BE49-F238E27FC236}">
                    <a16:creationId xmlns:a16="http://schemas.microsoft.com/office/drawing/2014/main" id="{5A1C2DB3-031A-521F-2876-B3ACFDE089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Oval 1455">
                <a:extLst>
                  <a:ext uri="{FF2B5EF4-FFF2-40B4-BE49-F238E27FC236}">
                    <a16:creationId xmlns:a16="http://schemas.microsoft.com/office/drawing/2014/main" id="{CE829BA7-E30B-2464-48D6-BB8F678ACE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0" name="Group 1456">
              <a:extLst>
                <a:ext uri="{FF2B5EF4-FFF2-40B4-BE49-F238E27FC236}">
                  <a16:creationId xmlns:a16="http://schemas.microsoft.com/office/drawing/2014/main" id="{7C5669F8-399C-E920-811A-9CF2D362AB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198" name="Oval 1457">
                <a:extLst>
                  <a:ext uri="{FF2B5EF4-FFF2-40B4-BE49-F238E27FC236}">
                    <a16:creationId xmlns:a16="http://schemas.microsoft.com/office/drawing/2014/main" id="{FF586D21-B82D-D698-B193-A5D15C136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9" name="Oval 1458">
                <a:extLst>
                  <a:ext uri="{FF2B5EF4-FFF2-40B4-BE49-F238E27FC236}">
                    <a16:creationId xmlns:a16="http://schemas.microsoft.com/office/drawing/2014/main" id="{89621A0B-CD66-B2FF-8E3F-2B023D8130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0" name="Freeform 1459">
                <a:extLst>
                  <a:ext uri="{FF2B5EF4-FFF2-40B4-BE49-F238E27FC236}">
                    <a16:creationId xmlns:a16="http://schemas.microsoft.com/office/drawing/2014/main" id="{C21A670B-FF2F-E6BB-A8A9-DA36580D3A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1" name="Freeform 1460">
                <a:extLst>
                  <a:ext uri="{FF2B5EF4-FFF2-40B4-BE49-F238E27FC236}">
                    <a16:creationId xmlns:a16="http://schemas.microsoft.com/office/drawing/2014/main" id="{01165A3F-ED29-45AE-21C5-48AFCA1E4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2" name="Freeform 1461">
                <a:extLst>
                  <a:ext uri="{FF2B5EF4-FFF2-40B4-BE49-F238E27FC236}">
                    <a16:creationId xmlns:a16="http://schemas.microsoft.com/office/drawing/2014/main" id="{0388EDE7-315B-B295-7851-4720C648A1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3" name="Oval 1462">
                <a:extLst>
                  <a:ext uri="{FF2B5EF4-FFF2-40B4-BE49-F238E27FC236}">
                    <a16:creationId xmlns:a16="http://schemas.microsoft.com/office/drawing/2014/main" id="{D371D9F2-A2A6-38AD-9545-F7613E426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1" name="Group 1463">
              <a:extLst>
                <a:ext uri="{FF2B5EF4-FFF2-40B4-BE49-F238E27FC236}">
                  <a16:creationId xmlns:a16="http://schemas.microsoft.com/office/drawing/2014/main" id="{02F67AA3-6BC0-5381-F5CE-4ABEF4EA9C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192" name="Oval 1464">
                <a:extLst>
                  <a:ext uri="{FF2B5EF4-FFF2-40B4-BE49-F238E27FC236}">
                    <a16:creationId xmlns:a16="http://schemas.microsoft.com/office/drawing/2014/main" id="{1D9D8709-D381-B043-10A5-CD93E5C558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3" name="Oval 1465">
                <a:extLst>
                  <a:ext uri="{FF2B5EF4-FFF2-40B4-BE49-F238E27FC236}">
                    <a16:creationId xmlns:a16="http://schemas.microsoft.com/office/drawing/2014/main" id="{DEE0265B-1A6C-B383-6663-1F7756319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4" name="Freeform 1466">
                <a:extLst>
                  <a:ext uri="{FF2B5EF4-FFF2-40B4-BE49-F238E27FC236}">
                    <a16:creationId xmlns:a16="http://schemas.microsoft.com/office/drawing/2014/main" id="{970FB562-1D53-0AD4-E18B-17369B9FA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Freeform 1467">
                <a:extLst>
                  <a:ext uri="{FF2B5EF4-FFF2-40B4-BE49-F238E27FC236}">
                    <a16:creationId xmlns:a16="http://schemas.microsoft.com/office/drawing/2014/main" id="{36692100-24D7-7F36-E93B-CEEB4F743E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Freeform 1468">
                <a:extLst>
                  <a:ext uri="{FF2B5EF4-FFF2-40B4-BE49-F238E27FC236}">
                    <a16:creationId xmlns:a16="http://schemas.microsoft.com/office/drawing/2014/main" id="{A33E8C6B-93D6-B4BB-F7EE-F705D488C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7" name="Oval 1469">
                <a:extLst>
                  <a:ext uri="{FF2B5EF4-FFF2-40B4-BE49-F238E27FC236}">
                    <a16:creationId xmlns:a16="http://schemas.microsoft.com/office/drawing/2014/main" id="{518DA4BE-37C0-81F1-8B39-1986A89FE1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2" name="Group 1470">
              <a:extLst>
                <a:ext uri="{FF2B5EF4-FFF2-40B4-BE49-F238E27FC236}">
                  <a16:creationId xmlns:a16="http://schemas.microsoft.com/office/drawing/2014/main" id="{7A94A1AD-6579-EE55-7847-9802477175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186" name="Oval 1471">
                <a:extLst>
                  <a:ext uri="{FF2B5EF4-FFF2-40B4-BE49-F238E27FC236}">
                    <a16:creationId xmlns:a16="http://schemas.microsoft.com/office/drawing/2014/main" id="{488C4D0B-9729-3888-D844-05F2EBFF1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7" name="Oval 1472">
                <a:extLst>
                  <a:ext uri="{FF2B5EF4-FFF2-40B4-BE49-F238E27FC236}">
                    <a16:creationId xmlns:a16="http://schemas.microsoft.com/office/drawing/2014/main" id="{A57E37A0-7690-1932-1E3A-48FB7C470B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8" name="Freeform 1473">
                <a:extLst>
                  <a:ext uri="{FF2B5EF4-FFF2-40B4-BE49-F238E27FC236}">
                    <a16:creationId xmlns:a16="http://schemas.microsoft.com/office/drawing/2014/main" id="{C8919150-917E-A145-C5C1-2A31EE5F2A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9" name="Freeform 1474">
                <a:extLst>
                  <a:ext uri="{FF2B5EF4-FFF2-40B4-BE49-F238E27FC236}">
                    <a16:creationId xmlns:a16="http://schemas.microsoft.com/office/drawing/2014/main" id="{A7C860A0-2532-70D1-9568-DD11036DAB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0" name="Freeform 1475">
                <a:extLst>
                  <a:ext uri="{FF2B5EF4-FFF2-40B4-BE49-F238E27FC236}">
                    <a16:creationId xmlns:a16="http://schemas.microsoft.com/office/drawing/2014/main" id="{9E973D2E-12AD-C4A0-D11F-AA06E59306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1" name="Oval 1476">
                <a:extLst>
                  <a:ext uri="{FF2B5EF4-FFF2-40B4-BE49-F238E27FC236}">
                    <a16:creationId xmlns:a16="http://schemas.microsoft.com/office/drawing/2014/main" id="{3313E7D3-67E0-5755-8F8F-22B2C6740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3" name="Group 1477">
              <a:extLst>
                <a:ext uri="{FF2B5EF4-FFF2-40B4-BE49-F238E27FC236}">
                  <a16:creationId xmlns:a16="http://schemas.microsoft.com/office/drawing/2014/main" id="{970D67B8-51E6-7288-9CF7-E65EB4AE5E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180" name="Oval 1478">
                <a:extLst>
                  <a:ext uri="{FF2B5EF4-FFF2-40B4-BE49-F238E27FC236}">
                    <a16:creationId xmlns:a16="http://schemas.microsoft.com/office/drawing/2014/main" id="{B078B74C-845A-2AE0-3539-D11DD66CBA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1" name="Oval 1479">
                <a:extLst>
                  <a:ext uri="{FF2B5EF4-FFF2-40B4-BE49-F238E27FC236}">
                    <a16:creationId xmlns:a16="http://schemas.microsoft.com/office/drawing/2014/main" id="{124A4C66-BAF4-FF4B-F306-68FB15C90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2" name="Freeform 1480">
                <a:extLst>
                  <a:ext uri="{FF2B5EF4-FFF2-40B4-BE49-F238E27FC236}">
                    <a16:creationId xmlns:a16="http://schemas.microsoft.com/office/drawing/2014/main" id="{B4207E6A-77D5-CFB6-A158-2F8EE7450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3" name="Freeform 1481">
                <a:extLst>
                  <a:ext uri="{FF2B5EF4-FFF2-40B4-BE49-F238E27FC236}">
                    <a16:creationId xmlns:a16="http://schemas.microsoft.com/office/drawing/2014/main" id="{D7568244-A8D5-6381-D924-B22143B89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4" name="Freeform 1482">
                <a:extLst>
                  <a:ext uri="{FF2B5EF4-FFF2-40B4-BE49-F238E27FC236}">
                    <a16:creationId xmlns:a16="http://schemas.microsoft.com/office/drawing/2014/main" id="{8E14709B-89E2-A7B8-C0DA-51AC62906D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5" name="Oval 1483">
                <a:extLst>
                  <a:ext uri="{FF2B5EF4-FFF2-40B4-BE49-F238E27FC236}">
                    <a16:creationId xmlns:a16="http://schemas.microsoft.com/office/drawing/2014/main" id="{4BC34AD5-9DC7-082A-83E9-982C2BC534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4" name="Group 1484">
              <a:extLst>
                <a:ext uri="{FF2B5EF4-FFF2-40B4-BE49-F238E27FC236}">
                  <a16:creationId xmlns:a16="http://schemas.microsoft.com/office/drawing/2014/main" id="{C34B7AA8-BFE6-6AD2-71A9-FE4EFA4E84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174" name="Oval 1485">
                <a:extLst>
                  <a:ext uri="{FF2B5EF4-FFF2-40B4-BE49-F238E27FC236}">
                    <a16:creationId xmlns:a16="http://schemas.microsoft.com/office/drawing/2014/main" id="{DCF4D02F-D94A-0619-CAB7-6AC4C9D25F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5" name="Oval 1486">
                <a:extLst>
                  <a:ext uri="{FF2B5EF4-FFF2-40B4-BE49-F238E27FC236}">
                    <a16:creationId xmlns:a16="http://schemas.microsoft.com/office/drawing/2014/main" id="{EE5D0F23-ECA1-C28F-01DF-5BCF90A64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6" name="Freeform 1487">
                <a:extLst>
                  <a:ext uri="{FF2B5EF4-FFF2-40B4-BE49-F238E27FC236}">
                    <a16:creationId xmlns:a16="http://schemas.microsoft.com/office/drawing/2014/main" id="{BEA7F82C-C53B-225B-DFE6-2FD14808D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" name="Freeform 1488">
                <a:extLst>
                  <a:ext uri="{FF2B5EF4-FFF2-40B4-BE49-F238E27FC236}">
                    <a16:creationId xmlns:a16="http://schemas.microsoft.com/office/drawing/2014/main" id="{EA632552-057B-5EBF-595D-F9588E27E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" name="Freeform 1489">
                <a:extLst>
                  <a:ext uri="{FF2B5EF4-FFF2-40B4-BE49-F238E27FC236}">
                    <a16:creationId xmlns:a16="http://schemas.microsoft.com/office/drawing/2014/main" id="{D106C736-C8E2-E4F1-C9C7-8094EB51D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" name="Oval 1490">
                <a:extLst>
                  <a:ext uri="{FF2B5EF4-FFF2-40B4-BE49-F238E27FC236}">
                    <a16:creationId xmlns:a16="http://schemas.microsoft.com/office/drawing/2014/main" id="{C481FB87-D302-F4A1-DE51-8320A9A90A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5" name="Group 1491">
              <a:extLst>
                <a:ext uri="{FF2B5EF4-FFF2-40B4-BE49-F238E27FC236}">
                  <a16:creationId xmlns:a16="http://schemas.microsoft.com/office/drawing/2014/main" id="{063C887B-3F3A-0269-1115-232A445F19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168" name="Oval 1492">
                <a:extLst>
                  <a:ext uri="{FF2B5EF4-FFF2-40B4-BE49-F238E27FC236}">
                    <a16:creationId xmlns:a16="http://schemas.microsoft.com/office/drawing/2014/main" id="{0013007D-907C-4A97-40FA-7BB7DEAAB2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9" name="Oval 1493">
                <a:extLst>
                  <a:ext uri="{FF2B5EF4-FFF2-40B4-BE49-F238E27FC236}">
                    <a16:creationId xmlns:a16="http://schemas.microsoft.com/office/drawing/2014/main" id="{6A90A16F-5353-84F9-F3BE-3374B87080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0" name="Freeform 1494">
                <a:extLst>
                  <a:ext uri="{FF2B5EF4-FFF2-40B4-BE49-F238E27FC236}">
                    <a16:creationId xmlns:a16="http://schemas.microsoft.com/office/drawing/2014/main" id="{7A1851D2-1ED8-2BD2-48E7-7FABF40F1E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" name="Freeform 1495">
                <a:extLst>
                  <a:ext uri="{FF2B5EF4-FFF2-40B4-BE49-F238E27FC236}">
                    <a16:creationId xmlns:a16="http://schemas.microsoft.com/office/drawing/2014/main" id="{FF5DBBED-E05B-C71F-3E4A-B0EBA0CC6B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" name="Freeform 1496">
                <a:extLst>
                  <a:ext uri="{FF2B5EF4-FFF2-40B4-BE49-F238E27FC236}">
                    <a16:creationId xmlns:a16="http://schemas.microsoft.com/office/drawing/2014/main" id="{E8BC14C7-0122-B415-5526-7A781EFBBE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" name="Oval 1497">
                <a:extLst>
                  <a:ext uri="{FF2B5EF4-FFF2-40B4-BE49-F238E27FC236}">
                    <a16:creationId xmlns:a16="http://schemas.microsoft.com/office/drawing/2014/main" id="{DF9385BB-3ADB-5D8F-9EDC-C6A8C3C417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6" name="Group 1498">
              <a:extLst>
                <a:ext uri="{FF2B5EF4-FFF2-40B4-BE49-F238E27FC236}">
                  <a16:creationId xmlns:a16="http://schemas.microsoft.com/office/drawing/2014/main" id="{0DCC1FC2-C4B2-9F1C-C848-C04CC973FC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162" name="Oval 1499">
                <a:extLst>
                  <a:ext uri="{FF2B5EF4-FFF2-40B4-BE49-F238E27FC236}">
                    <a16:creationId xmlns:a16="http://schemas.microsoft.com/office/drawing/2014/main" id="{3C9F6A06-558B-FC6B-83A6-0E37B1A331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3" name="Oval 1500">
                <a:extLst>
                  <a:ext uri="{FF2B5EF4-FFF2-40B4-BE49-F238E27FC236}">
                    <a16:creationId xmlns:a16="http://schemas.microsoft.com/office/drawing/2014/main" id="{B6C76ECC-88BF-139D-BBC6-C6D97E79D8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4" name="Freeform 1501">
                <a:extLst>
                  <a:ext uri="{FF2B5EF4-FFF2-40B4-BE49-F238E27FC236}">
                    <a16:creationId xmlns:a16="http://schemas.microsoft.com/office/drawing/2014/main" id="{012E4C88-EA3E-74A4-E40F-7BA296F5BE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" name="Freeform 1502">
                <a:extLst>
                  <a:ext uri="{FF2B5EF4-FFF2-40B4-BE49-F238E27FC236}">
                    <a16:creationId xmlns:a16="http://schemas.microsoft.com/office/drawing/2014/main" id="{CF8B7672-A664-081B-1214-663F14F64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" name="Freeform 1503">
                <a:extLst>
                  <a:ext uri="{FF2B5EF4-FFF2-40B4-BE49-F238E27FC236}">
                    <a16:creationId xmlns:a16="http://schemas.microsoft.com/office/drawing/2014/main" id="{13A6A6A4-0302-D2F0-6F8E-011574D66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" name="Oval 1504">
                <a:extLst>
                  <a:ext uri="{FF2B5EF4-FFF2-40B4-BE49-F238E27FC236}">
                    <a16:creationId xmlns:a16="http://schemas.microsoft.com/office/drawing/2014/main" id="{7336F0BF-9E0C-7C7A-4568-16A898A09A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7" name="Group 1505">
              <a:extLst>
                <a:ext uri="{FF2B5EF4-FFF2-40B4-BE49-F238E27FC236}">
                  <a16:creationId xmlns:a16="http://schemas.microsoft.com/office/drawing/2014/main" id="{425FDDFE-5A97-3C45-B100-C5CC59020A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156" name="Oval 1506">
                <a:extLst>
                  <a:ext uri="{FF2B5EF4-FFF2-40B4-BE49-F238E27FC236}">
                    <a16:creationId xmlns:a16="http://schemas.microsoft.com/office/drawing/2014/main" id="{91242D11-D3A0-DAE2-F17F-49577B0668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7" name="Oval 1507">
                <a:extLst>
                  <a:ext uri="{FF2B5EF4-FFF2-40B4-BE49-F238E27FC236}">
                    <a16:creationId xmlns:a16="http://schemas.microsoft.com/office/drawing/2014/main" id="{400A4D24-DAD9-C46B-0BF5-0C97E51B48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8" name="Freeform 1508">
                <a:extLst>
                  <a:ext uri="{FF2B5EF4-FFF2-40B4-BE49-F238E27FC236}">
                    <a16:creationId xmlns:a16="http://schemas.microsoft.com/office/drawing/2014/main" id="{15A9CE3C-81A8-E1AC-3AEE-D5982C2BC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" name="Freeform 1509">
                <a:extLst>
                  <a:ext uri="{FF2B5EF4-FFF2-40B4-BE49-F238E27FC236}">
                    <a16:creationId xmlns:a16="http://schemas.microsoft.com/office/drawing/2014/main" id="{51E45A2C-E9D6-D07E-39DA-32A71ACA70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0" name="Freeform 1510">
                <a:extLst>
                  <a:ext uri="{FF2B5EF4-FFF2-40B4-BE49-F238E27FC236}">
                    <a16:creationId xmlns:a16="http://schemas.microsoft.com/office/drawing/2014/main" id="{79FD4326-B450-95B4-9FD3-F7E24505A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" name="Oval 1511">
                <a:extLst>
                  <a:ext uri="{FF2B5EF4-FFF2-40B4-BE49-F238E27FC236}">
                    <a16:creationId xmlns:a16="http://schemas.microsoft.com/office/drawing/2014/main" id="{D05FA2A7-A598-9A6C-07A4-47029F8800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8" name="Group 1512">
              <a:extLst>
                <a:ext uri="{FF2B5EF4-FFF2-40B4-BE49-F238E27FC236}">
                  <a16:creationId xmlns:a16="http://schemas.microsoft.com/office/drawing/2014/main" id="{4F2E70C5-A5D6-2E1D-FB60-2CE6EDBF2F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150" name="Oval 1513">
                <a:extLst>
                  <a:ext uri="{FF2B5EF4-FFF2-40B4-BE49-F238E27FC236}">
                    <a16:creationId xmlns:a16="http://schemas.microsoft.com/office/drawing/2014/main" id="{7E99120B-BA15-EC09-FDCE-CDC1976974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1" name="Oval 1514">
                <a:extLst>
                  <a:ext uri="{FF2B5EF4-FFF2-40B4-BE49-F238E27FC236}">
                    <a16:creationId xmlns:a16="http://schemas.microsoft.com/office/drawing/2014/main" id="{0749D46D-BB03-19D2-A159-FB6C40D1E0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2" name="Freeform 1515">
                <a:extLst>
                  <a:ext uri="{FF2B5EF4-FFF2-40B4-BE49-F238E27FC236}">
                    <a16:creationId xmlns:a16="http://schemas.microsoft.com/office/drawing/2014/main" id="{100A9693-D953-C7E6-B1FE-AE49E31B2F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" name="Freeform 1516">
                <a:extLst>
                  <a:ext uri="{FF2B5EF4-FFF2-40B4-BE49-F238E27FC236}">
                    <a16:creationId xmlns:a16="http://schemas.microsoft.com/office/drawing/2014/main" id="{9EE7D6C8-A27B-799A-8946-5E55E3EF1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" name="Freeform 1517">
                <a:extLst>
                  <a:ext uri="{FF2B5EF4-FFF2-40B4-BE49-F238E27FC236}">
                    <a16:creationId xmlns:a16="http://schemas.microsoft.com/office/drawing/2014/main" id="{CD2E8885-62C4-EEBC-CCDE-FEC2626180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" name="Oval 1518">
                <a:extLst>
                  <a:ext uri="{FF2B5EF4-FFF2-40B4-BE49-F238E27FC236}">
                    <a16:creationId xmlns:a16="http://schemas.microsoft.com/office/drawing/2014/main" id="{2C213F40-35B2-2840-597C-7740FC430C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59" name="Group 1519">
              <a:extLst>
                <a:ext uri="{FF2B5EF4-FFF2-40B4-BE49-F238E27FC236}">
                  <a16:creationId xmlns:a16="http://schemas.microsoft.com/office/drawing/2014/main" id="{F5D7F379-740E-CC32-4221-BFE863EB27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144" name="Oval 1520">
                <a:extLst>
                  <a:ext uri="{FF2B5EF4-FFF2-40B4-BE49-F238E27FC236}">
                    <a16:creationId xmlns:a16="http://schemas.microsoft.com/office/drawing/2014/main" id="{4FB62F3B-23BA-8E53-E80C-8EC3054B5D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5" name="Oval 1521">
                <a:extLst>
                  <a:ext uri="{FF2B5EF4-FFF2-40B4-BE49-F238E27FC236}">
                    <a16:creationId xmlns:a16="http://schemas.microsoft.com/office/drawing/2014/main" id="{DFA19596-7DD7-C763-DFBC-16C84A4B3C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6" name="Freeform 1522">
                <a:extLst>
                  <a:ext uri="{FF2B5EF4-FFF2-40B4-BE49-F238E27FC236}">
                    <a16:creationId xmlns:a16="http://schemas.microsoft.com/office/drawing/2014/main" id="{9B4D40EC-C87C-5CD0-22BD-FF4F8347D6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7" name="Freeform 1523">
                <a:extLst>
                  <a:ext uri="{FF2B5EF4-FFF2-40B4-BE49-F238E27FC236}">
                    <a16:creationId xmlns:a16="http://schemas.microsoft.com/office/drawing/2014/main" id="{530CED08-575B-51B6-42CD-547F7A769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8" name="Freeform 1524">
                <a:extLst>
                  <a:ext uri="{FF2B5EF4-FFF2-40B4-BE49-F238E27FC236}">
                    <a16:creationId xmlns:a16="http://schemas.microsoft.com/office/drawing/2014/main" id="{6B68387A-0ED9-6994-C68A-C5FBCCBA88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9" name="Oval 1525">
                <a:extLst>
                  <a:ext uri="{FF2B5EF4-FFF2-40B4-BE49-F238E27FC236}">
                    <a16:creationId xmlns:a16="http://schemas.microsoft.com/office/drawing/2014/main" id="{228C91D3-EC98-EA16-40B4-F6DCD11FD0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0" name="Group 1526">
              <a:extLst>
                <a:ext uri="{FF2B5EF4-FFF2-40B4-BE49-F238E27FC236}">
                  <a16:creationId xmlns:a16="http://schemas.microsoft.com/office/drawing/2014/main" id="{F62D598B-C13A-8FE3-DACB-11845B2DD0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138" name="Oval 1527">
                <a:extLst>
                  <a:ext uri="{FF2B5EF4-FFF2-40B4-BE49-F238E27FC236}">
                    <a16:creationId xmlns:a16="http://schemas.microsoft.com/office/drawing/2014/main" id="{33E3AA54-99C5-6118-EFB5-C5F0392EEE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9" name="Oval 1528">
                <a:extLst>
                  <a:ext uri="{FF2B5EF4-FFF2-40B4-BE49-F238E27FC236}">
                    <a16:creationId xmlns:a16="http://schemas.microsoft.com/office/drawing/2014/main" id="{95498A26-8690-2CCE-63BD-CDAB605BF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0" name="Freeform 1529">
                <a:extLst>
                  <a:ext uri="{FF2B5EF4-FFF2-40B4-BE49-F238E27FC236}">
                    <a16:creationId xmlns:a16="http://schemas.microsoft.com/office/drawing/2014/main" id="{84B87288-2F87-C963-FBCB-8F65BBAAAA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1" name="Freeform 1530">
                <a:extLst>
                  <a:ext uri="{FF2B5EF4-FFF2-40B4-BE49-F238E27FC236}">
                    <a16:creationId xmlns:a16="http://schemas.microsoft.com/office/drawing/2014/main" id="{5CF7EAC7-0319-7024-F130-4FE330579D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" name="Freeform 1531">
                <a:extLst>
                  <a:ext uri="{FF2B5EF4-FFF2-40B4-BE49-F238E27FC236}">
                    <a16:creationId xmlns:a16="http://schemas.microsoft.com/office/drawing/2014/main" id="{684CAA5B-2536-2DC2-7F21-1A1FD99A6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3" name="Oval 1532">
                <a:extLst>
                  <a:ext uri="{FF2B5EF4-FFF2-40B4-BE49-F238E27FC236}">
                    <a16:creationId xmlns:a16="http://schemas.microsoft.com/office/drawing/2014/main" id="{925ADACD-28A9-73EF-DB2D-D59219C0AC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1" name="Group 1533">
              <a:extLst>
                <a:ext uri="{FF2B5EF4-FFF2-40B4-BE49-F238E27FC236}">
                  <a16:creationId xmlns:a16="http://schemas.microsoft.com/office/drawing/2014/main" id="{09E4C430-3CF6-A07A-594D-5511E82769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132" name="Oval 1534">
                <a:extLst>
                  <a:ext uri="{FF2B5EF4-FFF2-40B4-BE49-F238E27FC236}">
                    <a16:creationId xmlns:a16="http://schemas.microsoft.com/office/drawing/2014/main" id="{69A8004B-0DAD-0563-6AA8-3BB3A2792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3" name="Oval 1535">
                <a:extLst>
                  <a:ext uri="{FF2B5EF4-FFF2-40B4-BE49-F238E27FC236}">
                    <a16:creationId xmlns:a16="http://schemas.microsoft.com/office/drawing/2014/main" id="{B5D02778-E225-63DE-258E-0FA091C355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4" name="Freeform 1536">
                <a:extLst>
                  <a:ext uri="{FF2B5EF4-FFF2-40B4-BE49-F238E27FC236}">
                    <a16:creationId xmlns:a16="http://schemas.microsoft.com/office/drawing/2014/main" id="{FD4B2064-6CCB-26B9-557D-010FBCC9F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5" name="Freeform 1537">
                <a:extLst>
                  <a:ext uri="{FF2B5EF4-FFF2-40B4-BE49-F238E27FC236}">
                    <a16:creationId xmlns:a16="http://schemas.microsoft.com/office/drawing/2014/main" id="{7493EC47-41E7-28C1-284A-62F5855F26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6" name="Freeform 1538">
                <a:extLst>
                  <a:ext uri="{FF2B5EF4-FFF2-40B4-BE49-F238E27FC236}">
                    <a16:creationId xmlns:a16="http://schemas.microsoft.com/office/drawing/2014/main" id="{1E88ADB8-ECCC-7C03-3839-94458D1F27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7" name="Oval 1539">
                <a:extLst>
                  <a:ext uri="{FF2B5EF4-FFF2-40B4-BE49-F238E27FC236}">
                    <a16:creationId xmlns:a16="http://schemas.microsoft.com/office/drawing/2014/main" id="{9BAA1CC0-5CF6-71D3-B2A5-EF0CE27BBC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2" name="Group 1540">
              <a:extLst>
                <a:ext uri="{FF2B5EF4-FFF2-40B4-BE49-F238E27FC236}">
                  <a16:creationId xmlns:a16="http://schemas.microsoft.com/office/drawing/2014/main" id="{594315C2-3411-94EE-D9D8-2EBFFBC7B5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126" name="Oval 1541">
                <a:extLst>
                  <a:ext uri="{FF2B5EF4-FFF2-40B4-BE49-F238E27FC236}">
                    <a16:creationId xmlns:a16="http://schemas.microsoft.com/office/drawing/2014/main" id="{B2ED51DD-C42C-AFF1-96CA-BAA8B6D1F9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7" name="Oval 1542">
                <a:extLst>
                  <a:ext uri="{FF2B5EF4-FFF2-40B4-BE49-F238E27FC236}">
                    <a16:creationId xmlns:a16="http://schemas.microsoft.com/office/drawing/2014/main" id="{332F68A9-9B2C-117C-90DF-FF8D8E4A10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8" name="Freeform 1543">
                <a:extLst>
                  <a:ext uri="{FF2B5EF4-FFF2-40B4-BE49-F238E27FC236}">
                    <a16:creationId xmlns:a16="http://schemas.microsoft.com/office/drawing/2014/main" id="{5A4A2EE0-947E-8801-14C1-09549C4981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9" name="Freeform 1544">
                <a:extLst>
                  <a:ext uri="{FF2B5EF4-FFF2-40B4-BE49-F238E27FC236}">
                    <a16:creationId xmlns:a16="http://schemas.microsoft.com/office/drawing/2014/main" id="{67B3BFFF-9819-F4F7-1E5F-AFD58360F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" name="Freeform 1545">
                <a:extLst>
                  <a:ext uri="{FF2B5EF4-FFF2-40B4-BE49-F238E27FC236}">
                    <a16:creationId xmlns:a16="http://schemas.microsoft.com/office/drawing/2014/main" id="{FADD6A34-6A34-765D-97F2-430FB0108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1" name="Oval 1546">
                <a:extLst>
                  <a:ext uri="{FF2B5EF4-FFF2-40B4-BE49-F238E27FC236}">
                    <a16:creationId xmlns:a16="http://schemas.microsoft.com/office/drawing/2014/main" id="{43FC34BA-9374-C0AD-A1CB-D28F08712A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3" name="Group 1547">
              <a:extLst>
                <a:ext uri="{FF2B5EF4-FFF2-40B4-BE49-F238E27FC236}">
                  <a16:creationId xmlns:a16="http://schemas.microsoft.com/office/drawing/2014/main" id="{458484F3-B2C9-8A75-3AA6-F8C8FBB91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120" name="Oval 1548">
                <a:extLst>
                  <a:ext uri="{FF2B5EF4-FFF2-40B4-BE49-F238E27FC236}">
                    <a16:creationId xmlns:a16="http://schemas.microsoft.com/office/drawing/2014/main" id="{8982262A-16D4-0FFA-260F-1B9564FF75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1" name="Oval 1549">
                <a:extLst>
                  <a:ext uri="{FF2B5EF4-FFF2-40B4-BE49-F238E27FC236}">
                    <a16:creationId xmlns:a16="http://schemas.microsoft.com/office/drawing/2014/main" id="{498C036D-4620-2422-AF9B-6B8F005CCF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2" name="Freeform 1550">
                <a:extLst>
                  <a:ext uri="{FF2B5EF4-FFF2-40B4-BE49-F238E27FC236}">
                    <a16:creationId xmlns:a16="http://schemas.microsoft.com/office/drawing/2014/main" id="{A7E021AC-DDB2-4DB4-57F3-43768B39C5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3" name="Freeform 1551">
                <a:extLst>
                  <a:ext uri="{FF2B5EF4-FFF2-40B4-BE49-F238E27FC236}">
                    <a16:creationId xmlns:a16="http://schemas.microsoft.com/office/drawing/2014/main" id="{DF37F792-914D-D1A4-19C1-9866829585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4" name="Freeform 1552">
                <a:extLst>
                  <a:ext uri="{FF2B5EF4-FFF2-40B4-BE49-F238E27FC236}">
                    <a16:creationId xmlns:a16="http://schemas.microsoft.com/office/drawing/2014/main" id="{C14EFF02-CC73-0D07-82B1-EEF48A8B2F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5" name="Oval 1553">
                <a:extLst>
                  <a:ext uri="{FF2B5EF4-FFF2-40B4-BE49-F238E27FC236}">
                    <a16:creationId xmlns:a16="http://schemas.microsoft.com/office/drawing/2014/main" id="{0A4E4417-43D6-66C8-65F0-0C2B53B8BE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4" name="Group 1554">
              <a:extLst>
                <a:ext uri="{FF2B5EF4-FFF2-40B4-BE49-F238E27FC236}">
                  <a16:creationId xmlns:a16="http://schemas.microsoft.com/office/drawing/2014/main" id="{E15F675A-CDEA-2816-C9DA-AA60952E8C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114" name="Oval 1555">
                <a:extLst>
                  <a:ext uri="{FF2B5EF4-FFF2-40B4-BE49-F238E27FC236}">
                    <a16:creationId xmlns:a16="http://schemas.microsoft.com/office/drawing/2014/main" id="{C8444188-8172-D7D0-E3BD-ED480C5E3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5" name="Oval 1556">
                <a:extLst>
                  <a:ext uri="{FF2B5EF4-FFF2-40B4-BE49-F238E27FC236}">
                    <a16:creationId xmlns:a16="http://schemas.microsoft.com/office/drawing/2014/main" id="{3A3252D9-72D4-211B-F2A8-528D3B427A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6" name="Freeform 1557">
                <a:extLst>
                  <a:ext uri="{FF2B5EF4-FFF2-40B4-BE49-F238E27FC236}">
                    <a16:creationId xmlns:a16="http://schemas.microsoft.com/office/drawing/2014/main" id="{3070DBE6-E774-11ED-F1D6-4A2AF50981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7" name="Freeform 1558">
                <a:extLst>
                  <a:ext uri="{FF2B5EF4-FFF2-40B4-BE49-F238E27FC236}">
                    <a16:creationId xmlns:a16="http://schemas.microsoft.com/office/drawing/2014/main" id="{DDDF2EA3-8592-1AC4-E9AA-FCC443773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8" name="Freeform 1559">
                <a:extLst>
                  <a:ext uri="{FF2B5EF4-FFF2-40B4-BE49-F238E27FC236}">
                    <a16:creationId xmlns:a16="http://schemas.microsoft.com/office/drawing/2014/main" id="{CEBAFA78-003C-005B-F955-7E228E65A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9" name="Oval 1560">
                <a:extLst>
                  <a:ext uri="{FF2B5EF4-FFF2-40B4-BE49-F238E27FC236}">
                    <a16:creationId xmlns:a16="http://schemas.microsoft.com/office/drawing/2014/main" id="{CABEAFB6-7BD7-A59B-39E9-CA8638A1D3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5" name="Group 1561">
              <a:extLst>
                <a:ext uri="{FF2B5EF4-FFF2-40B4-BE49-F238E27FC236}">
                  <a16:creationId xmlns:a16="http://schemas.microsoft.com/office/drawing/2014/main" id="{3F4A6A56-5104-AF53-9EB3-D2F84E584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108" name="Oval 1562">
                <a:extLst>
                  <a:ext uri="{FF2B5EF4-FFF2-40B4-BE49-F238E27FC236}">
                    <a16:creationId xmlns:a16="http://schemas.microsoft.com/office/drawing/2014/main" id="{87677FEC-1D50-A202-03AF-9F2B3890D1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9" name="Oval 1563">
                <a:extLst>
                  <a:ext uri="{FF2B5EF4-FFF2-40B4-BE49-F238E27FC236}">
                    <a16:creationId xmlns:a16="http://schemas.microsoft.com/office/drawing/2014/main" id="{2C6B5E6B-EC1A-4B57-C26E-18088701E4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0" name="Freeform 1564">
                <a:extLst>
                  <a:ext uri="{FF2B5EF4-FFF2-40B4-BE49-F238E27FC236}">
                    <a16:creationId xmlns:a16="http://schemas.microsoft.com/office/drawing/2014/main" id="{F2BD2554-C997-909E-A909-3192FFCDB4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1" name="Freeform 1565">
                <a:extLst>
                  <a:ext uri="{FF2B5EF4-FFF2-40B4-BE49-F238E27FC236}">
                    <a16:creationId xmlns:a16="http://schemas.microsoft.com/office/drawing/2014/main" id="{1ECF33D2-C338-CF9C-6229-674018F8B7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2" name="Freeform 1566">
                <a:extLst>
                  <a:ext uri="{FF2B5EF4-FFF2-40B4-BE49-F238E27FC236}">
                    <a16:creationId xmlns:a16="http://schemas.microsoft.com/office/drawing/2014/main" id="{130C2A61-9946-9DA9-19F6-294A623541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3" name="Oval 1567">
                <a:extLst>
                  <a:ext uri="{FF2B5EF4-FFF2-40B4-BE49-F238E27FC236}">
                    <a16:creationId xmlns:a16="http://schemas.microsoft.com/office/drawing/2014/main" id="{1BCE18A0-F8B0-5B0C-40C7-778F33C8B6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6" name="Group 1568">
              <a:extLst>
                <a:ext uri="{FF2B5EF4-FFF2-40B4-BE49-F238E27FC236}">
                  <a16:creationId xmlns:a16="http://schemas.microsoft.com/office/drawing/2014/main" id="{62012515-E465-218C-1987-1B8E3E0038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102" name="Oval 1569">
                <a:extLst>
                  <a:ext uri="{FF2B5EF4-FFF2-40B4-BE49-F238E27FC236}">
                    <a16:creationId xmlns:a16="http://schemas.microsoft.com/office/drawing/2014/main" id="{7683C6F8-6ACB-BA8F-9179-80399039B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3" name="Oval 1570">
                <a:extLst>
                  <a:ext uri="{FF2B5EF4-FFF2-40B4-BE49-F238E27FC236}">
                    <a16:creationId xmlns:a16="http://schemas.microsoft.com/office/drawing/2014/main" id="{12ADE6E3-5929-5F9D-F790-A438A65C5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4" name="Freeform 1571">
                <a:extLst>
                  <a:ext uri="{FF2B5EF4-FFF2-40B4-BE49-F238E27FC236}">
                    <a16:creationId xmlns:a16="http://schemas.microsoft.com/office/drawing/2014/main" id="{926E5133-A2F3-5C00-6009-DF919677A3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5" name="Freeform 1572">
                <a:extLst>
                  <a:ext uri="{FF2B5EF4-FFF2-40B4-BE49-F238E27FC236}">
                    <a16:creationId xmlns:a16="http://schemas.microsoft.com/office/drawing/2014/main" id="{C9734507-29EA-CEB1-FC54-415480DE73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Freeform 1573">
                <a:extLst>
                  <a:ext uri="{FF2B5EF4-FFF2-40B4-BE49-F238E27FC236}">
                    <a16:creationId xmlns:a16="http://schemas.microsoft.com/office/drawing/2014/main" id="{18E8728E-4544-A5F8-175E-B38602DA64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Oval 1574">
                <a:extLst>
                  <a:ext uri="{FF2B5EF4-FFF2-40B4-BE49-F238E27FC236}">
                    <a16:creationId xmlns:a16="http://schemas.microsoft.com/office/drawing/2014/main" id="{7593C741-C4C9-EF4B-96D1-8AF16B3255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7" name="Group 1575">
              <a:extLst>
                <a:ext uri="{FF2B5EF4-FFF2-40B4-BE49-F238E27FC236}">
                  <a16:creationId xmlns:a16="http://schemas.microsoft.com/office/drawing/2014/main" id="{89523B91-1884-4726-F2A3-E3C10D2C58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096" name="Oval 1576">
                <a:extLst>
                  <a:ext uri="{FF2B5EF4-FFF2-40B4-BE49-F238E27FC236}">
                    <a16:creationId xmlns:a16="http://schemas.microsoft.com/office/drawing/2014/main" id="{FCE4AD00-701A-0CAB-D0FF-AE4A180BAD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7" name="Oval 1577">
                <a:extLst>
                  <a:ext uri="{FF2B5EF4-FFF2-40B4-BE49-F238E27FC236}">
                    <a16:creationId xmlns:a16="http://schemas.microsoft.com/office/drawing/2014/main" id="{CE15E5F8-62D8-040C-FB16-0EE3766CD1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8" name="Freeform 1578">
                <a:extLst>
                  <a:ext uri="{FF2B5EF4-FFF2-40B4-BE49-F238E27FC236}">
                    <a16:creationId xmlns:a16="http://schemas.microsoft.com/office/drawing/2014/main" id="{87511224-DB10-B99A-F199-FCB9A46DB5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Freeform 1579">
                <a:extLst>
                  <a:ext uri="{FF2B5EF4-FFF2-40B4-BE49-F238E27FC236}">
                    <a16:creationId xmlns:a16="http://schemas.microsoft.com/office/drawing/2014/main" id="{8873B01F-96CE-3FA9-5222-6B8CCD1A7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Freeform 1580">
                <a:extLst>
                  <a:ext uri="{FF2B5EF4-FFF2-40B4-BE49-F238E27FC236}">
                    <a16:creationId xmlns:a16="http://schemas.microsoft.com/office/drawing/2014/main" id="{21589541-8266-73FF-3AC5-FD00B49C78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Oval 1581">
                <a:extLst>
                  <a:ext uri="{FF2B5EF4-FFF2-40B4-BE49-F238E27FC236}">
                    <a16:creationId xmlns:a16="http://schemas.microsoft.com/office/drawing/2014/main" id="{945382D5-7AB3-4D56-E406-7607648B7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8" name="Group 1582">
              <a:extLst>
                <a:ext uri="{FF2B5EF4-FFF2-40B4-BE49-F238E27FC236}">
                  <a16:creationId xmlns:a16="http://schemas.microsoft.com/office/drawing/2014/main" id="{54756554-CDBE-FFC2-08A9-465BACE52B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090" name="Oval 1583">
                <a:extLst>
                  <a:ext uri="{FF2B5EF4-FFF2-40B4-BE49-F238E27FC236}">
                    <a16:creationId xmlns:a16="http://schemas.microsoft.com/office/drawing/2014/main" id="{171B7876-EC28-E57F-AFE9-F51CD6CABD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1" name="Oval 1584">
                <a:extLst>
                  <a:ext uri="{FF2B5EF4-FFF2-40B4-BE49-F238E27FC236}">
                    <a16:creationId xmlns:a16="http://schemas.microsoft.com/office/drawing/2014/main" id="{6306C5B9-1C7B-D020-D89A-DD7CCBE6F6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2" name="Freeform 1585">
                <a:extLst>
                  <a:ext uri="{FF2B5EF4-FFF2-40B4-BE49-F238E27FC236}">
                    <a16:creationId xmlns:a16="http://schemas.microsoft.com/office/drawing/2014/main" id="{5F173657-73F0-488B-1DE5-E7AB2355EA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Freeform 1586">
                <a:extLst>
                  <a:ext uri="{FF2B5EF4-FFF2-40B4-BE49-F238E27FC236}">
                    <a16:creationId xmlns:a16="http://schemas.microsoft.com/office/drawing/2014/main" id="{B9DC8BB7-BB2B-F500-B1BE-A47DC4F43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Freeform 1587">
                <a:extLst>
                  <a:ext uri="{FF2B5EF4-FFF2-40B4-BE49-F238E27FC236}">
                    <a16:creationId xmlns:a16="http://schemas.microsoft.com/office/drawing/2014/main" id="{DABCAA4B-141E-93BC-B14C-5846294B83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Oval 1588">
                <a:extLst>
                  <a:ext uri="{FF2B5EF4-FFF2-40B4-BE49-F238E27FC236}">
                    <a16:creationId xmlns:a16="http://schemas.microsoft.com/office/drawing/2014/main" id="{63CA6B02-3C4C-06F4-8FEF-49C9F832D4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69" name="Group 1589">
              <a:extLst>
                <a:ext uri="{FF2B5EF4-FFF2-40B4-BE49-F238E27FC236}">
                  <a16:creationId xmlns:a16="http://schemas.microsoft.com/office/drawing/2014/main" id="{FF360361-71FF-686F-FFC8-0EB54AFE0A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084" name="Oval 1590">
                <a:extLst>
                  <a:ext uri="{FF2B5EF4-FFF2-40B4-BE49-F238E27FC236}">
                    <a16:creationId xmlns:a16="http://schemas.microsoft.com/office/drawing/2014/main" id="{7105C877-1E65-C0FF-519A-6A9228545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5" name="Oval 1591">
                <a:extLst>
                  <a:ext uri="{FF2B5EF4-FFF2-40B4-BE49-F238E27FC236}">
                    <a16:creationId xmlns:a16="http://schemas.microsoft.com/office/drawing/2014/main" id="{DD02A6E7-7EBD-9D45-8B2A-0F12747D80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6" name="Freeform 1592">
                <a:extLst>
                  <a:ext uri="{FF2B5EF4-FFF2-40B4-BE49-F238E27FC236}">
                    <a16:creationId xmlns:a16="http://schemas.microsoft.com/office/drawing/2014/main" id="{1E66A6EF-DB91-17D4-1715-C0D6ADFE59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593">
                <a:extLst>
                  <a:ext uri="{FF2B5EF4-FFF2-40B4-BE49-F238E27FC236}">
                    <a16:creationId xmlns:a16="http://schemas.microsoft.com/office/drawing/2014/main" id="{9AF02E08-29C0-F727-C297-8B3325C409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594">
                <a:extLst>
                  <a:ext uri="{FF2B5EF4-FFF2-40B4-BE49-F238E27FC236}">
                    <a16:creationId xmlns:a16="http://schemas.microsoft.com/office/drawing/2014/main" id="{AE4E004B-172E-2513-8ECC-39193D815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Oval 1595">
                <a:extLst>
                  <a:ext uri="{FF2B5EF4-FFF2-40B4-BE49-F238E27FC236}">
                    <a16:creationId xmlns:a16="http://schemas.microsoft.com/office/drawing/2014/main" id="{F1D293D6-BF87-6E2F-F884-5179A10953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70" name="Group 1596">
              <a:extLst>
                <a:ext uri="{FF2B5EF4-FFF2-40B4-BE49-F238E27FC236}">
                  <a16:creationId xmlns:a16="http://schemas.microsoft.com/office/drawing/2014/main" id="{703A32C1-EEFE-D4AF-E7AB-BBE95633C1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078" name="Oval 1597">
                <a:extLst>
                  <a:ext uri="{FF2B5EF4-FFF2-40B4-BE49-F238E27FC236}">
                    <a16:creationId xmlns:a16="http://schemas.microsoft.com/office/drawing/2014/main" id="{57B2E2BD-652D-2E3E-B85B-C4DB2C58D4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9" name="Oval 1598">
                <a:extLst>
                  <a:ext uri="{FF2B5EF4-FFF2-40B4-BE49-F238E27FC236}">
                    <a16:creationId xmlns:a16="http://schemas.microsoft.com/office/drawing/2014/main" id="{2EF3EE73-791B-BA8D-4F15-A66EC6F9DB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0" name="Freeform 1599">
                <a:extLst>
                  <a:ext uri="{FF2B5EF4-FFF2-40B4-BE49-F238E27FC236}">
                    <a16:creationId xmlns:a16="http://schemas.microsoft.com/office/drawing/2014/main" id="{694785BC-441E-DCAB-8AAC-F517255C93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600">
                <a:extLst>
                  <a:ext uri="{FF2B5EF4-FFF2-40B4-BE49-F238E27FC236}">
                    <a16:creationId xmlns:a16="http://schemas.microsoft.com/office/drawing/2014/main" id="{8809F6E7-73B1-B9FF-2D0C-17812C1906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601">
                <a:extLst>
                  <a:ext uri="{FF2B5EF4-FFF2-40B4-BE49-F238E27FC236}">
                    <a16:creationId xmlns:a16="http://schemas.microsoft.com/office/drawing/2014/main" id="{B961049B-CD9D-88E8-C161-D4DC874CEE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Oval 1602">
                <a:extLst>
                  <a:ext uri="{FF2B5EF4-FFF2-40B4-BE49-F238E27FC236}">
                    <a16:creationId xmlns:a16="http://schemas.microsoft.com/office/drawing/2014/main" id="{F8643E00-775C-A796-9E64-233BF200EE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71" name="Group 1603">
              <a:extLst>
                <a:ext uri="{FF2B5EF4-FFF2-40B4-BE49-F238E27FC236}">
                  <a16:creationId xmlns:a16="http://schemas.microsoft.com/office/drawing/2014/main" id="{AD5127B1-AB8D-1B3F-28EF-46BA74809E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072" name="Oval 1604">
                <a:extLst>
                  <a:ext uri="{FF2B5EF4-FFF2-40B4-BE49-F238E27FC236}">
                    <a16:creationId xmlns:a16="http://schemas.microsoft.com/office/drawing/2014/main" id="{95F9B528-1597-3B61-9593-819E424F94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3" name="Oval 1605">
                <a:extLst>
                  <a:ext uri="{FF2B5EF4-FFF2-40B4-BE49-F238E27FC236}">
                    <a16:creationId xmlns:a16="http://schemas.microsoft.com/office/drawing/2014/main" id="{BB0DA083-B738-75AB-6B35-B879BE186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4" name="Freeform 1606">
                <a:extLst>
                  <a:ext uri="{FF2B5EF4-FFF2-40B4-BE49-F238E27FC236}">
                    <a16:creationId xmlns:a16="http://schemas.microsoft.com/office/drawing/2014/main" id="{B17AAC79-1C12-F670-6E35-07B279DF43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607">
                <a:extLst>
                  <a:ext uri="{FF2B5EF4-FFF2-40B4-BE49-F238E27FC236}">
                    <a16:creationId xmlns:a16="http://schemas.microsoft.com/office/drawing/2014/main" id="{64058CE8-4ECB-9E5B-0D4E-01711349C6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608">
                <a:extLst>
                  <a:ext uri="{FF2B5EF4-FFF2-40B4-BE49-F238E27FC236}">
                    <a16:creationId xmlns:a16="http://schemas.microsoft.com/office/drawing/2014/main" id="{4211644A-D616-F592-5B51-D0CAF6928A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Oval 1609">
                <a:extLst>
                  <a:ext uri="{FF2B5EF4-FFF2-40B4-BE49-F238E27FC236}">
                    <a16:creationId xmlns:a16="http://schemas.microsoft.com/office/drawing/2014/main" id="{B0108E8C-3A1C-4C66-C8CC-7BACA6F86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64" name="Group 1385">
            <a:extLst>
              <a:ext uri="{FF2B5EF4-FFF2-40B4-BE49-F238E27FC236}">
                <a16:creationId xmlns:a16="http://schemas.microsoft.com/office/drawing/2014/main" id="{5C6F6788-0307-653C-2B47-7609F9EDE2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580" y="254730"/>
            <a:ext cx="1141095" cy="340150"/>
            <a:chOff x="446" y="1196"/>
            <a:chExt cx="1048" cy="312"/>
          </a:xfrm>
        </p:grpSpPr>
        <p:grpSp>
          <p:nvGrpSpPr>
            <p:cNvPr id="2265" name="Group 1386">
              <a:extLst>
                <a:ext uri="{FF2B5EF4-FFF2-40B4-BE49-F238E27FC236}">
                  <a16:creationId xmlns:a16="http://schemas.microsoft.com/office/drawing/2014/main" id="{C8B524B0-DCCD-9989-01A0-17DCABE330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483" name="Oval 1387">
                <a:extLst>
                  <a:ext uri="{FF2B5EF4-FFF2-40B4-BE49-F238E27FC236}">
                    <a16:creationId xmlns:a16="http://schemas.microsoft.com/office/drawing/2014/main" id="{A92F01CE-3DA7-4EE4-E5E6-FC6E323743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4" name="Oval 1388">
                <a:extLst>
                  <a:ext uri="{FF2B5EF4-FFF2-40B4-BE49-F238E27FC236}">
                    <a16:creationId xmlns:a16="http://schemas.microsoft.com/office/drawing/2014/main" id="{251CE43C-F4C6-D926-2E95-37CB4B7B8D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5" name="Freeform 1389">
                <a:extLst>
                  <a:ext uri="{FF2B5EF4-FFF2-40B4-BE49-F238E27FC236}">
                    <a16:creationId xmlns:a16="http://schemas.microsoft.com/office/drawing/2014/main" id="{3F1066FB-705E-3D95-CAAE-F8D7041088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" name="Freeform 1390">
                <a:extLst>
                  <a:ext uri="{FF2B5EF4-FFF2-40B4-BE49-F238E27FC236}">
                    <a16:creationId xmlns:a16="http://schemas.microsoft.com/office/drawing/2014/main" id="{95DB7325-3CB7-6810-01EA-A6CA3D57A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" name="Freeform 1391">
                <a:extLst>
                  <a:ext uri="{FF2B5EF4-FFF2-40B4-BE49-F238E27FC236}">
                    <a16:creationId xmlns:a16="http://schemas.microsoft.com/office/drawing/2014/main" id="{6AFD8399-34C4-839D-19EE-C6B8108FF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" name="Oval 1392">
                <a:extLst>
                  <a:ext uri="{FF2B5EF4-FFF2-40B4-BE49-F238E27FC236}">
                    <a16:creationId xmlns:a16="http://schemas.microsoft.com/office/drawing/2014/main" id="{FBA25F34-DABE-1F09-1D67-495885CB6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6" name="Group 1393">
              <a:extLst>
                <a:ext uri="{FF2B5EF4-FFF2-40B4-BE49-F238E27FC236}">
                  <a16:creationId xmlns:a16="http://schemas.microsoft.com/office/drawing/2014/main" id="{F53F8FB9-DA8A-1B24-E2A3-BFEDAC102E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477" name="Oval 1394">
                <a:extLst>
                  <a:ext uri="{FF2B5EF4-FFF2-40B4-BE49-F238E27FC236}">
                    <a16:creationId xmlns:a16="http://schemas.microsoft.com/office/drawing/2014/main" id="{6159CF5C-DA69-1BD5-163B-9AFE0D59A1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8" name="Oval 1395">
                <a:extLst>
                  <a:ext uri="{FF2B5EF4-FFF2-40B4-BE49-F238E27FC236}">
                    <a16:creationId xmlns:a16="http://schemas.microsoft.com/office/drawing/2014/main" id="{84D30A8B-16F0-9B2F-0970-97EAA6AD58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9" name="Freeform 1396">
                <a:extLst>
                  <a:ext uri="{FF2B5EF4-FFF2-40B4-BE49-F238E27FC236}">
                    <a16:creationId xmlns:a16="http://schemas.microsoft.com/office/drawing/2014/main" id="{6E32394A-47A7-774A-8E6E-B9D5526DC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" name="Freeform 1397">
                <a:extLst>
                  <a:ext uri="{FF2B5EF4-FFF2-40B4-BE49-F238E27FC236}">
                    <a16:creationId xmlns:a16="http://schemas.microsoft.com/office/drawing/2014/main" id="{8C59FDBB-48D2-637F-23E2-4D95EA8A78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" name="Freeform 1398">
                <a:extLst>
                  <a:ext uri="{FF2B5EF4-FFF2-40B4-BE49-F238E27FC236}">
                    <a16:creationId xmlns:a16="http://schemas.microsoft.com/office/drawing/2014/main" id="{F3E02FA9-D6E7-796E-B003-2566119981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" name="Oval 1399">
                <a:extLst>
                  <a:ext uri="{FF2B5EF4-FFF2-40B4-BE49-F238E27FC236}">
                    <a16:creationId xmlns:a16="http://schemas.microsoft.com/office/drawing/2014/main" id="{7CDEFC50-B138-A6F4-1C27-51BE6684EA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7" name="Group 1400">
              <a:extLst>
                <a:ext uri="{FF2B5EF4-FFF2-40B4-BE49-F238E27FC236}">
                  <a16:creationId xmlns:a16="http://schemas.microsoft.com/office/drawing/2014/main" id="{7F2D38F3-AA61-347D-0457-5ED38EEE2C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471" name="Oval 1401">
                <a:extLst>
                  <a:ext uri="{FF2B5EF4-FFF2-40B4-BE49-F238E27FC236}">
                    <a16:creationId xmlns:a16="http://schemas.microsoft.com/office/drawing/2014/main" id="{DAFCBFE3-15F7-C407-4FE2-D734DBE741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2" name="Oval 1402">
                <a:extLst>
                  <a:ext uri="{FF2B5EF4-FFF2-40B4-BE49-F238E27FC236}">
                    <a16:creationId xmlns:a16="http://schemas.microsoft.com/office/drawing/2014/main" id="{20648FE8-9CFA-FDF9-1B44-879FD586F8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73" name="Freeform 1403">
                <a:extLst>
                  <a:ext uri="{FF2B5EF4-FFF2-40B4-BE49-F238E27FC236}">
                    <a16:creationId xmlns:a16="http://schemas.microsoft.com/office/drawing/2014/main" id="{B1DD4D3F-29BE-7E5F-5044-D5F4742FA1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" name="Freeform 1404">
                <a:extLst>
                  <a:ext uri="{FF2B5EF4-FFF2-40B4-BE49-F238E27FC236}">
                    <a16:creationId xmlns:a16="http://schemas.microsoft.com/office/drawing/2014/main" id="{5D49F00A-D151-CB1E-C53C-D899D4D90E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" name="Freeform 1405">
                <a:extLst>
                  <a:ext uri="{FF2B5EF4-FFF2-40B4-BE49-F238E27FC236}">
                    <a16:creationId xmlns:a16="http://schemas.microsoft.com/office/drawing/2014/main" id="{BCF8B22D-5E13-BE64-9D2F-BE5C13BE56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" name="Oval 1406">
                <a:extLst>
                  <a:ext uri="{FF2B5EF4-FFF2-40B4-BE49-F238E27FC236}">
                    <a16:creationId xmlns:a16="http://schemas.microsoft.com/office/drawing/2014/main" id="{E0C22A5C-3BDA-8B38-6246-E29E6655DE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8" name="Group 1407">
              <a:extLst>
                <a:ext uri="{FF2B5EF4-FFF2-40B4-BE49-F238E27FC236}">
                  <a16:creationId xmlns:a16="http://schemas.microsoft.com/office/drawing/2014/main" id="{A43E1F41-8250-40F2-D492-5393CEAFDF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465" name="Oval 1408">
                <a:extLst>
                  <a:ext uri="{FF2B5EF4-FFF2-40B4-BE49-F238E27FC236}">
                    <a16:creationId xmlns:a16="http://schemas.microsoft.com/office/drawing/2014/main" id="{9282DC64-B36F-A69C-63A0-C45F36F5EA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6" name="Oval 1409">
                <a:extLst>
                  <a:ext uri="{FF2B5EF4-FFF2-40B4-BE49-F238E27FC236}">
                    <a16:creationId xmlns:a16="http://schemas.microsoft.com/office/drawing/2014/main" id="{F9D8718C-71AA-DB6B-D5DF-37347AE4C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7" name="Freeform 1410">
                <a:extLst>
                  <a:ext uri="{FF2B5EF4-FFF2-40B4-BE49-F238E27FC236}">
                    <a16:creationId xmlns:a16="http://schemas.microsoft.com/office/drawing/2014/main" id="{2139DECA-7787-DA24-26EC-D22850A099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" name="Freeform 1411">
                <a:extLst>
                  <a:ext uri="{FF2B5EF4-FFF2-40B4-BE49-F238E27FC236}">
                    <a16:creationId xmlns:a16="http://schemas.microsoft.com/office/drawing/2014/main" id="{4B0119C3-138B-02AC-8531-592E6A374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" name="Freeform 1412">
                <a:extLst>
                  <a:ext uri="{FF2B5EF4-FFF2-40B4-BE49-F238E27FC236}">
                    <a16:creationId xmlns:a16="http://schemas.microsoft.com/office/drawing/2014/main" id="{85706460-DB95-946F-6E3D-67A3C67DA9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" name="Oval 1413">
                <a:extLst>
                  <a:ext uri="{FF2B5EF4-FFF2-40B4-BE49-F238E27FC236}">
                    <a16:creationId xmlns:a16="http://schemas.microsoft.com/office/drawing/2014/main" id="{8D373B0D-1651-1BAB-D6D8-443F512E37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69" name="Group 1414">
              <a:extLst>
                <a:ext uri="{FF2B5EF4-FFF2-40B4-BE49-F238E27FC236}">
                  <a16:creationId xmlns:a16="http://schemas.microsoft.com/office/drawing/2014/main" id="{1C079FFE-3AB2-DC97-E494-23A49F91C0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459" name="Oval 1415">
                <a:extLst>
                  <a:ext uri="{FF2B5EF4-FFF2-40B4-BE49-F238E27FC236}">
                    <a16:creationId xmlns:a16="http://schemas.microsoft.com/office/drawing/2014/main" id="{18791AB4-DB44-1CF1-30B3-78F6F9D47B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0" name="Oval 1416">
                <a:extLst>
                  <a:ext uri="{FF2B5EF4-FFF2-40B4-BE49-F238E27FC236}">
                    <a16:creationId xmlns:a16="http://schemas.microsoft.com/office/drawing/2014/main" id="{54DB21D5-8A81-7020-5EAF-D1C97A5A1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61" name="Freeform 1417">
                <a:extLst>
                  <a:ext uri="{FF2B5EF4-FFF2-40B4-BE49-F238E27FC236}">
                    <a16:creationId xmlns:a16="http://schemas.microsoft.com/office/drawing/2014/main" id="{9A890836-7809-185C-F909-C563A718B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" name="Freeform 1418">
                <a:extLst>
                  <a:ext uri="{FF2B5EF4-FFF2-40B4-BE49-F238E27FC236}">
                    <a16:creationId xmlns:a16="http://schemas.microsoft.com/office/drawing/2014/main" id="{B5953B51-05BD-C92D-1228-AEFF00FC8D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" name="Freeform 1419">
                <a:extLst>
                  <a:ext uri="{FF2B5EF4-FFF2-40B4-BE49-F238E27FC236}">
                    <a16:creationId xmlns:a16="http://schemas.microsoft.com/office/drawing/2014/main" id="{ED104388-ECDD-7AE1-544A-270353C760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" name="Oval 1420">
                <a:extLst>
                  <a:ext uri="{FF2B5EF4-FFF2-40B4-BE49-F238E27FC236}">
                    <a16:creationId xmlns:a16="http://schemas.microsoft.com/office/drawing/2014/main" id="{D8FB5741-F8CF-D2EA-550C-1ED0FC163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0" name="Group 1421">
              <a:extLst>
                <a:ext uri="{FF2B5EF4-FFF2-40B4-BE49-F238E27FC236}">
                  <a16:creationId xmlns:a16="http://schemas.microsoft.com/office/drawing/2014/main" id="{01B737BB-B783-3CCC-F8C4-34827A2077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453" name="Oval 1422">
                <a:extLst>
                  <a:ext uri="{FF2B5EF4-FFF2-40B4-BE49-F238E27FC236}">
                    <a16:creationId xmlns:a16="http://schemas.microsoft.com/office/drawing/2014/main" id="{A9AF2672-C569-E3B6-7AB6-B8C2F9962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54" name="Oval 1423">
                <a:extLst>
                  <a:ext uri="{FF2B5EF4-FFF2-40B4-BE49-F238E27FC236}">
                    <a16:creationId xmlns:a16="http://schemas.microsoft.com/office/drawing/2014/main" id="{49485A00-F1F2-E36D-93EB-B95CF7AFC6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55" name="Freeform 1424">
                <a:extLst>
                  <a:ext uri="{FF2B5EF4-FFF2-40B4-BE49-F238E27FC236}">
                    <a16:creationId xmlns:a16="http://schemas.microsoft.com/office/drawing/2014/main" id="{4C16A2B2-3E5A-92F3-1222-545AEBAF65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6" name="Freeform 1425">
                <a:extLst>
                  <a:ext uri="{FF2B5EF4-FFF2-40B4-BE49-F238E27FC236}">
                    <a16:creationId xmlns:a16="http://schemas.microsoft.com/office/drawing/2014/main" id="{A0395672-3637-50CA-D6FD-5675205F52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7" name="Freeform 1426">
                <a:extLst>
                  <a:ext uri="{FF2B5EF4-FFF2-40B4-BE49-F238E27FC236}">
                    <a16:creationId xmlns:a16="http://schemas.microsoft.com/office/drawing/2014/main" id="{99CA46EC-B8BB-EF69-91F7-E28A281B87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" name="Oval 1427">
                <a:extLst>
                  <a:ext uri="{FF2B5EF4-FFF2-40B4-BE49-F238E27FC236}">
                    <a16:creationId xmlns:a16="http://schemas.microsoft.com/office/drawing/2014/main" id="{BE14B1EB-E377-128B-D105-7492B4D695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1" name="Group 1428">
              <a:extLst>
                <a:ext uri="{FF2B5EF4-FFF2-40B4-BE49-F238E27FC236}">
                  <a16:creationId xmlns:a16="http://schemas.microsoft.com/office/drawing/2014/main" id="{5A39B2E8-D79C-50AD-8AA8-73974833B7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447" name="Oval 1429">
                <a:extLst>
                  <a:ext uri="{FF2B5EF4-FFF2-40B4-BE49-F238E27FC236}">
                    <a16:creationId xmlns:a16="http://schemas.microsoft.com/office/drawing/2014/main" id="{21DF3C61-861D-013D-9A69-78D44C074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8" name="Oval 1430">
                <a:extLst>
                  <a:ext uri="{FF2B5EF4-FFF2-40B4-BE49-F238E27FC236}">
                    <a16:creationId xmlns:a16="http://schemas.microsoft.com/office/drawing/2014/main" id="{8F891641-8391-7E77-8B69-1DBE5B251B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9" name="Freeform 1431">
                <a:extLst>
                  <a:ext uri="{FF2B5EF4-FFF2-40B4-BE49-F238E27FC236}">
                    <a16:creationId xmlns:a16="http://schemas.microsoft.com/office/drawing/2014/main" id="{D894698A-F768-16DF-853F-DA8062740A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0" name="Freeform 1432">
                <a:extLst>
                  <a:ext uri="{FF2B5EF4-FFF2-40B4-BE49-F238E27FC236}">
                    <a16:creationId xmlns:a16="http://schemas.microsoft.com/office/drawing/2014/main" id="{708BF508-F82F-C79F-AD0E-71922698C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1" name="Freeform 1433">
                <a:extLst>
                  <a:ext uri="{FF2B5EF4-FFF2-40B4-BE49-F238E27FC236}">
                    <a16:creationId xmlns:a16="http://schemas.microsoft.com/office/drawing/2014/main" id="{64A377AB-9ED0-7038-BEAF-5E3A263971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2" name="Oval 1434">
                <a:extLst>
                  <a:ext uri="{FF2B5EF4-FFF2-40B4-BE49-F238E27FC236}">
                    <a16:creationId xmlns:a16="http://schemas.microsoft.com/office/drawing/2014/main" id="{FF0F2527-F0E4-92C9-080E-96198424AB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2" name="Group 1435">
              <a:extLst>
                <a:ext uri="{FF2B5EF4-FFF2-40B4-BE49-F238E27FC236}">
                  <a16:creationId xmlns:a16="http://schemas.microsoft.com/office/drawing/2014/main" id="{2486687E-0FEE-9C04-244F-2B6D1C2E0C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441" name="Oval 1436">
                <a:extLst>
                  <a:ext uri="{FF2B5EF4-FFF2-40B4-BE49-F238E27FC236}">
                    <a16:creationId xmlns:a16="http://schemas.microsoft.com/office/drawing/2014/main" id="{A41AAD7F-3539-BE12-289A-725FCE1D6D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2" name="Oval 1437">
                <a:extLst>
                  <a:ext uri="{FF2B5EF4-FFF2-40B4-BE49-F238E27FC236}">
                    <a16:creationId xmlns:a16="http://schemas.microsoft.com/office/drawing/2014/main" id="{3B8012EC-37DB-79AE-D55C-B8573E8C08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43" name="Freeform 1438">
                <a:extLst>
                  <a:ext uri="{FF2B5EF4-FFF2-40B4-BE49-F238E27FC236}">
                    <a16:creationId xmlns:a16="http://schemas.microsoft.com/office/drawing/2014/main" id="{57299DE1-4652-2008-FD64-A1AC5419CD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4" name="Freeform 1439">
                <a:extLst>
                  <a:ext uri="{FF2B5EF4-FFF2-40B4-BE49-F238E27FC236}">
                    <a16:creationId xmlns:a16="http://schemas.microsoft.com/office/drawing/2014/main" id="{0674CC33-FF17-FC9D-699A-4D86B721CF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5" name="Freeform 1440">
                <a:extLst>
                  <a:ext uri="{FF2B5EF4-FFF2-40B4-BE49-F238E27FC236}">
                    <a16:creationId xmlns:a16="http://schemas.microsoft.com/office/drawing/2014/main" id="{806731C3-B8E4-D2B4-CD81-373C280BC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6" name="Oval 1441">
                <a:extLst>
                  <a:ext uri="{FF2B5EF4-FFF2-40B4-BE49-F238E27FC236}">
                    <a16:creationId xmlns:a16="http://schemas.microsoft.com/office/drawing/2014/main" id="{F459FF28-8D30-4176-2FBD-57DC3FC45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3" name="Group 1442">
              <a:extLst>
                <a:ext uri="{FF2B5EF4-FFF2-40B4-BE49-F238E27FC236}">
                  <a16:creationId xmlns:a16="http://schemas.microsoft.com/office/drawing/2014/main" id="{63FB2373-EE50-0830-3CDB-56B37386BE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435" name="Oval 1443">
                <a:extLst>
                  <a:ext uri="{FF2B5EF4-FFF2-40B4-BE49-F238E27FC236}">
                    <a16:creationId xmlns:a16="http://schemas.microsoft.com/office/drawing/2014/main" id="{535ECD78-04D6-C985-DBE5-FB0E7A096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6" name="Oval 1444">
                <a:extLst>
                  <a:ext uri="{FF2B5EF4-FFF2-40B4-BE49-F238E27FC236}">
                    <a16:creationId xmlns:a16="http://schemas.microsoft.com/office/drawing/2014/main" id="{5BFB552F-7EB8-60AA-F455-7CF6FCEB58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7" name="Freeform 1445">
                <a:extLst>
                  <a:ext uri="{FF2B5EF4-FFF2-40B4-BE49-F238E27FC236}">
                    <a16:creationId xmlns:a16="http://schemas.microsoft.com/office/drawing/2014/main" id="{CB9CE010-7896-B8E3-0716-C9BF0AB6F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8" name="Freeform 1446">
                <a:extLst>
                  <a:ext uri="{FF2B5EF4-FFF2-40B4-BE49-F238E27FC236}">
                    <a16:creationId xmlns:a16="http://schemas.microsoft.com/office/drawing/2014/main" id="{472FFE3C-C691-BC0E-9DD5-EE5D7D70B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9" name="Freeform 1447">
                <a:extLst>
                  <a:ext uri="{FF2B5EF4-FFF2-40B4-BE49-F238E27FC236}">
                    <a16:creationId xmlns:a16="http://schemas.microsoft.com/office/drawing/2014/main" id="{4B363A41-25DC-ABF4-7CAB-79D19EA7D1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0" name="Oval 1448">
                <a:extLst>
                  <a:ext uri="{FF2B5EF4-FFF2-40B4-BE49-F238E27FC236}">
                    <a16:creationId xmlns:a16="http://schemas.microsoft.com/office/drawing/2014/main" id="{CFBECB9E-A64F-0DEC-EE9F-C5DED49DF9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4" name="Group 1449">
              <a:extLst>
                <a:ext uri="{FF2B5EF4-FFF2-40B4-BE49-F238E27FC236}">
                  <a16:creationId xmlns:a16="http://schemas.microsoft.com/office/drawing/2014/main" id="{A1448CC2-DEBF-BE3E-7B56-60C785D8A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429" name="Oval 1450">
                <a:extLst>
                  <a:ext uri="{FF2B5EF4-FFF2-40B4-BE49-F238E27FC236}">
                    <a16:creationId xmlns:a16="http://schemas.microsoft.com/office/drawing/2014/main" id="{95ABEE56-16C2-FAB3-98C4-DFFD616855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0" name="Oval 1451">
                <a:extLst>
                  <a:ext uri="{FF2B5EF4-FFF2-40B4-BE49-F238E27FC236}">
                    <a16:creationId xmlns:a16="http://schemas.microsoft.com/office/drawing/2014/main" id="{325263E1-71BC-A354-881B-19DABB0B1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1" name="Freeform 1452">
                <a:extLst>
                  <a:ext uri="{FF2B5EF4-FFF2-40B4-BE49-F238E27FC236}">
                    <a16:creationId xmlns:a16="http://schemas.microsoft.com/office/drawing/2014/main" id="{89BD13AA-2210-8985-71DA-377B59FF3D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2" name="Freeform 1453">
                <a:extLst>
                  <a:ext uri="{FF2B5EF4-FFF2-40B4-BE49-F238E27FC236}">
                    <a16:creationId xmlns:a16="http://schemas.microsoft.com/office/drawing/2014/main" id="{5AE523D3-F8FB-654B-D7A5-ACED1C8500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3" name="Freeform 1454">
                <a:extLst>
                  <a:ext uri="{FF2B5EF4-FFF2-40B4-BE49-F238E27FC236}">
                    <a16:creationId xmlns:a16="http://schemas.microsoft.com/office/drawing/2014/main" id="{9D92E283-6EF1-89A0-551C-1F583A67EB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4" name="Oval 1455">
                <a:extLst>
                  <a:ext uri="{FF2B5EF4-FFF2-40B4-BE49-F238E27FC236}">
                    <a16:creationId xmlns:a16="http://schemas.microsoft.com/office/drawing/2014/main" id="{A34E4004-220D-72EA-035A-835C618B6A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5" name="Group 1456">
              <a:extLst>
                <a:ext uri="{FF2B5EF4-FFF2-40B4-BE49-F238E27FC236}">
                  <a16:creationId xmlns:a16="http://schemas.microsoft.com/office/drawing/2014/main" id="{AC247DB8-2EDA-21CA-5E7E-63793DBA28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423" name="Oval 1457">
                <a:extLst>
                  <a:ext uri="{FF2B5EF4-FFF2-40B4-BE49-F238E27FC236}">
                    <a16:creationId xmlns:a16="http://schemas.microsoft.com/office/drawing/2014/main" id="{1306DBC4-CAB8-67BA-AA51-845850B993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4" name="Oval 1458">
                <a:extLst>
                  <a:ext uri="{FF2B5EF4-FFF2-40B4-BE49-F238E27FC236}">
                    <a16:creationId xmlns:a16="http://schemas.microsoft.com/office/drawing/2014/main" id="{51DFD6F5-14BA-8CE1-A29C-123F09F431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5" name="Freeform 1459">
                <a:extLst>
                  <a:ext uri="{FF2B5EF4-FFF2-40B4-BE49-F238E27FC236}">
                    <a16:creationId xmlns:a16="http://schemas.microsoft.com/office/drawing/2014/main" id="{C6E8BBF3-370F-3A50-BD8D-FD4DAFCA3C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6" name="Freeform 1460">
                <a:extLst>
                  <a:ext uri="{FF2B5EF4-FFF2-40B4-BE49-F238E27FC236}">
                    <a16:creationId xmlns:a16="http://schemas.microsoft.com/office/drawing/2014/main" id="{00B24BE5-B894-DFF8-0037-4E2D2A215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" name="Freeform 1461">
                <a:extLst>
                  <a:ext uri="{FF2B5EF4-FFF2-40B4-BE49-F238E27FC236}">
                    <a16:creationId xmlns:a16="http://schemas.microsoft.com/office/drawing/2014/main" id="{421329EB-9AB3-668F-8241-2B81395F1A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8" name="Oval 1462">
                <a:extLst>
                  <a:ext uri="{FF2B5EF4-FFF2-40B4-BE49-F238E27FC236}">
                    <a16:creationId xmlns:a16="http://schemas.microsoft.com/office/drawing/2014/main" id="{39C0BBD2-B48F-4778-305C-5BB56174E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6" name="Group 1463">
              <a:extLst>
                <a:ext uri="{FF2B5EF4-FFF2-40B4-BE49-F238E27FC236}">
                  <a16:creationId xmlns:a16="http://schemas.microsoft.com/office/drawing/2014/main" id="{3DCD990E-B445-7DDC-BB6D-DEF273F601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417" name="Oval 1464">
                <a:extLst>
                  <a:ext uri="{FF2B5EF4-FFF2-40B4-BE49-F238E27FC236}">
                    <a16:creationId xmlns:a16="http://schemas.microsoft.com/office/drawing/2014/main" id="{1E8029CB-0D1E-3661-00DC-BFC6BB2F0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8" name="Oval 1465">
                <a:extLst>
                  <a:ext uri="{FF2B5EF4-FFF2-40B4-BE49-F238E27FC236}">
                    <a16:creationId xmlns:a16="http://schemas.microsoft.com/office/drawing/2014/main" id="{22CD2AD3-B8B8-1D17-B8CD-585ABFF126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9" name="Freeform 1466">
                <a:extLst>
                  <a:ext uri="{FF2B5EF4-FFF2-40B4-BE49-F238E27FC236}">
                    <a16:creationId xmlns:a16="http://schemas.microsoft.com/office/drawing/2014/main" id="{4815290C-6E73-7F09-6840-3CA4D1963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0" name="Freeform 1467">
                <a:extLst>
                  <a:ext uri="{FF2B5EF4-FFF2-40B4-BE49-F238E27FC236}">
                    <a16:creationId xmlns:a16="http://schemas.microsoft.com/office/drawing/2014/main" id="{D55BA319-4821-52FC-63F6-21F9ECE05B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1" name="Freeform 1468">
                <a:extLst>
                  <a:ext uri="{FF2B5EF4-FFF2-40B4-BE49-F238E27FC236}">
                    <a16:creationId xmlns:a16="http://schemas.microsoft.com/office/drawing/2014/main" id="{2EAD1725-2ADD-1F60-9FCE-99E577AD1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2" name="Oval 1469">
                <a:extLst>
                  <a:ext uri="{FF2B5EF4-FFF2-40B4-BE49-F238E27FC236}">
                    <a16:creationId xmlns:a16="http://schemas.microsoft.com/office/drawing/2014/main" id="{BFF8CCC1-ABF1-D1E8-968C-CC8DF322F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7" name="Group 1470">
              <a:extLst>
                <a:ext uri="{FF2B5EF4-FFF2-40B4-BE49-F238E27FC236}">
                  <a16:creationId xmlns:a16="http://schemas.microsoft.com/office/drawing/2014/main" id="{7FC116B9-E9E1-3DEB-1854-0C5C029CB5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411" name="Oval 1471">
                <a:extLst>
                  <a:ext uri="{FF2B5EF4-FFF2-40B4-BE49-F238E27FC236}">
                    <a16:creationId xmlns:a16="http://schemas.microsoft.com/office/drawing/2014/main" id="{078DE58D-BC45-138B-944B-2ECDE8C3F9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2" name="Oval 1472">
                <a:extLst>
                  <a:ext uri="{FF2B5EF4-FFF2-40B4-BE49-F238E27FC236}">
                    <a16:creationId xmlns:a16="http://schemas.microsoft.com/office/drawing/2014/main" id="{6C05D081-ED22-08F1-7193-A1BA7B0B11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13" name="Freeform 1473">
                <a:extLst>
                  <a:ext uri="{FF2B5EF4-FFF2-40B4-BE49-F238E27FC236}">
                    <a16:creationId xmlns:a16="http://schemas.microsoft.com/office/drawing/2014/main" id="{EA278231-BDCD-140B-BFBC-8B1810DC4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" name="Freeform 1474">
                <a:extLst>
                  <a:ext uri="{FF2B5EF4-FFF2-40B4-BE49-F238E27FC236}">
                    <a16:creationId xmlns:a16="http://schemas.microsoft.com/office/drawing/2014/main" id="{28372925-15EA-E3D5-DF3A-68B535149C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" name="Freeform 1475">
                <a:extLst>
                  <a:ext uri="{FF2B5EF4-FFF2-40B4-BE49-F238E27FC236}">
                    <a16:creationId xmlns:a16="http://schemas.microsoft.com/office/drawing/2014/main" id="{AD5F0460-FFF9-681F-178D-50B64387D0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" name="Oval 1476">
                <a:extLst>
                  <a:ext uri="{FF2B5EF4-FFF2-40B4-BE49-F238E27FC236}">
                    <a16:creationId xmlns:a16="http://schemas.microsoft.com/office/drawing/2014/main" id="{A961CC25-926B-E83E-CC2E-D5F183D10D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8" name="Group 1477">
              <a:extLst>
                <a:ext uri="{FF2B5EF4-FFF2-40B4-BE49-F238E27FC236}">
                  <a16:creationId xmlns:a16="http://schemas.microsoft.com/office/drawing/2014/main" id="{D89C0D77-6DCE-A656-CB2E-7E8A26FFFA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405" name="Oval 1478">
                <a:extLst>
                  <a:ext uri="{FF2B5EF4-FFF2-40B4-BE49-F238E27FC236}">
                    <a16:creationId xmlns:a16="http://schemas.microsoft.com/office/drawing/2014/main" id="{7C568A64-F653-86C0-49D8-5331B98C8F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6" name="Oval 1479">
                <a:extLst>
                  <a:ext uri="{FF2B5EF4-FFF2-40B4-BE49-F238E27FC236}">
                    <a16:creationId xmlns:a16="http://schemas.microsoft.com/office/drawing/2014/main" id="{0BBB4B19-3D97-7CF3-63D7-1A9781C7AA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7" name="Freeform 1480">
                <a:extLst>
                  <a:ext uri="{FF2B5EF4-FFF2-40B4-BE49-F238E27FC236}">
                    <a16:creationId xmlns:a16="http://schemas.microsoft.com/office/drawing/2014/main" id="{199D11EB-425B-8D38-85AD-963EB551C8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" name="Freeform 1481">
                <a:extLst>
                  <a:ext uri="{FF2B5EF4-FFF2-40B4-BE49-F238E27FC236}">
                    <a16:creationId xmlns:a16="http://schemas.microsoft.com/office/drawing/2014/main" id="{8A59AF28-193D-4A32-A762-BDA82A879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" name="Freeform 1482">
                <a:extLst>
                  <a:ext uri="{FF2B5EF4-FFF2-40B4-BE49-F238E27FC236}">
                    <a16:creationId xmlns:a16="http://schemas.microsoft.com/office/drawing/2014/main" id="{29FD6C4F-1127-4245-8C5A-E4CA9D5D4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" name="Oval 1483">
                <a:extLst>
                  <a:ext uri="{FF2B5EF4-FFF2-40B4-BE49-F238E27FC236}">
                    <a16:creationId xmlns:a16="http://schemas.microsoft.com/office/drawing/2014/main" id="{6920255C-3A09-E282-A6A2-60F6417A39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79" name="Group 1484">
              <a:extLst>
                <a:ext uri="{FF2B5EF4-FFF2-40B4-BE49-F238E27FC236}">
                  <a16:creationId xmlns:a16="http://schemas.microsoft.com/office/drawing/2014/main" id="{EA87230A-CC03-E9FD-741D-894DDAC3D1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399" name="Oval 1485">
                <a:extLst>
                  <a:ext uri="{FF2B5EF4-FFF2-40B4-BE49-F238E27FC236}">
                    <a16:creationId xmlns:a16="http://schemas.microsoft.com/office/drawing/2014/main" id="{6BF47F81-ACFB-ED26-0592-263F35AD6D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0" name="Oval 1486">
                <a:extLst>
                  <a:ext uri="{FF2B5EF4-FFF2-40B4-BE49-F238E27FC236}">
                    <a16:creationId xmlns:a16="http://schemas.microsoft.com/office/drawing/2014/main" id="{FEF44B16-70D7-BA68-B028-A321EB664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01" name="Freeform 1487">
                <a:extLst>
                  <a:ext uri="{FF2B5EF4-FFF2-40B4-BE49-F238E27FC236}">
                    <a16:creationId xmlns:a16="http://schemas.microsoft.com/office/drawing/2014/main" id="{E18877FF-AB90-D8A1-92C8-FAEBC3B619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" name="Freeform 1488">
                <a:extLst>
                  <a:ext uri="{FF2B5EF4-FFF2-40B4-BE49-F238E27FC236}">
                    <a16:creationId xmlns:a16="http://schemas.microsoft.com/office/drawing/2014/main" id="{6077A1E9-203E-5716-CBF0-771676E303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" name="Freeform 1489">
                <a:extLst>
                  <a:ext uri="{FF2B5EF4-FFF2-40B4-BE49-F238E27FC236}">
                    <a16:creationId xmlns:a16="http://schemas.microsoft.com/office/drawing/2014/main" id="{93EB8DC5-BC09-5A11-1048-657CFC44D8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" name="Oval 1490">
                <a:extLst>
                  <a:ext uri="{FF2B5EF4-FFF2-40B4-BE49-F238E27FC236}">
                    <a16:creationId xmlns:a16="http://schemas.microsoft.com/office/drawing/2014/main" id="{2116C776-57A7-CE17-2F87-DFB4021EC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0" name="Group 1491">
              <a:extLst>
                <a:ext uri="{FF2B5EF4-FFF2-40B4-BE49-F238E27FC236}">
                  <a16:creationId xmlns:a16="http://schemas.microsoft.com/office/drawing/2014/main" id="{1DF04BF2-0F99-5DD4-BD26-5FEB16623A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393" name="Oval 1492">
                <a:extLst>
                  <a:ext uri="{FF2B5EF4-FFF2-40B4-BE49-F238E27FC236}">
                    <a16:creationId xmlns:a16="http://schemas.microsoft.com/office/drawing/2014/main" id="{1F926252-F698-43A8-41F6-F29C559183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94" name="Oval 1493">
                <a:extLst>
                  <a:ext uri="{FF2B5EF4-FFF2-40B4-BE49-F238E27FC236}">
                    <a16:creationId xmlns:a16="http://schemas.microsoft.com/office/drawing/2014/main" id="{87FD933D-8EAA-E45F-A176-ADFD79F80E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95" name="Freeform 1494">
                <a:extLst>
                  <a:ext uri="{FF2B5EF4-FFF2-40B4-BE49-F238E27FC236}">
                    <a16:creationId xmlns:a16="http://schemas.microsoft.com/office/drawing/2014/main" id="{4A12C4E6-C17B-12C1-65F7-898FD1435E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6" name="Freeform 1495">
                <a:extLst>
                  <a:ext uri="{FF2B5EF4-FFF2-40B4-BE49-F238E27FC236}">
                    <a16:creationId xmlns:a16="http://schemas.microsoft.com/office/drawing/2014/main" id="{74A630A3-1430-54D3-CA56-5AB29D3A55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" name="Freeform 1496">
                <a:extLst>
                  <a:ext uri="{FF2B5EF4-FFF2-40B4-BE49-F238E27FC236}">
                    <a16:creationId xmlns:a16="http://schemas.microsoft.com/office/drawing/2014/main" id="{76BA6C2F-3203-448E-8D41-5F286F65FB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" name="Oval 1497">
                <a:extLst>
                  <a:ext uri="{FF2B5EF4-FFF2-40B4-BE49-F238E27FC236}">
                    <a16:creationId xmlns:a16="http://schemas.microsoft.com/office/drawing/2014/main" id="{86A3FAEB-7255-B3C5-9D6F-85765636E4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1" name="Group 1498">
              <a:extLst>
                <a:ext uri="{FF2B5EF4-FFF2-40B4-BE49-F238E27FC236}">
                  <a16:creationId xmlns:a16="http://schemas.microsoft.com/office/drawing/2014/main" id="{DD6F3833-A044-ED54-FF25-F6D9E5E8B9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387" name="Oval 1499">
                <a:extLst>
                  <a:ext uri="{FF2B5EF4-FFF2-40B4-BE49-F238E27FC236}">
                    <a16:creationId xmlns:a16="http://schemas.microsoft.com/office/drawing/2014/main" id="{66AB8BBD-D653-D890-7AA8-3EEBEA97A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8" name="Oval 1500">
                <a:extLst>
                  <a:ext uri="{FF2B5EF4-FFF2-40B4-BE49-F238E27FC236}">
                    <a16:creationId xmlns:a16="http://schemas.microsoft.com/office/drawing/2014/main" id="{E59A495F-59FD-8B85-0AA2-1FD100663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9" name="Freeform 1501">
                <a:extLst>
                  <a:ext uri="{FF2B5EF4-FFF2-40B4-BE49-F238E27FC236}">
                    <a16:creationId xmlns:a16="http://schemas.microsoft.com/office/drawing/2014/main" id="{B60CC54C-6E89-8C91-B47B-B39ED1CD5C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" name="Freeform 1502">
                <a:extLst>
                  <a:ext uri="{FF2B5EF4-FFF2-40B4-BE49-F238E27FC236}">
                    <a16:creationId xmlns:a16="http://schemas.microsoft.com/office/drawing/2014/main" id="{69B545BC-A722-2CAE-9C17-36478CDD71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" name="Freeform 1503">
                <a:extLst>
                  <a:ext uri="{FF2B5EF4-FFF2-40B4-BE49-F238E27FC236}">
                    <a16:creationId xmlns:a16="http://schemas.microsoft.com/office/drawing/2014/main" id="{17FD7D90-2F32-2B58-D64D-D5E9DD03E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" name="Oval 1504">
                <a:extLst>
                  <a:ext uri="{FF2B5EF4-FFF2-40B4-BE49-F238E27FC236}">
                    <a16:creationId xmlns:a16="http://schemas.microsoft.com/office/drawing/2014/main" id="{5A6D7DA9-4C1B-636F-EEE3-3C7C02C04B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2" name="Group 1505">
              <a:extLst>
                <a:ext uri="{FF2B5EF4-FFF2-40B4-BE49-F238E27FC236}">
                  <a16:creationId xmlns:a16="http://schemas.microsoft.com/office/drawing/2014/main" id="{28DEAA48-BDF3-2693-7019-D05306CF42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381" name="Oval 1506">
                <a:extLst>
                  <a:ext uri="{FF2B5EF4-FFF2-40B4-BE49-F238E27FC236}">
                    <a16:creationId xmlns:a16="http://schemas.microsoft.com/office/drawing/2014/main" id="{39C35689-944C-D63D-84DA-EFD057639D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2" name="Oval 1507">
                <a:extLst>
                  <a:ext uri="{FF2B5EF4-FFF2-40B4-BE49-F238E27FC236}">
                    <a16:creationId xmlns:a16="http://schemas.microsoft.com/office/drawing/2014/main" id="{D52B9155-C059-60FE-6742-3A97718A6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83" name="Freeform 1508">
                <a:extLst>
                  <a:ext uri="{FF2B5EF4-FFF2-40B4-BE49-F238E27FC236}">
                    <a16:creationId xmlns:a16="http://schemas.microsoft.com/office/drawing/2014/main" id="{6F0913B3-AB5A-E1AA-EED9-BEE478AC1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" name="Freeform 1509">
                <a:extLst>
                  <a:ext uri="{FF2B5EF4-FFF2-40B4-BE49-F238E27FC236}">
                    <a16:creationId xmlns:a16="http://schemas.microsoft.com/office/drawing/2014/main" id="{ABB848B3-08A8-E6B1-B6B1-E2A6ABC5F7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" name="Freeform 1510">
                <a:extLst>
                  <a:ext uri="{FF2B5EF4-FFF2-40B4-BE49-F238E27FC236}">
                    <a16:creationId xmlns:a16="http://schemas.microsoft.com/office/drawing/2014/main" id="{447A017C-C22A-490D-8865-0D9A6B61AC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" name="Oval 1511">
                <a:extLst>
                  <a:ext uri="{FF2B5EF4-FFF2-40B4-BE49-F238E27FC236}">
                    <a16:creationId xmlns:a16="http://schemas.microsoft.com/office/drawing/2014/main" id="{EEB4823F-F9D7-722D-0D01-CCD8EE22C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3" name="Group 1512">
              <a:extLst>
                <a:ext uri="{FF2B5EF4-FFF2-40B4-BE49-F238E27FC236}">
                  <a16:creationId xmlns:a16="http://schemas.microsoft.com/office/drawing/2014/main" id="{91F69D65-B1D9-36AB-EC95-1D052937C2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375" name="Oval 1513">
                <a:extLst>
                  <a:ext uri="{FF2B5EF4-FFF2-40B4-BE49-F238E27FC236}">
                    <a16:creationId xmlns:a16="http://schemas.microsoft.com/office/drawing/2014/main" id="{9258D2B1-AC6A-ABCD-6012-89CEC1DFF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6" name="Oval 1514">
                <a:extLst>
                  <a:ext uri="{FF2B5EF4-FFF2-40B4-BE49-F238E27FC236}">
                    <a16:creationId xmlns:a16="http://schemas.microsoft.com/office/drawing/2014/main" id="{744CA920-C3CC-2E8F-3217-9281B5A0DE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7" name="Freeform 1515">
                <a:extLst>
                  <a:ext uri="{FF2B5EF4-FFF2-40B4-BE49-F238E27FC236}">
                    <a16:creationId xmlns:a16="http://schemas.microsoft.com/office/drawing/2014/main" id="{5BAF9E95-FB34-D170-7D1E-B53EA1355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" name="Freeform 1516">
                <a:extLst>
                  <a:ext uri="{FF2B5EF4-FFF2-40B4-BE49-F238E27FC236}">
                    <a16:creationId xmlns:a16="http://schemas.microsoft.com/office/drawing/2014/main" id="{3076F07C-ADE1-C676-A979-5D73E1D295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" name="Freeform 1517">
                <a:extLst>
                  <a:ext uri="{FF2B5EF4-FFF2-40B4-BE49-F238E27FC236}">
                    <a16:creationId xmlns:a16="http://schemas.microsoft.com/office/drawing/2014/main" id="{63BEA2F4-BFDC-931F-C58A-2CE7F16468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" name="Oval 1518">
                <a:extLst>
                  <a:ext uri="{FF2B5EF4-FFF2-40B4-BE49-F238E27FC236}">
                    <a16:creationId xmlns:a16="http://schemas.microsoft.com/office/drawing/2014/main" id="{270F5857-CF54-F794-C4B9-F9A9033FF0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4" name="Group 1519">
              <a:extLst>
                <a:ext uri="{FF2B5EF4-FFF2-40B4-BE49-F238E27FC236}">
                  <a16:creationId xmlns:a16="http://schemas.microsoft.com/office/drawing/2014/main" id="{E470F2BB-E0E8-3DEB-752B-F6D08BC71A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369" name="Oval 1520">
                <a:extLst>
                  <a:ext uri="{FF2B5EF4-FFF2-40B4-BE49-F238E27FC236}">
                    <a16:creationId xmlns:a16="http://schemas.microsoft.com/office/drawing/2014/main" id="{6170C1B2-2331-ACAE-7C48-2F6BBAC96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0" name="Oval 1521">
                <a:extLst>
                  <a:ext uri="{FF2B5EF4-FFF2-40B4-BE49-F238E27FC236}">
                    <a16:creationId xmlns:a16="http://schemas.microsoft.com/office/drawing/2014/main" id="{AEA77431-F1D4-E0B1-C7D5-DBCE117CC5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1" name="Freeform 1522">
                <a:extLst>
                  <a:ext uri="{FF2B5EF4-FFF2-40B4-BE49-F238E27FC236}">
                    <a16:creationId xmlns:a16="http://schemas.microsoft.com/office/drawing/2014/main" id="{A528CE91-E939-F2FC-07FF-20430F93AB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" name="Freeform 1523">
                <a:extLst>
                  <a:ext uri="{FF2B5EF4-FFF2-40B4-BE49-F238E27FC236}">
                    <a16:creationId xmlns:a16="http://schemas.microsoft.com/office/drawing/2014/main" id="{7B2E5A1B-B4BA-92A8-E56C-00304E08A3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3" name="Freeform 1524">
                <a:extLst>
                  <a:ext uri="{FF2B5EF4-FFF2-40B4-BE49-F238E27FC236}">
                    <a16:creationId xmlns:a16="http://schemas.microsoft.com/office/drawing/2014/main" id="{EFE48FC5-5A1A-18C4-57DA-3143F42424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" name="Oval 1525">
                <a:extLst>
                  <a:ext uri="{FF2B5EF4-FFF2-40B4-BE49-F238E27FC236}">
                    <a16:creationId xmlns:a16="http://schemas.microsoft.com/office/drawing/2014/main" id="{B6003060-C9F8-41EF-3A69-9F77EE2B2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5" name="Group 1526">
              <a:extLst>
                <a:ext uri="{FF2B5EF4-FFF2-40B4-BE49-F238E27FC236}">
                  <a16:creationId xmlns:a16="http://schemas.microsoft.com/office/drawing/2014/main" id="{633B390C-34E1-FD37-2396-EA2AB80DA9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363" name="Oval 1527">
                <a:extLst>
                  <a:ext uri="{FF2B5EF4-FFF2-40B4-BE49-F238E27FC236}">
                    <a16:creationId xmlns:a16="http://schemas.microsoft.com/office/drawing/2014/main" id="{4D4246D6-8CBC-FC69-8F4B-439196C19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4" name="Oval 1528">
                <a:extLst>
                  <a:ext uri="{FF2B5EF4-FFF2-40B4-BE49-F238E27FC236}">
                    <a16:creationId xmlns:a16="http://schemas.microsoft.com/office/drawing/2014/main" id="{B9C689FB-38B2-F240-DBB2-481552469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5" name="Freeform 1529">
                <a:extLst>
                  <a:ext uri="{FF2B5EF4-FFF2-40B4-BE49-F238E27FC236}">
                    <a16:creationId xmlns:a16="http://schemas.microsoft.com/office/drawing/2014/main" id="{62F7E02A-5515-F768-9B4A-8BEAF9B804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6" name="Freeform 1530">
                <a:extLst>
                  <a:ext uri="{FF2B5EF4-FFF2-40B4-BE49-F238E27FC236}">
                    <a16:creationId xmlns:a16="http://schemas.microsoft.com/office/drawing/2014/main" id="{F257485B-57B8-3381-C175-E520FCA941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" name="Freeform 1531">
                <a:extLst>
                  <a:ext uri="{FF2B5EF4-FFF2-40B4-BE49-F238E27FC236}">
                    <a16:creationId xmlns:a16="http://schemas.microsoft.com/office/drawing/2014/main" id="{758F890E-CBDB-7394-D700-02FB0B8C2C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" name="Oval 1532">
                <a:extLst>
                  <a:ext uri="{FF2B5EF4-FFF2-40B4-BE49-F238E27FC236}">
                    <a16:creationId xmlns:a16="http://schemas.microsoft.com/office/drawing/2014/main" id="{10593F67-B135-44DA-8B41-145DF9AE05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6" name="Group 1533">
              <a:extLst>
                <a:ext uri="{FF2B5EF4-FFF2-40B4-BE49-F238E27FC236}">
                  <a16:creationId xmlns:a16="http://schemas.microsoft.com/office/drawing/2014/main" id="{71013966-9991-4129-4215-27150F36CE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357" name="Oval 1534">
                <a:extLst>
                  <a:ext uri="{FF2B5EF4-FFF2-40B4-BE49-F238E27FC236}">
                    <a16:creationId xmlns:a16="http://schemas.microsoft.com/office/drawing/2014/main" id="{4E503CBA-F38E-DCDE-DB1F-C5791F4B1A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8" name="Oval 1535">
                <a:extLst>
                  <a:ext uri="{FF2B5EF4-FFF2-40B4-BE49-F238E27FC236}">
                    <a16:creationId xmlns:a16="http://schemas.microsoft.com/office/drawing/2014/main" id="{FD1E1BBA-823B-03DD-018A-8C1381BC2B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9" name="Freeform 1536">
                <a:extLst>
                  <a:ext uri="{FF2B5EF4-FFF2-40B4-BE49-F238E27FC236}">
                    <a16:creationId xmlns:a16="http://schemas.microsoft.com/office/drawing/2014/main" id="{2BC1EE34-A6D7-675A-ED12-A5678A30DB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" name="Freeform 1537">
                <a:extLst>
                  <a:ext uri="{FF2B5EF4-FFF2-40B4-BE49-F238E27FC236}">
                    <a16:creationId xmlns:a16="http://schemas.microsoft.com/office/drawing/2014/main" id="{B75194C3-087F-B48F-7F2A-FEB3245CC9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" name="Freeform 1538">
                <a:extLst>
                  <a:ext uri="{FF2B5EF4-FFF2-40B4-BE49-F238E27FC236}">
                    <a16:creationId xmlns:a16="http://schemas.microsoft.com/office/drawing/2014/main" id="{0251D751-FAC1-1C50-CC56-3F63B500D9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" name="Oval 1539">
                <a:extLst>
                  <a:ext uri="{FF2B5EF4-FFF2-40B4-BE49-F238E27FC236}">
                    <a16:creationId xmlns:a16="http://schemas.microsoft.com/office/drawing/2014/main" id="{49ECFA08-9984-AC58-2CFE-3492D6EEF1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7" name="Group 1540">
              <a:extLst>
                <a:ext uri="{FF2B5EF4-FFF2-40B4-BE49-F238E27FC236}">
                  <a16:creationId xmlns:a16="http://schemas.microsoft.com/office/drawing/2014/main" id="{902175CF-4ECD-A905-DC9E-0014CE9AD0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351" name="Oval 1541">
                <a:extLst>
                  <a:ext uri="{FF2B5EF4-FFF2-40B4-BE49-F238E27FC236}">
                    <a16:creationId xmlns:a16="http://schemas.microsoft.com/office/drawing/2014/main" id="{C9DEBEAF-58F1-3B88-4F6B-D052E4E6A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2" name="Oval 1542">
                <a:extLst>
                  <a:ext uri="{FF2B5EF4-FFF2-40B4-BE49-F238E27FC236}">
                    <a16:creationId xmlns:a16="http://schemas.microsoft.com/office/drawing/2014/main" id="{50999FD4-8473-6958-F132-3AF32E7B8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53" name="Freeform 1543">
                <a:extLst>
                  <a:ext uri="{FF2B5EF4-FFF2-40B4-BE49-F238E27FC236}">
                    <a16:creationId xmlns:a16="http://schemas.microsoft.com/office/drawing/2014/main" id="{AF0ADAC0-D601-01C4-AA1B-91ECC0DF91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4" name="Freeform 1544">
                <a:extLst>
                  <a:ext uri="{FF2B5EF4-FFF2-40B4-BE49-F238E27FC236}">
                    <a16:creationId xmlns:a16="http://schemas.microsoft.com/office/drawing/2014/main" id="{ABEB755F-16B9-41B4-450E-6149B5A27D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5" name="Freeform 1545">
                <a:extLst>
                  <a:ext uri="{FF2B5EF4-FFF2-40B4-BE49-F238E27FC236}">
                    <a16:creationId xmlns:a16="http://schemas.microsoft.com/office/drawing/2014/main" id="{E6327009-3F6C-16AC-76C8-E66287F14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6" name="Oval 1546">
                <a:extLst>
                  <a:ext uri="{FF2B5EF4-FFF2-40B4-BE49-F238E27FC236}">
                    <a16:creationId xmlns:a16="http://schemas.microsoft.com/office/drawing/2014/main" id="{9D67514C-2E0C-C7CC-1BFB-F0C369B583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8" name="Group 1547">
              <a:extLst>
                <a:ext uri="{FF2B5EF4-FFF2-40B4-BE49-F238E27FC236}">
                  <a16:creationId xmlns:a16="http://schemas.microsoft.com/office/drawing/2014/main" id="{F484AFD8-617B-F7CA-3D51-26CA5712CA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345" name="Oval 1548">
                <a:extLst>
                  <a:ext uri="{FF2B5EF4-FFF2-40B4-BE49-F238E27FC236}">
                    <a16:creationId xmlns:a16="http://schemas.microsoft.com/office/drawing/2014/main" id="{AB48795C-DE1A-5D83-57F6-1182803C80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6" name="Oval 1549">
                <a:extLst>
                  <a:ext uri="{FF2B5EF4-FFF2-40B4-BE49-F238E27FC236}">
                    <a16:creationId xmlns:a16="http://schemas.microsoft.com/office/drawing/2014/main" id="{66F5E1FA-3AF5-5E7C-50E2-0DE345EBB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7" name="Freeform 1550">
                <a:extLst>
                  <a:ext uri="{FF2B5EF4-FFF2-40B4-BE49-F238E27FC236}">
                    <a16:creationId xmlns:a16="http://schemas.microsoft.com/office/drawing/2014/main" id="{E43B9AAA-CC98-DEA4-5F33-B6715B8531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8" name="Freeform 1551">
                <a:extLst>
                  <a:ext uri="{FF2B5EF4-FFF2-40B4-BE49-F238E27FC236}">
                    <a16:creationId xmlns:a16="http://schemas.microsoft.com/office/drawing/2014/main" id="{29BFF52C-11CD-6317-5E5A-B3C72C7E0A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9" name="Freeform 1552">
                <a:extLst>
                  <a:ext uri="{FF2B5EF4-FFF2-40B4-BE49-F238E27FC236}">
                    <a16:creationId xmlns:a16="http://schemas.microsoft.com/office/drawing/2014/main" id="{35410012-2C7B-870B-347E-612B8DC7AD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0" name="Oval 1553">
                <a:extLst>
                  <a:ext uri="{FF2B5EF4-FFF2-40B4-BE49-F238E27FC236}">
                    <a16:creationId xmlns:a16="http://schemas.microsoft.com/office/drawing/2014/main" id="{B1A674E0-9038-6D7F-7A04-AC00D9F5D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89" name="Group 1554">
              <a:extLst>
                <a:ext uri="{FF2B5EF4-FFF2-40B4-BE49-F238E27FC236}">
                  <a16:creationId xmlns:a16="http://schemas.microsoft.com/office/drawing/2014/main" id="{C35CD88F-F356-E27B-94F8-EB2FB105A2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339" name="Oval 1555">
                <a:extLst>
                  <a:ext uri="{FF2B5EF4-FFF2-40B4-BE49-F238E27FC236}">
                    <a16:creationId xmlns:a16="http://schemas.microsoft.com/office/drawing/2014/main" id="{EB583431-3B32-5A7A-CC59-254BB5B77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0" name="Oval 1556">
                <a:extLst>
                  <a:ext uri="{FF2B5EF4-FFF2-40B4-BE49-F238E27FC236}">
                    <a16:creationId xmlns:a16="http://schemas.microsoft.com/office/drawing/2014/main" id="{67DE431E-303C-15B4-565B-0EFC460266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41" name="Freeform 1557">
                <a:extLst>
                  <a:ext uri="{FF2B5EF4-FFF2-40B4-BE49-F238E27FC236}">
                    <a16:creationId xmlns:a16="http://schemas.microsoft.com/office/drawing/2014/main" id="{D24DA300-1AD7-549E-1D0E-2011D3CD7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2" name="Freeform 1558">
                <a:extLst>
                  <a:ext uri="{FF2B5EF4-FFF2-40B4-BE49-F238E27FC236}">
                    <a16:creationId xmlns:a16="http://schemas.microsoft.com/office/drawing/2014/main" id="{81C3FD57-D8D1-54C9-A187-3D1D54EF86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3" name="Freeform 1559">
                <a:extLst>
                  <a:ext uri="{FF2B5EF4-FFF2-40B4-BE49-F238E27FC236}">
                    <a16:creationId xmlns:a16="http://schemas.microsoft.com/office/drawing/2014/main" id="{DD66FDB9-0AE7-DDA3-C129-4139C8317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4" name="Oval 1560">
                <a:extLst>
                  <a:ext uri="{FF2B5EF4-FFF2-40B4-BE49-F238E27FC236}">
                    <a16:creationId xmlns:a16="http://schemas.microsoft.com/office/drawing/2014/main" id="{6DEB13B3-2B64-9939-9FF7-439603D459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0" name="Group 1561">
              <a:extLst>
                <a:ext uri="{FF2B5EF4-FFF2-40B4-BE49-F238E27FC236}">
                  <a16:creationId xmlns:a16="http://schemas.microsoft.com/office/drawing/2014/main" id="{248635C6-F9BE-E13F-1951-D5CD1DEC18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333" name="Oval 1562">
                <a:extLst>
                  <a:ext uri="{FF2B5EF4-FFF2-40B4-BE49-F238E27FC236}">
                    <a16:creationId xmlns:a16="http://schemas.microsoft.com/office/drawing/2014/main" id="{A5D5E1AA-9344-65F2-55EA-1CEF7E114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34" name="Oval 1563">
                <a:extLst>
                  <a:ext uri="{FF2B5EF4-FFF2-40B4-BE49-F238E27FC236}">
                    <a16:creationId xmlns:a16="http://schemas.microsoft.com/office/drawing/2014/main" id="{EE3FC8F4-4D43-F01B-C48A-4E999CE2AE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35" name="Freeform 1564">
                <a:extLst>
                  <a:ext uri="{FF2B5EF4-FFF2-40B4-BE49-F238E27FC236}">
                    <a16:creationId xmlns:a16="http://schemas.microsoft.com/office/drawing/2014/main" id="{83F5568B-9331-04B1-BD35-278F764BB3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Freeform 1565">
                <a:extLst>
                  <a:ext uri="{FF2B5EF4-FFF2-40B4-BE49-F238E27FC236}">
                    <a16:creationId xmlns:a16="http://schemas.microsoft.com/office/drawing/2014/main" id="{86245312-7A6A-475C-AB90-A14DD4E868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Freeform 1566">
                <a:extLst>
                  <a:ext uri="{FF2B5EF4-FFF2-40B4-BE49-F238E27FC236}">
                    <a16:creationId xmlns:a16="http://schemas.microsoft.com/office/drawing/2014/main" id="{384680EF-E0D5-FD6E-B001-324E8F1529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Oval 1567">
                <a:extLst>
                  <a:ext uri="{FF2B5EF4-FFF2-40B4-BE49-F238E27FC236}">
                    <a16:creationId xmlns:a16="http://schemas.microsoft.com/office/drawing/2014/main" id="{BF6AD470-F76F-DF55-C687-394A396CDE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1" name="Group 1568">
              <a:extLst>
                <a:ext uri="{FF2B5EF4-FFF2-40B4-BE49-F238E27FC236}">
                  <a16:creationId xmlns:a16="http://schemas.microsoft.com/office/drawing/2014/main" id="{D247EAAF-834B-F719-B448-ED0113D0E5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327" name="Oval 1569">
                <a:extLst>
                  <a:ext uri="{FF2B5EF4-FFF2-40B4-BE49-F238E27FC236}">
                    <a16:creationId xmlns:a16="http://schemas.microsoft.com/office/drawing/2014/main" id="{A77D23E4-3D2D-BCC7-FFE0-16236CF01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8" name="Oval 1570">
                <a:extLst>
                  <a:ext uri="{FF2B5EF4-FFF2-40B4-BE49-F238E27FC236}">
                    <a16:creationId xmlns:a16="http://schemas.microsoft.com/office/drawing/2014/main" id="{ABAD5BA3-EF24-BE06-539D-B2E66EF310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9" name="Freeform 1571">
                <a:extLst>
                  <a:ext uri="{FF2B5EF4-FFF2-40B4-BE49-F238E27FC236}">
                    <a16:creationId xmlns:a16="http://schemas.microsoft.com/office/drawing/2014/main" id="{D4E01975-21BC-41A7-2F78-3F046F3AC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Freeform 1572">
                <a:extLst>
                  <a:ext uri="{FF2B5EF4-FFF2-40B4-BE49-F238E27FC236}">
                    <a16:creationId xmlns:a16="http://schemas.microsoft.com/office/drawing/2014/main" id="{A9FD79F2-EB6F-2FF8-C8D6-00BB0C2D1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1" name="Freeform 1573">
                <a:extLst>
                  <a:ext uri="{FF2B5EF4-FFF2-40B4-BE49-F238E27FC236}">
                    <a16:creationId xmlns:a16="http://schemas.microsoft.com/office/drawing/2014/main" id="{1CA68369-5A3E-0014-776B-3F982C6D81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2" name="Oval 1574">
                <a:extLst>
                  <a:ext uri="{FF2B5EF4-FFF2-40B4-BE49-F238E27FC236}">
                    <a16:creationId xmlns:a16="http://schemas.microsoft.com/office/drawing/2014/main" id="{AA3AD21D-3EBB-823F-AB75-FBC0E0C160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2" name="Group 1575">
              <a:extLst>
                <a:ext uri="{FF2B5EF4-FFF2-40B4-BE49-F238E27FC236}">
                  <a16:creationId xmlns:a16="http://schemas.microsoft.com/office/drawing/2014/main" id="{343BB0B7-8321-56BB-8DD3-369D92D784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321" name="Oval 1576">
                <a:extLst>
                  <a:ext uri="{FF2B5EF4-FFF2-40B4-BE49-F238E27FC236}">
                    <a16:creationId xmlns:a16="http://schemas.microsoft.com/office/drawing/2014/main" id="{4FC17F3B-51F2-C8EA-9CCB-D21BB9F18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2" name="Oval 1577">
                <a:extLst>
                  <a:ext uri="{FF2B5EF4-FFF2-40B4-BE49-F238E27FC236}">
                    <a16:creationId xmlns:a16="http://schemas.microsoft.com/office/drawing/2014/main" id="{1F5CA3AB-0323-0B1F-FB5B-56422FFA19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23" name="Freeform 1578">
                <a:extLst>
                  <a:ext uri="{FF2B5EF4-FFF2-40B4-BE49-F238E27FC236}">
                    <a16:creationId xmlns:a16="http://schemas.microsoft.com/office/drawing/2014/main" id="{2BA285F7-2F2C-90BC-5B6A-C5D171AC71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4" name="Freeform 1579">
                <a:extLst>
                  <a:ext uri="{FF2B5EF4-FFF2-40B4-BE49-F238E27FC236}">
                    <a16:creationId xmlns:a16="http://schemas.microsoft.com/office/drawing/2014/main" id="{9239B5A2-5664-768C-E8FA-5049828075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5" name="Freeform 1580">
                <a:extLst>
                  <a:ext uri="{FF2B5EF4-FFF2-40B4-BE49-F238E27FC236}">
                    <a16:creationId xmlns:a16="http://schemas.microsoft.com/office/drawing/2014/main" id="{A61E2DEF-A9DC-C673-6C31-A8304D272C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6" name="Oval 1581">
                <a:extLst>
                  <a:ext uri="{FF2B5EF4-FFF2-40B4-BE49-F238E27FC236}">
                    <a16:creationId xmlns:a16="http://schemas.microsoft.com/office/drawing/2014/main" id="{39905DB1-B996-42C9-185D-C4ADB6865F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3" name="Group 1582">
              <a:extLst>
                <a:ext uri="{FF2B5EF4-FFF2-40B4-BE49-F238E27FC236}">
                  <a16:creationId xmlns:a16="http://schemas.microsoft.com/office/drawing/2014/main" id="{FE14AA18-6F32-7369-A72E-76C13DCE72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315" name="Oval 1583">
                <a:extLst>
                  <a:ext uri="{FF2B5EF4-FFF2-40B4-BE49-F238E27FC236}">
                    <a16:creationId xmlns:a16="http://schemas.microsoft.com/office/drawing/2014/main" id="{8CBB8522-8A13-7907-09F0-5BBE15DEF7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6" name="Oval 1584">
                <a:extLst>
                  <a:ext uri="{FF2B5EF4-FFF2-40B4-BE49-F238E27FC236}">
                    <a16:creationId xmlns:a16="http://schemas.microsoft.com/office/drawing/2014/main" id="{EEF71CDB-98C0-5EA0-6417-C3AB31DBB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7" name="Freeform 1585">
                <a:extLst>
                  <a:ext uri="{FF2B5EF4-FFF2-40B4-BE49-F238E27FC236}">
                    <a16:creationId xmlns:a16="http://schemas.microsoft.com/office/drawing/2014/main" id="{C33585FA-D1EB-BB0B-89E5-E28DF83556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8" name="Freeform 1586">
                <a:extLst>
                  <a:ext uri="{FF2B5EF4-FFF2-40B4-BE49-F238E27FC236}">
                    <a16:creationId xmlns:a16="http://schemas.microsoft.com/office/drawing/2014/main" id="{8849D401-ED72-DCC1-996B-98252AF99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9" name="Freeform 1587">
                <a:extLst>
                  <a:ext uri="{FF2B5EF4-FFF2-40B4-BE49-F238E27FC236}">
                    <a16:creationId xmlns:a16="http://schemas.microsoft.com/office/drawing/2014/main" id="{2C4C244B-22D4-EDF4-C2F8-C9F717BEAA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0" name="Oval 1588">
                <a:extLst>
                  <a:ext uri="{FF2B5EF4-FFF2-40B4-BE49-F238E27FC236}">
                    <a16:creationId xmlns:a16="http://schemas.microsoft.com/office/drawing/2014/main" id="{CB0691EB-1BE8-6CBA-9A48-15748C18D0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4" name="Group 1589">
              <a:extLst>
                <a:ext uri="{FF2B5EF4-FFF2-40B4-BE49-F238E27FC236}">
                  <a16:creationId xmlns:a16="http://schemas.microsoft.com/office/drawing/2014/main" id="{05E29F36-3D5D-9F12-0C23-687C7AEF48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309" name="Oval 1590">
                <a:extLst>
                  <a:ext uri="{FF2B5EF4-FFF2-40B4-BE49-F238E27FC236}">
                    <a16:creationId xmlns:a16="http://schemas.microsoft.com/office/drawing/2014/main" id="{F6127B52-E7BE-13B7-9CA9-3574AC229D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0" name="Oval 1591">
                <a:extLst>
                  <a:ext uri="{FF2B5EF4-FFF2-40B4-BE49-F238E27FC236}">
                    <a16:creationId xmlns:a16="http://schemas.microsoft.com/office/drawing/2014/main" id="{65747209-154F-9FA9-5EAC-12B7C8BACC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1" name="Freeform 1592">
                <a:extLst>
                  <a:ext uri="{FF2B5EF4-FFF2-40B4-BE49-F238E27FC236}">
                    <a16:creationId xmlns:a16="http://schemas.microsoft.com/office/drawing/2014/main" id="{4D644C91-EB49-D1A7-1BEC-961110E5EC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" name="Freeform 1593">
                <a:extLst>
                  <a:ext uri="{FF2B5EF4-FFF2-40B4-BE49-F238E27FC236}">
                    <a16:creationId xmlns:a16="http://schemas.microsoft.com/office/drawing/2014/main" id="{ABD00B18-FB75-15A9-14F0-583D99FB3A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3" name="Freeform 1594">
                <a:extLst>
                  <a:ext uri="{FF2B5EF4-FFF2-40B4-BE49-F238E27FC236}">
                    <a16:creationId xmlns:a16="http://schemas.microsoft.com/office/drawing/2014/main" id="{FEDBAE2C-BEBB-54CD-2835-CB30A9E94D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4" name="Oval 1595">
                <a:extLst>
                  <a:ext uri="{FF2B5EF4-FFF2-40B4-BE49-F238E27FC236}">
                    <a16:creationId xmlns:a16="http://schemas.microsoft.com/office/drawing/2014/main" id="{C31779DA-A7DD-D81A-67F7-E38E7C243B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5" name="Group 1596">
              <a:extLst>
                <a:ext uri="{FF2B5EF4-FFF2-40B4-BE49-F238E27FC236}">
                  <a16:creationId xmlns:a16="http://schemas.microsoft.com/office/drawing/2014/main" id="{27964CEB-799D-9905-DB1D-A6AACAC33A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303" name="Oval 1597">
                <a:extLst>
                  <a:ext uri="{FF2B5EF4-FFF2-40B4-BE49-F238E27FC236}">
                    <a16:creationId xmlns:a16="http://schemas.microsoft.com/office/drawing/2014/main" id="{D13E8AF1-09B4-F292-61BB-5E194FFC9E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4" name="Oval 1598">
                <a:extLst>
                  <a:ext uri="{FF2B5EF4-FFF2-40B4-BE49-F238E27FC236}">
                    <a16:creationId xmlns:a16="http://schemas.microsoft.com/office/drawing/2014/main" id="{1C5071F2-20B9-2628-89A7-B9F96410F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5" name="Freeform 1599">
                <a:extLst>
                  <a:ext uri="{FF2B5EF4-FFF2-40B4-BE49-F238E27FC236}">
                    <a16:creationId xmlns:a16="http://schemas.microsoft.com/office/drawing/2014/main" id="{C9F5476D-9117-06CA-828A-460FEBE3C3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" name="Freeform 1600">
                <a:extLst>
                  <a:ext uri="{FF2B5EF4-FFF2-40B4-BE49-F238E27FC236}">
                    <a16:creationId xmlns:a16="http://schemas.microsoft.com/office/drawing/2014/main" id="{42418794-D3B7-3344-96C7-6168296FA3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" name="Freeform 1601">
                <a:extLst>
                  <a:ext uri="{FF2B5EF4-FFF2-40B4-BE49-F238E27FC236}">
                    <a16:creationId xmlns:a16="http://schemas.microsoft.com/office/drawing/2014/main" id="{B8C17453-E319-F371-9DA4-6C7D293C7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" name="Oval 1602">
                <a:extLst>
                  <a:ext uri="{FF2B5EF4-FFF2-40B4-BE49-F238E27FC236}">
                    <a16:creationId xmlns:a16="http://schemas.microsoft.com/office/drawing/2014/main" id="{58E91E4F-866F-F5A8-10F8-98FCB67191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96" name="Group 1603">
              <a:extLst>
                <a:ext uri="{FF2B5EF4-FFF2-40B4-BE49-F238E27FC236}">
                  <a16:creationId xmlns:a16="http://schemas.microsoft.com/office/drawing/2014/main" id="{4A3F0865-2DFB-E5EB-B098-7F4B38A302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297" name="Oval 1604">
                <a:extLst>
                  <a:ext uri="{FF2B5EF4-FFF2-40B4-BE49-F238E27FC236}">
                    <a16:creationId xmlns:a16="http://schemas.microsoft.com/office/drawing/2014/main" id="{E1B66931-57D8-D7D7-5F69-618B7ABB1D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98" name="Oval 1605">
                <a:extLst>
                  <a:ext uri="{FF2B5EF4-FFF2-40B4-BE49-F238E27FC236}">
                    <a16:creationId xmlns:a16="http://schemas.microsoft.com/office/drawing/2014/main" id="{1C7A5D5B-E262-5AE3-AF3E-062978C11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99" name="Freeform 1606">
                <a:extLst>
                  <a:ext uri="{FF2B5EF4-FFF2-40B4-BE49-F238E27FC236}">
                    <a16:creationId xmlns:a16="http://schemas.microsoft.com/office/drawing/2014/main" id="{B310DFA1-5E5B-BDED-419C-F5E7E66671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" name="Freeform 1607">
                <a:extLst>
                  <a:ext uri="{FF2B5EF4-FFF2-40B4-BE49-F238E27FC236}">
                    <a16:creationId xmlns:a16="http://schemas.microsoft.com/office/drawing/2014/main" id="{82136B99-10E6-F2F3-F717-B32BF1766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" name="Freeform 1608">
                <a:extLst>
                  <a:ext uri="{FF2B5EF4-FFF2-40B4-BE49-F238E27FC236}">
                    <a16:creationId xmlns:a16="http://schemas.microsoft.com/office/drawing/2014/main" id="{8B7B9725-61A1-2CD4-DFD9-C228F81DC2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" name="Oval 1609">
                <a:extLst>
                  <a:ext uri="{FF2B5EF4-FFF2-40B4-BE49-F238E27FC236}">
                    <a16:creationId xmlns:a16="http://schemas.microsoft.com/office/drawing/2014/main" id="{E3802EB4-7BF1-027C-1C56-1500B51BF0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489" name="Group 1385">
            <a:extLst>
              <a:ext uri="{FF2B5EF4-FFF2-40B4-BE49-F238E27FC236}">
                <a16:creationId xmlns:a16="http://schemas.microsoft.com/office/drawing/2014/main" id="{31517603-EBA9-9960-D872-52E227E20544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3271214" y="119636"/>
            <a:ext cx="1141095" cy="340150"/>
            <a:chOff x="446" y="1196"/>
            <a:chExt cx="1048" cy="312"/>
          </a:xfrm>
        </p:grpSpPr>
        <p:grpSp>
          <p:nvGrpSpPr>
            <p:cNvPr id="2490" name="Group 1386">
              <a:extLst>
                <a:ext uri="{FF2B5EF4-FFF2-40B4-BE49-F238E27FC236}">
                  <a16:creationId xmlns:a16="http://schemas.microsoft.com/office/drawing/2014/main" id="{70947FE7-3023-A530-6FA2-118B2CB8CE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08" name="Oval 1387">
                <a:extLst>
                  <a:ext uri="{FF2B5EF4-FFF2-40B4-BE49-F238E27FC236}">
                    <a16:creationId xmlns:a16="http://schemas.microsoft.com/office/drawing/2014/main" id="{1BB29046-BB3B-6D1E-FC70-8BF4D13796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9" name="Oval 1388">
                <a:extLst>
                  <a:ext uri="{FF2B5EF4-FFF2-40B4-BE49-F238E27FC236}">
                    <a16:creationId xmlns:a16="http://schemas.microsoft.com/office/drawing/2014/main" id="{7A30B3AF-9D3A-FC74-660C-BBF30E14E2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0" name="Freeform 1389">
                <a:extLst>
                  <a:ext uri="{FF2B5EF4-FFF2-40B4-BE49-F238E27FC236}">
                    <a16:creationId xmlns:a16="http://schemas.microsoft.com/office/drawing/2014/main" id="{767FF5BA-CDB3-A4E4-8B7B-D83B503CB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1" name="Freeform 1390">
                <a:extLst>
                  <a:ext uri="{FF2B5EF4-FFF2-40B4-BE49-F238E27FC236}">
                    <a16:creationId xmlns:a16="http://schemas.microsoft.com/office/drawing/2014/main" id="{B6102131-189A-B5D5-AAD2-4196698283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2" name="Freeform 1391">
                <a:extLst>
                  <a:ext uri="{FF2B5EF4-FFF2-40B4-BE49-F238E27FC236}">
                    <a16:creationId xmlns:a16="http://schemas.microsoft.com/office/drawing/2014/main" id="{860B217A-89F2-AA2A-EAF5-86BE930D3E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3" name="Oval 1392">
                <a:extLst>
                  <a:ext uri="{FF2B5EF4-FFF2-40B4-BE49-F238E27FC236}">
                    <a16:creationId xmlns:a16="http://schemas.microsoft.com/office/drawing/2014/main" id="{AD282F62-95E9-1F63-3AEB-8454BE25C4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1" name="Group 1393">
              <a:extLst>
                <a:ext uri="{FF2B5EF4-FFF2-40B4-BE49-F238E27FC236}">
                  <a16:creationId xmlns:a16="http://schemas.microsoft.com/office/drawing/2014/main" id="{8EDEC135-55E3-39A8-0529-C40C5CCE8E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02" name="Oval 1394">
                <a:extLst>
                  <a:ext uri="{FF2B5EF4-FFF2-40B4-BE49-F238E27FC236}">
                    <a16:creationId xmlns:a16="http://schemas.microsoft.com/office/drawing/2014/main" id="{9DAD83E1-4099-A7E5-186F-33EB8A2AC1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3" name="Oval 1395">
                <a:extLst>
                  <a:ext uri="{FF2B5EF4-FFF2-40B4-BE49-F238E27FC236}">
                    <a16:creationId xmlns:a16="http://schemas.microsoft.com/office/drawing/2014/main" id="{6D1D6A0D-B780-7C72-576E-E43E922C25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4" name="Freeform 1396">
                <a:extLst>
                  <a:ext uri="{FF2B5EF4-FFF2-40B4-BE49-F238E27FC236}">
                    <a16:creationId xmlns:a16="http://schemas.microsoft.com/office/drawing/2014/main" id="{71ED6A2A-BFDA-0C41-5193-2EA0FE125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5" name="Freeform 1397">
                <a:extLst>
                  <a:ext uri="{FF2B5EF4-FFF2-40B4-BE49-F238E27FC236}">
                    <a16:creationId xmlns:a16="http://schemas.microsoft.com/office/drawing/2014/main" id="{1F1D074D-F704-99A4-79ED-1A72D21A1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6" name="Freeform 1398">
                <a:extLst>
                  <a:ext uri="{FF2B5EF4-FFF2-40B4-BE49-F238E27FC236}">
                    <a16:creationId xmlns:a16="http://schemas.microsoft.com/office/drawing/2014/main" id="{A39607A8-A9A9-2FFB-9B8E-E8E2E06070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7" name="Oval 1399">
                <a:extLst>
                  <a:ext uri="{FF2B5EF4-FFF2-40B4-BE49-F238E27FC236}">
                    <a16:creationId xmlns:a16="http://schemas.microsoft.com/office/drawing/2014/main" id="{7FA20EEB-74C2-B453-EC7D-E37FADA9C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2" name="Group 1400">
              <a:extLst>
                <a:ext uri="{FF2B5EF4-FFF2-40B4-BE49-F238E27FC236}">
                  <a16:creationId xmlns:a16="http://schemas.microsoft.com/office/drawing/2014/main" id="{E6381138-8EC8-6B19-906B-37989A4198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696" name="Oval 1401">
                <a:extLst>
                  <a:ext uri="{FF2B5EF4-FFF2-40B4-BE49-F238E27FC236}">
                    <a16:creationId xmlns:a16="http://schemas.microsoft.com/office/drawing/2014/main" id="{345AE39D-DEE1-ABE8-EEB6-B28DD842C2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7" name="Oval 1402">
                <a:extLst>
                  <a:ext uri="{FF2B5EF4-FFF2-40B4-BE49-F238E27FC236}">
                    <a16:creationId xmlns:a16="http://schemas.microsoft.com/office/drawing/2014/main" id="{A478E3C9-A8C1-452E-2D07-2E26BA5A6B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8" name="Freeform 1403">
                <a:extLst>
                  <a:ext uri="{FF2B5EF4-FFF2-40B4-BE49-F238E27FC236}">
                    <a16:creationId xmlns:a16="http://schemas.microsoft.com/office/drawing/2014/main" id="{B7100DC8-16B6-59A3-1400-34AFB1225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9" name="Freeform 1404">
                <a:extLst>
                  <a:ext uri="{FF2B5EF4-FFF2-40B4-BE49-F238E27FC236}">
                    <a16:creationId xmlns:a16="http://schemas.microsoft.com/office/drawing/2014/main" id="{5BB70D3A-82DC-6076-91C3-55EB0FB71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0" name="Freeform 1405">
                <a:extLst>
                  <a:ext uri="{FF2B5EF4-FFF2-40B4-BE49-F238E27FC236}">
                    <a16:creationId xmlns:a16="http://schemas.microsoft.com/office/drawing/2014/main" id="{0B758437-614B-1917-2626-48B9AD3062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1" name="Oval 1406">
                <a:extLst>
                  <a:ext uri="{FF2B5EF4-FFF2-40B4-BE49-F238E27FC236}">
                    <a16:creationId xmlns:a16="http://schemas.microsoft.com/office/drawing/2014/main" id="{A76266D5-301E-A21F-D8FE-20829D06E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3" name="Group 1407">
              <a:extLst>
                <a:ext uri="{FF2B5EF4-FFF2-40B4-BE49-F238E27FC236}">
                  <a16:creationId xmlns:a16="http://schemas.microsoft.com/office/drawing/2014/main" id="{91CF0AF8-17F4-DCE4-72EC-762B3C1FA8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690" name="Oval 1408">
                <a:extLst>
                  <a:ext uri="{FF2B5EF4-FFF2-40B4-BE49-F238E27FC236}">
                    <a16:creationId xmlns:a16="http://schemas.microsoft.com/office/drawing/2014/main" id="{2C34318F-F9C6-CABE-475C-6D080836AD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1" name="Oval 1409">
                <a:extLst>
                  <a:ext uri="{FF2B5EF4-FFF2-40B4-BE49-F238E27FC236}">
                    <a16:creationId xmlns:a16="http://schemas.microsoft.com/office/drawing/2014/main" id="{A815793F-FA96-7D32-8EA7-44C53C8F35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2" name="Freeform 1410">
                <a:extLst>
                  <a:ext uri="{FF2B5EF4-FFF2-40B4-BE49-F238E27FC236}">
                    <a16:creationId xmlns:a16="http://schemas.microsoft.com/office/drawing/2014/main" id="{8930AE74-7DD8-425D-A63C-D0C5662532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3" name="Freeform 1411">
                <a:extLst>
                  <a:ext uri="{FF2B5EF4-FFF2-40B4-BE49-F238E27FC236}">
                    <a16:creationId xmlns:a16="http://schemas.microsoft.com/office/drawing/2014/main" id="{3841766C-F93E-71FC-9514-4544D1489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4" name="Freeform 1412">
                <a:extLst>
                  <a:ext uri="{FF2B5EF4-FFF2-40B4-BE49-F238E27FC236}">
                    <a16:creationId xmlns:a16="http://schemas.microsoft.com/office/drawing/2014/main" id="{6C68FF02-E02B-3B0B-03E0-FF8BA3CC42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5" name="Oval 1413">
                <a:extLst>
                  <a:ext uri="{FF2B5EF4-FFF2-40B4-BE49-F238E27FC236}">
                    <a16:creationId xmlns:a16="http://schemas.microsoft.com/office/drawing/2014/main" id="{3BE6A1AB-FFC1-2976-1500-F47A7E5F07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4" name="Group 1414">
              <a:extLst>
                <a:ext uri="{FF2B5EF4-FFF2-40B4-BE49-F238E27FC236}">
                  <a16:creationId xmlns:a16="http://schemas.microsoft.com/office/drawing/2014/main" id="{5B1E9D0B-D001-1C5B-92D9-38FAF744F9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684" name="Oval 1415">
                <a:extLst>
                  <a:ext uri="{FF2B5EF4-FFF2-40B4-BE49-F238E27FC236}">
                    <a16:creationId xmlns:a16="http://schemas.microsoft.com/office/drawing/2014/main" id="{0A6D27E9-4433-765C-A5D0-4AB797DA24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5" name="Oval 1416">
                <a:extLst>
                  <a:ext uri="{FF2B5EF4-FFF2-40B4-BE49-F238E27FC236}">
                    <a16:creationId xmlns:a16="http://schemas.microsoft.com/office/drawing/2014/main" id="{E4E31A06-8BB9-6CE8-F9F5-A95320BCE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6" name="Freeform 1417">
                <a:extLst>
                  <a:ext uri="{FF2B5EF4-FFF2-40B4-BE49-F238E27FC236}">
                    <a16:creationId xmlns:a16="http://schemas.microsoft.com/office/drawing/2014/main" id="{EE55FB91-1114-8BF4-F583-B82A549B3B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7" name="Freeform 1418">
                <a:extLst>
                  <a:ext uri="{FF2B5EF4-FFF2-40B4-BE49-F238E27FC236}">
                    <a16:creationId xmlns:a16="http://schemas.microsoft.com/office/drawing/2014/main" id="{43660E4B-691C-EC47-D778-FD2BB8C457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8" name="Freeform 1419">
                <a:extLst>
                  <a:ext uri="{FF2B5EF4-FFF2-40B4-BE49-F238E27FC236}">
                    <a16:creationId xmlns:a16="http://schemas.microsoft.com/office/drawing/2014/main" id="{F726CCEB-30AF-A44D-CE97-AA136094C5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9" name="Oval 1420">
                <a:extLst>
                  <a:ext uri="{FF2B5EF4-FFF2-40B4-BE49-F238E27FC236}">
                    <a16:creationId xmlns:a16="http://schemas.microsoft.com/office/drawing/2014/main" id="{D8E8754C-26CE-0098-3255-43683DE8B4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5" name="Group 1421">
              <a:extLst>
                <a:ext uri="{FF2B5EF4-FFF2-40B4-BE49-F238E27FC236}">
                  <a16:creationId xmlns:a16="http://schemas.microsoft.com/office/drawing/2014/main" id="{A8CA961E-9A26-E28D-5753-2D28E2A39A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678" name="Oval 1422">
                <a:extLst>
                  <a:ext uri="{FF2B5EF4-FFF2-40B4-BE49-F238E27FC236}">
                    <a16:creationId xmlns:a16="http://schemas.microsoft.com/office/drawing/2014/main" id="{73FCD244-D88C-0659-D0A8-5A75DBFDCC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9" name="Oval 1423">
                <a:extLst>
                  <a:ext uri="{FF2B5EF4-FFF2-40B4-BE49-F238E27FC236}">
                    <a16:creationId xmlns:a16="http://schemas.microsoft.com/office/drawing/2014/main" id="{477B071A-9D45-1AA8-FAAA-3BD5D58315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0" name="Freeform 1424">
                <a:extLst>
                  <a:ext uri="{FF2B5EF4-FFF2-40B4-BE49-F238E27FC236}">
                    <a16:creationId xmlns:a16="http://schemas.microsoft.com/office/drawing/2014/main" id="{BC7BAE22-52EC-1375-4390-9CBBC76A6F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" name="Freeform 1425">
                <a:extLst>
                  <a:ext uri="{FF2B5EF4-FFF2-40B4-BE49-F238E27FC236}">
                    <a16:creationId xmlns:a16="http://schemas.microsoft.com/office/drawing/2014/main" id="{8015315B-9D5D-B226-F7BC-55FA3F56B5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" name="Freeform 1426">
                <a:extLst>
                  <a:ext uri="{FF2B5EF4-FFF2-40B4-BE49-F238E27FC236}">
                    <a16:creationId xmlns:a16="http://schemas.microsoft.com/office/drawing/2014/main" id="{65E85F27-87ED-39CA-0767-39F7429FB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" name="Oval 1427">
                <a:extLst>
                  <a:ext uri="{FF2B5EF4-FFF2-40B4-BE49-F238E27FC236}">
                    <a16:creationId xmlns:a16="http://schemas.microsoft.com/office/drawing/2014/main" id="{2105D6AE-6CC6-D6E4-48A1-315A7E1D2C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6" name="Group 1428">
              <a:extLst>
                <a:ext uri="{FF2B5EF4-FFF2-40B4-BE49-F238E27FC236}">
                  <a16:creationId xmlns:a16="http://schemas.microsoft.com/office/drawing/2014/main" id="{DA3923BE-9860-4FB1-49CA-0ED9F571CB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672" name="Oval 1429">
                <a:extLst>
                  <a:ext uri="{FF2B5EF4-FFF2-40B4-BE49-F238E27FC236}">
                    <a16:creationId xmlns:a16="http://schemas.microsoft.com/office/drawing/2014/main" id="{1F999B92-EA03-5CA1-40C2-50EE81CD87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3" name="Oval 1430">
                <a:extLst>
                  <a:ext uri="{FF2B5EF4-FFF2-40B4-BE49-F238E27FC236}">
                    <a16:creationId xmlns:a16="http://schemas.microsoft.com/office/drawing/2014/main" id="{DCE282D0-4221-3506-523F-E40C7B401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4" name="Freeform 1431">
                <a:extLst>
                  <a:ext uri="{FF2B5EF4-FFF2-40B4-BE49-F238E27FC236}">
                    <a16:creationId xmlns:a16="http://schemas.microsoft.com/office/drawing/2014/main" id="{A3F12707-D59B-CA67-7464-F3E9EFCC2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" name="Freeform 1432">
                <a:extLst>
                  <a:ext uri="{FF2B5EF4-FFF2-40B4-BE49-F238E27FC236}">
                    <a16:creationId xmlns:a16="http://schemas.microsoft.com/office/drawing/2014/main" id="{E287D195-32EB-F4A3-1C49-C75644C3C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" name="Freeform 1433">
                <a:extLst>
                  <a:ext uri="{FF2B5EF4-FFF2-40B4-BE49-F238E27FC236}">
                    <a16:creationId xmlns:a16="http://schemas.microsoft.com/office/drawing/2014/main" id="{7289ADEE-CEAB-108E-53DE-30CA13169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" name="Oval 1434">
                <a:extLst>
                  <a:ext uri="{FF2B5EF4-FFF2-40B4-BE49-F238E27FC236}">
                    <a16:creationId xmlns:a16="http://schemas.microsoft.com/office/drawing/2014/main" id="{2EF8F15D-52C6-89A7-82A9-E5D31DD513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7" name="Group 1435">
              <a:extLst>
                <a:ext uri="{FF2B5EF4-FFF2-40B4-BE49-F238E27FC236}">
                  <a16:creationId xmlns:a16="http://schemas.microsoft.com/office/drawing/2014/main" id="{F285986F-6F3C-CECC-1808-7A9E0A6831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666" name="Oval 1436">
                <a:extLst>
                  <a:ext uri="{FF2B5EF4-FFF2-40B4-BE49-F238E27FC236}">
                    <a16:creationId xmlns:a16="http://schemas.microsoft.com/office/drawing/2014/main" id="{A8398EBF-1958-4789-106E-7EA4221DCF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7" name="Oval 1437">
                <a:extLst>
                  <a:ext uri="{FF2B5EF4-FFF2-40B4-BE49-F238E27FC236}">
                    <a16:creationId xmlns:a16="http://schemas.microsoft.com/office/drawing/2014/main" id="{A49EFCD4-7996-22C2-17C3-B5E28CCE99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8" name="Freeform 1438">
                <a:extLst>
                  <a:ext uri="{FF2B5EF4-FFF2-40B4-BE49-F238E27FC236}">
                    <a16:creationId xmlns:a16="http://schemas.microsoft.com/office/drawing/2014/main" id="{D168C4BE-87E2-A8D2-4A71-1BB9CB394F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" name="Freeform 1439">
                <a:extLst>
                  <a:ext uri="{FF2B5EF4-FFF2-40B4-BE49-F238E27FC236}">
                    <a16:creationId xmlns:a16="http://schemas.microsoft.com/office/drawing/2014/main" id="{5AAFDF2A-B10D-F5A6-04A7-5352A7D1E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" name="Freeform 1440">
                <a:extLst>
                  <a:ext uri="{FF2B5EF4-FFF2-40B4-BE49-F238E27FC236}">
                    <a16:creationId xmlns:a16="http://schemas.microsoft.com/office/drawing/2014/main" id="{72C70090-1F92-E484-A651-581CB1E16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" name="Oval 1441">
                <a:extLst>
                  <a:ext uri="{FF2B5EF4-FFF2-40B4-BE49-F238E27FC236}">
                    <a16:creationId xmlns:a16="http://schemas.microsoft.com/office/drawing/2014/main" id="{D77660A9-23F9-6301-D354-0608E58E8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8" name="Group 1442">
              <a:extLst>
                <a:ext uri="{FF2B5EF4-FFF2-40B4-BE49-F238E27FC236}">
                  <a16:creationId xmlns:a16="http://schemas.microsoft.com/office/drawing/2014/main" id="{B580A10B-99F4-4D13-4506-0DA778AC19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660" name="Oval 1443">
                <a:extLst>
                  <a:ext uri="{FF2B5EF4-FFF2-40B4-BE49-F238E27FC236}">
                    <a16:creationId xmlns:a16="http://schemas.microsoft.com/office/drawing/2014/main" id="{BC63F382-485C-75BB-724B-A95A76CB1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1" name="Oval 1444">
                <a:extLst>
                  <a:ext uri="{FF2B5EF4-FFF2-40B4-BE49-F238E27FC236}">
                    <a16:creationId xmlns:a16="http://schemas.microsoft.com/office/drawing/2014/main" id="{14EEADF3-BD33-1BE2-D91D-1783F8E37E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2" name="Freeform 1445">
                <a:extLst>
                  <a:ext uri="{FF2B5EF4-FFF2-40B4-BE49-F238E27FC236}">
                    <a16:creationId xmlns:a16="http://schemas.microsoft.com/office/drawing/2014/main" id="{C7BE645C-5D1F-2038-60AC-36727F6C7A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3" name="Freeform 1446">
                <a:extLst>
                  <a:ext uri="{FF2B5EF4-FFF2-40B4-BE49-F238E27FC236}">
                    <a16:creationId xmlns:a16="http://schemas.microsoft.com/office/drawing/2014/main" id="{A637FB83-931A-7CA6-38C7-3F966CB9D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" name="Freeform 1447">
                <a:extLst>
                  <a:ext uri="{FF2B5EF4-FFF2-40B4-BE49-F238E27FC236}">
                    <a16:creationId xmlns:a16="http://schemas.microsoft.com/office/drawing/2014/main" id="{CD00EB52-A76F-5B6E-F92F-2E8692E615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5" name="Oval 1448">
                <a:extLst>
                  <a:ext uri="{FF2B5EF4-FFF2-40B4-BE49-F238E27FC236}">
                    <a16:creationId xmlns:a16="http://schemas.microsoft.com/office/drawing/2014/main" id="{5997D412-CBA1-5574-A166-3CE946F47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9" name="Group 1449">
              <a:extLst>
                <a:ext uri="{FF2B5EF4-FFF2-40B4-BE49-F238E27FC236}">
                  <a16:creationId xmlns:a16="http://schemas.microsoft.com/office/drawing/2014/main" id="{A6625525-8CD6-8925-2340-4B063E40B3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654" name="Oval 1450">
                <a:extLst>
                  <a:ext uri="{FF2B5EF4-FFF2-40B4-BE49-F238E27FC236}">
                    <a16:creationId xmlns:a16="http://schemas.microsoft.com/office/drawing/2014/main" id="{A0B4D669-4F38-4AB8-AB8C-630B9E0B5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5" name="Oval 1451">
                <a:extLst>
                  <a:ext uri="{FF2B5EF4-FFF2-40B4-BE49-F238E27FC236}">
                    <a16:creationId xmlns:a16="http://schemas.microsoft.com/office/drawing/2014/main" id="{8EFCE999-BB02-6E91-9603-67E2BE3E1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6" name="Freeform 1452">
                <a:extLst>
                  <a:ext uri="{FF2B5EF4-FFF2-40B4-BE49-F238E27FC236}">
                    <a16:creationId xmlns:a16="http://schemas.microsoft.com/office/drawing/2014/main" id="{0BC116C7-6C2E-D0E6-3D98-ABB92385F1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7" name="Freeform 1453">
                <a:extLst>
                  <a:ext uri="{FF2B5EF4-FFF2-40B4-BE49-F238E27FC236}">
                    <a16:creationId xmlns:a16="http://schemas.microsoft.com/office/drawing/2014/main" id="{F87FA3EA-179C-5C17-F9EB-D76A8A8B0F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8" name="Freeform 1454">
                <a:extLst>
                  <a:ext uri="{FF2B5EF4-FFF2-40B4-BE49-F238E27FC236}">
                    <a16:creationId xmlns:a16="http://schemas.microsoft.com/office/drawing/2014/main" id="{025B042C-F652-F624-65A6-7C476DBACD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9" name="Oval 1455">
                <a:extLst>
                  <a:ext uri="{FF2B5EF4-FFF2-40B4-BE49-F238E27FC236}">
                    <a16:creationId xmlns:a16="http://schemas.microsoft.com/office/drawing/2014/main" id="{F94177E9-2F57-3FB8-1B5E-325A7F018C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0" name="Group 1456">
              <a:extLst>
                <a:ext uri="{FF2B5EF4-FFF2-40B4-BE49-F238E27FC236}">
                  <a16:creationId xmlns:a16="http://schemas.microsoft.com/office/drawing/2014/main" id="{181D4BFF-972E-E369-6799-EBE3950AD6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648" name="Oval 1457">
                <a:extLst>
                  <a:ext uri="{FF2B5EF4-FFF2-40B4-BE49-F238E27FC236}">
                    <a16:creationId xmlns:a16="http://schemas.microsoft.com/office/drawing/2014/main" id="{98C78A52-1863-3A58-E616-868D49BCDF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9" name="Oval 1458">
                <a:extLst>
                  <a:ext uri="{FF2B5EF4-FFF2-40B4-BE49-F238E27FC236}">
                    <a16:creationId xmlns:a16="http://schemas.microsoft.com/office/drawing/2014/main" id="{36CE3D72-2953-585D-DE10-1B9DB2D795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0" name="Freeform 1459">
                <a:extLst>
                  <a:ext uri="{FF2B5EF4-FFF2-40B4-BE49-F238E27FC236}">
                    <a16:creationId xmlns:a16="http://schemas.microsoft.com/office/drawing/2014/main" id="{CDBA4811-BA30-AA18-9B14-2ECB523EA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1" name="Freeform 1460">
                <a:extLst>
                  <a:ext uri="{FF2B5EF4-FFF2-40B4-BE49-F238E27FC236}">
                    <a16:creationId xmlns:a16="http://schemas.microsoft.com/office/drawing/2014/main" id="{C941A81D-3C90-9459-377E-D4595BD9B2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2" name="Freeform 1461">
                <a:extLst>
                  <a:ext uri="{FF2B5EF4-FFF2-40B4-BE49-F238E27FC236}">
                    <a16:creationId xmlns:a16="http://schemas.microsoft.com/office/drawing/2014/main" id="{2A861B8B-681C-340E-B04C-BDE8445147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3" name="Oval 1462">
                <a:extLst>
                  <a:ext uri="{FF2B5EF4-FFF2-40B4-BE49-F238E27FC236}">
                    <a16:creationId xmlns:a16="http://schemas.microsoft.com/office/drawing/2014/main" id="{BBD4C32F-70F6-46E1-E670-5C5CFC99C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1" name="Group 1463">
              <a:extLst>
                <a:ext uri="{FF2B5EF4-FFF2-40B4-BE49-F238E27FC236}">
                  <a16:creationId xmlns:a16="http://schemas.microsoft.com/office/drawing/2014/main" id="{CE716CB1-014D-24E6-CE95-D0E94616EA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642" name="Oval 1464">
                <a:extLst>
                  <a:ext uri="{FF2B5EF4-FFF2-40B4-BE49-F238E27FC236}">
                    <a16:creationId xmlns:a16="http://schemas.microsoft.com/office/drawing/2014/main" id="{24B1638C-31D7-BF45-72BF-7102EF3EAD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3" name="Oval 1465">
                <a:extLst>
                  <a:ext uri="{FF2B5EF4-FFF2-40B4-BE49-F238E27FC236}">
                    <a16:creationId xmlns:a16="http://schemas.microsoft.com/office/drawing/2014/main" id="{31845A35-9AFD-C9B8-1A4A-1AFC6BBB0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4" name="Freeform 1466">
                <a:extLst>
                  <a:ext uri="{FF2B5EF4-FFF2-40B4-BE49-F238E27FC236}">
                    <a16:creationId xmlns:a16="http://schemas.microsoft.com/office/drawing/2014/main" id="{947B99D6-A373-75BD-ED1B-CCC8728041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5" name="Freeform 1467">
                <a:extLst>
                  <a:ext uri="{FF2B5EF4-FFF2-40B4-BE49-F238E27FC236}">
                    <a16:creationId xmlns:a16="http://schemas.microsoft.com/office/drawing/2014/main" id="{E93528A0-4BA8-93FE-47D0-ACF26B767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6" name="Freeform 1468">
                <a:extLst>
                  <a:ext uri="{FF2B5EF4-FFF2-40B4-BE49-F238E27FC236}">
                    <a16:creationId xmlns:a16="http://schemas.microsoft.com/office/drawing/2014/main" id="{DABE5CAD-89C1-8366-35D7-B12FCC228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7" name="Oval 1469">
                <a:extLst>
                  <a:ext uri="{FF2B5EF4-FFF2-40B4-BE49-F238E27FC236}">
                    <a16:creationId xmlns:a16="http://schemas.microsoft.com/office/drawing/2014/main" id="{05734D6A-3E22-C643-3237-03ABD371F0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2" name="Group 1470">
              <a:extLst>
                <a:ext uri="{FF2B5EF4-FFF2-40B4-BE49-F238E27FC236}">
                  <a16:creationId xmlns:a16="http://schemas.microsoft.com/office/drawing/2014/main" id="{4EAD4561-0593-69E9-792C-31CCE4214B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636" name="Oval 1471">
                <a:extLst>
                  <a:ext uri="{FF2B5EF4-FFF2-40B4-BE49-F238E27FC236}">
                    <a16:creationId xmlns:a16="http://schemas.microsoft.com/office/drawing/2014/main" id="{ED8ADB38-82B4-A4BC-20FD-0F7EC5F62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7" name="Oval 1472">
                <a:extLst>
                  <a:ext uri="{FF2B5EF4-FFF2-40B4-BE49-F238E27FC236}">
                    <a16:creationId xmlns:a16="http://schemas.microsoft.com/office/drawing/2014/main" id="{7B3C38C5-A0A5-4AD8-E51C-5C25B10BD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8" name="Freeform 1473">
                <a:extLst>
                  <a:ext uri="{FF2B5EF4-FFF2-40B4-BE49-F238E27FC236}">
                    <a16:creationId xmlns:a16="http://schemas.microsoft.com/office/drawing/2014/main" id="{E8C2FE34-8D27-ABC1-BB9D-80C0B0F2C8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9" name="Freeform 1474">
                <a:extLst>
                  <a:ext uri="{FF2B5EF4-FFF2-40B4-BE49-F238E27FC236}">
                    <a16:creationId xmlns:a16="http://schemas.microsoft.com/office/drawing/2014/main" id="{906BAAF8-356D-EC14-BBE3-CAECD6717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0" name="Freeform 1475">
                <a:extLst>
                  <a:ext uri="{FF2B5EF4-FFF2-40B4-BE49-F238E27FC236}">
                    <a16:creationId xmlns:a16="http://schemas.microsoft.com/office/drawing/2014/main" id="{053DED86-160B-8DBA-84DB-A06DE0670D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1" name="Oval 1476">
                <a:extLst>
                  <a:ext uri="{FF2B5EF4-FFF2-40B4-BE49-F238E27FC236}">
                    <a16:creationId xmlns:a16="http://schemas.microsoft.com/office/drawing/2014/main" id="{D1C676C7-073F-069F-CD5D-E1E9B95CCF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3" name="Group 1477">
              <a:extLst>
                <a:ext uri="{FF2B5EF4-FFF2-40B4-BE49-F238E27FC236}">
                  <a16:creationId xmlns:a16="http://schemas.microsoft.com/office/drawing/2014/main" id="{3F713528-D151-7504-1E71-BF6F95B9E5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630" name="Oval 1478">
                <a:extLst>
                  <a:ext uri="{FF2B5EF4-FFF2-40B4-BE49-F238E27FC236}">
                    <a16:creationId xmlns:a16="http://schemas.microsoft.com/office/drawing/2014/main" id="{F306F900-ECAE-1E0E-F4FE-6884EFC4E2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1" name="Oval 1479">
                <a:extLst>
                  <a:ext uri="{FF2B5EF4-FFF2-40B4-BE49-F238E27FC236}">
                    <a16:creationId xmlns:a16="http://schemas.microsoft.com/office/drawing/2014/main" id="{5E5E0A85-9764-AE9D-8D90-3EC936493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2" name="Freeform 1480">
                <a:extLst>
                  <a:ext uri="{FF2B5EF4-FFF2-40B4-BE49-F238E27FC236}">
                    <a16:creationId xmlns:a16="http://schemas.microsoft.com/office/drawing/2014/main" id="{0F84CFC3-A8D3-C8FE-CEDC-5CE7A24055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3" name="Freeform 1481">
                <a:extLst>
                  <a:ext uri="{FF2B5EF4-FFF2-40B4-BE49-F238E27FC236}">
                    <a16:creationId xmlns:a16="http://schemas.microsoft.com/office/drawing/2014/main" id="{4193F16E-0F76-C0B0-E38F-BB2E36854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4" name="Freeform 1482">
                <a:extLst>
                  <a:ext uri="{FF2B5EF4-FFF2-40B4-BE49-F238E27FC236}">
                    <a16:creationId xmlns:a16="http://schemas.microsoft.com/office/drawing/2014/main" id="{B827A1E3-0E3A-457C-7602-9CF1F6B61F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5" name="Oval 1483">
                <a:extLst>
                  <a:ext uri="{FF2B5EF4-FFF2-40B4-BE49-F238E27FC236}">
                    <a16:creationId xmlns:a16="http://schemas.microsoft.com/office/drawing/2014/main" id="{D3E87D49-E771-ACFF-F4A6-76507C7FD5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4" name="Group 1484">
              <a:extLst>
                <a:ext uri="{FF2B5EF4-FFF2-40B4-BE49-F238E27FC236}">
                  <a16:creationId xmlns:a16="http://schemas.microsoft.com/office/drawing/2014/main" id="{91510248-70AE-F3C5-7FFE-BBA214099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624" name="Oval 1485">
                <a:extLst>
                  <a:ext uri="{FF2B5EF4-FFF2-40B4-BE49-F238E27FC236}">
                    <a16:creationId xmlns:a16="http://schemas.microsoft.com/office/drawing/2014/main" id="{761EDDD6-86D6-B411-9DE8-9CB6B8EE7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5" name="Oval 1486">
                <a:extLst>
                  <a:ext uri="{FF2B5EF4-FFF2-40B4-BE49-F238E27FC236}">
                    <a16:creationId xmlns:a16="http://schemas.microsoft.com/office/drawing/2014/main" id="{301401FC-DAA9-7525-A255-A020DA6E9C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6" name="Freeform 1487">
                <a:extLst>
                  <a:ext uri="{FF2B5EF4-FFF2-40B4-BE49-F238E27FC236}">
                    <a16:creationId xmlns:a16="http://schemas.microsoft.com/office/drawing/2014/main" id="{A0A24C7A-8CA4-908E-8B56-FF71497C22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7" name="Freeform 1488">
                <a:extLst>
                  <a:ext uri="{FF2B5EF4-FFF2-40B4-BE49-F238E27FC236}">
                    <a16:creationId xmlns:a16="http://schemas.microsoft.com/office/drawing/2014/main" id="{80726AB5-8CB8-F870-80BC-32709441CF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8" name="Freeform 1489">
                <a:extLst>
                  <a:ext uri="{FF2B5EF4-FFF2-40B4-BE49-F238E27FC236}">
                    <a16:creationId xmlns:a16="http://schemas.microsoft.com/office/drawing/2014/main" id="{AC360809-0DEA-5EBE-4AD6-215780E4BB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9" name="Oval 1490">
                <a:extLst>
                  <a:ext uri="{FF2B5EF4-FFF2-40B4-BE49-F238E27FC236}">
                    <a16:creationId xmlns:a16="http://schemas.microsoft.com/office/drawing/2014/main" id="{1018B7EE-0C9C-2930-BE99-95162BD38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5" name="Group 1491">
              <a:extLst>
                <a:ext uri="{FF2B5EF4-FFF2-40B4-BE49-F238E27FC236}">
                  <a16:creationId xmlns:a16="http://schemas.microsoft.com/office/drawing/2014/main" id="{0030B3A8-D466-159D-0BA5-574DD2A2B8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618" name="Oval 1492">
                <a:extLst>
                  <a:ext uri="{FF2B5EF4-FFF2-40B4-BE49-F238E27FC236}">
                    <a16:creationId xmlns:a16="http://schemas.microsoft.com/office/drawing/2014/main" id="{AFB55D17-1613-9733-2FE3-EECCFD1A11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9" name="Oval 1493">
                <a:extLst>
                  <a:ext uri="{FF2B5EF4-FFF2-40B4-BE49-F238E27FC236}">
                    <a16:creationId xmlns:a16="http://schemas.microsoft.com/office/drawing/2014/main" id="{8191D533-3735-FE5A-CCED-8376BFF659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0" name="Freeform 1494">
                <a:extLst>
                  <a:ext uri="{FF2B5EF4-FFF2-40B4-BE49-F238E27FC236}">
                    <a16:creationId xmlns:a16="http://schemas.microsoft.com/office/drawing/2014/main" id="{AD9778FD-04B5-E142-A423-414C51A03B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Freeform 1495">
                <a:extLst>
                  <a:ext uri="{FF2B5EF4-FFF2-40B4-BE49-F238E27FC236}">
                    <a16:creationId xmlns:a16="http://schemas.microsoft.com/office/drawing/2014/main" id="{24B084C0-D5A7-0F83-C51F-6A99865C4D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2" name="Freeform 1496">
                <a:extLst>
                  <a:ext uri="{FF2B5EF4-FFF2-40B4-BE49-F238E27FC236}">
                    <a16:creationId xmlns:a16="http://schemas.microsoft.com/office/drawing/2014/main" id="{2EEF5E08-E88A-CB03-8711-C96129C13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3" name="Oval 1497">
                <a:extLst>
                  <a:ext uri="{FF2B5EF4-FFF2-40B4-BE49-F238E27FC236}">
                    <a16:creationId xmlns:a16="http://schemas.microsoft.com/office/drawing/2014/main" id="{0418272A-0075-D03E-C7D2-05BFF506E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6" name="Group 1498">
              <a:extLst>
                <a:ext uri="{FF2B5EF4-FFF2-40B4-BE49-F238E27FC236}">
                  <a16:creationId xmlns:a16="http://schemas.microsoft.com/office/drawing/2014/main" id="{F537E709-31F9-323B-3D38-49BF08189B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612" name="Oval 1499">
                <a:extLst>
                  <a:ext uri="{FF2B5EF4-FFF2-40B4-BE49-F238E27FC236}">
                    <a16:creationId xmlns:a16="http://schemas.microsoft.com/office/drawing/2014/main" id="{CDCFA294-A347-845E-2EA1-BFD2CB6E64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3" name="Oval 1500">
                <a:extLst>
                  <a:ext uri="{FF2B5EF4-FFF2-40B4-BE49-F238E27FC236}">
                    <a16:creationId xmlns:a16="http://schemas.microsoft.com/office/drawing/2014/main" id="{6127E95B-1493-EA2D-85E6-8898B26000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4" name="Freeform 1501">
                <a:extLst>
                  <a:ext uri="{FF2B5EF4-FFF2-40B4-BE49-F238E27FC236}">
                    <a16:creationId xmlns:a16="http://schemas.microsoft.com/office/drawing/2014/main" id="{41CA0FB7-AF7B-1165-9C36-D32ADAC76B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5" name="Freeform 1502">
                <a:extLst>
                  <a:ext uri="{FF2B5EF4-FFF2-40B4-BE49-F238E27FC236}">
                    <a16:creationId xmlns:a16="http://schemas.microsoft.com/office/drawing/2014/main" id="{2B87CED9-7B02-017A-366A-D7E9DA9852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6" name="Freeform 1503">
                <a:extLst>
                  <a:ext uri="{FF2B5EF4-FFF2-40B4-BE49-F238E27FC236}">
                    <a16:creationId xmlns:a16="http://schemas.microsoft.com/office/drawing/2014/main" id="{04C9BB21-53AB-E3DE-F345-F9B230DB7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7" name="Oval 1504">
                <a:extLst>
                  <a:ext uri="{FF2B5EF4-FFF2-40B4-BE49-F238E27FC236}">
                    <a16:creationId xmlns:a16="http://schemas.microsoft.com/office/drawing/2014/main" id="{78F24FC6-0CF9-C872-54F5-FBA2C6A9C2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7" name="Group 1505">
              <a:extLst>
                <a:ext uri="{FF2B5EF4-FFF2-40B4-BE49-F238E27FC236}">
                  <a16:creationId xmlns:a16="http://schemas.microsoft.com/office/drawing/2014/main" id="{10D69D70-5F3E-2201-C952-8189D67F80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606" name="Oval 1506">
                <a:extLst>
                  <a:ext uri="{FF2B5EF4-FFF2-40B4-BE49-F238E27FC236}">
                    <a16:creationId xmlns:a16="http://schemas.microsoft.com/office/drawing/2014/main" id="{62424089-1C89-DFBB-8611-693E985E46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7" name="Oval 1507">
                <a:extLst>
                  <a:ext uri="{FF2B5EF4-FFF2-40B4-BE49-F238E27FC236}">
                    <a16:creationId xmlns:a16="http://schemas.microsoft.com/office/drawing/2014/main" id="{4CCAFA83-B542-4616-B4A3-6C7F3E7D4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8" name="Freeform 1508">
                <a:extLst>
                  <a:ext uri="{FF2B5EF4-FFF2-40B4-BE49-F238E27FC236}">
                    <a16:creationId xmlns:a16="http://schemas.microsoft.com/office/drawing/2014/main" id="{D7CA635F-FDC3-0CDD-FEF5-885C5F512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9" name="Freeform 1509">
                <a:extLst>
                  <a:ext uri="{FF2B5EF4-FFF2-40B4-BE49-F238E27FC236}">
                    <a16:creationId xmlns:a16="http://schemas.microsoft.com/office/drawing/2014/main" id="{2C13A4AB-E236-009A-1C80-40CDBA046E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0" name="Freeform 1510">
                <a:extLst>
                  <a:ext uri="{FF2B5EF4-FFF2-40B4-BE49-F238E27FC236}">
                    <a16:creationId xmlns:a16="http://schemas.microsoft.com/office/drawing/2014/main" id="{42CD0595-BC91-09F8-FF83-C7F97049F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1" name="Oval 1511">
                <a:extLst>
                  <a:ext uri="{FF2B5EF4-FFF2-40B4-BE49-F238E27FC236}">
                    <a16:creationId xmlns:a16="http://schemas.microsoft.com/office/drawing/2014/main" id="{A9DD19DC-256B-BD6C-CB78-E7AD8F8F7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8" name="Group 1512">
              <a:extLst>
                <a:ext uri="{FF2B5EF4-FFF2-40B4-BE49-F238E27FC236}">
                  <a16:creationId xmlns:a16="http://schemas.microsoft.com/office/drawing/2014/main" id="{79B49541-BD1A-0DE9-958C-5F9E173B91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600" name="Oval 1513">
                <a:extLst>
                  <a:ext uri="{FF2B5EF4-FFF2-40B4-BE49-F238E27FC236}">
                    <a16:creationId xmlns:a16="http://schemas.microsoft.com/office/drawing/2014/main" id="{08669A58-12BC-AA39-1AE5-FFDEACB227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1" name="Oval 1514">
                <a:extLst>
                  <a:ext uri="{FF2B5EF4-FFF2-40B4-BE49-F238E27FC236}">
                    <a16:creationId xmlns:a16="http://schemas.microsoft.com/office/drawing/2014/main" id="{554E63A3-0F2B-A423-CF4B-42B0B6663A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2" name="Freeform 1515">
                <a:extLst>
                  <a:ext uri="{FF2B5EF4-FFF2-40B4-BE49-F238E27FC236}">
                    <a16:creationId xmlns:a16="http://schemas.microsoft.com/office/drawing/2014/main" id="{3440BD81-678E-8596-06DE-8F462CD6AC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Freeform 1516">
                <a:extLst>
                  <a:ext uri="{FF2B5EF4-FFF2-40B4-BE49-F238E27FC236}">
                    <a16:creationId xmlns:a16="http://schemas.microsoft.com/office/drawing/2014/main" id="{F0C89918-7E75-117F-B6AB-259506236C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4" name="Freeform 1517">
                <a:extLst>
                  <a:ext uri="{FF2B5EF4-FFF2-40B4-BE49-F238E27FC236}">
                    <a16:creationId xmlns:a16="http://schemas.microsoft.com/office/drawing/2014/main" id="{A447E172-80BD-16DB-45D8-7A9A780239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5" name="Oval 1518">
                <a:extLst>
                  <a:ext uri="{FF2B5EF4-FFF2-40B4-BE49-F238E27FC236}">
                    <a16:creationId xmlns:a16="http://schemas.microsoft.com/office/drawing/2014/main" id="{FE77B74A-6E40-BA02-0FEF-071F6E2DDF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9" name="Group 1519">
              <a:extLst>
                <a:ext uri="{FF2B5EF4-FFF2-40B4-BE49-F238E27FC236}">
                  <a16:creationId xmlns:a16="http://schemas.microsoft.com/office/drawing/2014/main" id="{BA8719AE-13C1-1E8C-C138-873A42F936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594" name="Oval 1520">
                <a:extLst>
                  <a:ext uri="{FF2B5EF4-FFF2-40B4-BE49-F238E27FC236}">
                    <a16:creationId xmlns:a16="http://schemas.microsoft.com/office/drawing/2014/main" id="{CEAF259E-77E9-0167-E197-179E54C86B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5" name="Oval 1521">
                <a:extLst>
                  <a:ext uri="{FF2B5EF4-FFF2-40B4-BE49-F238E27FC236}">
                    <a16:creationId xmlns:a16="http://schemas.microsoft.com/office/drawing/2014/main" id="{C4E5FF66-5EC0-F717-93A3-015D00E2D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6" name="Freeform 1522">
                <a:extLst>
                  <a:ext uri="{FF2B5EF4-FFF2-40B4-BE49-F238E27FC236}">
                    <a16:creationId xmlns:a16="http://schemas.microsoft.com/office/drawing/2014/main" id="{FEE668E4-81E3-A76B-1D4F-F0314BB628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Freeform 1523">
                <a:extLst>
                  <a:ext uri="{FF2B5EF4-FFF2-40B4-BE49-F238E27FC236}">
                    <a16:creationId xmlns:a16="http://schemas.microsoft.com/office/drawing/2014/main" id="{4E340BC5-7AC8-6541-F04C-27F04B50D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8" name="Freeform 1524">
                <a:extLst>
                  <a:ext uri="{FF2B5EF4-FFF2-40B4-BE49-F238E27FC236}">
                    <a16:creationId xmlns:a16="http://schemas.microsoft.com/office/drawing/2014/main" id="{CF7F2DC1-53A4-8680-1842-B826B0EE0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9" name="Oval 1525">
                <a:extLst>
                  <a:ext uri="{FF2B5EF4-FFF2-40B4-BE49-F238E27FC236}">
                    <a16:creationId xmlns:a16="http://schemas.microsoft.com/office/drawing/2014/main" id="{DAB5FDF4-69D7-4AC3-ED76-D4B8967AB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0" name="Group 1526">
              <a:extLst>
                <a:ext uri="{FF2B5EF4-FFF2-40B4-BE49-F238E27FC236}">
                  <a16:creationId xmlns:a16="http://schemas.microsoft.com/office/drawing/2014/main" id="{A690A4AB-4165-5DFD-E280-CA88F59B24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588" name="Oval 1527">
                <a:extLst>
                  <a:ext uri="{FF2B5EF4-FFF2-40B4-BE49-F238E27FC236}">
                    <a16:creationId xmlns:a16="http://schemas.microsoft.com/office/drawing/2014/main" id="{8FA4DE6F-9581-9132-5CE1-465ADAB12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9" name="Oval 1528">
                <a:extLst>
                  <a:ext uri="{FF2B5EF4-FFF2-40B4-BE49-F238E27FC236}">
                    <a16:creationId xmlns:a16="http://schemas.microsoft.com/office/drawing/2014/main" id="{65F70F0C-CD68-3FA4-6210-7DB4113BF4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90" name="Freeform 1529">
                <a:extLst>
                  <a:ext uri="{FF2B5EF4-FFF2-40B4-BE49-F238E27FC236}">
                    <a16:creationId xmlns:a16="http://schemas.microsoft.com/office/drawing/2014/main" id="{514E25B8-BA7D-9B31-01C4-A8058D70F1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" name="Freeform 1530">
                <a:extLst>
                  <a:ext uri="{FF2B5EF4-FFF2-40B4-BE49-F238E27FC236}">
                    <a16:creationId xmlns:a16="http://schemas.microsoft.com/office/drawing/2014/main" id="{476835AC-6003-F8C8-BE7C-F9B64E9CB4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" name="Freeform 1531">
                <a:extLst>
                  <a:ext uri="{FF2B5EF4-FFF2-40B4-BE49-F238E27FC236}">
                    <a16:creationId xmlns:a16="http://schemas.microsoft.com/office/drawing/2014/main" id="{6E790CE7-D1B9-0A5C-0151-25BA87BE6B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3" name="Oval 1532">
                <a:extLst>
                  <a:ext uri="{FF2B5EF4-FFF2-40B4-BE49-F238E27FC236}">
                    <a16:creationId xmlns:a16="http://schemas.microsoft.com/office/drawing/2014/main" id="{DAF178CB-3D8E-72B5-BB70-7D1CD918B6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1" name="Group 1533">
              <a:extLst>
                <a:ext uri="{FF2B5EF4-FFF2-40B4-BE49-F238E27FC236}">
                  <a16:creationId xmlns:a16="http://schemas.microsoft.com/office/drawing/2014/main" id="{FC880E2E-225D-D353-AE11-92B03AC454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582" name="Oval 1534">
                <a:extLst>
                  <a:ext uri="{FF2B5EF4-FFF2-40B4-BE49-F238E27FC236}">
                    <a16:creationId xmlns:a16="http://schemas.microsoft.com/office/drawing/2014/main" id="{6F5A3EAF-FAC3-1FF0-0135-E252036E8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3" name="Oval 1535">
                <a:extLst>
                  <a:ext uri="{FF2B5EF4-FFF2-40B4-BE49-F238E27FC236}">
                    <a16:creationId xmlns:a16="http://schemas.microsoft.com/office/drawing/2014/main" id="{9A1F4089-6A81-3321-0F64-2554A383F7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84" name="Freeform 1536">
                <a:extLst>
                  <a:ext uri="{FF2B5EF4-FFF2-40B4-BE49-F238E27FC236}">
                    <a16:creationId xmlns:a16="http://schemas.microsoft.com/office/drawing/2014/main" id="{8A468A47-8C97-FCCB-D8EC-2EB0B389B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" name="Freeform 1537">
                <a:extLst>
                  <a:ext uri="{FF2B5EF4-FFF2-40B4-BE49-F238E27FC236}">
                    <a16:creationId xmlns:a16="http://schemas.microsoft.com/office/drawing/2014/main" id="{BE0AB835-40C8-84FE-8A2B-51D54A908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" name="Freeform 1538">
                <a:extLst>
                  <a:ext uri="{FF2B5EF4-FFF2-40B4-BE49-F238E27FC236}">
                    <a16:creationId xmlns:a16="http://schemas.microsoft.com/office/drawing/2014/main" id="{D6B4FB66-564D-821F-AA4C-30D3560DE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" name="Oval 1539">
                <a:extLst>
                  <a:ext uri="{FF2B5EF4-FFF2-40B4-BE49-F238E27FC236}">
                    <a16:creationId xmlns:a16="http://schemas.microsoft.com/office/drawing/2014/main" id="{B040BB3C-6FB3-5F1F-1F63-BB945FC49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2" name="Group 1540">
              <a:extLst>
                <a:ext uri="{FF2B5EF4-FFF2-40B4-BE49-F238E27FC236}">
                  <a16:creationId xmlns:a16="http://schemas.microsoft.com/office/drawing/2014/main" id="{BF468992-FC41-ECD0-6AAF-ED4FF3C50A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576" name="Oval 1541">
                <a:extLst>
                  <a:ext uri="{FF2B5EF4-FFF2-40B4-BE49-F238E27FC236}">
                    <a16:creationId xmlns:a16="http://schemas.microsoft.com/office/drawing/2014/main" id="{7B465980-88A1-C30A-D704-4DEFB6CB7C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7" name="Oval 1542">
                <a:extLst>
                  <a:ext uri="{FF2B5EF4-FFF2-40B4-BE49-F238E27FC236}">
                    <a16:creationId xmlns:a16="http://schemas.microsoft.com/office/drawing/2014/main" id="{303D5C51-BE2F-F562-4A60-3388A23FA0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8" name="Freeform 1543">
                <a:extLst>
                  <a:ext uri="{FF2B5EF4-FFF2-40B4-BE49-F238E27FC236}">
                    <a16:creationId xmlns:a16="http://schemas.microsoft.com/office/drawing/2014/main" id="{A90D9E10-4ACD-92E8-DE72-5A17E19CE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" name="Freeform 1544">
                <a:extLst>
                  <a:ext uri="{FF2B5EF4-FFF2-40B4-BE49-F238E27FC236}">
                    <a16:creationId xmlns:a16="http://schemas.microsoft.com/office/drawing/2014/main" id="{380F7D0B-E4BF-AA5C-B55D-51CEDCAEA3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" name="Freeform 1545">
                <a:extLst>
                  <a:ext uri="{FF2B5EF4-FFF2-40B4-BE49-F238E27FC236}">
                    <a16:creationId xmlns:a16="http://schemas.microsoft.com/office/drawing/2014/main" id="{F482F234-3A96-3821-FB2F-E48E86AC06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" name="Oval 1546">
                <a:extLst>
                  <a:ext uri="{FF2B5EF4-FFF2-40B4-BE49-F238E27FC236}">
                    <a16:creationId xmlns:a16="http://schemas.microsoft.com/office/drawing/2014/main" id="{4EA990FC-7283-CF94-EAF6-AE316CCDBF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3" name="Group 1547">
              <a:extLst>
                <a:ext uri="{FF2B5EF4-FFF2-40B4-BE49-F238E27FC236}">
                  <a16:creationId xmlns:a16="http://schemas.microsoft.com/office/drawing/2014/main" id="{1A08EF05-F54C-5338-77C1-7E37EB0FE2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570" name="Oval 1548">
                <a:extLst>
                  <a:ext uri="{FF2B5EF4-FFF2-40B4-BE49-F238E27FC236}">
                    <a16:creationId xmlns:a16="http://schemas.microsoft.com/office/drawing/2014/main" id="{9A5CC3C1-8F17-1247-B383-44840AD31F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1" name="Oval 1549">
                <a:extLst>
                  <a:ext uri="{FF2B5EF4-FFF2-40B4-BE49-F238E27FC236}">
                    <a16:creationId xmlns:a16="http://schemas.microsoft.com/office/drawing/2014/main" id="{FC01ACC1-5155-4F8B-E445-75DF7E186F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72" name="Freeform 1550">
                <a:extLst>
                  <a:ext uri="{FF2B5EF4-FFF2-40B4-BE49-F238E27FC236}">
                    <a16:creationId xmlns:a16="http://schemas.microsoft.com/office/drawing/2014/main" id="{C88EE055-6190-89CC-CC0F-15F4A9357D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" name="Freeform 1551">
                <a:extLst>
                  <a:ext uri="{FF2B5EF4-FFF2-40B4-BE49-F238E27FC236}">
                    <a16:creationId xmlns:a16="http://schemas.microsoft.com/office/drawing/2014/main" id="{51FF7C90-186B-B6D0-6D2C-5095F0DBA4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" name="Freeform 1552">
                <a:extLst>
                  <a:ext uri="{FF2B5EF4-FFF2-40B4-BE49-F238E27FC236}">
                    <a16:creationId xmlns:a16="http://schemas.microsoft.com/office/drawing/2014/main" id="{9E0F7CD1-1745-1924-F098-34925967D6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" name="Oval 1553">
                <a:extLst>
                  <a:ext uri="{FF2B5EF4-FFF2-40B4-BE49-F238E27FC236}">
                    <a16:creationId xmlns:a16="http://schemas.microsoft.com/office/drawing/2014/main" id="{E5CACBBB-85C9-7A1E-1318-6C16B4992E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4" name="Group 1554">
              <a:extLst>
                <a:ext uri="{FF2B5EF4-FFF2-40B4-BE49-F238E27FC236}">
                  <a16:creationId xmlns:a16="http://schemas.microsoft.com/office/drawing/2014/main" id="{9D5DF188-3B8B-2F98-7CC9-6E94105756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564" name="Oval 1555">
                <a:extLst>
                  <a:ext uri="{FF2B5EF4-FFF2-40B4-BE49-F238E27FC236}">
                    <a16:creationId xmlns:a16="http://schemas.microsoft.com/office/drawing/2014/main" id="{20853268-6E2F-0313-8E06-E60774DA9F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5" name="Oval 1556">
                <a:extLst>
                  <a:ext uri="{FF2B5EF4-FFF2-40B4-BE49-F238E27FC236}">
                    <a16:creationId xmlns:a16="http://schemas.microsoft.com/office/drawing/2014/main" id="{27A59054-5867-4557-525F-B47253F69F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6" name="Freeform 1557">
                <a:extLst>
                  <a:ext uri="{FF2B5EF4-FFF2-40B4-BE49-F238E27FC236}">
                    <a16:creationId xmlns:a16="http://schemas.microsoft.com/office/drawing/2014/main" id="{D3641D94-D5AF-5D60-65F3-A77453BC8B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7" name="Freeform 1558">
                <a:extLst>
                  <a:ext uri="{FF2B5EF4-FFF2-40B4-BE49-F238E27FC236}">
                    <a16:creationId xmlns:a16="http://schemas.microsoft.com/office/drawing/2014/main" id="{5A180E0D-90B0-018D-5456-96D5687AC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8" name="Freeform 1559">
                <a:extLst>
                  <a:ext uri="{FF2B5EF4-FFF2-40B4-BE49-F238E27FC236}">
                    <a16:creationId xmlns:a16="http://schemas.microsoft.com/office/drawing/2014/main" id="{EC0C321F-D221-3582-C5CC-5F8846FAD3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" name="Oval 1560">
                <a:extLst>
                  <a:ext uri="{FF2B5EF4-FFF2-40B4-BE49-F238E27FC236}">
                    <a16:creationId xmlns:a16="http://schemas.microsoft.com/office/drawing/2014/main" id="{9E9356B2-570E-EEA5-1724-1DF3559603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5" name="Group 1561">
              <a:extLst>
                <a:ext uri="{FF2B5EF4-FFF2-40B4-BE49-F238E27FC236}">
                  <a16:creationId xmlns:a16="http://schemas.microsoft.com/office/drawing/2014/main" id="{D45183FD-96D5-DE77-7710-3954F353A5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558" name="Oval 1562">
                <a:extLst>
                  <a:ext uri="{FF2B5EF4-FFF2-40B4-BE49-F238E27FC236}">
                    <a16:creationId xmlns:a16="http://schemas.microsoft.com/office/drawing/2014/main" id="{CA8C3552-DE50-E162-D10A-F469E275FD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9" name="Oval 1563">
                <a:extLst>
                  <a:ext uri="{FF2B5EF4-FFF2-40B4-BE49-F238E27FC236}">
                    <a16:creationId xmlns:a16="http://schemas.microsoft.com/office/drawing/2014/main" id="{ABA584B3-7066-38DD-D92E-0D7AFC8274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60" name="Freeform 1564">
                <a:extLst>
                  <a:ext uri="{FF2B5EF4-FFF2-40B4-BE49-F238E27FC236}">
                    <a16:creationId xmlns:a16="http://schemas.microsoft.com/office/drawing/2014/main" id="{E0BEA352-BA5F-FBA6-475C-A95E7E1DCD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" name="Freeform 1565">
                <a:extLst>
                  <a:ext uri="{FF2B5EF4-FFF2-40B4-BE49-F238E27FC236}">
                    <a16:creationId xmlns:a16="http://schemas.microsoft.com/office/drawing/2014/main" id="{6C11196F-AB30-FF70-DB7D-0A5391AD32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" name="Freeform 1566">
                <a:extLst>
                  <a:ext uri="{FF2B5EF4-FFF2-40B4-BE49-F238E27FC236}">
                    <a16:creationId xmlns:a16="http://schemas.microsoft.com/office/drawing/2014/main" id="{9F733403-0742-8E34-6A8B-FE23E22C6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" name="Oval 1567">
                <a:extLst>
                  <a:ext uri="{FF2B5EF4-FFF2-40B4-BE49-F238E27FC236}">
                    <a16:creationId xmlns:a16="http://schemas.microsoft.com/office/drawing/2014/main" id="{6EA61C53-EB0E-B728-3733-93A95A55B0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6" name="Group 1568">
              <a:extLst>
                <a:ext uri="{FF2B5EF4-FFF2-40B4-BE49-F238E27FC236}">
                  <a16:creationId xmlns:a16="http://schemas.microsoft.com/office/drawing/2014/main" id="{45297FD6-0EBF-1E7A-4D3C-D8BB39F924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552" name="Oval 1569">
                <a:extLst>
                  <a:ext uri="{FF2B5EF4-FFF2-40B4-BE49-F238E27FC236}">
                    <a16:creationId xmlns:a16="http://schemas.microsoft.com/office/drawing/2014/main" id="{41F802D3-A2B7-9B9F-CA2A-AE4829505A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3" name="Oval 1570">
                <a:extLst>
                  <a:ext uri="{FF2B5EF4-FFF2-40B4-BE49-F238E27FC236}">
                    <a16:creationId xmlns:a16="http://schemas.microsoft.com/office/drawing/2014/main" id="{FFF534B6-675B-C7B5-1498-5E8C3D084A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4" name="Freeform 1571">
                <a:extLst>
                  <a:ext uri="{FF2B5EF4-FFF2-40B4-BE49-F238E27FC236}">
                    <a16:creationId xmlns:a16="http://schemas.microsoft.com/office/drawing/2014/main" id="{F8277A53-91FC-72A8-C566-D21DFD7B09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5" name="Freeform 1572">
                <a:extLst>
                  <a:ext uri="{FF2B5EF4-FFF2-40B4-BE49-F238E27FC236}">
                    <a16:creationId xmlns:a16="http://schemas.microsoft.com/office/drawing/2014/main" id="{2A65A8F0-CDEF-DC01-46A8-C731EF609E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6" name="Freeform 1573">
                <a:extLst>
                  <a:ext uri="{FF2B5EF4-FFF2-40B4-BE49-F238E27FC236}">
                    <a16:creationId xmlns:a16="http://schemas.microsoft.com/office/drawing/2014/main" id="{E969C3D6-9355-92C1-5C28-B497C27D3C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7" name="Oval 1574">
                <a:extLst>
                  <a:ext uri="{FF2B5EF4-FFF2-40B4-BE49-F238E27FC236}">
                    <a16:creationId xmlns:a16="http://schemas.microsoft.com/office/drawing/2014/main" id="{A567A0EC-305F-739C-7243-E4DD77A88C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7" name="Group 1575">
              <a:extLst>
                <a:ext uri="{FF2B5EF4-FFF2-40B4-BE49-F238E27FC236}">
                  <a16:creationId xmlns:a16="http://schemas.microsoft.com/office/drawing/2014/main" id="{97143C81-9821-2737-22B5-091AE5491C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546" name="Oval 1576">
                <a:extLst>
                  <a:ext uri="{FF2B5EF4-FFF2-40B4-BE49-F238E27FC236}">
                    <a16:creationId xmlns:a16="http://schemas.microsoft.com/office/drawing/2014/main" id="{7523E2DB-5E40-5E58-6CC3-876D0C21E4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7" name="Oval 1577">
                <a:extLst>
                  <a:ext uri="{FF2B5EF4-FFF2-40B4-BE49-F238E27FC236}">
                    <a16:creationId xmlns:a16="http://schemas.microsoft.com/office/drawing/2014/main" id="{E6AEB7DC-D4F2-2FCD-929C-26A00CD5C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8" name="Freeform 1578">
                <a:extLst>
                  <a:ext uri="{FF2B5EF4-FFF2-40B4-BE49-F238E27FC236}">
                    <a16:creationId xmlns:a16="http://schemas.microsoft.com/office/drawing/2014/main" id="{F4940195-6814-F976-80C0-73DFC1FC60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9" name="Freeform 1579">
                <a:extLst>
                  <a:ext uri="{FF2B5EF4-FFF2-40B4-BE49-F238E27FC236}">
                    <a16:creationId xmlns:a16="http://schemas.microsoft.com/office/drawing/2014/main" id="{5EC24411-242D-019D-AE26-F2B5CB002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0" name="Freeform 1580">
                <a:extLst>
                  <a:ext uri="{FF2B5EF4-FFF2-40B4-BE49-F238E27FC236}">
                    <a16:creationId xmlns:a16="http://schemas.microsoft.com/office/drawing/2014/main" id="{98E118D6-55D3-7F69-5E3E-0895D263EF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1" name="Oval 1581">
                <a:extLst>
                  <a:ext uri="{FF2B5EF4-FFF2-40B4-BE49-F238E27FC236}">
                    <a16:creationId xmlns:a16="http://schemas.microsoft.com/office/drawing/2014/main" id="{AB1989EF-59F1-7D18-AE69-D12552FC9B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8" name="Group 1582">
              <a:extLst>
                <a:ext uri="{FF2B5EF4-FFF2-40B4-BE49-F238E27FC236}">
                  <a16:creationId xmlns:a16="http://schemas.microsoft.com/office/drawing/2014/main" id="{11D617E0-9320-DD97-CEF6-9363C8782A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540" name="Oval 1583">
                <a:extLst>
                  <a:ext uri="{FF2B5EF4-FFF2-40B4-BE49-F238E27FC236}">
                    <a16:creationId xmlns:a16="http://schemas.microsoft.com/office/drawing/2014/main" id="{2F4CA475-5EF7-ED73-3CFA-34ECEF0A2B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1" name="Oval 1584">
                <a:extLst>
                  <a:ext uri="{FF2B5EF4-FFF2-40B4-BE49-F238E27FC236}">
                    <a16:creationId xmlns:a16="http://schemas.microsoft.com/office/drawing/2014/main" id="{5A2CC9D6-40B2-35AE-D6C3-D923E4FB7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2" name="Freeform 1585">
                <a:extLst>
                  <a:ext uri="{FF2B5EF4-FFF2-40B4-BE49-F238E27FC236}">
                    <a16:creationId xmlns:a16="http://schemas.microsoft.com/office/drawing/2014/main" id="{19958812-F686-D59E-11D8-F4571A3438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3" name="Freeform 1586">
                <a:extLst>
                  <a:ext uri="{FF2B5EF4-FFF2-40B4-BE49-F238E27FC236}">
                    <a16:creationId xmlns:a16="http://schemas.microsoft.com/office/drawing/2014/main" id="{B047F7F4-933D-0A39-F07B-059CD177D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4" name="Freeform 1587">
                <a:extLst>
                  <a:ext uri="{FF2B5EF4-FFF2-40B4-BE49-F238E27FC236}">
                    <a16:creationId xmlns:a16="http://schemas.microsoft.com/office/drawing/2014/main" id="{FD0CECC8-B631-7692-CA84-5BC75EED5F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5" name="Oval 1588">
                <a:extLst>
                  <a:ext uri="{FF2B5EF4-FFF2-40B4-BE49-F238E27FC236}">
                    <a16:creationId xmlns:a16="http://schemas.microsoft.com/office/drawing/2014/main" id="{FA7DD210-04EC-664E-5078-DE6DA45ACE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9" name="Group 1589">
              <a:extLst>
                <a:ext uri="{FF2B5EF4-FFF2-40B4-BE49-F238E27FC236}">
                  <a16:creationId xmlns:a16="http://schemas.microsoft.com/office/drawing/2014/main" id="{DE692DE9-9725-A868-886A-DFB69299B5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534" name="Oval 1590">
                <a:extLst>
                  <a:ext uri="{FF2B5EF4-FFF2-40B4-BE49-F238E27FC236}">
                    <a16:creationId xmlns:a16="http://schemas.microsoft.com/office/drawing/2014/main" id="{7658C75F-F424-E274-625E-073F6FAB9F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5" name="Oval 1591">
                <a:extLst>
                  <a:ext uri="{FF2B5EF4-FFF2-40B4-BE49-F238E27FC236}">
                    <a16:creationId xmlns:a16="http://schemas.microsoft.com/office/drawing/2014/main" id="{E595E33C-2F11-F1A5-FB13-0B2E054309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6" name="Freeform 1592">
                <a:extLst>
                  <a:ext uri="{FF2B5EF4-FFF2-40B4-BE49-F238E27FC236}">
                    <a16:creationId xmlns:a16="http://schemas.microsoft.com/office/drawing/2014/main" id="{8D94CE1D-2D48-C711-D2E3-DAF3ED8EB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7" name="Freeform 1593">
                <a:extLst>
                  <a:ext uri="{FF2B5EF4-FFF2-40B4-BE49-F238E27FC236}">
                    <a16:creationId xmlns:a16="http://schemas.microsoft.com/office/drawing/2014/main" id="{E854E701-EED5-9CD2-DFF4-DE8504BA8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8" name="Freeform 1594">
                <a:extLst>
                  <a:ext uri="{FF2B5EF4-FFF2-40B4-BE49-F238E27FC236}">
                    <a16:creationId xmlns:a16="http://schemas.microsoft.com/office/drawing/2014/main" id="{2B8A7A8A-6AE7-80CA-4ABA-624547B0C3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9" name="Oval 1595">
                <a:extLst>
                  <a:ext uri="{FF2B5EF4-FFF2-40B4-BE49-F238E27FC236}">
                    <a16:creationId xmlns:a16="http://schemas.microsoft.com/office/drawing/2014/main" id="{82B75BF8-B4DF-7DA1-FC02-A6610B0EC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0" name="Group 1596">
              <a:extLst>
                <a:ext uri="{FF2B5EF4-FFF2-40B4-BE49-F238E27FC236}">
                  <a16:creationId xmlns:a16="http://schemas.microsoft.com/office/drawing/2014/main" id="{E88619E5-7D07-EDA3-0A22-26740DBA5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528" name="Oval 1597">
                <a:extLst>
                  <a:ext uri="{FF2B5EF4-FFF2-40B4-BE49-F238E27FC236}">
                    <a16:creationId xmlns:a16="http://schemas.microsoft.com/office/drawing/2014/main" id="{1BB0525A-DB96-CA44-024B-3DFAB3DB79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9" name="Oval 1598">
                <a:extLst>
                  <a:ext uri="{FF2B5EF4-FFF2-40B4-BE49-F238E27FC236}">
                    <a16:creationId xmlns:a16="http://schemas.microsoft.com/office/drawing/2014/main" id="{2E22D191-2EDE-2266-D049-E74FE304DA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30" name="Freeform 1599">
                <a:extLst>
                  <a:ext uri="{FF2B5EF4-FFF2-40B4-BE49-F238E27FC236}">
                    <a16:creationId xmlns:a16="http://schemas.microsoft.com/office/drawing/2014/main" id="{139CF52C-26E9-FAEC-F085-253675816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1" name="Freeform 1600">
                <a:extLst>
                  <a:ext uri="{FF2B5EF4-FFF2-40B4-BE49-F238E27FC236}">
                    <a16:creationId xmlns:a16="http://schemas.microsoft.com/office/drawing/2014/main" id="{AC8F04ED-A6D7-C705-9000-3D0088A5D7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2" name="Freeform 1601">
                <a:extLst>
                  <a:ext uri="{FF2B5EF4-FFF2-40B4-BE49-F238E27FC236}">
                    <a16:creationId xmlns:a16="http://schemas.microsoft.com/office/drawing/2014/main" id="{E76E50F3-616F-279E-C2FB-2FF9450DF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3" name="Oval 1602">
                <a:extLst>
                  <a:ext uri="{FF2B5EF4-FFF2-40B4-BE49-F238E27FC236}">
                    <a16:creationId xmlns:a16="http://schemas.microsoft.com/office/drawing/2014/main" id="{826C6F5B-8E87-4DB0-F9C3-07EDFE138D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1" name="Group 1603">
              <a:extLst>
                <a:ext uri="{FF2B5EF4-FFF2-40B4-BE49-F238E27FC236}">
                  <a16:creationId xmlns:a16="http://schemas.microsoft.com/office/drawing/2014/main" id="{2A347FE7-87F2-8136-8D42-BAD3F8E444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522" name="Oval 1604">
                <a:extLst>
                  <a:ext uri="{FF2B5EF4-FFF2-40B4-BE49-F238E27FC236}">
                    <a16:creationId xmlns:a16="http://schemas.microsoft.com/office/drawing/2014/main" id="{7D50CCF0-8934-604E-1DDF-B4CCE43BA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3" name="Oval 1605">
                <a:extLst>
                  <a:ext uri="{FF2B5EF4-FFF2-40B4-BE49-F238E27FC236}">
                    <a16:creationId xmlns:a16="http://schemas.microsoft.com/office/drawing/2014/main" id="{133200D6-61BE-0111-F09F-2B661C6FE1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24" name="Freeform 1606">
                <a:extLst>
                  <a:ext uri="{FF2B5EF4-FFF2-40B4-BE49-F238E27FC236}">
                    <a16:creationId xmlns:a16="http://schemas.microsoft.com/office/drawing/2014/main" id="{686B93B3-E292-AD76-BBDC-482B4CCDC7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5" name="Freeform 1607">
                <a:extLst>
                  <a:ext uri="{FF2B5EF4-FFF2-40B4-BE49-F238E27FC236}">
                    <a16:creationId xmlns:a16="http://schemas.microsoft.com/office/drawing/2014/main" id="{B012F33A-5211-9713-4B79-071D07E0CF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6" name="Freeform 1608">
                <a:extLst>
                  <a:ext uri="{FF2B5EF4-FFF2-40B4-BE49-F238E27FC236}">
                    <a16:creationId xmlns:a16="http://schemas.microsoft.com/office/drawing/2014/main" id="{85BE9940-BD93-52A4-54DA-D94F7F301E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7" name="Oval 1609">
                <a:extLst>
                  <a:ext uri="{FF2B5EF4-FFF2-40B4-BE49-F238E27FC236}">
                    <a16:creationId xmlns:a16="http://schemas.microsoft.com/office/drawing/2014/main" id="{E18C8889-E0C7-BF5C-E606-6B8C459ACC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714" name="Group 1385">
            <a:extLst>
              <a:ext uri="{FF2B5EF4-FFF2-40B4-BE49-F238E27FC236}">
                <a16:creationId xmlns:a16="http://schemas.microsoft.com/office/drawing/2014/main" id="{056B7333-D380-9A50-397B-F3920DA6E8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6746" y="266558"/>
            <a:ext cx="1141095" cy="340150"/>
            <a:chOff x="446" y="1196"/>
            <a:chExt cx="1048" cy="312"/>
          </a:xfrm>
        </p:grpSpPr>
        <p:grpSp>
          <p:nvGrpSpPr>
            <p:cNvPr id="2715" name="Group 1386">
              <a:extLst>
                <a:ext uri="{FF2B5EF4-FFF2-40B4-BE49-F238E27FC236}">
                  <a16:creationId xmlns:a16="http://schemas.microsoft.com/office/drawing/2014/main" id="{87699A23-7A1C-EA17-65CA-256C9F64F3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933" name="Oval 1387">
                <a:extLst>
                  <a:ext uri="{FF2B5EF4-FFF2-40B4-BE49-F238E27FC236}">
                    <a16:creationId xmlns:a16="http://schemas.microsoft.com/office/drawing/2014/main" id="{D8C0AB8C-5193-969B-E708-45C598861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4" name="Oval 1388">
                <a:extLst>
                  <a:ext uri="{FF2B5EF4-FFF2-40B4-BE49-F238E27FC236}">
                    <a16:creationId xmlns:a16="http://schemas.microsoft.com/office/drawing/2014/main" id="{7A795479-9123-E9F0-6CBB-2A84B86537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5" name="Freeform 1389">
                <a:extLst>
                  <a:ext uri="{FF2B5EF4-FFF2-40B4-BE49-F238E27FC236}">
                    <a16:creationId xmlns:a16="http://schemas.microsoft.com/office/drawing/2014/main" id="{13693CC7-F39B-1415-9331-74791CD3A9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6" name="Freeform 1390">
                <a:extLst>
                  <a:ext uri="{FF2B5EF4-FFF2-40B4-BE49-F238E27FC236}">
                    <a16:creationId xmlns:a16="http://schemas.microsoft.com/office/drawing/2014/main" id="{89923C9B-B636-271E-5D42-E5B628FF1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7" name="Freeform 1391">
                <a:extLst>
                  <a:ext uri="{FF2B5EF4-FFF2-40B4-BE49-F238E27FC236}">
                    <a16:creationId xmlns:a16="http://schemas.microsoft.com/office/drawing/2014/main" id="{4F478B8E-1824-C759-D43B-626096F053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8" name="Oval 1392">
                <a:extLst>
                  <a:ext uri="{FF2B5EF4-FFF2-40B4-BE49-F238E27FC236}">
                    <a16:creationId xmlns:a16="http://schemas.microsoft.com/office/drawing/2014/main" id="{9B7F73E0-8327-2203-D903-61AD3E8F6B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6" name="Group 1393">
              <a:extLst>
                <a:ext uri="{FF2B5EF4-FFF2-40B4-BE49-F238E27FC236}">
                  <a16:creationId xmlns:a16="http://schemas.microsoft.com/office/drawing/2014/main" id="{43A5A7A7-908F-E740-A82B-DC0C903B4C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927" name="Oval 1394">
                <a:extLst>
                  <a:ext uri="{FF2B5EF4-FFF2-40B4-BE49-F238E27FC236}">
                    <a16:creationId xmlns:a16="http://schemas.microsoft.com/office/drawing/2014/main" id="{C6782BA1-017E-780A-B546-2CA063452A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8" name="Oval 1395">
                <a:extLst>
                  <a:ext uri="{FF2B5EF4-FFF2-40B4-BE49-F238E27FC236}">
                    <a16:creationId xmlns:a16="http://schemas.microsoft.com/office/drawing/2014/main" id="{51512B23-F42A-FA10-37CF-69F7AEE1C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9" name="Freeform 1396">
                <a:extLst>
                  <a:ext uri="{FF2B5EF4-FFF2-40B4-BE49-F238E27FC236}">
                    <a16:creationId xmlns:a16="http://schemas.microsoft.com/office/drawing/2014/main" id="{82AFDD9C-4603-3A8A-C5BA-DD1EA6BC3B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0" name="Freeform 1397">
                <a:extLst>
                  <a:ext uri="{FF2B5EF4-FFF2-40B4-BE49-F238E27FC236}">
                    <a16:creationId xmlns:a16="http://schemas.microsoft.com/office/drawing/2014/main" id="{754065C0-4968-6541-9111-42809FBB7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1" name="Freeform 1398">
                <a:extLst>
                  <a:ext uri="{FF2B5EF4-FFF2-40B4-BE49-F238E27FC236}">
                    <a16:creationId xmlns:a16="http://schemas.microsoft.com/office/drawing/2014/main" id="{C204BD80-A4E3-E264-13CE-A72E39A219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2" name="Oval 1399">
                <a:extLst>
                  <a:ext uri="{FF2B5EF4-FFF2-40B4-BE49-F238E27FC236}">
                    <a16:creationId xmlns:a16="http://schemas.microsoft.com/office/drawing/2014/main" id="{0B9F817A-A01B-B8DC-8A38-F798964FA5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7" name="Group 1400">
              <a:extLst>
                <a:ext uri="{FF2B5EF4-FFF2-40B4-BE49-F238E27FC236}">
                  <a16:creationId xmlns:a16="http://schemas.microsoft.com/office/drawing/2014/main" id="{73078E3D-8D07-CDF2-25B2-97BEE5FF56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921" name="Oval 1401">
                <a:extLst>
                  <a:ext uri="{FF2B5EF4-FFF2-40B4-BE49-F238E27FC236}">
                    <a16:creationId xmlns:a16="http://schemas.microsoft.com/office/drawing/2014/main" id="{99010979-7AFF-61E9-2C94-69AC0E3210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2" name="Oval 1402">
                <a:extLst>
                  <a:ext uri="{FF2B5EF4-FFF2-40B4-BE49-F238E27FC236}">
                    <a16:creationId xmlns:a16="http://schemas.microsoft.com/office/drawing/2014/main" id="{570CA37B-12A7-E89E-B487-E3B2EFBFF4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3" name="Freeform 1403">
                <a:extLst>
                  <a:ext uri="{FF2B5EF4-FFF2-40B4-BE49-F238E27FC236}">
                    <a16:creationId xmlns:a16="http://schemas.microsoft.com/office/drawing/2014/main" id="{BE7EF081-BCF0-086A-2928-E1DA3F958E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4" name="Freeform 1404">
                <a:extLst>
                  <a:ext uri="{FF2B5EF4-FFF2-40B4-BE49-F238E27FC236}">
                    <a16:creationId xmlns:a16="http://schemas.microsoft.com/office/drawing/2014/main" id="{85F0C43A-A5BF-DC75-3C33-CCDA154F2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5" name="Freeform 1405">
                <a:extLst>
                  <a:ext uri="{FF2B5EF4-FFF2-40B4-BE49-F238E27FC236}">
                    <a16:creationId xmlns:a16="http://schemas.microsoft.com/office/drawing/2014/main" id="{A4FCC9A7-6BED-3D6E-7928-8A1C53B5F7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6" name="Oval 1406">
                <a:extLst>
                  <a:ext uri="{FF2B5EF4-FFF2-40B4-BE49-F238E27FC236}">
                    <a16:creationId xmlns:a16="http://schemas.microsoft.com/office/drawing/2014/main" id="{8E6F5A89-E540-E08D-0FC3-25025A8C08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8" name="Group 1407">
              <a:extLst>
                <a:ext uri="{FF2B5EF4-FFF2-40B4-BE49-F238E27FC236}">
                  <a16:creationId xmlns:a16="http://schemas.microsoft.com/office/drawing/2014/main" id="{1D58AC94-ADE5-550F-BC5F-728515416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915" name="Oval 1408">
                <a:extLst>
                  <a:ext uri="{FF2B5EF4-FFF2-40B4-BE49-F238E27FC236}">
                    <a16:creationId xmlns:a16="http://schemas.microsoft.com/office/drawing/2014/main" id="{16C53BF8-439B-518B-6224-EB9DF20493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6" name="Oval 1409">
                <a:extLst>
                  <a:ext uri="{FF2B5EF4-FFF2-40B4-BE49-F238E27FC236}">
                    <a16:creationId xmlns:a16="http://schemas.microsoft.com/office/drawing/2014/main" id="{01C21B8E-28DC-508E-D971-93786321F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7" name="Freeform 1410">
                <a:extLst>
                  <a:ext uri="{FF2B5EF4-FFF2-40B4-BE49-F238E27FC236}">
                    <a16:creationId xmlns:a16="http://schemas.microsoft.com/office/drawing/2014/main" id="{F705631A-1634-3A2A-9B84-FE8903D3F3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8" name="Freeform 1411">
                <a:extLst>
                  <a:ext uri="{FF2B5EF4-FFF2-40B4-BE49-F238E27FC236}">
                    <a16:creationId xmlns:a16="http://schemas.microsoft.com/office/drawing/2014/main" id="{F925440E-340E-F442-36AD-D6F8C62B4C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9" name="Freeform 1412">
                <a:extLst>
                  <a:ext uri="{FF2B5EF4-FFF2-40B4-BE49-F238E27FC236}">
                    <a16:creationId xmlns:a16="http://schemas.microsoft.com/office/drawing/2014/main" id="{803856BE-C712-907C-946B-1371362A10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0" name="Oval 1413">
                <a:extLst>
                  <a:ext uri="{FF2B5EF4-FFF2-40B4-BE49-F238E27FC236}">
                    <a16:creationId xmlns:a16="http://schemas.microsoft.com/office/drawing/2014/main" id="{B9CF9E53-D374-25E3-E68B-5F012155C9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19" name="Group 1414">
              <a:extLst>
                <a:ext uri="{FF2B5EF4-FFF2-40B4-BE49-F238E27FC236}">
                  <a16:creationId xmlns:a16="http://schemas.microsoft.com/office/drawing/2014/main" id="{F824E3AC-C6F6-CB28-4138-C344B2DC61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909" name="Oval 1415">
                <a:extLst>
                  <a:ext uri="{FF2B5EF4-FFF2-40B4-BE49-F238E27FC236}">
                    <a16:creationId xmlns:a16="http://schemas.microsoft.com/office/drawing/2014/main" id="{02DA8E25-6CE7-7928-6DEE-2DEFCF35F3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0" name="Oval 1416">
                <a:extLst>
                  <a:ext uri="{FF2B5EF4-FFF2-40B4-BE49-F238E27FC236}">
                    <a16:creationId xmlns:a16="http://schemas.microsoft.com/office/drawing/2014/main" id="{E730576F-676F-29E7-904E-BD996D33B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1" name="Freeform 1417">
                <a:extLst>
                  <a:ext uri="{FF2B5EF4-FFF2-40B4-BE49-F238E27FC236}">
                    <a16:creationId xmlns:a16="http://schemas.microsoft.com/office/drawing/2014/main" id="{6A1FF3A5-43C1-0188-E7D3-C38906D77C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2" name="Freeform 1418">
                <a:extLst>
                  <a:ext uri="{FF2B5EF4-FFF2-40B4-BE49-F238E27FC236}">
                    <a16:creationId xmlns:a16="http://schemas.microsoft.com/office/drawing/2014/main" id="{799A7624-DB81-25DB-F3F1-A878E6693F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3" name="Freeform 1419">
                <a:extLst>
                  <a:ext uri="{FF2B5EF4-FFF2-40B4-BE49-F238E27FC236}">
                    <a16:creationId xmlns:a16="http://schemas.microsoft.com/office/drawing/2014/main" id="{0FC75525-FC97-423C-56AD-87C2730C22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4" name="Oval 1420">
                <a:extLst>
                  <a:ext uri="{FF2B5EF4-FFF2-40B4-BE49-F238E27FC236}">
                    <a16:creationId xmlns:a16="http://schemas.microsoft.com/office/drawing/2014/main" id="{3B7BDB02-C879-AA83-0723-801A86A377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0" name="Group 1421">
              <a:extLst>
                <a:ext uri="{FF2B5EF4-FFF2-40B4-BE49-F238E27FC236}">
                  <a16:creationId xmlns:a16="http://schemas.microsoft.com/office/drawing/2014/main" id="{BE241E46-A7AE-782B-4BF0-B5D277C633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903" name="Oval 1422">
                <a:extLst>
                  <a:ext uri="{FF2B5EF4-FFF2-40B4-BE49-F238E27FC236}">
                    <a16:creationId xmlns:a16="http://schemas.microsoft.com/office/drawing/2014/main" id="{08FEF5A8-804C-B7AA-691A-BD2F8760DD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4" name="Oval 1423">
                <a:extLst>
                  <a:ext uri="{FF2B5EF4-FFF2-40B4-BE49-F238E27FC236}">
                    <a16:creationId xmlns:a16="http://schemas.microsoft.com/office/drawing/2014/main" id="{D3138D23-5DAF-E85E-65B2-267A0BA58A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5" name="Freeform 1424">
                <a:extLst>
                  <a:ext uri="{FF2B5EF4-FFF2-40B4-BE49-F238E27FC236}">
                    <a16:creationId xmlns:a16="http://schemas.microsoft.com/office/drawing/2014/main" id="{58E4A52A-5C14-7166-5AC4-89D48DD58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6" name="Freeform 1425">
                <a:extLst>
                  <a:ext uri="{FF2B5EF4-FFF2-40B4-BE49-F238E27FC236}">
                    <a16:creationId xmlns:a16="http://schemas.microsoft.com/office/drawing/2014/main" id="{C85EB23C-88C2-4C66-BC0E-D85681E203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7" name="Freeform 1426">
                <a:extLst>
                  <a:ext uri="{FF2B5EF4-FFF2-40B4-BE49-F238E27FC236}">
                    <a16:creationId xmlns:a16="http://schemas.microsoft.com/office/drawing/2014/main" id="{B4B58568-6B80-0B67-F777-7225DC8245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8" name="Oval 1427">
                <a:extLst>
                  <a:ext uri="{FF2B5EF4-FFF2-40B4-BE49-F238E27FC236}">
                    <a16:creationId xmlns:a16="http://schemas.microsoft.com/office/drawing/2014/main" id="{DBF7DC60-CF6F-99DC-B52F-3D7F20323E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1" name="Group 1428">
              <a:extLst>
                <a:ext uri="{FF2B5EF4-FFF2-40B4-BE49-F238E27FC236}">
                  <a16:creationId xmlns:a16="http://schemas.microsoft.com/office/drawing/2014/main" id="{E48BC349-BB29-0F79-0891-BD59C91C65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897" name="Oval 1429">
                <a:extLst>
                  <a:ext uri="{FF2B5EF4-FFF2-40B4-BE49-F238E27FC236}">
                    <a16:creationId xmlns:a16="http://schemas.microsoft.com/office/drawing/2014/main" id="{E804B260-4752-EB64-954E-2F7981979C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8" name="Oval 1430">
                <a:extLst>
                  <a:ext uri="{FF2B5EF4-FFF2-40B4-BE49-F238E27FC236}">
                    <a16:creationId xmlns:a16="http://schemas.microsoft.com/office/drawing/2014/main" id="{D1EFD6D7-A297-133E-F7DD-3326C5674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9" name="Freeform 1431">
                <a:extLst>
                  <a:ext uri="{FF2B5EF4-FFF2-40B4-BE49-F238E27FC236}">
                    <a16:creationId xmlns:a16="http://schemas.microsoft.com/office/drawing/2014/main" id="{C5F60899-DD8C-ACD2-7A34-B3105A2EC4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0" name="Freeform 1432">
                <a:extLst>
                  <a:ext uri="{FF2B5EF4-FFF2-40B4-BE49-F238E27FC236}">
                    <a16:creationId xmlns:a16="http://schemas.microsoft.com/office/drawing/2014/main" id="{C19172B1-FB4E-0957-EAA7-F3C26277EB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1" name="Freeform 1433">
                <a:extLst>
                  <a:ext uri="{FF2B5EF4-FFF2-40B4-BE49-F238E27FC236}">
                    <a16:creationId xmlns:a16="http://schemas.microsoft.com/office/drawing/2014/main" id="{F9888BC7-3C38-26E3-B5EB-8C5DB624E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2" name="Oval 1434">
                <a:extLst>
                  <a:ext uri="{FF2B5EF4-FFF2-40B4-BE49-F238E27FC236}">
                    <a16:creationId xmlns:a16="http://schemas.microsoft.com/office/drawing/2014/main" id="{6E977DD1-AAC5-D82C-D285-8D12E4CEF9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2" name="Group 1435">
              <a:extLst>
                <a:ext uri="{FF2B5EF4-FFF2-40B4-BE49-F238E27FC236}">
                  <a16:creationId xmlns:a16="http://schemas.microsoft.com/office/drawing/2014/main" id="{BEF9A29B-1FCC-58A2-ACD2-EA24026812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891" name="Oval 1436">
                <a:extLst>
                  <a:ext uri="{FF2B5EF4-FFF2-40B4-BE49-F238E27FC236}">
                    <a16:creationId xmlns:a16="http://schemas.microsoft.com/office/drawing/2014/main" id="{E2EC18E0-7531-AB33-BAE5-3D60A72A71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2" name="Oval 1437">
                <a:extLst>
                  <a:ext uri="{FF2B5EF4-FFF2-40B4-BE49-F238E27FC236}">
                    <a16:creationId xmlns:a16="http://schemas.microsoft.com/office/drawing/2014/main" id="{DEB979C8-5886-6C49-B618-35A5E33EAC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3" name="Freeform 1438">
                <a:extLst>
                  <a:ext uri="{FF2B5EF4-FFF2-40B4-BE49-F238E27FC236}">
                    <a16:creationId xmlns:a16="http://schemas.microsoft.com/office/drawing/2014/main" id="{8DB2AA6A-4179-7CC9-17AB-38F1C08FFD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4" name="Freeform 1439">
                <a:extLst>
                  <a:ext uri="{FF2B5EF4-FFF2-40B4-BE49-F238E27FC236}">
                    <a16:creationId xmlns:a16="http://schemas.microsoft.com/office/drawing/2014/main" id="{AA378019-65CD-E4D6-BFE4-4F19EC339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5" name="Freeform 1440">
                <a:extLst>
                  <a:ext uri="{FF2B5EF4-FFF2-40B4-BE49-F238E27FC236}">
                    <a16:creationId xmlns:a16="http://schemas.microsoft.com/office/drawing/2014/main" id="{E5320CDD-1C93-1088-AEAA-50D06D987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6" name="Oval 1441">
                <a:extLst>
                  <a:ext uri="{FF2B5EF4-FFF2-40B4-BE49-F238E27FC236}">
                    <a16:creationId xmlns:a16="http://schemas.microsoft.com/office/drawing/2014/main" id="{94F29A0C-E277-798A-BFA8-93052C2AB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3" name="Group 1442">
              <a:extLst>
                <a:ext uri="{FF2B5EF4-FFF2-40B4-BE49-F238E27FC236}">
                  <a16:creationId xmlns:a16="http://schemas.microsoft.com/office/drawing/2014/main" id="{B7CB32DE-5CF9-C3CE-C0D9-3BB5690EB8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885" name="Oval 1443">
                <a:extLst>
                  <a:ext uri="{FF2B5EF4-FFF2-40B4-BE49-F238E27FC236}">
                    <a16:creationId xmlns:a16="http://schemas.microsoft.com/office/drawing/2014/main" id="{2C2CE3B7-9D3C-40BF-D29E-8573362A3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6" name="Oval 1444">
                <a:extLst>
                  <a:ext uri="{FF2B5EF4-FFF2-40B4-BE49-F238E27FC236}">
                    <a16:creationId xmlns:a16="http://schemas.microsoft.com/office/drawing/2014/main" id="{AE7413AA-D5F9-2A9E-BA79-2D6DD4E12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7" name="Freeform 1445">
                <a:extLst>
                  <a:ext uri="{FF2B5EF4-FFF2-40B4-BE49-F238E27FC236}">
                    <a16:creationId xmlns:a16="http://schemas.microsoft.com/office/drawing/2014/main" id="{E00D5B6E-2CB4-62A2-9D0A-A4FB97F5B1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" name="Freeform 1446">
                <a:extLst>
                  <a:ext uri="{FF2B5EF4-FFF2-40B4-BE49-F238E27FC236}">
                    <a16:creationId xmlns:a16="http://schemas.microsoft.com/office/drawing/2014/main" id="{2F9DFEDE-B969-87ED-A0A4-6F0511FD55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" name="Freeform 1447">
                <a:extLst>
                  <a:ext uri="{FF2B5EF4-FFF2-40B4-BE49-F238E27FC236}">
                    <a16:creationId xmlns:a16="http://schemas.microsoft.com/office/drawing/2014/main" id="{43E8B383-FEBF-B783-196F-113395DBA1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0" name="Oval 1448">
                <a:extLst>
                  <a:ext uri="{FF2B5EF4-FFF2-40B4-BE49-F238E27FC236}">
                    <a16:creationId xmlns:a16="http://schemas.microsoft.com/office/drawing/2014/main" id="{DA85ABBF-2729-DDAA-3B6F-7291B9C85F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4" name="Group 1449">
              <a:extLst>
                <a:ext uri="{FF2B5EF4-FFF2-40B4-BE49-F238E27FC236}">
                  <a16:creationId xmlns:a16="http://schemas.microsoft.com/office/drawing/2014/main" id="{259C97E0-13D5-134A-0B1D-B981686673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879" name="Oval 1450">
                <a:extLst>
                  <a:ext uri="{FF2B5EF4-FFF2-40B4-BE49-F238E27FC236}">
                    <a16:creationId xmlns:a16="http://schemas.microsoft.com/office/drawing/2014/main" id="{D099CEC4-7E48-D636-3BF5-417504F017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0" name="Oval 1451">
                <a:extLst>
                  <a:ext uri="{FF2B5EF4-FFF2-40B4-BE49-F238E27FC236}">
                    <a16:creationId xmlns:a16="http://schemas.microsoft.com/office/drawing/2014/main" id="{519C8421-A102-8CFB-79C7-AB3288DAE0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1" name="Freeform 1452">
                <a:extLst>
                  <a:ext uri="{FF2B5EF4-FFF2-40B4-BE49-F238E27FC236}">
                    <a16:creationId xmlns:a16="http://schemas.microsoft.com/office/drawing/2014/main" id="{B36CE63F-06E2-24E5-C9A5-94A871299F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" name="Freeform 1453">
                <a:extLst>
                  <a:ext uri="{FF2B5EF4-FFF2-40B4-BE49-F238E27FC236}">
                    <a16:creationId xmlns:a16="http://schemas.microsoft.com/office/drawing/2014/main" id="{7C68E6C9-8001-9C53-C265-C4E7383889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" name="Freeform 1454">
                <a:extLst>
                  <a:ext uri="{FF2B5EF4-FFF2-40B4-BE49-F238E27FC236}">
                    <a16:creationId xmlns:a16="http://schemas.microsoft.com/office/drawing/2014/main" id="{B92079DF-5331-BF9E-660E-5E256B263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" name="Oval 1455">
                <a:extLst>
                  <a:ext uri="{FF2B5EF4-FFF2-40B4-BE49-F238E27FC236}">
                    <a16:creationId xmlns:a16="http://schemas.microsoft.com/office/drawing/2014/main" id="{E8D998AA-18C5-056C-1178-43162421FB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5" name="Group 1456">
              <a:extLst>
                <a:ext uri="{FF2B5EF4-FFF2-40B4-BE49-F238E27FC236}">
                  <a16:creationId xmlns:a16="http://schemas.microsoft.com/office/drawing/2014/main" id="{348594A5-0397-7F20-B594-75BADE2314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873" name="Oval 1457">
                <a:extLst>
                  <a:ext uri="{FF2B5EF4-FFF2-40B4-BE49-F238E27FC236}">
                    <a16:creationId xmlns:a16="http://schemas.microsoft.com/office/drawing/2014/main" id="{C07B4E93-3D54-B7E8-1C30-B3D9A7FC96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4" name="Oval 1458">
                <a:extLst>
                  <a:ext uri="{FF2B5EF4-FFF2-40B4-BE49-F238E27FC236}">
                    <a16:creationId xmlns:a16="http://schemas.microsoft.com/office/drawing/2014/main" id="{BF131BF7-4D7B-F3F2-69F6-A23D3F2AE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5" name="Freeform 1459">
                <a:extLst>
                  <a:ext uri="{FF2B5EF4-FFF2-40B4-BE49-F238E27FC236}">
                    <a16:creationId xmlns:a16="http://schemas.microsoft.com/office/drawing/2014/main" id="{060FDC4E-0B1F-A3A1-FB65-70FCC3BF6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" name="Freeform 1460">
                <a:extLst>
                  <a:ext uri="{FF2B5EF4-FFF2-40B4-BE49-F238E27FC236}">
                    <a16:creationId xmlns:a16="http://schemas.microsoft.com/office/drawing/2014/main" id="{8FA2FB36-4F35-0DCC-B268-CAEB869439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" name="Freeform 1461">
                <a:extLst>
                  <a:ext uri="{FF2B5EF4-FFF2-40B4-BE49-F238E27FC236}">
                    <a16:creationId xmlns:a16="http://schemas.microsoft.com/office/drawing/2014/main" id="{A94468EB-8EF7-C546-3896-33B6664449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" name="Oval 1462">
                <a:extLst>
                  <a:ext uri="{FF2B5EF4-FFF2-40B4-BE49-F238E27FC236}">
                    <a16:creationId xmlns:a16="http://schemas.microsoft.com/office/drawing/2014/main" id="{36237429-56EA-BE59-3D0C-5CEA6495D8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6" name="Group 1463">
              <a:extLst>
                <a:ext uri="{FF2B5EF4-FFF2-40B4-BE49-F238E27FC236}">
                  <a16:creationId xmlns:a16="http://schemas.microsoft.com/office/drawing/2014/main" id="{7327AF9E-6CFA-E3B5-B00A-4C9F1EAA5A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867" name="Oval 1464">
                <a:extLst>
                  <a:ext uri="{FF2B5EF4-FFF2-40B4-BE49-F238E27FC236}">
                    <a16:creationId xmlns:a16="http://schemas.microsoft.com/office/drawing/2014/main" id="{2D435F98-9B73-07FA-E0EA-35E41A71B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8" name="Oval 1465">
                <a:extLst>
                  <a:ext uri="{FF2B5EF4-FFF2-40B4-BE49-F238E27FC236}">
                    <a16:creationId xmlns:a16="http://schemas.microsoft.com/office/drawing/2014/main" id="{9F322C33-0DB6-A8B8-3BC3-E77CE96C2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9" name="Freeform 1466">
                <a:extLst>
                  <a:ext uri="{FF2B5EF4-FFF2-40B4-BE49-F238E27FC236}">
                    <a16:creationId xmlns:a16="http://schemas.microsoft.com/office/drawing/2014/main" id="{0BB13263-39A2-432D-9C5B-86BC7FFCC7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" name="Freeform 1467">
                <a:extLst>
                  <a:ext uri="{FF2B5EF4-FFF2-40B4-BE49-F238E27FC236}">
                    <a16:creationId xmlns:a16="http://schemas.microsoft.com/office/drawing/2014/main" id="{7230115F-7DA6-B261-7269-18589BE2C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" name="Freeform 1468">
                <a:extLst>
                  <a:ext uri="{FF2B5EF4-FFF2-40B4-BE49-F238E27FC236}">
                    <a16:creationId xmlns:a16="http://schemas.microsoft.com/office/drawing/2014/main" id="{B460D685-B33E-A174-B5FB-585F46F05F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" name="Oval 1469">
                <a:extLst>
                  <a:ext uri="{FF2B5EF4-FFF2-40B4-BE49-F238E27FC236}">
                    <a16:creationId xmlns:a16="http://schemas.microsoft.com/office/drawing/2014/main" id="{332F2F0D-16A1-EC2E-97A5-A907F2F9F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7" name="Group 1470">
              <a:extLst>
                <a:ext uri="{FF2B5EF4-FFF2-40B4-BE49-F238E27FC236}">
                  <a16:creationId xmlns:a16="http://schemas.microsoft.com/office/drawing/2014/main" id="{B7E0E039-2D06-0BF0-845B-1D9D8A8C9C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861" name="Oval 1471">
                <a:extLst>
                  <a:ext uri="{FF2B5EF4-FFF2-40B4-BE49-F238E27FC236}">
                    <a16:creationId xmlns:a16="http://schemas.microsoft.com/office/drawing/2014/main" id="{AB9F740B-019F-D70B-8A21-9D2D945E22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2" name="Oval 1472">
                <a:extLst>
                  <a:ext uri="{FF2B5EF4-FFF2-40B4-BE49-F238E27FC236}">
                    <a16:creationId xmlns:a16="http://schemas.microsoft.com/office/drawing/2014/main" id="{543CB825-1103-FFC3-069D-81C9872FEB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3" name="Freeform 1473">
                <a:extLst>
                  <a:ext uri="{FF2B5EF4-FFF2-40B4-BE49-F238E27FC236}">
                    <a16:creationId xmlns:a16="http://schemas.microsoft.com/office/drawing/2014/main" id="{AAB79A46-DF30-CDFA-A21D-C287A34232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4" name="Freeform 1474">
                <a:extLst>
                  <a:ext uri="{FF2B5EF4-FFF2-40B4-BE49-F238E27FC236}">
                    <a16:creationId xmlns:a16="http://schemas.microsoft.com/office/drawing/2014/main" id="{31C34B03-6AA5-7947-A7EE-4760189B24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5" name="Freeform 1475">
                <a:extLst>
                  <a:ext uri="{FF2B5EF4-FFF2-40B4-BE49-F238E27FC236}">
                    <a16:creationId xmlns:a16="http://schemas.microsoft.com/office/drawing/2014/main" id="{20064E3B-9926-2071-6A1E-2F0D29B146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6" name="Oval 1476">
                <a:extLst>
                  <a:ext uri="{FF2B5EF4-FFF2-40B4-BE49-F238E27FC236}">
                    <a16:creationId xmlns:a16="http://schemas.microsoft.com/office/drawing/2014/main" id="{96EF15F8-5D4B-C114-1B74-68ECF692C0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8" name="Group 1477">
              <a:extLst>
                <a:ext uri="{FF2B5EF4-FFF2-40B4-BE49-F238E27FC236}">
                  <a16:creationId xmlns:a16="http://schemas.microsoft.com/office/drawing/2014/main" id="{E008F8EE-98E1-6BB3-B228-0FAA4C8CF0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2855" name="Oval 1478">
                <a:extLst>
                  <a:ext uri="{FF2B5EF4-FFF2-40B4-BE49-F238E27FC236}">
                    <a16:creationId xmlns:a16="http://schemas.microsoft.com/office/drawing/2014/main" id="{DEF1865A-89BA-B5BA-E191-026CA8983C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6" name="Oval 1479">
                <a:extLst>
                  <a:ext uri="{FF2B5EF4-FFF2-40B4-BE49-F238E27FC236}">
                    <a16:creationId xmlns:a16="http://schemas.microsoft.com/office/drawing/2014/main" id="{652BC6C0-55C2-34BD-2603-760861E35C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7" name="Freeform 1480">
                <a:extLst>
                  <a:ext uri="{FF2B5EF4-FFF2-40B4-BE49-F238E27FC236}">
                    <a16:creationId xmlns:a16="http://schemas.microsoft.com/office/drawing/2014/main" id="{DC2DD7E5-8276-723C-D68A-4F85FBC512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8" name="Freeform 1481">
                <a:extLst>
                  <a:ext uri="{FF2B5EF4-FFF2-40B4-BE49-F238E27FC236}">
                    <a16:creationId xmlns:a16="http://schemas.microsoft.com/office/drawing/2014/main" id="{13DAAD71-7AA5-E124-F4B8-2DC33421C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9" name="Freeform 1482">
                <a:extLst>
                  <a:ext uri="{FF2B5EF4-FFF2-40B4-BE49-F238E27FC236}">
                    <a16:creationId xmlns:a16="http://schemas.microsoft.com/office/drawing/2014/main" id="{75E298C3-10BF-E004-E9BF-190C0BFD2B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0" name="Oval 1483">
                <a:extLst>
                  <a:ext uri="{FF2B5EF4-FFF2-40B4-BE49-F238E27FC236}">
                    <a16:creationId xmlns:a16="http://schemas.microsoft.com/office/drawing/2014/main" id="{8DB535A9-AE94-92A9-6CEF-B04007A1AB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29" name="Group 1484">
              <a:extLst>
                <a:ext uri="{FF2B5EF4-FFF2-40B4-BE49-F238E27FC236}">
                  <a16:creationId xmlns:a16="http://schemas.microsoft.com/office/drawing/2014/main" id="{61C4C349-CB81-4EDF-9B7A-7896889175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2849" name="Oval 1485">
                <a:extLst>
                  <a:ext uri="{FF2B5EF4-FFF2-40B4-BE49-F238E27FC236}">
                    <a16:creationId xmlns:a16="http://schemas.microsoft.com/office/drawing/2014/main" id="{7BF018CF-ABEA-B158-77D7-671C700576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0" name="Oval 1486">
                <a:extLst>
                  <a:ext uri="{FF2B5EF4-FFF2-40B4-BE49-F238E27FC236}">
                    <a16:creationId xmlns:a16="http://schemas.microsoft.com/office/drawing/2014/main" id="{C5846C82-0DBB-5400-9ADC-C77CBD2F7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1" name="Freeform 1487">
                <a:extLst>
                  <a:ext uri="{FF2B5EF4-FFF2-40B4-BE49-F238E27FC236}">
                    <a16:creationId xmlns:a16="http://schemas.microsoft.com/office/drawing/2014/main" id="{3F6EA6E7-2DA8-A547-0D5E-AEE246615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2" name="Freeform 1488">
                <a:extLst>
                  <a:ext uri="{FF2B5EF4-FFF2-40B4-BE49-F238E27FC236}">
                    <a16:creationId xmlns:a16="http://schemas.microsoft.com/office/drawing/2014/main" id="{A83BE652-627C-8D97-9BE5-D29A1E9237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3" name="Freeform 1489">
                <a:extLst>
                  <a:ext uri="{FF2B5EF4-FFF2-40B4-BE49-F238E27FC236}">
                    <a16:creationId xmlns:a16="http://schemas.microsoft.com/office/drawing/2014/main" id="{90B95A4F-F8CC-B43A-B08B-4B0A65C2F0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4" name="Oval 1490">
                <a:extLst>
                  <a:ext uri="{FF2B5EF4-FFF2-40B4-BE49-F238E27FC236}">
                    <a16:creationId xmlns:a16="http://schemas.microsoft.com/office/drawing/2014/main" id="{C6B7E6EC-B148-61D7-27F0-8A58241925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0" name="Group 1491">
              <a:extLst>
                <a:ext uri="{FF2B5EF4-FFF2-40B4-BE49-F238E27FC236}">
                  <a16:creationId xmlns:a16="http://schemas.microsoft.com/office/drawing/2014/main" id="{6D1DE559-B093-56AF-FE63-9B03AB512E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2843" name="Oval 1492">
                <a:extLst>
                  <a:ext uri="{FF2B5EF4-FFF2-40B4-BE49-F238E27FC236}">
                    <a16:creationId xmlns:a16="http://schemas.microsoft.com/office/drawing/2014/main" id="{F9105773-3E95-0E29-0D94-FF802B99B7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4" name="Oval 1493">
                <a:extLst>
                  <a:ext uri="{FF2B5EF4-FFF2-40B4-BE49-F238E27FC236}">
                    <a16:creationId xmlns:a16="http://schemas.microsoft.com/office/drawing/2014/main" id="{DAAE6DC5-1D66-1839-849F-1E42A24C16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5" name="Freeform 1494">
                <a:extLst>
                  <a:ext uri="{FF2B5EF4-FFF2-40B4-BE49-F238E27FC236}">
                    <a16:creationId xmlns:a16="http://schemas.microsoft.com/office/drawing/2014/main" id="{DE91E0A1-EE17-4473-E0FE-A38CCEF3A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6" name="Freeform 1495">
                <a:extLst>
                  <a:ext uri="{FF2B5EF4-FFF2-40B4-BE49-F238E27FC236}">
                    <a16:creationId xmlns:a16="http://schemas.microsoft.com/office/drawing/2014/main" id="{AA36E0FF-FB30-7195-CD67-8C46D126C5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7" name="Freeform 1496">
                <a:extLst>
                  <a:ext uri="{FF2B5EF4-FFF2-40B4-BE49-F238E27FC236}">
                    <a16:creationId xmlns:a16="http://schemas.microsoft.com/office/drawing/2014/main" id="{53DEDF78-CF30-F42A-86BC-0C90BDFC1D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8" name="Oval 1497">
                <a:extLst>
                  <a:ext uri="{FF2B5EF4-FFF2-40B4-BE49-F238E27FC236}">
                    <a16:creationId xmlns:a16="http://schemas.microsoft.com/office/drawing/2014/main" id="{333A9DCD-7620-ED41-A1E7-43098B1C38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1" name="Group 1498">
              <a:extLst>
                <a:ext uri="{FF2B5EF4-FFF2-40B4-BE49-F238E27FC236}">
                  <a16:creationId xmlns:a16="http://schemas.microsoft.com/office/drawing/2014/main" id="{29634D91-F642-98E9-13AE-C91AF621DA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2837" name="Oval 1499">
                <a:extLst>
                  <a:ext uri="{FF2B5EF4-FFF2-40B4-BE49-F238E27FC236}">
                    <a16:creationId xmlns:a16="http://schemas.microsoft.com/office/drawing/2014/main" id="{D43AA4FD-9FEC-91B5-3FBF-68650CE354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8" name="Oval 1500">
                <a:extLst>
                  <a:ext uri="{FF2B5EF4-FFF2-40B4-BE49-F238E27FC236}">
                    <a16:creationId xmlns:a16="http://schemas.microsoft.com/office/drawing/2014/main" id="{8DAFDA2D-5F1C-C376-4480-53ABE8BA48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9" name="Freeform 1501">
                <a:extLst>
                  <a:ext uri="{FF2B5EF4-FFF2-40B4-BE49-F238E27FC236}">
                    <a16:creationId xmlns:a16="http://schemas.microsoft.com/office/drawing/2014/main" id="{21DF94B3-5EDC-AE6D-6CF3-C933D417C9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0" name="Freeform 1502">
                <a:extLst>
                  <a:ext uri="{FF2B5EF4-FFF2-40B4-BE49-F238E27FC236}">
                    <a16:creationId xmlns:a16="http://schemas.microsoft.com/office/drawing/2014/main" id="{9D7DD2CF-746B-96BE-58B9-81F36ABA82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1" name="Freeform 1503">
                <a:extLst>
                  <a:ext uri="{FF2B5EF4-FFF2-40B4-BE49-F238E27FC236}">
                    <a16:creationId xmlns:a16="http://schemas.microsoft.com/office/drawing/2014/main" id="{DF23CB39-CEB7-8D49-BD22-A07CBE7A22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2" name="Oval 1504">
                <a:extLst>
                  <a:ext uri="{FF2B5EF4-FFF2-40B4-BE49-F238E27FC236}">
                    <a16:creationId xmlns:a16="http://schemas.microsoft.com/office/drawing/2014/main" id="{FE304E0A-D2E5-2355-F3F5-978809A16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2" name="Group 1505">
              <a:extLst>
                <a:ext uri="{FF2B5EF4-FFF2-40B4-BE49-F238E27FC236}">
                  <a16:creationId xmlns:a16="http://schemas.microsoft.com/office/drawing/2014/main" id="{A5767BDF-B0E7-00EB-7BBC-1B6515A1D9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2831" name="Oval 1506">
                <a:extLst>
                  <a:ext uri="{FF2B5EF4-FFF2-40B4-BE49-F238E27FC236}">
                    <a16:creationId xmlns:a16="http://schemas.microsoft.com/office/drawing/2014/main" id="{50152928-A456-F8C1-39C6-7B81085961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2" name="Oval 1507">
                <a:extLst>
                  <a:ext uri="{FF2B5EF4-FFF2-40B4-BE49-F238E27FC236}">
                    <a16:creationId xmlns:a16="http://schemas.microsoft.com/office/drawing/2014/main" id="{860D7452-EF04-DD04-217D-2E6E158F46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3" name="Freeform 1508">
                <a:extLst>
                  <a:ext uri="{FF2B5EF4-FFF2-40B4-BE49-F238E27FC236}">
                    <a16:creationId xmlns:a16="http://schemas.microsoft.com/office/drawing/2014/main" id="{9BE22CD6-BDE7-AD4F-8D4F-2D419B813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4" name="Freeform 1509">
                <a:extLst>
                  <a:ext uri="{FF2B5EF4-FFF2-40B4-BE49-F238E27FC236}">
                    <a16:creationId xmlns:a16="http://schemas.microsoft.com/office/drawing/2014/main" id="{0EC9AE9A-E04C-5868-2831-6DEA269297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5" name="Freeform 1510">
                <a:extLst>
                  <a:ext uri="{FF2B5EF4-FFF2-40B4-BE49-F238E27FC236}">
                    <a16:creationId xmlns:a16="http://schemas.microsoft.com/office/drawing/2014/main" id="{FAAE3785-53FE-5F68-D655-6A7BB7BFA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6" name="Oval 1511">
                <a:extLst>
                  <a:ext uri="{FF2B5EF4-FFF2-40B4-BE49-F238E27FC236}">
                    <a16:creationId xmlns:a16="http://schemas.microsoft.com/office/drawing/2014/main" id="{F49EA246-430D-450D-255D-2586E927D7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3" name="Group 1512">
              <a:extLst>
                <a:ext uri="{FF2B5EF4-FFF2-40B4-BE49-F238E27FC236}">
                  <a16:creationId xmlns:a16="http://schemas.microsoft.com/office/drawing/2014/main" id="{7A6CCFA0-81F7-4B50-21A7-CABBE33E75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2825" name="Oval 1513">
                <a:extLst>
                  <a:ext uri="{FF2B5EF4-FFF2-40B4-BE49-F238E27FC236}">
                    <a16:creationId xmlns:a16="http://schemas.microsoft.com/office/drawing/2014/main" id="{31172BD2-D9A3-56B6-26E5-9E64E1D339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6" name="Oval 1514">
                <a:extLst>
                  <a:ext uri="{FF2B5EF4-FFF2-40B4-BE49-F238E27FC236}">
                    <a16:creationId xmlns:a16="http://schemas.microsoft.com/office/drawing/2014/main" id="{6533761B-72E8-5D5F-DA95-5607415FA6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7" name="Freeform 1515">
                <a:extLst>
                  <a:ext uri="{FF2B5EF4-FFF2-40B4-BE49-F238E27FC236}">
                    <a16:creationId xmlns:a16="http://schemas.microsoft.com/office/drawing/2014/main" id="{359B09CD-E8C0-EB99-093C-CB190614E9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8" name="Freeform 1516">
                <a:extLst>
                  <a:ext uri="{FF2B5EF4-FFF2-40B4-BE49-F238E27FC236}">
                    <a16:creationId xmlns:a16="http://schemas.microsoft.com/office/drawing/2014/main" id="{1DCB7C72-80E3-EB63-62DB-A751FE9C40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9" name="Freeform 1517">
                <a:extLst>
                  <a:ext uri="{FF2B5EF4-FFF2-40B4-BE49-F238E27FC236}">
                    <a16:creationId xmlns:a16="http://schemas.microsoft.com/office/drawing/2014/main" id="{50833782-1B9B-D681-00A5-9BDAB816D4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0" name="Oval 1518">
                <a:extLst>
                  <a:ext uri="{FF2B5EF4-FFF2-40B4-BE49-F238E27FC236}">
                    <a16:creationId xmlns:a16="http://schemas.microsoft.com/office/drawing/2014/main" id="{78FF2E90-F535-6372-9974-4D9A43090D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4" name="Group 1519">
              <a:extLst>
                <a:ext uri="{FF2B5EF4-FFF2-40B4-BE49-F238E27FC236}">
                  <a16:creationId xmlns:a16="http://schemas.microsoft.com/office/drawing/2014/main" id="{176E6A76-76C9-F8EE-E8E5-AD48CF7E4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2819" name="Oval 1520">
                <a:extLst>
                  <a:ext uri="{FF2B5EF4-FFF2-40B4-BE49-F238E27FC236}">
                    <a16:creationId xmlns:a16="http://schemas.microsoft.com/office/drawing/2014/main" id="{CB86A76C-67AB-E7C7-2D50-30B9F72E8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0" name="Oval 1521">
                <a:extLst>
                  <a:ext uri="{FF2B5EF4-FFF2-40B4-BE49-F238E27FC236}">
                    <a16:creationId xmlns:a16="http://schemas.microsoft.com/office/drawing/2014/main" id="{2869284D-F7C1-6656-76CB-C4F54C758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1" name="Freeform 1522">
                <a:extLst>
                  <a:ext uri="{FF2B5EF4-FFF2-40B4-BE49-F238E27FC236}">
                    <a16:creationId xmlns:a16="http://schemas.microsoft.com/office/drawing/2014/main" id="{92E88437-762A-888B-0CEB-33F13C5B43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2" name="Freeform 1523">
                <a:extLst>
                  <a:ext uri="{FF2B5EF4-FFF2-40B4-BE49-F238E27FC236}">
                    <a16:creationId xmlns:a16="http://schemas.microsoft.com/office/drawing/2014/main" id="{E81E7E37-69E3-BAE4-1C42-7144589001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3" name="Freeform 1524">
                <a:extLst>
                  <a:ext uri="{FF2B5EF4-FFF2-40B4-BE49-F238E27FC236}">
                    <a16:creationId xmlns:a16="http://schemas.microsoft.com/office/drawing/2014/main" id="{22AE1246-BEEF-1302-9E53-109498105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4" name="Oval 1525">
                <a:extLst>
                  <a:ext uri="{FF2B5EF4-FFF2-40B4-BE49-F238E27FC236}">
                    <a16:creationId xmlns:a16="http://schemas.microsoft.com/office/drawing/2014/main" id="{AEF99135-EC15-753F-19AA-BC18C68C61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5" name="Group 1526">
              <a:extLst>
                <a:ext uri="{FF2B5EF4-FFF2-40B4-BE49-F238E27FC236}">
                  <a16:creationId xmlns:a16="http://schemas.microsoft.com/office/drawing/2014/main" id="{52274A64-BDD3-F2E5-EF70-105A74A0A6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2813" name="Oval 1527">
                <a:extLst>
                  <a:ext uri="{FF2B5EF4-FFF2-40B4-BE49-F238E27FC236}">
                    <a16:creationId xmlns:a16="http://schemas.microsoft.com/office/drawing/2014/main" id="{E85A9539-9C07-1853-A520-3FAC0BC33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4" name="Oval 1528">
                <a:extLst>
                  <a:ext uri="{FF2B5EF4-FFF2-40B4-BE49-F238E27FC236}">
                    <a16:creationId xmlns:a16="http://schemas.microsoft.com/office/drawing/2014/main" id="{210CF68B-5334-9D09-1BA4-40D6711361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5" name="Freeform 1529">
                <a:extLst>
                  <a:ext uri="{FF2B5EF4-FFF2-40B4-BE49-F238E27FC236}">
                    <a16:creationId xmlns:a16="http://schemas.microsoft.com/office/drawing/2014/main" id="{95603ADE-38CD-29AA-ACCE-47335E3DB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" name="Freeform 1530">
                <a:extLst>
                  <a:ext uri="{FF2B5EF4-FFF2-40B4-BE49-F238E27FC236}">
                    <a16:creationId xmlns:a16="http://schemas.microsoft.com/office/drawing/2014/main" id="{BBFA07DB-016F-2A6A-0C82-4AEC52430D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7" name="Freeform 1531">
                <a:extLst>
                  <a:ext uri="{FF2B5EF4-FFF2-40B4-BE49-F238E27FC236}">
                    <a16:creationId xmlns:a16="http://schemas.microsoft.com/office/drawing/2014/main" id="{3EF1A59D-3CC3-E16C-FF22-70551C7AEE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8" name="Oval 1532">
                <a:extLst>
                  <a:ext uri="{FF2B5EF4-FFF2-40B4-BE49-F238E27FC236}">
                    <a16:creationId xmlns:a16="http://schemas.microsoft.com/office/drawing/2014/main" id="{8E040DBC-1434-3B3E-B2D9-05FB4231D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6" name="Group 1533">
              <a:extLst>
                <a:ext uri="{FF2B5EF4-FFF2-40B4-BE49-F238E27FC236}">
                  <a16:creationId xmlns:a16="http://schemas.microsoft.com/office/drawing/2014/main" id="{D1B07367-BD59-2CF5-E8DC-5729972ADC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2807" name="Oval 1534">
                <a:extLst>
                  <a:ext uri="{FF2B5EF4-FFF2-40B4-BE49-F238E27FC236}">
                    <a16:creationId xmlns:a16="http://schemas.microsoft.com/office/drawing/2014/main" id="{E014B514-DEDB-E46F-5335-C5DB2B2ECE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8" name="Oval 1535">
                <a:extLst>
                  <a:ext uri="{FF2B5EF4-FFF2-40B4-BE49-F238E27FC236}">
                    <a16:creationId xmlns:a16="http://schemas.microsoft.com/office/drawing/2014/main" id="{D3FC15C9-04EE-45FF-5B16-CC3B59C0C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9" name="Freeform 1536">
                <a:extLst>
                  <a:ext uri="{FF2B5EF4-FFF2-40B4-BE49-F238E27FC236}">
                    <a16:creationId xmlns:a16="http://schemas.microsoft.com/office/drawing/2014/main" id="{CC05E389-356F-AE1A-2851-8D55B25E28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" name="Freeform 1537">
                <a:extLst>
                  <a:ext uri="{FF2B5EF4-FFF2-40B4-BE49-F238E27FC236}">
                    <a16:creationId xmlns:a16="http://schemas.microsoft.com/office/drawing/2014/main" id="{E51FB689-2F3C-2B98-B12C-9B62FBD551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" name="Freeform 1538">
                <a:extLst>
                  <a:ext uri="{FF2B5EF4-FFF2-40B4-BE49-F238E27FC236}">
                    <a16:creationId xmlns:a16="http://schemas.microsoft.com/office/drawing/2014/main" id="{29262B60-A014-F66B-3C6E-F4C79EF3D8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" name="Oval 1539">
                <a:extLst>
                  <a:ext uri="{FF2B5EF4-FFF2-40B4-BE49-F238E27FC236}">
                    <a16:creationId xmlns:a16="http://schemas.microsoft.com/office/drawing/2014/main" id="{4695C6C5-A62A-BB22-221E-33EFDC7C5A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7" name="Group 1540">
              <a:extLst>
                <a:ext uri="{FF2B5EF4-FFF2-40B4-BE49-F238E27FC236}">
                  <a16:creationId xmlns:a16="http://schemas.microsoft.com/office/drawing/2014/main" id="{B98BE88E-AE3E-7342-3208-870FA81E9D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2801" name="Oval 1541">
                <a:extLst>
                  <a:ext uri="{FF2B5EF4-FFF2-40B4-BE49-F238E27FC236}">
                    <a16:creationId xmlns:a16="http://schemas.microsoft.com/office/drawing/2014/main" id="{70A0C4A8-232B-92AA-FC46-7BDCC8C708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2" name="Oval 1542">
                <a:extLst>
                  <a:ext uri="{FF2B5EF4-FFF2-40B4-BE49-F238E27FC236}">
                    <a16:creationId xmlns:a16="http://schemas.microsoft.com/office/drawing/2014/main" id="{4EFE2022-70E8-10B4-C208-E3C45243C7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3" name="Freeform 1543">
                <a:extLst>
                  <a:ext uri="{FF2B5EF4-FFF2-40B4-BE49-F238E27FC236}">
                    <a16:creationId xmlns:a16="http://schemas.microsoft.com/office/drawing/2014/main" id="{DBBE5B29-2C33-6DBB-4823-7B09E38F79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" name="Freeform 1544">
                <a:extLst>
                  <a:ext uri="{FF2B5EF4-FFF2-40B4-BE49-F238E27FC236}">
                    <a16:creationId xmlns:a16="http://schemas.microsoft.com/office/drawing/2014/main" id="{246C66E0-844C-3400-CB1C-3517094933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" name="Freeform 1545">
                <a:extLst>
                  <a:ext uri="{FF2B5EF4-FFF2-40B4-BE49-F238E27FC236}">
                    <a16:creationId xmlns:a16="http://schemas.microsoft.com/office/drawing/2014/main" id="{26B8CC4D-9501-9289-167A-D8CACCEDB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" name="Oval 1546">
                <a:extLst>
                  <a:ext uri="{FF2B5EF4-FFF2-40B4-BE49-F238E27FC236}">
                    <a16:creationId xmlns:a16="http://schemas.microsoft.com/office/drawing/2014/main" id="{BB7215B9-CCA0-A914-0F89-F938C7B9BB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8" name="Group 1547">
              <a:extLst>
                <a:ext uri="{FF2B5EF4-FFF2-40B4-BE49-F238E27FC236}">
                  <a16:creationId xmlns:a16="http://schemas.microsoft.com/office/drawing/2014/main" id="{85F72B3E-BBA7-54FE-F940-B4459EF365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2795" name="Oval 1548">
                <a:extLst>
                  <a:ext uri="{FF2B5EF4-FFF2-40B4-BE49-F238E27FC236}">
                    <a16:creationId xmlns:a16="http://schemas.microsoft.com/office/drawing/2014/main" id="{0AE02E9E-CBBB-0CA0-7FC3-767393BF63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6" name="Oval 1549">
                <a:extLst>
                  <a:ext uri="{FF2B5EF4-FFF2-40B4-BE49-F238E27FC236}">
                    <a16:creationId xmlns:a16="http://schemas.microsoft.com/office/drawing/2014/main" id="{17CB46B4-55E6-2050-61CC-BBCFED7738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7" name="Freeform 1550">
                <a:extLst>
                  <a:ext uri="{FF2B5EF4-FFF2-40B4-BE49-F238E27FC236}">
                    <a16:creationId xmlns:a16="http://schemas.microsoft.com/office/drawing/2014/main" id="{81DAA588-398A-F4A7-B028-10301E6377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" name="Freeform 1551">
                <a:extLst>
                  <a:ext uri="{FF2B5EF4-FFF2-40B4-BE49-F238E27FC236}">
                    <a16:creationId xmlns:a16="http://schemas.microsoft.com/office/drawing/2014/main" id="{6D30DBBA-ABA5-F63F-49DE-81CD9712AD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" name="Freeform 1552">
                <a:extLst>
                  <a:ext uri="{FF2B5EF4-FFF2-40B4-BE49-F238E27FC236}">
                    <a16:creationId xmlns:a16="http://schemas.microsoft.com/office/drawing/2014/main" id="{A08E9E54-FA69-0F9E-D9CD-BDF36FAA6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" name="Oval 1553">
                <a:extLst>
                  <a:ext uri="{FF2B5EF4-FFF2-40B4-BE49-F238E27FC236}">
                    <a16:creationId xmlns:a16="http://schemas.microsoft.com/office/drawing/2014/main" id="{3AE85538-0A21-E877-5FEA-2B3BF1EF2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39" name="Group 1554">
              <a:extLst>
                <a:ext uri="{FF2B5EF4-FFF2-40B4-BE49-F238E27FC236}">
                  <a16:creationId xmlns:a16="http://schemas.microsoft.com/office/drawing/2014/main" id="{97BEB4B6-305F-B04B-FA1F-821C310EF4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2789" name="Oval 1555">
                <a:extLst>
                  <a:ext uri="{FF2B5EF4-FFF2-40B4-BE49-F238E27FC236}">
                    <a16:creationId xmlns:a16="http://schemas.microsoft.com/office/drawing/2014/main" id="{93446F40-A3E4-B974-6412-333D6C34C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0" name="Oval 1556">
                <a:extLst>
                  <a:ext uri="{FF2B5EF4-FFF2-40B4-BE49-F238E27FC236}">
                    <a16:creationId xmlns:a16="http://schemas.microsoft.com/office/drawing/2014/main" id="{D6D8BB48-C12C-15E1-76B1-9986732180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1" name="Freeform 1557">
                <a:extLst>
                  <a:ext uri="{FF2B5EF4-FFF2-40B4-BE49-F238E27FC236}">
                    <a16:creationId xmlns:a16="http://schemas.microsoft.com/office/drawing/2014/main" id="{8748A54D-3043-4CDF-5EFA-3D51BEFEB9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2" name="Freeform 1558">
                <a:extLst>
                  <a:ext uri="{FF2B5EF4-FFF2-40B4-BE49-F238E27FC236}">
                    <a16:creationId xmlns:a16="http://schemas.microsoft.com/office/drawing/2014/main" id="{6D0A772A-B3D8-694B-ADE6-07B17F6799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3" name="Freeform 1559">
                <a:extLst>
                  <a:ext uri="{FF2B5EF4-FFF2-40B4-BE49-F238E27FC236}">
                    <a16:creationId xmlns:a16="http://schemas.microsoft.com/office/drawing/2014/main" id="{F19AF3D3-40C2-032F-E2F5-A28924C6F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4" name="Oval 1560">
                <a:extLst>
                  <a:ext uri="{FF2B5EF4-FFF2-40B4-BE49-F238E27FC236}">
                    <a16:creationId xmlns:a16="http://schemas.microsoft.com/office/drawing/2014/main" id="{A62BF262-AB39-9C3F-55E7-30C5ACE9AD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0" name="Group 1561">
              <a:extLst>
                <a:ext uri="{FF2B5EF4-FFF2-40B4-BE49-F238E27FC236}">
                  <a16:creationId xmlns:a16="http://schemas.microsoft.com/office/drawing/2014/main" id="{15828902-1459-363B-E77B-4D67F7C6B4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783" name="Oval 1562">
                <a:extLst>
                  <a:ext uri="{FF2B5EF4-FFF2-40B4-BE49-F238E27FC236}">
                    <a16:creationId xmlns:a16="http://schemas.microsoft.com/office/drawing/2014/main" id="{9A11FCFA-9B8F-270E-CCAD-FBDEB32614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4" name="Oval 1563">
                <a:extLst>
                  <a:ext uri="{FF2B5EF4-FFF2-40B4-BE49-F238E27FC236}">
                    <a16:creationId xmlns:a16="http://schemas.microsoft.com/office/drawing/2014/main" id="{B9E6382F-3292-3BEC-10F9-9985809226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5" name="Freeform 1564">
                <a:extLst>
                  <a:ext uri="{FF2B5EF4-FFF2-40B4-BE49-F238E27FC236}">
                    <a16:creationId xmlns:a16="http://schemas.microsoft.com/office/drawing/2014/main" id="{31267E58-4D3B-088D-3A75-D3EAA65E11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6" name="Freeform 1565">
                <a:extLst>
                  <a:ext uri="{FF2B5EF4-FFF2-40B4-BE49-F238E27FC236}">
                    <a16:creationId xmlns:a16="http://schemas.microsoft.com/office/drawing/2014/main" id="{5444FD4D-C51D-FECE-5796-38F42F746C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" name="Freeform 1566">
                <a:extLst>
                  <a:ext uri="{FF2B5EF4-FFF2-40B4-BE49-F238E27FC236}">
                    <a16:creationId xmlns:a16="http://schemas.microsoft.com/office/drawing/2014/main" id="{89136222-549B-1BAB-302E-53C82BC0D5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8" name="Oval 1567">
                <a:extLst>
                  <a:ext uri="{FF2B5EF4-FFF2-40B4-BE49-F238E27FC236}">
                    <a16:creationId xmlns:a16="http://schemas.microsoft.com/office/drawing/2014/main" id="{8F4B5860-62A7-8229-FE85-C6A6C48613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1" name="Group 1568">
              <a:extLst>
                <a:ext uri="{FF2B5EF4-FFF2-40B4-BE49-F238E27FC236}">
                  <a16:creationId xmlns:a16="http://schemas.microsoft.com/office/drawing/2014/main" id="{3FBF37D2-FCB9-0389-72BA-78E49B77AD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777" name="Oval 1569">
                <a:extLst>
                  <a:ext uri="{FF2B5EF4-FFF2-40B4-BE49-F238E27FC236}">
                    <a16:creationId xmlns:a16="http://schemas.microsoft.com/office/drawing/2014/main" id="{8BAA8E6C-7EDE-FDC0-20A2-B86862B1DF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8" name="Oval 1570">
                <a:extLst>
                  <a:ext uri="{FF2B5EF4-FFF2-40B4-BE49-F238E27FC236}">
                    <a16:creationId xmlns:a16="http://schemas.microsoft.com/office/drawing/2014/main" id="{C342EDE8-ECE6-1A69-39AF-D917EEE3E2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9" name="Freeform 1571">
                <a:extLst>
                  <a:ext uri="{FF2B5EF4-FFF2-40B4-BE49-F238E27FC236}">
                    <a16:creationId xmlns:a16="http://schemas.microsoft.com/office/drawing/2014/main" id="{0BBF361D-4DC9-6A81-BDD0-71E4674A4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" name="Freeform 1572">
                <a:extLst>
                  <a:ext uri="{FF2B5EF4-FFF2-40B4-BE49-F238E27FC236}">
                    <a16:creationId xmlns:a16="http://schemas.microsoft.com/office/drawing/2014/main" id="{FAF230FB-D84C-5AB2-A553-E5F3F4458C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1" name="Freeform 1573">
                <a:extLst>
                  <a:ext uri="{FF2B5EF4-FFF2-40B4-BE49-F238E27FC236}">
                    <a16:creationId xmlns:a16="http://schemas.microsoft.com/office/drawing/2014/main" id="{80859934-9B2F-DEA1-50F6-50895CC9B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" name="Oval 1574">
                <a:extLst>
                  <a:ext uri="{FF2B5EF4-FFF2-40B4-BE49-F238E27FC236}">
                    <a16:creationId xmlns:a16="http://schemas.microsoft.com/office/drawing/2014/main" id="{476CB9A0-36A9-EDA3-58CF-3A6D950733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2" name="Group 1575">
              <a:extLst>
                <a:ext uri="{FF2B5EF4-FFF2-40B4-BE49-F238E27FC236}">
                  <a16:creationId xmlns:a16="http://schemas.microsoft.com/office/drawing/2014/main" id="{FE6E6C08-D6CA-E7F5-F590-1A19FFFBB6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771" name="Oval 1576">
                <a:extLst>
                  <a:ext uri="{FF2B5EF4-FFF2-40B4-BE49-F238E27FC236}">
                    <a16:creationId xmlns:a16="http://schemas.microsoft.com/office/drawing/2014/main" id="{91BB7505-9F70-D7B2-7627-2081B060F7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2" name="Oval 1577">
                <a:extLst>
                  <a:ext uri="{FF2B5EF4-FFF2-40B4-BE49-F238E27FC236}">
                    <a16:creationId xmlns:a16="http://schemas.microsoft.com/office/drawing/2014/main" id="{262C2927-C725-2221-9FCB-4D954F4295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3" name="Freeform 1578">
                <a:extLst>
                  <a:ext uri="{FF2B5EF4-FFF2-40B4-BE49-F238E27FC236}">
                    <a16:creationId xmlns:a16="http://schemas.microsoft.com/office/drawing/2014/main" id="{0E062624-ADE2-4BC4-2AE2-0724BDAB0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4" name="Freeform 1579">
                <a:extLst>
                  <a:ext uri="{FF2B5EF4-FFF2-40B4-BE49-F238E27FC236}">
                    <a16:creationId xmlns:a16="http://schemas.microsoft.com/office/drawing/2014/main" id="{5F7FC21C-F045-5839-DF92-1D9A89382B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5" name="Freeform 1580">
                <a:extLst>
                  <a:ext uri="{FF2B5EF4-FFF2-40B4-BE49-F238E27FC236}">
                    <a16:creationId xmlns:a16="http://schemas.microsoft.com/office/drawing/2014/main" id="{944A4B2F-05C5-7CB8-FF96-77318F0CC1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6" name="Oval 1581">
                <a:extLst>
                  <a:ext uri="{FF2B5EF4-FFF2-40B4-BE49-F238E27FC236}">
                    <a16:creationId xmlns:a16="http://schemas.microsoft.com/office/drawing/2014/main" id="{C679EE2B-E80F-04DD-770B-F44805ECA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3" name="Group 1582">
              <a:extLst>
                <a:ext uri="{FF2B5EF4-FFF2-40B4-BE49-F238E27FC236}">
                  <a16:creationId xmlns:a16="http://schemas.microsoft.com/office/drawing/2014/main" id="{C339207C-699B-9DC4-019C-3FD21402C0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65" name="Oval 1583">
                <a:extLst>
                  <a:ext uri="{FF2B5EF4-FFF2-40B4-BE49-F238E27FC236}">
                    <a16:creationId xmlns:a16="http://schemas.microsoft.com/office/drawing/2014/main" id="{6F1EEC56-C234-6DC9-BF3A-54F5ED0DE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6" name="Oval 1584">
                <a:extLst>
                  <a:ext uri="{FF2B5EF4-FFF2-40B4-BE49-F238E27FC236}">
                    <a16:creationId xmlns:a16="http://schemas.microsoft.com/office/drawing/2014/main" id="{0EDBD9D8-0C48-EC6B-85F7-2E5BCF8AA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7" name="Freeform 1585">
                <a:extLst>
                  <a:ext uri="{FF2B5EF4-FFF2-40B4-BE49-F238E27FC236}">
                    <a16:creationId xmlns:a16="http://schemas.microsoft.com/office/drawing/2014/main" id="{4DB9597A-3DB8-1C6B-7EA0-59EB84DD7D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" name="Freeform 1586">
                <a:extLst>
                  <a:ext uri="{FF2B5EF4-FFF2-40B4-BE49-F238E27FC236}">
                    <a16:creationId xmlns:a16="http://schemas.microsoft.com/office/drawing/2014/main" id="{83A9D1B0-AC17-E6F7-3408-404794B474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9" name="Freeform 1587">
                <a:extLst>
                  <a:ext uri="{FF2B5EF4-FFF2-40B4-BE49-F238E27FC236}">
                    <a16:creationId xmlns:a16="http://schemas.microsoft.com/office/drawing/2014/main" id="{A2F173EB-E93D-6549-54B3-C6E8048F3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" name="Oval 1588">
                <a:extLst>
                  <a:ext uri="{FF2B5EF4-FFF2-40B4-BE49-F238E27FC236}">
                    <a16:creationId xmlns:a16="http://schemas.microsoft.com/office/drawing/2014/main" id="{5C8AF631-3C46-2C94-C268-03E1285EA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4" name="Group 1589">
              <a:extLst>
                <a:ext uri="{FF2B5EF4-FFF2-40B4-BE49-F238E27FC236}">
                  <a16:creationId xmlns:a16="http://schemas.microsoft.com/office/drawing/2014/main" id="{3A2CD9AC-A7F3-0816-CFC7-65BB95D25A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59" name="Oval 1590">
                <a:extLst>
                  <a:ext uri="{FF2B5EF4-FFF2-40B4-BE49-F238E27FC236}">
                    <a16:creationId xmlns:a16="http://schemas.microsoft.com/office/drawing/2014/main" id="{75179D59-EDBA-1BED-574C-10BD032E1F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0" name="Oval 1591">
                <a:extLst>
                  <a:ext uri="{FF2B5EF4-FFF2-40B4-BE49-F238E27FC236}">
                    <a16:creationId xmlns:a16="http://schemas.microsoft.com/office/drawing/2014/main" id="{03B001C2-E5D7-FFAE-DC95-F7996D4893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1" name="Freeform 1592">
                <a:extLst>
                  <a:ext uri="{FF2B5EF4-FFF2-40B4-BE49-F238E27FC236}">
                    <a16:creationId xmlns:a16="http://schemas.microsoft.com/office/drawing/2014/main" id="{2A0B4FE3-4891-733F-7099-E68A70CA3F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2" name="Freeform 1593">
                <a:extLst>
                  <a:ext uri="{FF2B5EF4-FFF2-40B4-BE49-F238E27FC236}">
                    <a16:creationId xmlns:a16="http://schemas.microsoft.com/office/drawing/2014/main" id="{82352B40-C6AC-EE77-E4E9-3EAB5E3F03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3" name="Freeform 1594">
                <a:extLst>
                  <a:ext uri="{FF2B5EF4-FFF2-40B4-BE49-F238E27FC236}">
                    <a16:creationId xmlns:a16="http://schemas.microsoft.com/office/drawing/2014/main" id="{B9A11662-0FD7-1014-A021-07E2372B6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4" name="Oval 1595">
                <a:extLst>
                  <a:ext uri="{FF2B5EF4-FFF2-40B4-BE49-F238E27FC236}">
                    <a16:creationId xmlns:a16="http://schemas.microsoft.com/office/drawing/2014/main" id="{5601C845-74E2-07B5-461F-A8FD4E2078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5" name="Group 1596">
              <a:extLst>
                <a:ext uri="{FF2B5EF4-FFF2-40B4-BE49-F238E27FC236}">
                  <a16:creationId xmlns:a16="http://schemas.microsoft.com/office/drawing/2014/main" id="{7E7A9842-8921-7D26-BBC3-D0E37ECAC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753" name="Oval 1597">
                <a:extLst>
                  <a:ext uri="{FF2B5EF4-FFF2-40B4-BE49-F238E27FC236}">
                    <a16:creationId xmlns:a16="http://schemas.microsoft.com/office/drawing/2014/main" id="{60CED513-6CEF-C915-91D1-88A5665B63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4" name="Oval 1598">
                <a:extLst>
                  <a:ext uri="{FF2B5EF4-FFF2-40B4-BE49-F238E27FC236}">
                    <a16:creationId xmlns:a16="http://schemas.microsoft.com/office/drawing/2014/main" id="{8B39340E-5849-B777-F56B-3B64CC01C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5" name="Freeform 1599">
                <a:extLst>
                  <a:ext uri="{FF2B5EF4-FFF2-40B4-BE49-F238E27FC236}">
                    <a16:creationId xmlns:a16="http://schemas.microsoft.com/office/drawing/2014/main" id="{6ABA3CBC-85BF-B391-D93F-167F37574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6" name="Freeform 1600">
                <a:extLst>
                  <a:ext uri="{FF2B5EF4-FFF2-40B4-BE49-F238E27FC236}">
                    <a16:creationId xmlns:a16="http://schemas.microsoft.com/office/drawing/2014/main" id="{CE591448-50BA-A475-14F2-1A74D3FFD5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7" name="Freeform 1601">
                <a:extLst>
                  <a:ext uri="{FF2B5EF4-FFF2-40B4-BE49-F238E27FC236}">
                    <a16:creationId xmlns:a16="http://schemas.microsoft.com/office/drawing/2014/main" id="{2B3033BD-843F-6ADF-6024-AF799FBB7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8" name="Oval 1602">
                <a:extLst>
                  <a:ext uri="{FF2B5EF4-FFF2-40B4-BE49-F238E27FC236}">
                    <a16:creationId xmlns:a16="http://schemas.microsoft.com/office/drawing/2014/main" id="{5837CB73-6685-21F0-CE8B-BD51DEDDFE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46" name="Group 1603">
              <a:extLst>
                <a:ext uri="{FF2B5EF4-FFF2-40B4-BE49-F238E27FC236}">
                  <a16:creationId xmlns:a16="http://schemas.microsoft.com/office/drawing/2014/main" id="{94473179-09E8-8ECD-06CC-06DA974416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747" name="Oval 1604">
                <a:extLst>
                  <a:ext uri="{FF2B5EF4-FFF2-40B4-BE49-F238E27FC236}">
                    <a16:creationId xmlns:a16="http://schemas.microsoft.com/office/drawing/2014/main" id="{77857018-19E3-BDB5-F679-A5200283A8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8" name="Oval 1605">
                <a:extLst>
                  <a:ext uri="{FF2B5EF4-FFF2-40B4-BE49-F238E27FC236}">
                    <a16:creationId xmlns:a16="http://schemas.microsoft.com/office/drawing/2014/main" id="{B94D96AE-3049-E74A-59ED-472BBBBE4E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9" name="Freeform 1606">
                <a:extLst>
                  <a:ext uri="{FF2B5EF4-FFF2-40B4-BE49-F238E27FC236}">
                    <a16:creationId xmlns:a16="http://schemas.microsoft.com/office/drawing/2014/main" id="{B052B59E-9E10-CA19-27FF-A303BD8606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0" name="Freeform 1607">
                <a:extLst>
                  <a:ext uri="{FF2B5EF4-FFF2-40B4-BE49-F238E27FC236}">
                    <a16:creationId xmlns:a16="http://schemas.microsoft.com/office/drawing/2014/main" id="{24F2B1DC-891A-FFB2-C5A6-65DC9B3639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1" name="Freeform 1608">
                <a:extLst>
                  <a:ext uri="{FF2B5EF4-FFF2-40B4-BE49-F238E27FC236}">
                    <a16:creationId xmlns:a16="http://schemas.microsoft.com/office/drawing/2014/main" id="{6640BC9A-76A3-E6A2-5FF0-578720D4F5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2" name="Oval 1609">
                <a:extLst>
                  <a:ext uri="{FF2B5EF4-FFF2-40B4-BE49-F238E27FC236}">
                    <a16:creationId xmlns:a16="http://schemas.microsoft.com/office/drawing/2014/main" id="{ED6FA97E-C32B-C208-B191-DCEDC9026F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939" name="Group 1385">
            <a:extLst>
              <a:ext uri="{FF2B5EF4-FFF2-40B4-BE49-F238E27FC236}">
                <a16:creationId xmlns:a16="http://schemas.microsoft.com/office/drawing/2014/main" id="{5FE290D7-7CB0-7BD0-A57E-C7C4897E7AA6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2585749" y="-78401"/>
            <a:ext cx="1141095" cy="340150"/>
            <a:chOff x="446" y="1196"/>
            <a:chExt cx="1048" cy="312"/>
          </a:xfrm>
        </p:grpSpPr>
        <p:grpSp>
          <p:nvGrpSpPr>
            <p:cNvPr id="2940" name="Group 1386">
              <a:extLst>
                <a:ext uri="{FF2B5EF4-FFF2-40B4-BE49-F238E27FC236}">
                  <a16:creationId xmlns:a16="http://schemas.microsoft.com/office/drawing/2014/main" id="{A68FAAD5-C1CE-1850-3FF1-5342A36693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3158" name="Oval 1387">
                <a:extLst>
                  <a:ext uri="{FF2B5EF4-FFF2-40B4-BE49-F238E27FC236}">
                    <a16:creationId xmlns:a16="http://schemas.microsoft.com/office/drawing/2014/main" id="{4607992C-BC61-2FAB-FEA0-7C4EF7DE1F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9" name="Oval 1388">
                <a:extLst>
                  <a:ext uri="{FF2B5EF4-FFF2-40B4-BE49-F238E27FC236}">
                    <a16:creationId xmlns:a16="http://schemas.microsoft.com/office/drawing/2014/main" id="{C79CE52B-7374-06D2-AB28-7174CF30C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0" name="Freeform 1389">
                <a:extLst>
                  <a:ext uri="{FF2B5EF4-FFF2-40B4-BE49-F238E27FC236}">
                    <a16:creationId xmlns:a16="http://schemas.microsoft.com/office/drawing/2014/main" id="{0D67E375-5F79-AC71-7DF3-05C98B4F33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1" name="Freeform 1390">
                <a:extLst>
                  <a:ext uri="{FF2B5EF4-FFF2-40B4-BE49-F238E27FC236}">
                    <a16:creationId xmlns:a16="http://schemas.microsoft.com/office/drawing/2014/main" id="{2C1D18FD-E3DC-1EEE-52D6-ED5A36E060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2" name="Freeform 1391">
                <a:extLst>
                  <a:ext uri="{FF2B5EF4-FFF2-40B4-BE49-F238E27FC236}">
                    <a16:creationId xmlns:a16="http://schemas.microsoft.com/office/drawing/2014/main" id="{8C88BA26-D722-9782-3202-11BE6CF471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3" name="Oval 1392">
                <a:extLst>
                  <a:ext uri="{FF2B5EF4-FFF2-40B4-BE49-F238E27FC236}">
                    <a16:creationId xmlns:a16="http://schemas.microsoft.com/office/drawing/2014/main" id="{61155EB8-7ED8-2FD7-7591-118BE9B0DF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1" name="Group 1393">
              <a:extLst>
                <a:ext uri="{FF2B5EF4-FFF2-40B4-BE49-F238E27FC236}">
                  <a16:creationId xmlns:a16="http://schemas.microsoft.com/office/drawing/2014/main" id="{DD1BE98F-1951-957A-F09A-59DE423E93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3152" name="Oval 1394">
                <a:extLst>
                  <a:ext uri="{FF2B5EF4-FFF2-40B4-BE49-F238E27FC236}">
                    <a16:creationId xmlns:a16="http://schemas.microsoft.com/office/drawing/2014/main" id="{F48FA9B1-738C-6B01-E659-F12F42D851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3" name="Oval 1395">
                <a:extLst>
                  <a:ext uri="{FF2B5EF4-FFF2-40B4-BE49-F238E27FC236}">
                    <a16:creationId xmlns:a16="http://schemas.microsoft.com/office/drawing/2014/main" id="{F6977F38-0395-F649-D93A-1A959A95BE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4" name="Freeform 1396">
                <a:extLst>
                  <a:ext uri="{FF2B5EF4-FFF2-40B4-BE49-F238E27FC236}">
                    <a16:creationId xmlns:a16="http://schemas.microsoft.com/office/drawing/2014/main" id="{6C81C81B-6183-F882-E410-B0D28E6C7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5" name="Freeform 1397">
                <a:extLst>
                  <a:ext uri="{FF2B5EF4-FFF2-40B4-BE49-F238E27FC236}">
                    <a16:creationId xmlns:a16="http://schemas.microsoft.com/office/drawing/2014/main" id="{4F2FA152-C13F-58FE-CAF1-2DD10A350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6" name="Freeform 1398">
                <a:extLst>
                  <a:ext uri="{FF2B5EF4-FFF2-40B4-BE49-F238E27FC236}">
                    <a16:creationId xmlns:a16="http://schemas.microsoft.com/office/drawing/2014/main" id="{88921930-10CE-54ED-555E-9867CB9A86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7" name="Oval 1399">
                <a:extLst>
                  <a:ext uri="{FF2B5EF4-FFF2-40B4-BE49-F238E27FC236}">
                    <a16:creationId xmlns:a16="http://schemas.microsoft.com/office/drawing/2014/main" id="{848EC7CA-0863-E3C9-9599-C0C6ABFE02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2" name="Group 1400">
              <a:extLst>
                <a:ext uri="{FF2B5EF4-FFF2-40B4-BE49-F238E27FC236}">
                  <a16:creationId xmlns:a16="http://schemas.microsoft.com/office/drawing/2014/main" id="{8538F8D2-2190-F0BD-7D64-E67248322A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3146" name="Oval 1401">
                <a:extLst>
                  <a:ext uri="{FF2B5EF4-FFF2-40B4-BE49-F238E27FC236}">
                    <a16:creationId xmlns:a16="http://schemas.microsoft.com/office/drawing/2014/main" id="{90C091C4-4AAF-DC96-0EE2-70A6FD0A4A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7" name="Oval 1402">
                <a:extLst>
                  <a:ext uri="{FF2B5EF4-FFF2-40B4-BE49-F238E27FC236}">
                    <a16:creationId xmlns:a16="http://schemas.microsoft.com/office/drawing/2014/main" id="{7273BED3-DFE1-8F9B-87BF-704E7F7FF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8" name="Freeform 1403">
                <a:extLst>
                  <a:ext uri="{FF2B5EF4-FFF2-40B4-BE49-F238E27FC236}">
                    <a16:creationId xmlns:a16="http://schemas.microsoft.com/office/drawing/2014/main" id="{1159A66D-A4E0-0A8E-5FA0-EBD69E5245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9" name="Freeform 1404">
                <a:extLst>
                  <a:ext uri="{FF2B5EF4-FFF2-40B4-BE49-F238E27FC236}">
                    <a16:creationId xmlns:a16="http://schemas.microsoft.com/office/drawing/2014/main" id="{5CC2C131-FE4B-3DE2-42D6-E925862D62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0" name="Freeform 1405">
                <a:extLst>
                  <a:ext uri="{FF2B5EF4-FFF2-40B4-BE49-F238E27FC236}">
                    <a16:creationId xmlns:a16="http://schemas.microsoft.com/office/drawing/2014/main" id="{BDF176C5-8084-FEFC-D82F-5BFF7F7F4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1" name="Oval 1406">
                <a:extLst>
                  <a:ext uri="{FF2B5EF4-FFF2-40B4-BE49-F238E27FC236}">
                    <a16:creationId xmlns:a16="http://schemas.microsoft.com/office/drawing/2014/main" id="{9FF76198-B1FF-FFB1-3243-9486F2C98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3" name="Group 1407">
              <a:extLst>
                <a:ext uri="{FF2B5EF4-FFF2-40B4-BE49-F238E27FC236}">
                  <a16:creationId xmlns:a16="http://schemas.microsoft.com/office/drawing/2014/main" id="{AC0274C1-0A9A-8458-BB64-3F2FE0444B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3140" name="Oval 1408">
                <a:extLst>
                  <a:ext uri="{FF2B5EF4-FFF2-40B4-BE49-F238E27FC236}">
                    <a16:creationId xmlns:a16="http://schemas.microsoft.com/office/drawing/2014/main" id="{A224DCE1-D177-20F0-5BD9-1113A5ED28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1" name="Oval 1409">
                <a:extLst>
                  <a:ext uri="{FF2B5EF4-FFF2-40B4-BE49-F238E27FC236}">
                    <a16:creationId xmlns:a16="http://schemas.microsoft.com/office/drawing/2014/main" id="{F73543EA-39F3-7E20-4F39-674E441B6D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2" name="Freeform 1410">
                <a:extLst>
                  <a:ext uri="{FF2B5EF4-FFF2-40B4-BE49-F238E27FC236}">
                    <a16:creationId xmlns:a16="http://schemas.microsoft.com/office/drawing/2014/main" id="{7CF0E9FB-6D22-BED3-1AB3-874C60754D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3" name="Freeform 1411">
                <a:extLst>
                  <a:ext uri="{FF2B5EF4-FFF2-40B4-BE49-F238E27FC236}">
                    <a16:creationId xmlns:a16="http://schemas.microsoft.com/office/drawing/2014/main" id="{5D3FEFF4-E9B4-8416-0C69-3EAEAFFEF5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Freeform 1412">
                <a:extLst>
                  <a:ext uri="{FF2B5EF4-FFF2-40B4-BE49-F238E27FC236}">
                    <a16:creationId xmlns:a16="http://schemas.microsoft.com/office/drawing/2014/main" id="{A808A845-E765-F740-B344-32CC13EB5A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5" name="Oval 1413">
                <a:extLst>
                  <a:ext uri="{FF2B5EF4-FFF2-40B4-BE49-F238E27FC236}">
                    <a16:creationId xmlns:a16="http://schemas.microsoft.com/office/drawing/2014/main" id="{625B5677-C851-047B-B775-8FA88EBFB4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4" name="Group 1414">
              <a:extLst>
                <a:ext uri="{FF2B5EF4-FFF2-40B4-BE49-F238E27FC236}">
                  <a16:creationId xmlns:a16="http://schemas.microsoft.com/office/drawing/2014/main" id="{A6F01748-D447-BDBE-D550-12FAC7D197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3134" name="Oval 1415">
                <a:extLst>
                  <a:ext uri="{FF2B5EF4-FFF2-40B4-BE49-F238E27FC236}">
                    <a16:creationId xmlns:a16="http://schemas.microsoft.com/office/drawing/2014/main" id="{74AB89FC-78C7-38A4-B91C-991671310A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5" name="Oval 1416">
                <a:extLst>
                  <a:ext uri="{FF2B5EF4-FFF2-40B4-BE49-F238E27FC236}">
                    <a16:creationId xmlns:a16="http://schemas.microsoft.com/office/drawing/2014/main" id="{3E821BD1-E73A-7489-D4BF-E20DB953D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6" name="Freeform 1417">
                <a:extLst>
                  <a:ext uri="{FF2B5EF4-FFF2-40B4-BE49-F238E27FC236}">
                    <a16:creationId xmlns:a16="http://schemas.microsoft.com/office/drawing/2014/main" id="{E710704F-90B5-7A90-FB0E-7A2FEE2EE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7" name="Freeform 1418">
                <a:extLst>
                  <a:ext uri="{FF2B5EF4-FFF2-40B4-BE49-F238E27FC236}">
                    <a16:creationId xmlns:a16="http://schemas.microsoft.com/office/drawing/2014/main" id="{ED027434-142C-6F3A-42FC-0F77D92BE4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8" name="Freeform 1419">
                <a:extLst>
                  <a:ext uri="{FF2B5EF4-FFF2-40B4-BE49-F238E27FC236}">
                    <a16:creationId xmlns:a16="http://schemas.microsoft.com/office/drawing/2014/main" id="{4A283C20-C2E6-CDDC-094F-52706C8C87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9" name="Oval 1420">
                <a:extLst>
                  <a:ext uri="{FF2B5EF4-FFF2-40B4-BE49-F238E27FC236}">
                    <a16:creationId xmlns:a16="http://schemas.microsoft.com/office/drawing/2014/main" id="{7927897C-303F-7AB9-0185-9BC00E4392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5" name="Group 1421">
              <a:extLst>
                <a:ext uri="{FF2B5EF4-FFF2-40B4-BE49-F238E27FC236}">
                  <a16:creationId xmlns:a16="http://schemas.microsoft.com/office/drawing/2014/main" id="{902C32C0-406A-BAF9-07C8-0238F09C00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3128" name="Oval 1422">
                <a:extLst>
                  <a:ext uri="{FF2B5EF4-FFF2-40B4-BE49-F238E27FC236}">
                    <a16:creationId xmlns:a16="http://schemas.microsoft.com/office/drawing/2014/main" id="{B4FB1820-DF9B-F0ED-F9BB-022F6A0CA2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9" name="Oval 1423">
                <a:extLst>
                  <a:ext uri="{FF2B5EF4-FFF2-40B4-BE49-F238E27FC236}">
                    <a16:creationId xmlns:a16="http://schemas.microsoft.com/office/drawing/2014/main" id="{93B1E65A-54B3-219C-1F8F-B734AA9DFB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0" name="Freeform 1424">
                <a:extLst>
                  <a:ext uri="{FF2B5EF4-FFF2-40B4-BE49-F238E27FC236}">
                    <a16:creationId xmlns:a16="http://schemas.microsoft.com/office/drawing/2014/main" id="{CA9E5310-F744-766B-0D18-C1EE2B96D7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Freeform 1425">
                <a:extLst>
                  <a:ext uri="{FF2B5EF4-FFF2-40B4-BE49-F238E27FC236}">
                    <a16:creationId xmlns:a16="http://schemas.microsoft.com/office/drawing/2014/main" id="{044053DF-8AA5-506D-0265-5832992AA1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Freeform 1426">
                <a:extLst>
                  <a:ext uri="{FF2B5EF4-FFF2-40B4-BE49-F238E27FC236}">
                    <a16:creationId xmlns:a16="http://schemas.microsoft.com/office/drawing/2014/main" id="{87222DF7-B98C-E3DF-5B61-52A06DA08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Oval 1427">
                <a:extLst>
                  <a:ext uri="{FF2B5EF4-FFF2-40B4-BE49-F238E27FC236}">
                    <a16:creationId xmlns:a16="http://schemas.microsoft.com/office/drawing/2014/main" id="{C8313C6B-9EDA-EA35-2082-E11896DD5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6" name="Group 1428">
              <a:extLst>
                <a:ext uri="{FF2B5EF4-FFF2-40B4-BE49-F238E27FC236}">
                  <a16:creationId xmlns:a16="http://schemas.microsoft.com/office/drawing/2014/main" id="{8BD42196-45C3-6CE4-0026-1B38304B0F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3122" name="Oval 1429">
                <a:extLst>
                  <a:ext uri="{FF2B5EF4-FFF2-40B4-BE49-F238E27FC236}">
                    <a16:creationId xmlns:a16="http://schemas.microsoft.com/office/drawing/2014/main" id="{CEFC531F-814F-B494-4E26-C8A285BED2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3" name="Oval 1430">
                <a:extLst>
                  <a:ext uri="{FF2B5EF4-FFF2-40B4-BE49-F238E27FC236}">
                    <a16:creationId xmlns:a16="http://schemas.microsoft.com/office/drawing/2014/main" id="{9EEB8937-59E7-3C3E-99B7-DCE6267A6A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4" name="Freeform 1431">
                <a:extLst>
                  <a:ext uri="{FF2B5EF4-FFF2-40B4-BE49-F238E27FC236}">
                    <a16:creationId xmlns:a16="http://schemas.microsoft.com/office/drawing/2014/main" id="{473BC956-520B-83E4-B0E0-ADC43A5817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5" name="Freeform 1432">
                <a:extLst>
                  <a:ext uri="{FF2B5EF4-FFF2-40B4-BE49-F238E27FC236}">
                    <a16:creationId xmlns:a16="http://schemas.microsoft.com/office/drawing/2014/main" id="{213EB016-6E52-6F2D-EEBD-C81006AB18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Freeform 1433">
                <a:extLst>
                  <a:ext uri="{FF2B5EF4-FFF2-40B4-BE49-F238E27FC236}">
                    <a16:creationId xmlns:a16="http://schemas.microsoft.com/office/drawing/2014/main" id="{1662A1E8-15D7-7B6A-D760-E73610AEE8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Oval 1434">
                <a:extLst>
                  <a:ext uri="{FF2B5EF4-FFF2-40B4-BE49-F238E27FC236}">
                    <a16:creationId xmlns:a16="http://schemas.microsoft.com/office/drawing/2014/main" id="{820C1CB0-A219-DF7C-0346-B7DBE2C7C8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7" name="Group 1435">
              <a:extLst>
                <a:ext uri="{FF2B5EF4-FFF2-40B4-BE49-F238E27FC236}">
                  <a16:creationId xmlns:a16="http://schemas.microsoft.com/office/drawing/2014/main" id="{E726A798-9422-65EA-1351-6AB98CCDC2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3116" name="Oval 1436">
                <a:extLst>
                  <a:ext uri="{FF2B5EF4-FFF2-40B4-BE49-F238E27FC236}">
                    <a16:creationId xmlns:a16="http://schemas.microsoft.com/office/drawing/2014/main" id="{30E4764A-DE7E-8717-667A-5CE7FB9E02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7" name="Oval 1437">
                <a:extLst>
                  <a:ext uri="{FF2B5EF4-FFF2-40B4-BE49-F238E27FC236}">
                    <a16:creationId xmlns:a16="http://schemas.microsoft.com/office/drawing/2014/main" id="{38B6D012-8D7C-4EC0-8192-051F5A8EE0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8" name="Freeform 1438">
                <a:extLst>
                  <a:ext uri="{FF2B5EF4-FFF2-40B4-BE49-F238E27FC236}">
                    <a16:creationId xmlns:a16="http://schemas.microsoft.com/office/drawing/2014/main" id="{B4F12FB3-FFC6-5316-E0A3-E84D70F7E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Freeform 1439">
                <a:extLst>
                  <a:ext uri="{FF2B5EF4-FFF2-40B4-BE49-F238E27FC236}">
                    <a16:creationId xmlns:a16="http://schemas.microsoft.com/office/drawing/2014/main" id="{81650D79-CF52-2127-BDF0-D11C2847AD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0" name="Freeform 1440">
                <a:extLst>
                  <a:ext uri="{FF2B5EF4-FFF2-40B4-BE49-F238E27FC236}">
                    <a16:creationId xmlns:a16="http://schemas.microsoft.com/office/drawing/2014/main" id="{20CD6862-05C8-DE97-88ED-6F2AB7881A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Oval 1441">
                <a:extLst>
                  <a:ext uri="{FF2B5EF4-FFF2-40B4-BE49-F238E27FC236}">
                    <a16:creationId xmlns:a16="http://schemas.microsoft.com/office/drawing/2014/main" id="{3C97A16C-9EA8-28A0-E76B-21B8176961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8" name="Group 1442">
              <a:extLst>
                <a:ext uri="{FF2B5EF4-FFF2-40B4-BE49-F238E27FC236}">
                  <a16:creationId xmlns:a16="http://schemas.microsoft.com/office/drawing/2014/main" id="{8D23B6D0-99BB-2B84-DE39-A7E75B6E00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110" name="Oval 1443">
                <a:extLst>
                  <a:ext uri="{FF2B5EF4-FFF2-40B4-BE49-F238E27FC236}">
                    <a16:creationId xmlns:a16="http://schemas.microsoft.com/office/drawing/2014/main" id="{38CF7144-FBA8-1D89-7257-A0BECAB10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1" name="Oval 1444">
                <a:extLst>
                  <a:ext uri="{FF2B5EF4-FFF2-40B4-BE49-F238E27FC236}">
                    <a16:creationId xmlns:a16="http://schemas.microsoft.com/office/drawing/2014/main" id="{68097E1A-00D9-5799-4534-3A14E36C6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2" name="Freeform 1445">
                <a:extLst>
                  <a:ext uri="{FF2B5EF4-FFF2-40B4-BE49-F238E27FC236}">
                    <a16:creationId xmlns:a16="http://schemas.microsoft.com/office/drawing/2014/main" id="{2C5D8F7B-DF46-7F80-A0B9-5B8A3C4FF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" name="Freeform 1446">
                <a:extLst>
                  <a:ext uri="{FF2B5EF4-FFF2-40B4-BE49-F238E27FC236}">
                    <a16:creationId xmlns:a16="http://schemas.microsoft.com/office/drawing/2014/main" id="{7185C689-BDD7-44BA-CA76-FA7F7060A5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4" name="Freeform 1447">
                <a:extLst>
                  <a:ext uri="{FF2B5EF4-FFF2-40B4-BE49-F238E27FC236}">
                    <a16:creationId xmlns:a16="http://schemas.microsoft.com/office/drawing/2014/main" id="{E317C177-AB18-C725-CFA7-A294933D29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5" name="Oval 1448">
                <a:extLst>
                  <a:ext uri="{FF2B5EF4-FFF2-40B4-BE49-F238E27FC236}">
                    <a16:creationId xmlns:a16="http://schemas.microsoft.com/office/drawing/2014/main" id="{CBD37AEB-28D4-2C6D-8DA9-D11ED4BCB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9" name="Group 1449">
              <a:extLst>
                <a:ext uri="{FF2B5EF4-FFF2-40B4-BE49-F238E27FC236}">
                  <a16:creationId xmlns:a16="http://schemas.microsoft.com/office/drawing/2014/main" id="{0AE406F2-653F-1DD2-A508-363DD68021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104" name="Oval 1450">
                <a:extLst>
                  <a:ext uri="{FF2B5EF4-FFF2-40B4-BE49-F238E27FC236}">
                    <a16:creationId xmlns:a16="http://schemas.microsoft.com/office/drawing/2014/main" id="{DD0AA0F0-A5F5-7F16-066D-315A763DB9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5" name="Oval 1451">
                <a:extLst>
                  <a:ext uri="{FF2B5EF4-FFF2-40B4-BE49-F238E27FC236}">
                    <a16:creationId xmlns:a16="http://schemas.microsoft.com/office/drawing/2014/main" id="{EA5F0BAE-B62F-E44B-2A7C-79B0FDC704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6" name="Freeform 1452">
                <a:extLst>
                  <a:ext uri="{FF2B5EF4-FFF2-40B4-BE49-F238E27FC236}">
                    <a16:creationId xmlns:a16="http://schemas.microsoft.com/office/drawing/2014/main" id="{18FD1CAE-37A3-ED10-E3D6-4E0C77636E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7" name="Freeform 1453">
                <a:extLst>
                  <a:ext uri="{FF2B5EF4-FFF2-40B4-BE49-F238E27FC236}">
                    <a16:creationId xmlns:a16="http://schemas.microsoft.com/office/drawing/2014/main" id="{CCA9FD4A-6C22-7665-D32F-18EAE3A81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8" name="Freeform 1454">
                <a:extLst>
                  <a:ext uri="{FF2B5EF4-FFF2-40B4-BE49-F238E27FC236}">
                    <a16:creationId xmlns:a16="http://schemas.microsoft.com/office/drawing/2014/main" id="{9CF7A9D9-43E2-BFA5-342F-BE7C0CFDD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9" name="Oval 1455">
                <a:extLst>
                  <a:ext uri="{FF2B5EF4-FFF2-40B4-BE49-F238E27FC236}">
                    <a16:creationId xmlns:a16="http://schemas.microsoft.com/office/drawing/2014/main" id="{0C3E52DE-B2A0-2F46-6336-13245686DB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0" name="Group 1456">
              <a:extLst>
                <a:ext uri="{FF2B5EF4-FFF2-40B4-BE49-F238E27FC236}">
                  <a16:creationId xmlns:a16="http://schemas.microsoft.com/office/drawing/2014/main" id="{1991FBC2-DBCC-C866-DEB4-4F34D34F74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098" name="Oval 1457">
                <a:extLst>
                  <a:ext uri="{FF2B5EF4-FFF2-40B4-BE49-F238E27FC236}">
                    <a16:creationId xmlns:a16="http://schemas.microsoft.com/office/drawing/2014/main" id="{367B9D1C-0504-A11C-426F-D5DAEA233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9" name="Oval 1458">
                <a:extLst>
                  <a:ext uri="{FF2B5EF4-FFF2-40B4-BE49-F238E27FC236}">
                    <a16:creationId xmlns:a16="http://schemas.microsoft.com/office/drawing/2014/main" id="{4FE362F7-51EE-E0AD-1284-3BE892F11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0" name="Freeform 1459">
                <a:extLst>
                  <a:ext uri="{FF2B5EF4-FFF2-40B4-BE49-F238E27FC236}">
                    <a16:creationId xmlns:a16="http://schemas.microsoft.com/office/drawing/2014/main" id="{35186D17-B0CB-60B5-576F-88A6AA635E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1460">
                <a:extLst>
                  <a:ext uri="{FF2B5EF4-FFF2-40B4-BE49-F238E27FC236}">
                    <a16:creationId xmlns:a16="http://schemas.microsoft.com/office/drawing/2014/main" id="{32DFB5D4-A118-23B4-2329-707492BAFD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2" name="Freeform 1461">
                <a:extLst>
                  <a:ext uri="{FF2B5EF4-FFF2-40B4-BE49-F238E27FC236}">
                    <a16:creationId xmlns:a16="http://schemas.microsoft.com/office/drawing/2014/main" id="{65F4B847-EBB4-C944-F061-6D2C1B61E7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3" name="Oval 1462">
                <a:extLst>
                  <a:ext uri="{FF2B5EF4-FFF2-40B4-BE49-F238E27FC236}">
                    <a16:creationId xmlns:a16="http://schemas.microsoft.com/office/drawing/2014/main" id="{6F8CEBA5-5C59-593F-0734-1EDE34200A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1" name="Group 1463">
              <a:extLst>
                <a:ext uri="{FF2B5EF4-FFF2-40B4-BE49-F238E27FC236}">
                  <a16:creationId xmlns:a16="http://schemas.microsoft.com/office/drawing/2014/main" id="{C0B139ED-2F6E-25CE-0EAC-747A01327B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092" name="Oval 1464">
                <a:extLst>
                  <a:ext uri="{FF2B5EF4-FFF2-40B4-BE49-F238E27FC236}">
                    <a16:creationId xmlns:a16="http://schemas.microsoft.com/office/drawing/2014/main" id="{495CECB4-9AB1-B9B5-7DA5-E5C31F722E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3" name="Oval 1465">
                <a:extLst>
                  <a:ext uri="{FF2B5EF4-FFF2-40B4-BE49-F238E27FC236}">
                    <a16:creationId xmlns:a16="http://schemas.microsoft.com/office/drawing/2014/main" id="{88588564-95FF-BB57-07C5-003ED60E0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4" name="Freeform 1466">
                <a:extLst>
                  <a:ext uri="{FF2B5EF4-FFF2-40B4-BE49-F238E27FC236}">
                    <a16:creationId xmlns:a16="http://schemas.microsoft.com/office/drawing/2014/main" id="{01E600DD-C15C-75A1-73D1-E4F3E26308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5" name="Freeform 1467">
                <a:extLst>
                  <a:ext uri="{FF2B5EF4-FFF2-40B4-BE49-F238E27FC236}">
                    <a16:creationId xmlns:a16="http://schemas.microsoft.com/office/drawing/2014/main" id="{5550F387-D0A0-16F3-F080-23C249E5B1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6" name="Freeform 1468">
                <a:extLst>
                  <a:ext uri="{FF2B5EF4-FFF2-40B4-BE49-F238E27FC236}">
                    <a16:creationId xmlns:a16="http://schemas.microsoft.com/office/drawing/2014/main" id="{EAC754ED-0D79-6C01-B4E3-5DBB2F01C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7" name="Oval 1469">
                <a:extLst>
                  <a:ext uri="{FF2B5EF4-FFF2-40B4-BE49-F238E27FC236}">
                    <a16:creationId xmlns:a16="http://schemas.microsoft.com/office/drawing/2014/main" id="{3EECBDED-9E2D-CC5D-9047-72E357B0C6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2" name="Group 1470">
              <a:extLst>
                <a:ext uri="{FF2B5EF4-FFF2-40B4-BE49-F238E27FC236}">
                  <a16:creationId xmlns:a16="http://schemas.microsoft.com/office/drawing/2014/main" id="{0E68557C-8870-5EE9-F00F-5D7A49DE45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086" name="Oval 1471">
                <a:extLst>
                  <a:ext uri="{FF2B5EF4-FFF2-40B4-BE49-F238E27FC236}">
                    <a16:creationId xmlns:a16="http://schemas.microsoft.com/office/drawing/2014/main" id="{FB371F72-B6CF-8AFE-9D0E-0B81F2CAB2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7" name="Oval 1472">
                <a:extLst>
                  <a:ext uri="{FF2B5EF4-FFF2-40B4-BE49-F238E27FC236}">
                    <a16:creationId xmlns:a16="http://schemas.microsoft.com/office/drawing/2014/main" id="{C5DF637D-47E8-A9AA-459C-E6554BDC72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8" name="Freeform 1473">
                <a:extLst>
                  <a:ext uri="{FF2B5EF4-FFF2-40B4-BE49-F238E27FC236}">
                    <a16:creationId xmlns:a16="http://schemas.microsoft.com/office/drawing/2014/main" id="{2C73BE30-3B9F-41D6-0976-766CCD57D7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9" name="Freeform 1474">
                <a:extLst>
                  <a:ext uri="{FF2B5EF4-FFF2-40B4-BE49-F238E27FC236}">
                    <a16:creationId xmlns:a16="http://schemas.microsoft.com/office/drawing/2014/main" id="{D0D3312C-7DCF-4A4B-296B-023C8C0F02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0" name="Freeform 1475">
                <a:extLst>
                  <a:ext uri="{FF2B5EF4-FFF2-40B4-BE49-F238E27FC236}">
                    <a16:creationId xmlns:a16="http://schemas.microsoft.com/office/drawing/2014/main" id="{4F6C6AE5-5BAE-8721-5B95-3F46056C99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1" name="Oval 1476">
                <a:extLst>
                  <a:ext uri="{FF2B5EF4-FFF2-40B4-BE49-F238E27FC236}">
                    <a16:creationId xmlns:a16="http://schemas.microsoft.com/office/drawing/2014/main" id="{D722BC3D-76EC-7AB0-51C3-9B117AD3BC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3" name="Group 1477">
              <a:extLst>
                <a:ext uri="{FF2B5EF4-FFF2-40B4-BE49-F238E27FC236}">
                  <a16:creationId xmlns:a16="http://schemas.microsoft.com/office/drawing/2014/main" id="{0BE855C4-9D6B-B632-D358-DACB16E8CB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080" name="Oval 1478">
                <a:extLst>
                  <a:ext uri="{FF2B5EF4-FFF2-40B4-BE49-F238E27FC236}">
                    <a16:creationId xmlns:a16="http://schemas.microsoft.com/office/drawing/2014/main" id="{7B70AA62-EFDF-4D08-1D9A-0A1DE1C7DC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1" name="Oval 1479">
                <a:extLst>
                  <a:ext uri="{FF2B5EF4-FFF2-40B4-BE49-F238E27FC236}">
                    <a16:creationId xmlns:a16="http://schemas.microsoft.com/office/drawing/2014/main" id="{FC03938B-F3E8-5EA7-0272-22EBBB288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2" name="Freeform 1480">
                <a:extLst>
                  <a:ext uri="{FF2B5EF4-FFF2-40B4-BE49-F238E27FC236}">
                    <a16:creationId xmlns:a16="http://schemas.microsoft.com/office/drawing/2014/main" id="{95ED33A9-F545-51AA-B9F3-83387D715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3" name="Freeform 1481">
                <a:extLst>
                  <a:ext uri="{FF2B5EF4-FFF2-40B4-BE49-F238E27FC236}">
                    <a16:creationId xmlns:a16="http://schemas.microsoft.com/office/drawing/2014/main" id="{804C1DB0-E544-8780-3B99-1D9E93F8D1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4" name="Freeform 1482">
                <a:extLst>
                  <a:ext uri="{FF2B5EF4-FFF2-40B4-BE49-F238E27FC236}">
                    <a16:creationId xmlns:a16="http://schemas.microsoft.com/office/drawing/2014/main" id="{E13558DD-5545-4C6D-9E17-1021E70BAC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5" name="Oval 1483">
                <a:extLst>
                  <a:ext uri="{FF2B5EF4-FFF2-40B4-BE49-F238E27FC236}">
                    <a16:creationId xmlns:a16="http://schemas.microsoft.com/office/drawing/2014/main" id="{0D06BB2A-1809-24D7-9AF0-5E46C4E46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4" name="Group 1484">
              <a:extLst>
                <a:ext uri="{FF2B5EF4-FFF2-40B4-BE49-F238E27FC236}">
                  <a16:creationId xmlns:a16="http://schemas.microsoft.com/office/drawing/2014/main" id="{FFDD551C-0CF6-86B4-9522-EC894D05C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074" name="Oval 1485">
                <a:extLst>
                  <a:ext uri="{FF2B5EF4-FFF2-40B4-BE49-F238E27FC236}">
                    <a16:creationId xmlns:a16="http://schemas.microsoft.com/office/drawing/2014/main" id="{189E4FC6-8EC0-159F-C86F-151AFC5B82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5" name="Oval 1486">
                <a:extLst>
                  <a:ext uri="{FF2B5EF4-FFF2-40B4-BE49-F238E27FC236}">
                    <a16:creationId xmlns:a16="http://schemas.microsoft.com/office/drawing/2014/main" id="{2CE95D20-6A5F-A26B-1D7B-D684AF1144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6" name="Freeform 1487">
                <a:extLst>
                  <a:ext uri="{FF2B5EF4-FFF2-40B4-BE49-F238E27FC236}">
                    <a16:creationId xmlns:a16="http://schemas.microsoft.com/office/drawing/2014/main" id="{7424D6B8-6233-D4D5-3235-69CE04C007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7" name="Freeform 1488">
                <a:extLst>
                  <a:ext uri="{FF2B5EF4-FFF2-40B4-BE49-F238E27FC236}">
                    <a16:creationId xmlns:a16="http://schemas.microsoft.com/office/drawing/2014/main" id="{00FEB253-991B-199D-7302-F72EE01E7B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8" name="Freeform 1489">
                <a:extLst>
                  <a:ext uri="{FF2B5EF4-FFF2-40B4-BE49-F238E27FC236}">
                    <a16:creationId xmlns:a16="http://schemas.microsoft.com/office/drawing/2014/main" id="{1BDAC67A-CE28-E272-13F9-D820624F2A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" name="Oval 1490">
                <a:extLst>
                  <a:ext uri="{FF2B5EF4-FFF2-40B4-BE49-F238E27FC236}">
                    <a16:creationId xmlns:a16="http://schemas.microsoft.com/office/drawing/2014/main" id="{C87D511D-E8C3-7CFC-FC99-6814FC7CAB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5" name="Group 1491">
              <a:extLst>
                <a:ext uri="{FF2B5EF4-FFF2-40B4-BE49-F238E27FC236}">
                  <a16:creationId xmlns:a16="http://schemas.microsoft.com/office/drawing/2014/main" id="{5234686F-DCC7-1968-4021-027D84B730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068" name="Oval 1492">
                <a:extLst>
                  <a:ext uri="{FF2B5EF4-FFF2-40B4-BE49-F238E27FC236}">
                    <a16:creationId xmlns:a16="http://schemas.microsoft.com/office/drawing/2014/main" id="{DD24E9AC-7ABF-2738-F81C-3445CDE5E7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9" name="Oval 1493">
                <a:extLst>
                  <a:ext uri="{FF2B5EF4-FFF2-40B4-BE49-F238E27FC236}">
                    <a16:creationId xmlns:a16="http://schemas.microsoft.com/office/drawing/2014/main" id="{78D78303-7F72-DA62-61C4-C1D26A9FCB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0" name="Freeform 1494">
                <a:extLst>
                  <a:ext uri="{FF2B5EF4-FFF2-40B4-BE49-F238E27FC236}">
                    <a16:creationId xmlns:a16="http://schemas.microsoft.com/office/drawing/2014/main" id="{82BFAF60-CEAC-B725-0231-6B67FFB3F2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1" name="Freeform 1495">
                <a:extLst>
                  <a:ext uri="{FF2B5EF4-FFF2-40B4-BE49-F238E27FC236}">
                    <a16:creationId xmlns:a16="http://schemas.microsoft.com/office/drawing/2014/main" id="{1288D018-E41B-D034-718C-1A0104A93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2" name="Freeform 1496">
                <a:extLst>
                  <a:ext uri="{FF2B5EF4-FFF2-40B4-BE49-F238E27FC236}">
                    <a16:creationId xmlns:a16="http://schemas.microsoft.com/office/drawing/2014/main" id="{1A0D221C-2431-5DFA-696D-209E0B3E5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" name="Oval 1497">
                <a:extLst>
                  <a:ext uri="{FF2B5EF4-FFF2-40B4-BE49-F238E27FC236}">
                    <a16:creationId xmlns:a16="http://schemas.microsoft.com/office/drawing/2014/main" id="{DFFA2D65-FE4B-8A6F-8BE7-BB31715A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6" name="Group 1498">
              <a:extLst>
                <a:ext uri="{FF2B5EF4-FFF2-40B4-BE49-F238E27FC236}">
                  <a16:creationId xmlns:a16="http://schemas.microsoft.com/office/drawing/2014/main" id="{A8809647-BCB3-0FE8-2E5B-CE958A753E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062" name="Oval 1499">
                <a:extLst>
                  <a:ext uri="{FF2B5EF4-FFF2-40B4-BE49-F238E27FC236}">
                    <a16:creationId xmlns:a16="http://schemas.microsoft.com/office/drawing/2014/main" id="{2A135979-4127-7977-5BC3-6C920B29F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3" name="Oval 1500">
                <a:extLst>
                  <a:ext uri="{FF2B5EF4-FFF2-40B4-BE49-F238E27FC236}">
                    <a16:creationId xmlns:a16="http://schemas.microsoft.com/office/drawing/2014/main" id="{7B46487A-6DA0-A7FA-5D39-418AF09566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4" name="Freeform 1501">
                <a:extLst>
                  <a:ext uri="{FF2B5EF4-FFF2-40B4-BE49-F238E27FC236}">
                    <a16:creationId xmlns:a16="http://schemas.microsoft.com/office/drawing/2014/main" id="{9F835274-1581-0292-09E3-8D697374DE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5" name="Freeform 1502">
                <a:extLst>
                  <a:ext uri="{FF2B5EF4-FFF2-40B4-BE49-F238E27FC236}">
                    <a16:creationId xmlns:a16="http://schemas.microsoft.com/office/drawing/2014/main" id="{D0790DDC-F6BD-9A61-7434-486E2D2C50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6" name="Freeform 1503">
                <a:extLst>
                  <a:ext uri="{FF2B5EF4-FFF2-40B4-BE49-F238E27FC236}">
                    <a16:creationId xmlns:a16="http://schemas.microsoft.com/office/drawing/2014/main" id="{8D75F5CA-DD8D-F8B8-4308-A4A80FFC8A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7" name="Oval 1504">
                <a:extLst>
                  <a:ext uri="{FF2B5EF4-FFF2-40B4-BE49-F238E27FC236}">
                    <a16:creationId xmlns:a16="http://schemas.microsoft.com/office/drawing/2014/main" id="{07504F50-D452-38E9-B894-1828BF979A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7" name="Group 1505">
              <a:extLst>
                <a:ext uri="{FF2B5EF4-FFF2-40B4-BE49-F238E27FC236}">
                  <a16:creationId xmlns:a16="http://schemas.microsoft.com/office/drawing/2014/main" id="{937F1A1A-F5E5-003E-539F-3545C9136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056" name="Oval 1506">
                <a:extLst>
                  <a:ext uri="{FF2B5EF4-FFF2-40B4-BE49-F238E27FC236}">
                    <a16:creationId xmlns:a16="http://schemas.microsoft.com/office/drawing/2014/main" id="{A3E3D0F6-91DC-401E-9848-207AD845CE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7" name="Oval 1507">
                <a:extLst>
                  <a:ext uri="{FF2B5EF4-FFF2-40B4-BE49-F238E27FC236}">
                    <a16:creationId xmlns:a16="http://schemas.microsoft.com/office/drawing/2014/main" id="{37C336BA-7CD4-CBC9-E637-25787923B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8" name="Freeform 1508">
                <a:extLst>
                  <a:ext uri="{FF2B5EF4-FFF2-40B4-BE49-F238E27FC236}">
                    <a16:creationId xmlns:a16="http://schemas.microsoft.com/office/drawing/2014/main" id="{F93EE359-FF50-6831-D004-5BE9D9625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9" name="Freeform 1509">
                <a:extLst>
                  <a:ext uri="{FF2B5EF4-FFF2-40B4-BE49-F238E27FC236}">
                    <a16:creationId xmlns:a16="http://schemas.microsoft.com/office/drawing/2014/main" id="{5ABD02FF-A1C4-C69B-6E14-24F6AA531C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0" name="Freeform 1510">
                <a:extLst>
                  <a:ext uri="{FF2B5EF4-FFF2-40B4-BE49-F238E27FC236}">
                    <a16:creationId xmlns:a16="http://schemas.microsoft.com/office/drawing/2014/main" id="{E7A242DC-DE85-5DD1-A437-D367F03BC1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1" name="Oval 1511">
                <a:extLst>
                  <a:ext uri="{FF2B5EF4-FFF2-40B4-BE49-F238E27FC236}">
                    <a16:creationId xmlns:a16="http://schemas.microsoft.com/office/drawing/2014/main" id="{D40C0404-2465-FAD8-19DA-8FBE255D7E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8" name="Group 1512">
              <a:extLst>
                <a:ext uri="{FF2B5EF4-FFF2-40B4-BE49-F238E27FC236}">
                  <a16:creationId xmlns:a16="http://schemas.microsoft.com/office/drawing/2014/main" id="{AB318A6F-A19B-C4C3-6013-4DE5369130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050" name="Oval 1513">
                <a:extLst>
                  <a:ext uri="{FF2B5EF4-FFF2-40B4-BE49-F238E27FC236}">
                    <a16:creationId xmlns:a16="http://schemas.microsoft.com/office/drawing/2014/main" id="{EFEA2ADF-0298-EA0B-0D34-99E96865F8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1" name="Oval 1514">
                <a:extLst>
                  <a:ext uri="{FF2B5EF4-FFF2-40B4-BE49-F238E27FC236}">
                    <a16:creationId xmlns:a16="http://schemas.microsoft.com/office/drawing/2014/main" id="{37A43D55-5E28-BC3A-E871-9048DB6AAF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2" name="Freeform 1515">
                <a:extLst>
                  <a:ext uri="{FF2B5EF4-FFF2-40B4-BE49-F238E27FC236}">
                    <a16:creationId xmlns:a16="http://schemas.microsoft.com/office/drawing/2014/main" id="{FB53BA13-14E3-A76F-9A44-479E3701D2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3" name="Freeform 1516">
                <a:extLst>
                  <a:ext uri="{FF2B5EF4-FFF2-40B4-BE49-F238E27FC236}">
                    <a16:creationId xmlns:a16="http://schemas.microsoft.com/office/drawing/2014/main" id="{3034020C-B055-31DA-968F-44810A6B2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4" name="Freeform 1517">
                <a:extLst>
                  <a:ext uri="{FF2B5EF4-FFF2-40B4-BE49-F238E27FC236}">
                    <a16:creationId xmlns:a16="http://schemas.microsoft.com/office/drawing/2014/main" id="{B56B6C3C-D235-3F7B-FF45-487587D70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5" name="Oval 1518">
                <a:extLst>
                  <a:ext uri="{FF2B5EF4-FFF2-40B4-BE49-F238E27FC236}">
                    <a16:creationId xmlns:a16="http://schemas.microsoft.com/office/drawing/2014/main" id="{38076590-FAC5-6C86-0E8C-AD5DAEB868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9" name="Group 1519">
              <a:extLst>
                <a:ext uri="{FF2B5EF4-FFF2-40B4-BE49-F238E27FC236}">
                  <a16:creationId xmlns:a16="http://schemas.microsoft.com/office/drawing/2014/main" id="{71F1273A-CC7C-2A6E-E996-2B206B47E1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044" name="Oval 1520">
                <a:extLst>
                  <a:ext uri="{FF2B5EF4-FFF2-40B4-BE49-F238E27FC236}">
                    <a16:creationId xmlns:a16="http://schemas.microsoft.com/office/drawing/2014/main" id="{1C092D5B-9901-08D2-DB31-4093F3E338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5" name="Oval 1521">
                <a:extLst>
                  <a:ext uri="{FF2B5EF4-FFF2-40B4-BE49-F238E27FC236}">
                    <a16:creationId xmlns:a16="http://schemas.microsoft.com/office/drawing/2014/main" id="{59C0227F-9A1C-8AAF-2ACB-A051C98413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6" name="Freeform 1522">
                <a:extLst>
                  <a:ext uri="{FF2B5EF4-FFF2-40B4-BE49-F238E27FC236}">
                    <a16:creationId xmlns:a16="http://schemas.microsoft.com/office/drawing/2014/main" id="{6B9C783F-F28D-94B8-A521-899300610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7" name="Freeform 1523">
                <a:extLst>
                  <a:ext uri="{FF2B5EF4-FFF2-40B4-BE49-F238E27FC236}">
                    <a16:creationId xmlns:a16="http://schemas.microsoft.com/office/drawing/2014/main" id="{40DC236F-328F-27A6-E6AF-A2D2646F94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8" name="Freeform 1524">
                <a:extLst>
                  <a:ext uri="{FF2B5EF4-FFF2-40B4-BE49-F238E27FC236}">
                    <a16:creationId xmlns:a16="http://schemas.microsoft.com/office/drawing/2014/main" id="{EE1A0402-8FBA-92B3-8636-8E8F05B59D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9" name="Oval 1525">
                <a:extLst>
                  <a:ext uri="{FF2B5EF4-FFF2-40B4-BE49-F238E27FC236}">
                    <a16:creationId xmlns:a16="http://schemas.microsoft.com/office/drawing/2014/main" id="{C18F5A79-9B62-E5DF-66AC-421EFC5A7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0" name="Group 1526">
              <a:extLst>
                <a:ext uri="{FF2B5EF4-FFF2-40B4-BE49-F238E27FC236}">
                  <a16:creationId xmlns:a16="http://schemas.microsoft.com/office/drawing/2014/main" id="{CB6D0659-C1A5-D900-6E0A-5E4754A50A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038" name="Oval 1527">
                <a:extLst>
                  <a:ext uri="{FF2B5EF4-FFF2-40B4-BE49-F238E27FC236}">
                    <a16:creationId xmlns:a16="http://schemas.microsoft.com/office/drawing/2014/main" id="{8AA06104-6F0A-B43D-E17D-2A5CF90613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9" name="Oval 1528">
                <a:extLst>
                  <a:ext uri="{FF2B5EF4-FFF2-40B4-BE49-F238E27FC236}">
                    <a16:creationId xmlns:a16="http://schemas.microsoft.com/office/drawing/2014/main" id="{F2221224-EF84-1CB0-F014-2495FE75E0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0" name="Freeform 1529">
                <a:extLst>
                  <a:ext uri="{FF2B5EF4-FFF2-40B4-BE49-F238E27FC236}">
                    <a16:creationId xmlns:a16="http://schemas.microsoft.com/office/drawing/2014/main" id="{99E314C0-4802-9C07-3D98-C270FFA02E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1" name="Freeform 1530">
                <a:extLst>
                  <a:ext uri="{FF2B5EF4-FFF2-40B4-BE49-F238E27FC236}">
                    <a16:creationId xmlns:a16="http://schemas.microsoft.com/office/drawing/2014/main" id="{0C172BF4-CA03-41EF-CCA4-85041FDF0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2" name="Freeform 1531">
                <a:extLst>
                  <a:ext uri="{FF2B5EF4-FFF2-40B4-BE49-F238E27FC236}">
                    <a16:creationId xmlns:a16="http://schemas.microsoft.com/office/drawing/2014/main" id="{4D95162D-B398-AEBE-052F-5CB606A838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3" name="Oval 1532">
                <a:extLst>
                  <a:ext uri="{FF2B5EF4-FFF2-40B4-BE49-F238E27FC236}">
                    <a16:creationId xmlns:a16="http://schemas.microsoft.com/office/drawing/2014/main" id="{F4EC2D38-FAE9-F585-7B88-CD2CE2051C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1" name="Group 1533">
              <a:extLst>
                <a:ext uri="{FF2B5EF4-FFF2-40B4-BE49-F238E27FC236}">
                  <a16:creationId xmlns:a16="http://schemas.microsoft.com/office/drawing/2014/main" id="{6EE56731-C289-043B-1EB0-A37246306C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032" name="Oval 1534">
                <a:extLst>
                  <a:ext uri="{FF2B5EF4-FFF2-40B4-BE49-F238E27FC236}">
                    <a16:creationId xmlns:a16="http://schemas.microsoft.com/office/drawing/2014/main" id="{919F1991-55C5-0E0C-2D7D-8356AEBCE8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3" name="Oval 1535">
                <a:extLst>
                  <a:ext uri="{FF2B5EF4-FFF2-40B4-BE49-F238E27FC236}">
                    <a16:creationId xmlns:a16="http://schemas.microsoft.com/office/drawing/2014/main" id="{31406B3A-BD2A-5C29-C0EB-E5AAF531AF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4" name="Freeform 1536">
                <a:extLst>
                  <a:ext uri="{FF2B5EF4-FFF2-40B4-BE49-F238E27FC236}">
                    <a16:creationId xmlns:a16="http://schemas.microsoft.com/office/drawing/2014/main" id="{16F80D9C-B854-9431-1428-59F874D1F9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5" name="Freeform 1537">
                <a:extLst>
                  <a:ext uri="{FF2B5EF4-FFF2-40B4-BE49-F238E27FC236}">
                    <a16:creationId xmlns:a16="http://schemas.microsoft.com/office/drawing/2014/main" id="{02772B3C-FF8A-65AF-6222-05612D517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6" name="Freeform 1538">
                <a:extLst>
                  <a:ext uri="{FF2B5EF4-FFF2-40B4-BE49-F238E27FC236}">
                    <a16:creationId xmlns:a16="http://schemas.microsoft.com/office/drawing/2014/main" id="{8EE02720-D24B-13F3-A923-050065ED6D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7" name="Oval 1539">
                <a:extLst>
                  <a:ext uri="{FF2B5EF4-FFF2-40B4-BE49-F238E27FC236}">
                    <a16:creationId xmlns:a16="http://schemas.microsoft.com/office/drawing/2014/main" id="{96A76609-11B1-DE29-B9A0-BF92CCD227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2" name="Group 1540">
              <a:extLst>
                <a:ext uri="{FF2B5EF4-FFF2-40B4-BE49-F238E27FC236}">
                  <a16:creationId xmlns:a16="http://schemas.microsoft.com/office/drawing/2014/main" id="{18BD8AA9-2DD4-BF6A-09F2-8BD9C44701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026" name="Oval 1541">
                <a:extLst>
                  <a:ext uri="{FF2B5EF4-FFF2-40B4-BE49-F238E27FC236}">
                    <a16:creationId xmlns:a16="http://schemas.microsoft.com/office/drawing/2014/main" id="{46647DA9-09BF-E39D-D045-E97ED61C49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7" name="Oval 1542">
                <a:extLst>
                  <a:ext uri="{FF2B5EF4-FFF2-40B4-BE49-F238E27FC236}">
                    <a16:creationId xmlns:a16="http://schemas.microsoft.com/office/drawing/2014/main" id="{2AD72C5B-FAB2-3468-F3FB-85443FDE2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8" name="Freeform 1543">
                <a:extLst>
                  <a:ext uri="{FF2B5EF4-FFF2-40B4-BE49-F238E27FC236}">
                    <a16:creationId xmlns:a16="http://schemas.microsoft.com/office/drawing/2014/main" id="{17962038-424D-2DD8-ACC5-03015D10F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9" name="Freeform 1544">
                <a:extLst>
                  <a:ext uri="{FF2B5EF4-FFF2-40B4-BE49-F238E27FC236}">
                    <a16:creationId xmlns:a16="http://schemas.microsoft.com/office/drawing/2014/main" id="{E8F8EF6D-9CAB-3883-1C11-D310DBF3AA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0" name="Freeform 1545">
                <a:extLst>
                  <a:ext uri="{FF2B5EF4-FFF2-40B4-BE49-F238E27FC236}">
                    <a16:creationId xmlns:a16="http://schemas.microsoft.com/office/drawing/2014/main" id="{F6750B75-DC91-2B08-3ECD-69646203E3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1" name="Oval 1546">
                <a:extLst>
                  <a:ext uri="{FF2B5EF4-FFF2-40B4-BE49-F238E27FC236}">
                    <a16:creationId xmlns:a16="http://schemas.microsoft.com/office/drawing/2014/main" id="{27FE11E0-A9E2-E82F-636E-38191C750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3" name="Group 1547">
              <a:extLst>
                <a:ext uri="{FF2B5EF4-FFF2-40B4-BE49-F238E27FC236}">
                  <a16:creationId xmlns:a16="http://schemas.microsoft.com/office/drawing/2014/main" id="{59EB95C5-EACE-3E94-BDEA-006BF4A868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20" name="Oval 1548">
                <a:extLst>
                  <a:ext uri="{FF2B5EF4-FFF2-40B4-BE49-F238E27FC236}">
                    <a16:creationId xmlns:a16="http://schemas.microsoft.com/office/drawing/2014/main" id="{31A5CF58-BEA9-AC67-0CB7-264CAD5087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1" name="Oval 1549">
                <a:extLst>
                  <a:ext uri="{FF2B5EF4-FFF2-40B4-BE49-F238E27FC236}">
                    <a16:creationId xmlns:a16="http://schemas.microsoft.com/office/drawing/2014/main" id="{55B93A51-CB00-5E34-FFAC-C94CB94AFB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2" name="Freeform 1550">
                <a:extLst>
                  <a:ext uri="{FF2B5EF4-FFF2-40B4-BE49-F238E27FC236}">
                    <a16:creationId xmlns:a16="http://schemas.microsoft.com/office/drawing/2014/main" id="{32D7C1EB-EC23-1D2E-256B-95681E770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3" name="Freeform 1551">
                <a:extLst>
                  <a:ext uri="{FF2B5EF4-FFF2-40B4-BE49-F238E27FC236}">
                    <a16:creationId xmlns:a16="http://schemas.microsoft.com/office/drawing/2014/main" id="{01B7F7E6-A806-D4CE-1C5F-A0B61E4DB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4" name="Freeform 1552">
                <a:extLst>
                  <a:ext uri="{FF2B5EF4-FFF2-40B4-BE49-F238E27FC236}">
                    <a16:creationId xmlns:a16="http://schemas.microsoft.com/office/drawing/2014/main" id="{AE99E96D-6006-68EB-7D06-0F71454575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5" name="Oval 1553">
                <a:extLst>
                  <a:ext uri="{FF2B5EF4-FFF2-40B4-BE49-F238E27FC236}">
                    <a16:creationId xmlns:a16="http://schemas.microsoft.com/office/drawing/2014/main" id="{A57230C7-618C-D605-C737-C199021FCA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4" name="Group 1554">
              <a:extLst>
                <a:ext uri="{FF2B5EF4-FFF2-40B4-BE49-F238E27FC236}">
                  <a16:creationId xmlns:a16="http://schemas.microsoft.com/office/drawing/2014/main" id="{EC3BAE0F-D97F-4CA3-67CD-41C812276F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14" name="Oval 1555">
                <a:extLst>
                  <a:ext uri="{FF2B5EF4-FFF2-40B4-BE49-F238E27FC236}">
                    <a16:creationId xmlns:a16="http://schemas.microsoft.com/office/drawing/2014/main" id="{66CA8B4C-E393-7C22-B466-8309D0AA1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5" name="Oval 1556">
                <a:extLst>
                  <a:ext uri="{FF2B5EF4-FFF2-40B4-BE49-F238E27FC236}">
                    <a16:creationId xmlns:a16="http://schemas.microsoft.com/office/drawing/2014/main" id="{9D2D2AE7-8555-8DF6-06FA-EBD7240092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6" name="Freeform 1557">
                <a:extLst>
                  <a:ext uri="{FF2B5EF4-FFF2-40B4-BE49-F238E27FC236}">
                    <a16:creationId xmlns:a16="http://schemas.microsoft.com/office/drawing/2014/main" id="{09C6F089-90ED-C49B-8DC4-CC17B8A5DD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7" name="Freeform 1558">
                <a:extLst>
                  <a:ext uri="{FF2B5EF4-FFF2-40B4-BE49-F238E27FC236}">
                    <a16:creationId xmlns:a16="http://schemas.microsoft.com/office/drawing/2014/main" id="{9B831EC6-0FA8-6525-431A-93336C50F0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8" name="Freeform 1559">
                <a:extLst>
                  <a:ext uri="{FF2B5EF4-FFF2-40B4-BE49-F238E27FC236}">
                    <a16:creationId xmlns:a16="http://schemas.microsoft.com/office/drawing/2014/main" id="{426A00B5-DC4F-F381-C77C-D6FBFF453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9" name="Oval 1560">
                <a:extLst>
                  <a:ext uri="{FF2B5EF4-FFF2-40B4-BE49-F238E27FC236}">
                    <a16:creationId xmlns:a16="http://schemas.microsoft.com/office/drawing/2014/main" id="{82AB6929-1E60-17DB-8A4E-6BC5CA70B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5" name="Group 1561">
              <a:extLst>
                <a:ext uri="{FF2B5EF4-FFF2-40B4-BE49-F238E27FC236}">
                  <a16:creationId xmlns:a16="http://schemas.microsoft.com/office/drawing/2014/main" id="{FEF05C05-D3B3-080F-0420-DDE2C238F4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008" name="Oval 1562">
                <a:extLst>
                  <a:ext uri="{FF2B5EF4-FFF2-40B4-BE49-F238E27FC236}">
                    <a16:creationId xmlns:a16="http://schemas.microsoft.com/office/drawing/2014/main" id="{943AB31E-1AAC-564A-D889-DB95BE7543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9" name="Oval 1563">
                <a:extLst>
                  <a:ext uri="{FF2B5EF4-FFF2-40B4-BE49-F238E27FC236}">
                    <a16:creationId xmlns:a16="http://schemas.microsoft.com/office/drawing/2014/main" id="{AD72B554-463A-01AB-650E-23DD784FD4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0" name="Freeform 1564">
                <a:extLst>
                  <a:ext uri="{FF2B5EF4-FFF2-40B4-BE49-F238E27FC236}">
                    <a16:creationId xmlns:a16="http://schemas.microsoft.com/office/drawing/2014/main" id="{D19FD49F-00A4-2C39-95C3-D01D51A9D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1" name="Freeform 1565">
                <a:extLst>
                  <a:ext uri="{FF2B5EF4-FFF2-40B4-BE49-F238E27FC236}">
                    <a16:creationId xmlns:a16="http://schemas.microsoft.com/office/drawing/2014/main" id="{0FA0E0A7-C176-2D25-DFED-3AFBC30EC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2" name="Freeform 1566">
                <a:extLst>
                  <a:ext uri="{FF2B5EF4-FFF2-40B4-BE49-F238E27FC236}">
                    <a16:creationId xmlns:a16="http://schemas.microsoft.com/office/drawing/2014/main" id="{F8DCA42E-DBEA-1D58-C50A-66D0BBAFA7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3" name="Oval 1567">
                <a:extLst>
                  <a:ext uri="{FF2B5EF4-FFF2-40B4-BE49-F238E27FC236}">
                    <a16:creationId xmlns:a16="http://schemas.microsoft.com/office/drawing/2014/main" id="{00882173-087A-D3B7-729D-AE4F75D1EB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6" name="Group 1568">
              <a:extLst>
                <a:ext uri="{FF2B5EF4-FFF2-40B4-BE49-F238E27FC236}">
                  <a16:creationId xmlns:a16="http://schemas.microsoft.com/office/drawing/2014/main" id="{709862C0-A47C-97DE-4629-8FD97BBBCA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002" name="Oval 1569">
                <a:extLst>
                  <a:ext uri="{FF2B5EF4-FFF2-40B4-BE49-F238E27FC236}">
                    <a16:creationId xmlns:a16="http://schemas.microsoft.com/office/drawing/2014/main" id="{EA6F6EEB-D522-E2BB-ECE4-A7C8A81E0D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3" name="Oval 1570">
                <a:extLst>
                  <a:ext uri="{FF2B5EF4-FFF2-40B4-BE49-F238E27FC236}">
                    <a16:creationId xmlns:a16="http://schemas.microsoft.com/office/drawing/2014/main" id="{0EAD08EC-3360-CAE0-FF33-808050872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4" name="Freeform 1571">
                <a:extLst>
                  <a:ext uri="{FF2B5EF4-FFF2-40B4-BE49-F238E27FC236}">
                    <a16:creationId xmlns:a16="http://schemas.microsoft.com/office/drawing/2014/main" id="{3895F88B-7B0A-F9C2-8CD9-3E21C5EF7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5" name="Freeform 1572">
                <a:extLst>
                  <a:ext uri="{FF2B5EF4-FFF2-40B4-BE49-F238E27FC236}">
                    <a16:creationId xmlns:a16="http://schemas.microsoft.com/office/drawing/2014/main" id="{7671BF9A-0138-E6E5-DC15-92A7CAA374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6" name="Freeform 1573">
                <a:extLst>
                  <a:ext uri="{FF2B5EF4-FFF2-40B4-BE49-F238E27FC236}">
                    <a16:creationId xmlns:a16="http://schemas.microsoft.com/office/drawing/2014/main" id="{B85856BB-37FC-3EF4-4298-2F751A80C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7" name="Oval 1574">
                <a:extLst>
                  <a:ext uri="{FF2B5EF4-FFF2-40B4-BE49-F238E27FC236}">
                    <a16:creationId xmlns:a16="http://schemas.microsoft.com/office/drawing/2014/main" id="{6290DB1C-654B-74E6-61DE-8A91D15CD1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7" name="Group 1575">
              <a:extLst>
                <a:ext uri="{FF2B5EF4-FFF2-40B4-BE49-F238E27FC236}">
                  <a16:creationId xmlns:a16="http://schemas.microsoft.com/office/drawing/2014/main" id="{DEE15496-BA08-833E-6314-3EDB3F0BCA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996" name="Oval 1576">
                <a:extLst>
                  <a:ext uri="{FF2B5EF4-FFF2-40B4-BE49-F238E27FC236}">
                    <a16:creationId xmlns:a16="http://schemas.microsoft.com/office/drawing/2014/main" id="{63ECC3CE-3BED-67E9-AAB7-7EB1E277A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7" name="Oval 1577">
                <a:extLst>
                  <a:ext uri="{FF2B5EF4-FFF2-40B4-BE49-F238E27FC236}">
                    <a16:creationId xmlns:a16="http://schemas.microsoft.com/office/drawing/2014/main" id="{730F8FA2-4534-E4C4-AA16-80E58A2CF7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8" name="Freeform 1578">
                <a:extLst>
                  <a:ext uri="{FF2B5EF4-FFF2-40B4-BE49-F238E27FC236}">
                    <a16:creationId xmlns:a16="http://schemas.microsoft.com/office/drawing/2014/main" id="{36A6AF45-1D17-55B2-24FE-6AC5A5B51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9" name="Freeform 1579">
                <a:extLst>
                  <a:ext uri="{FF2B5EF4-FFF2-40B4-BE49-F238E27FC236}">
                    <a16:creationId xmlns:a16="http://schemas.microsoft.com/office/drawing/2014/main" id="{79B0518A-4EE9-C1BA-DE6C-6BE7D23B5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" name="Freeform 1580">
                <a:extLst>
                  <a:ext uri="{FF2B5EF4-FFF2-40B4-BE49-F238E27FC236}">
                    <a16:creationId xmlns:a16="http://schemas.microsoft.com/office/drawing/2014/main" id="{0158DC51-14AB-75D2-0C12-478A4282FE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" name="Oval 1581">
                <a:extLst>
                  <a:ext uri="{FF2B5EF4-FFF2-40B4-BE49-F238E27FC236}">
                    <a16:creationId xmlns:a16="http://schemas.microsoft.com/office/drawing/2014/main" id="{7573B497-2ADF-9160-5E87-E954E6F23F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8" name="Group 1582">
              <a:extLst>
                <a:ext uri="{FF2B5EF4-FFF2-40B4-BE49-F238E27FC236}">
                  <a16:creationId xmlns:a16="http://schemas.microsoft.com/office/drawing/2014/main" id="{AE0F7CC9-A2C8-CC7C-44A2-4D358E7474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990" name="Oval 1583">
                <a:extLst>
                  <a:ext uri="{FF2B5EF4-FFF2-40B4-BE49-F238E27FC236}">
                    <a16:creationId xmlns:a16="http://schemas.microsoft.com/office/drawing/2014/main" id="{ED9E641C-32C0-A6AB-93E8-AB338267E5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1" name="Oval 1584">
                <a:extLst>
                  <a:ext uri="{FF2B5EF4-FFF2-40B4-BE49-F238E27FC236}">
                    <a16:creationId xmlns:a16="http://schemas.microsoft.com/office/drawing/2014/main" id="{87BF0523-8F61-7043-EEE5-757FAE55B7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2" name="Freeform 1585">
                <a:extLst>
                  <a:ext uri="{FF2B5EF4-FFF2-40B4-BE49-F238E27FC236}">
                    <a16:creationId xmlns:a16="http://schemas.microsoft.com/office/drawing/2014/main" id="{395B9ED7-020E-0861-1F97-14013B483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3" name="Freeform 1586">
                <a:extLst>
                  <a:ext uri="{FF2B5EF4-FFF2-40B4-BE49-F238E27FC236}">
                    <a16:creationId xmlns:a16="http://schemas.microsoft.com/office/drawing/2014/main" id="{2C041F1F-51A0-187E-AD09-32B4506FB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4" name="Freeform 1587">
                <a:extLst>
                  <a:ext uri="{FF2B5EF4-FFF2-40B4-BE49-F238E27FC236}">
                    <a16:creationId xmlns:a16="http://schemas.microsoft.com/office/drawing/2014/main" id="{D3F1198C-02A8-45E2-F60F-CCA059D752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5" name="Oval 1588">
                <a:extLst>
                  <a:ext uri="{FF2B5EF4-FFF2-40B4-BE49-F238E27FC236}">
                    <a16:creationId xmlns:a16="http://schemas.microsoft.com/office/drawing/2014/main" id="{572445AE-5D0F-5F5F-F266-532C8C39A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9" name="Group 1589">
              <a:extLst>
                <a:ext uri="{FF2B5EF4-FFF2-40B4-BE49-F238E27FC236}">
                  <a16:creationId xmlns:a16="http://schemas.microsoft.com/office/drawing/2014/main" id="{8464588E-4E2F-EB1E-0734-650857A786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984" name="Oval 1590">
                <a:extLst>
                  <a:ext uri="{FF2B5EF4-FFF2-40B4-BE49-F238E27FC236}">
                    <a16:creationId xmlns:a16="http://schemas.microsoft.com/office/drawing/2014/main" id="{846FB2E1-C6E3-2B6F-9015-7C6F2FB1BB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5" name="Oval 1591">
                <a:extLst>
                  <a:ext uri="{FF2B5EF4-FFF2-40B4-BE49-F238E27FC236}">
                    <a16:creationId xmlns:a16="http://schemas.microsoft.com/office/drawing/2014/main" id="{8C889E31-351A-470A-CAB8-E445406E8C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6" name="Freeform 1592">
                <a:extLst>
                  <a:ext uri="{FF2B5EF4-FFF2-40B4-BE49-F238E27FC236}">
                    <a16:creationId xmlns:a16="http://schemas.microsoft.com/office/drawing/2014/main" id="{45904110-1C74-0CE7-81E5-BB1FF51811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7" name="Freeform 1593">
                <a:extLst>
                  <a:ext uri="{FF2B5EF4-FFF2-40B4-BE49-F238E27FC236}">
                    <a16:creationId xmlns:a16="http://schemas.microsoft.com/office/drawing/2014/main" id="{EEEFE5D3-65B1-B7F9-1795-2F9E7132A8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" name="Freeform 1594">
                <a:extLst>
                  <a:ext uri="{FF2B5EF4-FFF2-40B4-BE49-F238E27FC236}">
                    <a16:creationId xmlns:a16="http://schemas.microsoft.com/office/drawing/2014/main" id="{A387C395-909F-DBD3-6004-8C6AB06A6A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" name="Oval 1595">
                <a:extLst>
                  <a:ext uri="{FF2B5EF4-FFF2-40B4-BE49-F238E27FC236}">
                    <a16:creationId xmlns:a16="http://schemas.microsoft.com/office/drawing/2014/main" id="{AAD0FE19-FBCD-58D7-583A-10B705D92F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0" name="Group 1596">
              <a:extLst>
                <a:ext uri="{FF2B5EF4-FFF2-40B4-BE49-F238E27FC236}">
                  <a16:creationId xmlns:a16="http://schemas.microsoft.com/office/drawing/2014/main" id="{C98C4531-5BA2-EBC1-410F-B3D794C13A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978" name="Oval 1597">
                <a:extLst>
                  <a:ext uri="{FF2B5EF4-FFF2-40B4-BE49-F238E27FC236}">
                    <a16:creationId xmlns:a16="http://schemas.microsoft.com/office/drawing/2014/main" id="{55FD3C3E-6CED-3EC6-8325-AD75E56AD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9" name="Oval 1598">
                <a:extLst>
                  <a:ext uri="{FF2B5EF4-FFF2-40B4-BE49-F238E27FC236}">
                    <a16:creationId xmlns:a16="http://schemas.microsoft.com/office/drawing/2014/main" id="{7660F1B9-989A-3F93-AC5D-869F2480A3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0" name="Freeform 1599">
                <a:extLst>
                  <a:ext uri="{FF2B5EF4-FFF2-40B4-BE49-F238E27FC236}">
                    <a16:creationId xmlns:a16="http://schemas.microsoft.com/office/drawing/2014/main" id="{85BBF75D-5607-FBDA-CCE1-BC9948F3E6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" name="Freeform 1600">
                <a:extLst>
                  <a:ext uri="{FF2B5EF4-FFF2-40B4-BE49-F238E27FC236}">
                    <a16:creationId xmlns:a16="http://schemas.microsoft.com/office/drawing/2014/main" id="{9862AEE4-E8B7-9F8E-037B-792CA3E97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" name="Freeform 1601">
                <a:extLst>
                  <a:ext uri="{FF2B5EF4-FFF2-40B4-BE49-F238E27FC236}">
                    <a16:creationId xmlns:a16="http://schemas.microsoft.com/office/drawing/2014/main" id="{9EF39ED0-3D92-B99D-579A-0B9288D26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" name="Oval 1602">
                <a:extLst>
                  <a:ext uri="{FF2B5EF4-FFF2-40B4-BE49-F238E27FC236}">
                    <a16:creationId xmlns:a16="http://schemas.microsoft.com/office/drawing/2014/main" id="{3420B0A5-56EF-7AE8-2AB1-982409180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1" name="Group 1603">
              <a:extLst>
                <a:ext uri="{FF2B5EF4-FFF2-40B4-BE49-F238E27FC236}">
                  <a16:creationId xmlns:a16="http://schemas.microsoft.com/office/drawing/2014/main" id="{82BC4582-3452-FE42-39D1-E96357E83D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972" name="Oval 1604">
                <a:extLst>
                  <a:ext uri="{FF2B5EF4-FFF2-40B4-BE49-F238E27FC236}">
                    <a16:creationId xmlns:a16="http://schemas.microsoft.com/office/drawing/2014/main" id="{B433F9CF-2AAA-94CD-EF5D-1D740C77ED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3" name="Oval 1605">
                <a:extLst>
                  <a:ext uri="{FF2B5EF4-FFF2-40B4-BE49-F238E27FC236}">
                    <a16:creationId xmlns:a16="http://schemas.microsoft.com/office/drawing/2014/main" id="{263A7CB7-AB4A-36A3-07E1-43CC71C889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4" name="Freeform 1606">
                <a:extLst>
                  <a:ext uri="{FF2B5EF4-FFF2-40B4-BE49-F238E27FC236}">
                    <a16:creationId xmlns:a16="http://schemas.microsoft.com/office/drawing/2014/main" id="{9DA65BD3-DB7A-CA14-665C-A9816EDDCD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5" name="Freeform 1607">
                <a:extLst>
                  <a:ext uri="{FF2B5EF4-FFF2-40B4-BE49-F238E27FC236}">
                    <a16:creationId xmlns:a16="http://schemas.microsoft.com/office/drawing/2014/main" id="{13DEB31B-7DBA-E173-525F-A0AA31CA60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6" name="Freeform 1608">
                <a:extLst>
                  <a:ext uri="{FF2B5EF4-FFF2-40B4-BE49-F238E27FC236}">
                    <a16:creationId xmlns:a16="http://schemas.microsoft.com/office/drawing/2014/main" id="{7375B49D-D8F0-FE75-9593-C55E33042B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" name="Oval 1609">
                <a:extLst>
                  <a:ext uri="{FF2B5EF4-FFF2-40B4-BE49-F238E27FC236}">
                    <a16:creationId xmlns:a16="http://schemas.microsoft.com/office/drawing/2014/main" id="{7D11EC8D-7D82-3729-C9EF-08D43DA7CE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164" name="CuadroTexto 3163">
            <a:extLst>
              <a:ext uri="{FF2B5EF4-FFF2-40B4-BE49-F238E27FC236}">
                <a16:creationId xmlns:a16="http://schemas.microsoft.com/office/drawing/2014/main" id="{56A7B6F0-264E-0170-FC18-95FFDB6E5906}"/>
              </a:ext>
            </a:extLst>
          </p:cNvPr>
          <p:cNvSpPr txBox="1"/>
          <p:nvPr/>
        </p:nvSpPr>
        <p:spPr>
          <a:xfrm>
            <a:off x="6741422" y="0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cxnSp>
        <p:nvCxnSpPr>
          <p:cNvPr id="3173" name="Conector: angular 3172">
            <a:extLst>
              <a:ext uri="{FF2B5EF4-FFF2-40B4-BE49-F238E27FC236}">
                <a16:creationId xmlns:a16="http://schemas.microsoft.com/office/drawing/2014/main" id="{07A37054-1F51-2AF5-2331-EF08B24A7773}"/>
              </a:ext>
            </a:extLst>
          </p:cNvPr>
          <p:cNvCxnSpPr>
            <a:cxnSpLocks/>
            <a:stCxn id="2032" idx="1"/>
            <a:endCxn id="102" idx="3"/>
          </p:cNvCxnSpPr>
          <p:nvPr/>
        </p:nvCxnSpPr>
        <p:spPr>
          <a:xfrm rot="10800000" flipV="1">
            <a:off x="4058447" y="2069667"/>
            <a:ext cx="196726" cy="413478"/>
          </a:xfrm>
          <a:prstGeom prst="bentConnector3">
            <a:avLst>
              <a:gd name="adj1" fmla="val 33098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78" name="Grupo 3177">
            <a:extLst>
              <a:ext uri="{FF2B5EF4-FFF2-40B4-BE49-F238E27FC236}">
                <a16:creationId xmlns:a16="http://schemas.microsoft.com/office/drawing/2014/main" id="{401E6DC5-3548-BDFF-89AA-2D5194FAB115}"/>
              </a:ext>
            </a:extLst>
          </p:cNvPr>
          <p:cNvGrpSpPr/>
          <p:nvPr/>
        </p:nvGrpSpPr>
        <p:grpSpPr>
          <a:xfrm>
            <a:off x="3994379" y="2118727"/>
            <a:ext cx="128136" cy="128136"/>
            <a:chOff x="908127" y="1162591"/>
            <a:chExt cx="128136" cy="128136"/>
          </a:xfrm>
        </p:grpSpPr>
        <p:sp>
          <p:nvSpPr>
            <p:cNvPr id="3179" name="Elipse 3178">
              <a:extLst>
                <a:ext uri="{FF2B5EF4-FFF2-40B4-BE49-F238E27FC236}">
                  <a16:creationId xmlns:a16="http://schemas.microsoft.com/office/drawing/2014/main" id="{884449D1-956E-2896-A906-AC98F297E01C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80" name="Cruz 3179">
              <a:extLst>
                <a:ext uri="{FF2B5EF4-FFF2-40B4-BE49-F238E27FC236}">
                  <a16:creationId xmlns:a16="http://schemas.microsoft.com/office/drawing/2014/main" id="{C9E97F93-D696-4E67-46B2-DFCD7D36DF12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182" name="CuadroTexto 3181">
            <a:extLst>
              <a:ext uri="{FF2B5EF4-FFF2-40B4-BE49-F238E27FC236}">
                <a16:creationId xmlns:a16="http://schemas.microsoft.com/office/drawing/2014/main" id="{CB4600A1-4D2A-CE6B-2A73-1D28EFAADC22}"/>
              </a:ext>
            </a:extLst>
          </p:cNvPr>
          <p:cNvSpPr txBox="1"/>
          <p:nvPr/>
        </p:nvSpPr>
        <p:spPr>
          <a:xfrm>
            <a:off x="-37554" y="1982238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Activación AG</a:t>
            </a:r>
          </a:p>
        </p:txBody>
      </p:sp>
      <p:sp>
        <p:nvSpPr>
          <p:cNvPr id="3183" name="CuadroTexto 3182">
            <a:extLst>
              <a:ext uri="{FF2B5EF4-FFF2-40B4-BE49-F238E27FC236}">
                <a16:creationId xmlns:a16="http://schemas.microsoft.com/office/drawing/2014/main" id="{98464478-3190-654E-AFFA-4AD895C28C75}"/>
              </a:ext>
            </a:extLst>
          </p:cNvPr>
          <p:cNvSpPr txBox="1"/>
          <p:nvPr/>
        </p:nvSpPr>
        <p:spPr>
          <a:xfrm>
            <a:off x="-66984" y="2714930"/>
            <a:ext cx="11721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Transporte AG</a:t>
            </a:r>
          </a:p>
        </p:txBody>
      </p:sp>
      <p:sp>
        <p:nvSpPr>
          <p:cNvPr id="3184" name="CuadroTexto 3183">
            <a:extLst>
              <a:ext uri="{FF2B5EF4-FFF2-40B4-BE49-F238E27FC236}">
                <a16:creationId xmlns:a16="http://schemas.microsoft.com/office/drawing/2014/main" id="{6552C3A0-6754-418F-F396-F6EEFE49A58F}"/>
              </a:ext>
            </a:extLst>
          </p:cNvPr>
          <p:cNvSpPr txBox="1"/>
          <p:nvPr/>
        </p:nvSpPr>
        <p:spPr>
          <a:xfrm>
            <a:off x="3219213" y="4846911"/>
            <a:ext cx="11160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Oxidación AG</a:t>
            </a:r>
          </a:p>
        </p:txBody>
      </p:sp>
      <p:sp>
        <p:nvSpPr>
          <p:cNvPr id="3188" name="CuadroTexto 3187">
            <a:extLst>
              <a:ext uri="{FF2B5EF4-FFF2-40B4-BE49-F238E27FC236}">
                <a16:creationId xmlns:a16="http://schemas.microsoft.com/office/drawing/2014/main" id="{CB0B2F75-6576-4823-4C05-E76C78FE687F}"/>
              </a:ext>
            </a:extLst>
          </p:cNvPr>
          <p:cNvSpPr txBox="1"/>
          <p:nvPr/>
        </p:nvSpPr>
        <p:spPr>
          <a:xfrm>
            <a:off x="4117417" y="665446"/>
            <a:ext cx="999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Biosíntesis de lípidos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89" name="Conector: angular 3188">
            <a:extLst>
              <a:ext uri="{FF2B5EF4-FFF2-40B4-BE49-F238E27FC236}">
                <a16:creationId xmlns:a16="http://schemas.microsoft.com/office/drawing/2014/main" id="{E354477E-8E2D-69DC-3722-F53D36F5F147}"/>
              </a:ext>
            </a:extLst>
          </p:cNvPr>
          <p:cNvCxnSpPr>
            <a:cxnSpLocks/>
            <a:stCxn id="2032" idx="1"/>
            <a:endCxn id="3188" idx="1"/>
          </p:cNvCxnSpPr>
          <p:nvPr/>
        </p:nvCxnSpPr>
        <p:spPr>
          <a:xfrm rot="10800000">
            <a:off x="4117417" y="880891"/>
            <a:ext cx="137756" cy="1188777"/>
          </a:xfrm>
          <a:prstGeom prst="bentConnector3">
            <a:avLst>
              <a:gd name="adj1" fmla="val 18749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93" name="Grupo 3192">
            <a:extLst>
              <a:ext uri="{FF2B5EF4-FFF2-40B4-BE49-F238E27FC236}">
                <a16:creationId xmlns:a16="http://schemas.microsoft.com/office/drawing/2014/main" id="{5C019578-3F60-81A8-BD7A-100603A56484}"/>
              </a:ext>
            </a:extLst>
          </p:cNvPr>
          <p:cNvGrpSpPr/>
          <p:nvPr/>
        </p:nvGrpSpPr>
        <p:grpSpPr>
          <a:xfrm>
            <a:off x="4027631" y="1901254"/>
            <a:ext cx="128136" cy="128136"/>
            <a:chOff x="2606150" y="3355191"/>
            <a:chExt cx="128136" cy="128136"/>
          </a:xfrm>
        </p:grpSpPr>
        <p:sp>
          <p:nvSpPr>
            <p:cNvPr id="3194" name="Elipse 3193">
              <a:extLst>
                <a:ext uri="{FF2B5EF4-FFF2-40B4-BE49-F238E27FC236}">
                  <a16:creationId xmlns:a16="http://schemas.microsoft.com/office/drawing/2014/main" id="{CCB69286-5FCC-FA50-E183-A5E5FBF03261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95" name="Triángulo isósceles 3194">
              <a:extLst>
                <a:ext uri="{FF2B5EF4-FFF2-40B4-BE49-F238E27FC236}">
                  <a16:creationId xmlns:a16="http://schemas.microsoft.com/office/drawing/2014/main" id="{367CD6CC-DC5C-95E4-FC64-DA86C45C2FEE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BC728CC-59DE-994D-A969-460AD5F9F36B}"/>
              </a:ext>
            </a:extLst>
          </p:cNvPr>
          <p:cNvSpPr txBox="1"/>
          <p:nvPr/>
        </p:nvSpPr>
        <p:spPr>
          <a:xfrm>
            <a:off x="4144562" y="1408106"/>
            <a:ext cx="46038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D4195A-EC88-5B67-EB62-95E88D5A6D95}"/>
              </a:ext>
            </a:extLst>
          </p:cNvPr>
          <p:cNvSpPr txBox="1"/>
          <p:nvPr/>
        </p:nvSpPr>
        <p:spPr>
          <a:xfrm>
            <a:off x="4058447" y="1641175"/>
            <a:ext cx="5864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4" name="Conector: curvado 3">
            <a:extLst>
              <a:ext uri="{FF2B5EF4-FFF2-40B4-BE49-F238E27FC236}">
                <a16:creationId xmlns:a16="http://schemas.microsoft.com/office/drawing/2014/main" id="{4A96DDF7-40E7-B334-FAD8-1B615866822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604943" y="1538911"/>
            <a:ext cx="150395" cy="19116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: curvado 14">
            <a:extLst>
              <a:ext uri="{FF2B5EF4-FFF2-40B4-BE49-F238E27FC236}">
                <a16:creationId xmlns:a16="http://schemas.microsoft.com/office/drawing/2014/main" id="{63332CF2-4DB4-3A36-8D69-92CA32758E99}"/>
              </a:ext>
            </a:extLst>
          </p:cNvPr>
          <p:cNvCxnSpPr>
            <a:cxnSpLocks/>
            <a:stCxn id="3" idx="3"/>
            <a:endCxn id="2032" idx="0"/>
          </p:cNvCxnSpPr>
          <p:nvPr/>
        </p:nvCxnSpPr>
        <p:spPr>
          <a:xfrm>
            <a:off x="4644929" y="1771980"/>
            <a:ext cx="109973" cy="16688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67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256</Words>
  <Application>Microsoft Office PowerPoint</Application>
  <PresentationFormat>Personalizado</PresentationFormat>
  <Paragraphs>88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29</cp:revision>
  <dcterms:created xsi:type="dcterms:W3CDTF">2025-10-09T08:39:27Z</dcterms:created>
  <dcterms:modified xsi:type="dcterms:W3CDTF">2025-11-03T08:17:12Z</dcterms:modified>
</cp:coreProperties>
</file>