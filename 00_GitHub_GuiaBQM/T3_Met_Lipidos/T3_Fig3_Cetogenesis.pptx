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12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17/10/2025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FBECD16-DD36-575C-F5D7-20451E2E3A16}"/>
              </a:ext>
            </a:extLst>
          </p:cNvPr>
          <p:cNvSpPr/>
          <p:nvPr/>
        </p:nvSpPr>
        <p:spPr>
          <a:xfrm>
            <a:off x="-183421" y="1124298"/>
            <a:ext cx="3841021" cy="328143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BD66A0-835D-2B79-B657-774AFFCD7C7A}"/>
              </a:ext>
            </a:extLst>
          </p:cNvPr>
          <p:cNvSpPr/>
          <p:nvPr/>
        </p:nvSpPr>
        <p:spPr>
          <a:xfrm>
            <a:off x="-183421" y="469227"/>
            <a:ext cx="3841021" cy="328143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99932D3-38AB-8192-4440-646B564049D9}"/>
              </a:ext>
            </a:extLst>
          </p:cNvPr>
          <p:cNvSpPr txBox="1"/>
          <p:nvPr/>
        </p:nvSpPr>
        <p:spPr>
          <a:xfrm>
            <a:off x="1160716" y="494798"/>
            <a:ext cx="25090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Membrana mitocondrial externa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F5C3F1A-6F8B-B818-F159-2845799CA7E3}"/>
              </a:ext>
            </a:extLst>
          </p:cNvPr>
          <p:cNvSpPr txBox="1"/>
          <p:nvPr/>
        </p:nvSpPr>
        <p:spPr>
          <a:xfrm>
            <a:off x="1192777" y="1149869"/>
            <a:ext cx="247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Membrana mitocondrial interna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0DE6C46-37F0-6D74-8921-E5D4181EFD29}"/>
              </a:ext>
            </a:extLst>
          </p:cNvPr>
          <p:cNvSpPr txBox="1"/>
          <p:nvPr/>
        </p:nvSpPr>
        <p:spPr>
          <a:xfrm>
            <a:off x="1742606" y="847299"/>
            <a:ext cx="1927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Espacio intermembrana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B796620-B46D-0E9D-5C7B-D8E9D669763B}"/>
              </a:ext>
            </a:extLst>
          </p:cNvPr>
          <p:cNvSpPr txBox="1"/>
          <p:nvPr/>
        </p:nvSpPr>
        <p:spPr>
          <a:xfrm>
            <a:off x="0" y="142299"/>
            <a:ext cx="1064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Hepatocitos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051D2C3-3316-BE5E-2810-A41F119BF211}"/>
              </a:ext>
            </a:extLst>
          </p:cNvPr>
          <p:cNvSpPr txBox="1"/>
          <p:nvPr/>
        </p:nvSpPr>
        <p:spPr>
          <a:xfrm>
            <a:off x="781542" y="1657627"/>
            <a:ext cx="19111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 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(Acumulación)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E050CF2-5350-4567-CE23-7E0ACB4518F4}"/>
              </a:ext>
            </a:extLst>
          </p:cNvPr>
          <p:cNvSpPr txBox="1"/>
          <p:nvPr/>
        </p:nvSpPr>
        <p:spPr>
          <a:xfrm>
            <a:off x="1079697" y="2616362"/>
            <a:ext cx="1314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Acetoacetil-CoA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7B849926-255A-A719-6F95-8386FDDDE22E}"/>
              </a:ext>
            </a:extLst>
          </p:cNvPr>
          <p:cNvCxnSpPr>
            <a:stCxn id="28" idx="2"/>
            <a:endCxn id="30" idx="0"/>
          </p:cNvCxnSpPr>
          <p:nvPr/>
        </p:nvCxnSpPr>
        <p:spPr>
          <a:xfrm flipH="1">
            <a:off x="1737089" y="1919237"/>
            <a:ext cx="4" cy="69712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8533961-9E64-CD1D-F810-89EDA08C9169}"/>
              </a:ext>
            </a:extLst>
          </p:cNvPr>
          <p:cNvSpPr txBox="1"/>
          <p:nvPr/>
        </p:nvSpPr>
        <p:spPr>
          <a:xfrm>
            <a:off x="766042" y="3575097"/>
            <a:ext cx="19415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metilglutaril-CoA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(HMG-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448EEC8-6D48-39BF-65DC-8493EAFEA047}"/>
              </a:ext>
            </a:extLst>
          </p:cNvPr>
          <p:cNvSpPr txBox="1"/>
          <p:nvPr/>
        </p:nvSpPr>
        <p:spPr>
          <a:xfrm>
            <a:off x="1233316" y="4703109"/>
            <a:ext cx="10070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Acetoacetato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6DB19AC-482E-1F66-E991-5EDBE3B1BB9E}"/>
              </a:ext>
            </a:extLst>
          </p:cNvPr>
          <p:cNvSpPr txBox="1"/>
          <p:nvPr/>
        </p:nvSpPr>
        <p:spPr>
          <a:xfrm>
            <a:off x="397299" y="5661844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Acetona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87D62BE-728F-14AD-160B-B5F7E08C67B6}"/>
              </a:ext>
            </a:extLst>
          </p:cNvPr>
          <p:cNvSpPr txBox="1"/>
          <p:nvPr/>
        </p:nvSpPr>
        <p:spPr>
          <a:xfrm>
            <a:off x="2232006" y="5661844"/>
            <a:ext cx="1348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D-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hidroxibutirato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DC34944-2D76-F01B-B459-D17DCBB19FA1}"/>
              </a:ext>
            </a:extLst>
          </p:cNvPr>
          <p:cNvCxnSpPr>
            <a:stCxn id="30" idx="2"/>
            <a:endCxn id="33" idx="0"/>
          </p:cNvCxnSpPr>
          <p:nvPr/>
        </p:nvCxnSpPr>
        <p:spPr>
          <a:xfrm flipH="1">
            <a:off x="1736821" y="2877972"/>
            <a:ext cx="268" cy="697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645D30EB-7899-B042-4335-9F1D85E4FB5C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736820" y="4005984"/>
            <a:ext cx="1" cy="697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92AED9CC-C3C2-1E61-E5D4-80FC0B843E7A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748517" y="4964719"/>
            <a:ext cx="988303" cy="697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29857E7-D21F-32DA-19CA-DEA978FE310C}"/>
              </a:ext>
            </a:extLst>
          </p:cNvPr>
          <p:cNvSpPr txBox="1"/>
          <p:nvPr/>
        </p:nvSpPr>
        <p:spPr>
          <a:xfrm>
            <a:off x="1064715" y="2136994"/>
            <a:ext cx="6415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Tiolasa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5CAB141-43F3-DD35-48A4-36E72CA0A5FF}"/>
              </a:ext>
            </a:extLst>
          </p:cNvPr>
          <p:cNvSpPr txBox="1"/>
          <p:nvPr/>
        </p:nvSpPr>
        <p:spPr>
          <a:xfrm>
            <a:off x="385041" y="3095729"/>
            <a:ext cx="13211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HMG-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sintasa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31D06B7-1F4B-FD3F-2EB0-9A733E329678}"/>
              </a:ext>
            </a:extLst>
          </p:cNvPr>
          <p:cNvSpPr txBox="1"/>
          <p:nvPr/>
        </p:nvSpPr>
        <p:spPr>
          <a:xfrm>
            <a:off x="540532" y="4221221"/>
            <a:ext cx="11657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HMG-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liasa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7CA2207-C956-2AF0-4641-3651312F249A}"/>
              </a:ext>
            </a:extLst>
          </p:cNvPr>
          <p:cNvSpPr txBox="1"/>
          <p:nvPr/>
        </p:nvSpPr>
        <p:spPr>
          <a:xfrm>
            <a:off x="-215685" y="4990116"/>
            <a:ext cx="13452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Acetoacetato descarboxilasa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645BF89F-C660-CE8E-3678-3152ECED2878}"/>
              </a:ext>
            </a:extLst>
          </p:cNvPr>
          <p:cNvSpPr txBox="1"/>
          <p:nvPr/>
        </p:nvSpPr>
        <p:spPr>
          <a:xfrm>
            <a:off x="2337021" y="4990115"/>
            <a:ext cx="13452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D-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hidroxibutirato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62FB269-979E-7FAF-30E2-2A50770C754D}"/>
              </a:ext>
            </a:extLst>
          </p:cNvPr>
          <p:cNvSpPr txBox="1"/>
          <p:nvPr/>
        </p:nvSpPr>
        <p:spPr>
          <a:xfrm>
            <a:off x="1910884" y="2234331"/>
            <a:ext cx="732325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8B907CA-A4D1-E54D-69BD-5AFC861E427F}"/>
              </a:ext>
            </a:extLst>
          </p:cNvPr>
          <p:cNvSpPr txBox="1"/>
          <p:nvPr/>
        </p:nvSpPr>
        <p:spPr>
          <a:xfrm>
            <a:off x="1910884" y="3226534"/>
            <a:ext cx="732325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CCFBE29-9694-74F0-1FB9-C2E24B79A06B}"/>
              </a:ext>
            </a:extLst>
          </p:cNvPr>
          <p:cNvSpPr txBox="1"/>
          <p:nvPr/>
        </p:nvSpPr>
        <p:spPr>
          <a:xfrm>
            <a:off x="1910884" y="2894453"/>
            <a:ext cx="1345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7FC1137-F966-2F03-D4E5-C613CD89443C}"/>
              </a:ext>
            </a:extLst>
          </p:cNvPr>
          <p:cNvSpPr txBox="1"/>
          <p:nvPr/>
        </p:nvSpPr>
        <p:spPr>
          <a:xfrm>
            <a:off x="1910615" y="4304597"/>
            <a:ext cx="869661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3585C36-2C79-B2E3-C4C2-DC2973D86F26}"/>
              </a:ext>
            </a:extLst>
          </p:cNvPr>
          <p:cNvSpPr txBox="1"/>
          <p:nvPr/>
        </p:nvSpPr>
        <p:spPr>
          <a:xfrm>
            <a:off x="1111382" y="5444611"/>
            <a:ext cx="471393" cy="261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C6553DBE-2FC0-62DC-6862-E494DD28EB80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1736820" y="4964719"/>
            <a:ext cx="1169410" cy="69712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808115CE-F805-E70F-A1CD-8826E7C46DAD}"/>
              </a:ext>
            </a:extLst>
          </p:cNvPr>
          <p:cNvSpPr txBox="1"/>
          <p:nvPr/>
        </p:nvSpPr>
        <p:spPr>
          <a:xfrm>
            <a:off x="1464739" y="5191038"/>
            <a:ext cx="620530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AD041D55-8FFC-2A1D-7362-5F9C6FDA5543}"/>
              </a:ext>
            </a:extLst>
          </p:cNvPr>
          <p:cNvSpPr txBox="1"/>
          <p:nvPr/>
        </p:nvSpPr>
        <p:spPr>
          <a:xfrm>
            <a:off x="1760445" y="5464452"/>
            <a:ext cx="620530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Conector: curvado 64">
            <a:extLst>
              <a:ext uri="{FF2B5EF4-FFF2-40B4-BE49-F238E27FC236}">
                <a16:creationId xmlns:a16="http://schemas.microsoft.com/office/drawing/2014/main" id="{CFB5772A-B6E5-EF73-ED6E-5F1C6B1F4CD1}"/>
              </a:ext>
            </a:extLst>
          </p:cNvPr>
          <p:cNvCxnSpPr>
            <a:cxnSpLocks/>
            <a:endCxn id="54" idx="1"/>
          </p:cNvCxnSpPr>
          <p:nvPr/>
        </p:nvCxnSpPr>
        <p:spPr>
          <a:xfrm rot="16200000" flipH="1">
            <a:off x="1709781" y="2164033"/>
            <a:ext cx="228142" cy="17406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ector: curvado 68">
            <a:extLst>
              <a:ext uri="{FF2B5EF4-FFF2-40B4-BE49-F238E27FC236}">
                <a16:creationId xmlns:a16="http://schemas.microsoft.com/office/drawing/2014/main" id="{FDC8A39E-04A2-4C15-53A8-22DD98BD9CFD}"/>
              </a:ext>
            </a:extLst>
          </p:cNvPr>
          <p:cNvCxnSpPr>
            <a:cxnSpLocks/>
            <a:stCxn id="56" idx="1"/>
            <a:endCxn id="55" idx="1"/>
          </p:cNvCxnSpPr>
          <p:nvPr/>
        </p:nvCxnSpPr>
        <p:spPr>
          <a:xfrm rot="10800000" flipV="1">
            <a:off x="1910884" y="3025257"/>
            <a:ext cx="12700" cy="332081"/>
          </a:xfrm>
          <a:prstGeom prst="curvedConnector3">
            <a:avLst>
              <a:gd name="adj1" fmla="val 142758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Conector: curvado 72">
            <a:extLst>
              <a:ext uri="{FF2B5EF4-FFF2-40B4-BE49-F238E27FC236}">
                <a16:creationId xmlns:a16="http://schemas.microsoft.com/office/drawing/2014/main" id="{7346E24D-E7E5-0200-2CC8-4FCAAFA19475}"/>
              </a:ext>
            </a:extLst>
          </p:cNvPr>
          <p:cNvCxnSpPr>
            <a:cxnSpLocks/>
            <a:endCxn id="57" idx="1"/>
          </p:cNvCxnSpPr>
          <p:nvPr/>
        </p:nvCxnSpPr>
        <p:spPr>
          <a:xfrm rot="16200000" flipH="1">
            <a:off x="1716628" y="4241414"/>
            <a:ext cx="214179" cy="1737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Conector: curvado 75">
            <a:extLst>
              <a:ext uri="{FF2B5EF4-FFF2-40B4-BE49-F238E27FC236}">
                <a16:creationId xmlns:a16="http://schemas.microsoft.com/office/drawing/2014/main" id="{7E711370-E9EA-BBD7-1365-25601A625650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1212987" y="5346713"/>
            <a:ext cx="134092" cy="9789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ector: curvado 81">
            <a:extLst>
              <a:ext uri="{FF2B5EF4-FFF2-40B4-BE49-F238E27FC236}">
                <a16:creationId xmlns:a16="http://schemas.microsoft.com/office/drawing/2014/main" id="{0FEFA1FD-99D7-D635-2FA2-E07ADA3B5660}"/>
              </a:ext>
            </a:extLst>
          </p:cNvPr>
          <p:cNvCxnSpPr>
            <a:cxnSpLocks/>
            <a:stCxn id="63" idx="3"/>
            <a:endCxn id="64" idx="3"/>
          </p:cNvCxnSpPr>
          <p:nvPr/>
        </p:nvCxnSpPr>
        <p:spPr>
          <a:xfrm>
            <a:off x="2085269" y="5321843"/>
            <a:ext cx="295706" cy="273414"/>
          </a:xfrm>
          <a:prstGeom prst="curvedConnector3">
            <a:avLst>
              <a:gd name="adj1" fmla="val 14798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Rectángulo 85">
            <a:extLst>
              <a:ext uri="{FF2B5EF4-FFF2-40B4-BE49-F238E27FC236}">
                <a16:creationId xmlns:a16="http://schemas.microsoft.com/office/drawing/2014/main" id="{CFE827E4-595E-2999-8828-67E22915AA73}"/>
              </a:ext>
            </a:extLst>
          </p:cNvPr>
          <p:cNvSpPr/>
          <p:nvPr/>
        </p:nvSpPr>
        <p:spPr>
          <a:xfrm>
            <a:off x="0" y="0"/>
            <a:ext cx="3703351" cy="592345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18DE99D0-E471-FD36-D676-C621D982A5D0}"/>
              </a:ext>
            </a:extLst>
          </p:cNvPr>
          <p:cNvSpPr/>
          <p:nvPr/>
        </p:nvSpPr>
        <p:spPr>
          <a:xfrm>
            <a:off x="3856323" y="0"/>
            <a:ext cx="3703351" cy="355995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A8C44039-9877-1B4D-6F44-36CD8F97E71B}"/>
              </a:ext>
            </a:extLst>
          </p:cNvPr>
          <p:cNvSpPr txBox="1"/>
          <p:nvPr/>
        </p:nvSpPr>
        <p:spPr>
          <a:xfrm>
            <a:off x="5727995" y="142298"/>
            <a:ext cx="1840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Tejidos extrahepáticos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A88094FB-E588-EA7D-2216-F29B221E65A7}"/>
              </a:ext>
            </a:extLst>
          </p:cNvPr>
          <p:cNvSpPr txBox="1"/>
          <p:nvPr/>
        </p:nvSpPr>
        <p:spPr>
          <a:xfrm>
            <a:off x="5033774" y="419297"/>
            <a:ext cx="1348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D-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hidroxibutirato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81FC5FC4-5EB1-2CE0-D591-F70C5C85CBFD}"/>
              </a:ext>
            </a:extLst>
          </p:cNvPr>
          <p:cNvSpPr txBox="1"/>
          <p:nvPr/>
        </p:nvSpPr>
        <p:spPr>
          <a:xfrm>
            <a:off x="5213340" y="1379518"/>
            <a:ext cx="10070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Acetoacetato</a:t>
            </a:r>
          </a:p>
        </p:txBody>
      </p: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724EDD8E-C3BC-E4E6-5E0F-58BF0EB7ED67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>
            <a:off x="5707998" y="680907"/>
            <a:ext cx="8846" cy="6986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CuadroTexto 91">
            <a:extLst>
              <a:ext uri="{FF2B5EF4-FFF2-40B4-BE49-F238E27FC236}">
                <a16:creationId xmlns:a16="http://schemas.microsoft.com/office/drawing/2014/main" id="{5927E480-B36B-41D2-03C4-697D697EB96B}"/>
              </a:ext>
            </a:extLst>
          </p:cNvPr>
          <p:cNvSpPr txBox="1"/>
          <p:nvPr/>
        </p:nvSpPr>
        <p:spPr>
          <a:xfrm>
            <a:off x="5059451" y="2340329"/>
            <a:ext cx="1314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Acetoacetil-CoA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3F8F06A4-E452-B087-F86C-F35B65C039CC}"/>
              </a:ext>
            </a:extLst>
          </p:cNvPr>
          <p:cNvCxnSpPr>
            <a:cxnSpLocks/>
            <a:stCxn id="90" idx="2"/>
            <a:endCxn id="92" idx="0"/>
          </p:cNvCxnSpPr>
          <p:nvPr/>
        </p:nvCxnSpPr>
        <p:spPr>
          <a:xfrm flipH="1">
            <a:off x="5716843" y="1641128"/>
            <a:ext cx="1" cy="699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8133DF46-FCB8-31E0-33AA-78011077374E}"/>
              </a:ext>
            </a:extLst>
          </p:cNvPr>
          <p:cNvSpPr txBox="1"/>
          <p:nvPr/>
        </p:nvSpPr>
        <p:spPr>
          <a:xfrm>
            <a:off x="5234081" y="3298347"/>
            <a:ext cx="9701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 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6994BC15-A5F9-9EBF-2D72-01C15468D28A}"/>
              </a:ext>
            </a:extLst>
          </p:cNvPr>
          <p:cNvSpPr txBox="1"/>
          <p:nvPr/>
        </p:nvSpPr>
        <p:spPr>
          <a:xfrm>
            <a:off x="5727995" y="813667"/>
            <a:ext cx="13452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D-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hidroxibutirato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997C73C8-1D0F-076C-B29E-9096475336D3}"/>
              </a:ext>
            </a:extLst>
          </p:cNvPr>
          <p:cNvSpPr txBox="1"/>
          <p:nvPr/>
        </p:nvSpPr>
        <p:spPr>
          <a:xfrm>
            <a:off x="5734440" y="1755115"/>
            <a:ext cx="13452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cetoacil-CoA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transferasa</a:t>
            </a: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4D914151-15BD-A2E4-2349-DDF9A0B65540}"/>
              </a:ext>
            </a:extLst>
          </p:cNvPr>
          <p:cNvSpPr txBox="1"/>
          <p:nvPr/>
        </p:nvSpPr>
        <p:spPr>
          <a:xfrm>
            <a:off x="5727995" y="2801035"/>
            <a:ext cx="1345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Tiolasa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9091C1B1-DBC8-E1F2-A900-C75347F6303B}"/>
              </a:ext>
            </a:extLst>
          </p:cNvPr>
          <p:cNvSpPr txBox="1"/>
          <p:nvPr/>
        </p:nvSpPr>
        <p:spPr>
          <a:xfrm>
            <a:off x="4790398" y="1011762"/>
            <a:ext cx="620530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6C1E85CE-108F-B32F-9AC0-8998C184DCEC}"/>
              </a:ext>
            </a:extLst>
          </p:cNvPr>
          <p:cNvSpPr txBox="1"/>
          <p:nvPr/>
        </p:nvSpPr>
        <p:spPr>
          <a:xfrm>
            <a:off x="4826196" y="724242"/>
            <a:ext cx="584151" cy="2615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09" name="Conector: curvado 108">
            <a:extLst>
              <a:ext uri="{FF2B5EF4-FFF2-40B4-BE49-F238E27FC236}">
                <a16:creationId xmlns:a16="http://schemas.microsoft.com/office/drawing/2014/main" id="{7725CEE9-C586-7F5C-2789-3FA29FB423D0}"/>
              </a:ext>
            </a:extLst>
          </p:cNvPr>
          <p:cNvCxnSpPr>
            <a:cxnSpLocks/>
            <a:stCxn id="108" idx="3"/>
            <a:endCxn id="107" idx="3"/>
          </p:cNvCxnSpPr>
          <p:nvPr/>
        </p:nvCxnSpPr>
        <p:spPr>
          <a:xfrm>
            <a:off x="5410347" y="855020"/>
            <a:ext cx="581" cy="287547"/>
          </a:xfrm>
          <a:prstGeom prst="curvedConnector3">
            <a:avLst>
              <a:gd name="adj1" fmla="val 5288106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AC2C913C-60AD-5C6A-52FA-4E1A53D6ABAE}"/>
              </a:ext>
            </a:extLst>
          </p:cNvPr>
          <p:cNvSpPr txBox="1"/>
          <p:nvPr/>
        </p:nvSpPr>
        <p:spPr>
          <a:xfrm>
            <a:off x="4403339" y="1682206"/>
            <a:ext cx="1007007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Succinil-CoA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6BAB1CE5-5A08-A287-E62A-9EABD6BCD7EA}"/>
              </a:ext>
            </a:extLst>
          </p:cNvPr>
          <p:cNvSpPr txBox="1"/>
          <p:nvPr/>
        </p:nvSpPr>
        <p:spPr>
          <a:xfrm>
            <a:off x="4549001" y="2010428"/>
            <a:ext cx="861345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Succinato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6" name="Conector: curvado 115">
            <a:extLst>
              <a:ext uri="{FF2B5EF4-FFF2-40B4-BE49-F238E27FC236}">
                <a16:creationId xmlns:a16="http://schemas.microsoft.com/office/drawing/2014/main" id="{C773488B-5B4A-CB5D-C846-D4ECE7849F2F}"/>
              </a:ext>
            </a:extLst>
          </p:cNvPr>
          <p:cNvCxnSpPr>
            <a:cxnSpLocks/>
            <a:stCxn id="114" idx="3"/>
            <a:endCxn id="115" idx="3"/>
          </p:cNvCxnSpPr>
          <p:nvPr/>
        </p:nvCxnSpPr>
        <p:spPr>
          <a:xfrm>
            <a:off x="5410346" y="1813011"/>
            <a:ext cx="12700" cy="328222"/>
          </a:xfrm>
          <a:prstGeom prst="curvedConnector3">
            <a:avLst>
              <a:gd name="adj1" fmla="val 24127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94808BAD-3227-DD20-95F0-3B08E8BE7EF5}"/>
              </a:ext>
            </a:extLst>
          </p:cNvPr>
          <p:cNvSpPr txBox="1"/>
          <p:nvPr/>
        </p:nvSpPr>
        <p:spPr>
          <a:xfrm>
            <a:off x="4641901" y="2703653"/>
            <a:ext cx="774795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1" name="Conector: curvado 120">
            <a:extLst>
              <a:ext uri="{FF2B5EF4-FFF2-40B4-BE49-F238E27FC236}">
                <a16:creationId xmlns:a16="http://schemas.microsoft.com/office/drawing/2014/main" id="{C62D4AB7-ED1C-48FA-7E9E-08CDD13487C0}"/>
              </a:ext>
            </a:extLst>
          </p:cNvPr>
          <p:cNvCxnSpPr>
            <a:cxnSpLocks/>
            <a:stCxn id="120" idx="3"/>
          </p:cNvCxnSpPr>
          <p:nvPr/>
        </p:nvCxnSpPr>
        <p:spPr>
          <a:xfrm>
            <a:off x="5416696" y="2834458"/>
            <a:ext cx="306497" cy="36650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FBD51A1D-AB1A-5165-0E22-19FA9C2B72E8}"/>
              </a:ext>
            </a:extLst>
          </p:cNvPr>
          <p:cNvCxnSpPr>
            <a:cxnSpLocks/>
            <a:stCxn id="92" idx="2"/>
            <a:endCxn id="100" idx="0"/>
          </p:cNvCxnSpPr>
          <p:nvPr/>
        </p:nvCxnSpPr>
        <p:spPr>
          <a:xfrm>
            <a:off x="5716843" y="2601939"/>
            <a:ext cx="2307" cy="69640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ector: angular 127">
            <a:extLst>
              <a:ext uri="{FF2B5EF4-FFF2-40B4-BE49-F238E27FC236}">
                <a16:creationId xmlns:a16="http://schemas.microsoft.com/office/drawing/2014/main" id="{3C8732A8-D0DD-4FB3-D1DE-D116803EDF70}"/>
              </a:ext>
            </a:extLst>
          </p:cNvPr>
          <p:cNvCxnSpPr>
            <a:endCxn id="100" idx="2"/>
          </p:cNvCxnSpPr>
          <p:nvPr/>
        </p:nvCxnSpPr>
        <p:spPr>
          <a:xfrm flipV="1">
            <a:off x="3703351" y="3559957"/>
            <a:ext cx="2015799" cy="15720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9A1A5741-DFA6-5C61-792D-1DB86BEB5059}"/>
              </a:ext>
            </a:extLst>
          </p:cNvPr>
          <p:cNvSpPr txBox="1"/>
          <p:nvPr/>
        </p:nvSpPr>
        <p:spPr>
          <a:xfrm>
            <a:off x="4293278" y="4847876"/>
            <a:ext cx="6399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Sangre</a:t>
            </a: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BB5905C7-960E-08C9-50EE-4CE68657F6A0}"/>
              </a:ext>
            </a:extLst>
          </p:cNvPr>
          <p:cNvSpPr txBox="1"/>
          <p:nvPr/>
        </p:nvSpPr>
        <p:spPr>
          <a:xfrm>
            <a:off x="4098325" y="5183896"/>
            <a:ext cx="10871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(Cetoacidosis)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83721218-F2B1-E8BD-3C5B-B81FFC6FA024}"/>
              </a:ext>
            </a:extLst>
          </p:cNvPr>
          <p:cNvSpPr txBox="1"/>
          <p:nvPr/>
        </p:nvSpPr>
        <p:spPr>
          <a:xfrm>
            <a:off x="1181515" y="1478809"/>
            <a:ext cx="247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Matriz mitocondrial</a:t>
            </a:r>
          </a:p>
        </p:txBody>
      </p:sp>
    </p:spTree>
    <p:extLst>
      <p:ext uri="{BB962C8B-B14F-4D97-AF65-F5344CB8AC3E}">
        <p14:creationId xmlns:p14="http://schemas.microsoft.com/office/powerpoint/2010/main" val="20612922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</Words>
  <Application>Microsoft Office PowerPoint</Application>
  <PresentationFormat>Personalizado</PresentationFormat>
  <Paragraphs>38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29</cp:revision>
  <dcterms:created xsi:type="dcterms:W3CDTF">2025-10-09T08:39:27Z</dcterms:created>
  <dcterms:modified xsi:type="dcterms:W3CDTF">2025-10-29T19:51:36Z</dcterms:modified>
</cp:coreProperties>
</file>