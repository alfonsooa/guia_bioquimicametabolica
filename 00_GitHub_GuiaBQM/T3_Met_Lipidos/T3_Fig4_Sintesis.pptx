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32" d="100"/>
          <a:sy n="232" d="100"/>
        </p:scale>
        <p:origin x="-3691" y="-73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03/11/2025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957B9B3-4F30-6D84-5510-6C431A4E1D07}"/>
              </a:ext>
            </a:extLst>
          </p:cNvPr>
          <p:cNvSpPr txBox="1"/>
          <p:nvPr/>
        </p:nvSpPr>
        <p:spPr>
          <a:xfrm>
            <a:off x="54214" y="2004090"/>
            <a:ext cx="503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F54959A-6163-17B3-4C6C-D83AB9A27073}"/>
              </a:ext>
            </a:extLst>
          </p:cNvPr>
          <p:cNvGrpSpPr/>
          <p:nvPr/>
        </p:nvGrpSpPr>
        <p:grpSpPr>
          <a:xfrm>
            <a:off x="5447696" y="2391115"/>
            <a:ext cx="128136" cy="128136"/>
            <a:chOff x="2606150" y="3355191"/>
            <a:chExt cx="128136" cy="128136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6B59AD2-35A1-B9E5-E590-4BD216301CDE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Triángulo isósceles 12">
              <a:extLst>
                <a:ext uri="{FF2B5EF4-FFF2-40B4-BE49-F238E27FC236}">
                  <a16:creationId xmlns:a16="http://schemas.microsoft.com/office/drawing/2014/main" id="{EA3FC08D-5545-4660-2AD0-8C9EC549700C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AA5FBD5-4E23-7E7C-AB81-2BBFF245D508}"/>
              </a:ext>
            </a:extLst>
          </p:cNvPr>
          <p:cNvSpPr txBox="1"/>
          <p:nvPr/>
        </p:nvSpPr>
        <p:spPr>
          <a:xfrm>
            <a:off x="6657842" y="2414136"/>
            <a:ext cx="5998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Citrato</a:t>
            </a:r>
          </a:p>
        </p:txBody>
      </p:sp>
      <p:cxnSp>
        <p:nvCxnSpPr>
          <p:cNvPr id="20" name="Conector: angular 19">
            <a:extLst>
              <a:ext uri="{FF2B5EF4-FFF2-40B4-BE49-F238E27FC236}">
                <a16:creationId xmlns:a16="http://schemas.microsoft.com/office/drawing/2014/main" id="{BF06FF8C-4463-1BE6-192F-DE0816895F0F}"/>
              </a:ext>
            </a:extLst>
          </p:cNvPr>
          <p:cNvCxnSpPr>
            <a:cxnSpLocks/>
            <a:stCxn id="19" idx="1"/>
            <a:endCxn id="39" idx="2"/>
          </p:cNvCxnSpPr>
          <p:nvPr/>
        </p:nvCxnSpPr>
        <p:spPr>
          <a:xfrm rot="10800000">
            <a:off x="5181688" y="1974149"/>
            <a:ext cx="1476154" cy="570792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B5A6F60-574E-A43B-F662-B85267059383}"/>
              </a:ext>
            </a:extLst>
          </p:cNvPr>
          <p:cNvSpPr txBox="1"/>
          <p:nvPr/>
        </p:nvSpPr>
        <p:spPr>
          <a:xfrm>
            <a:off x="6338827" y="2630794"/>
            <a:ext cx="1281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 cadena larga</a:t>
            </a:r>
          </a:p>
        </p:txBody>
      </p: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63401736-A5F6-2131-7FC0-EAD17A0C00B1}"/>
              </a:ext>
            </a:extLst>
          </p:cNvPr>
          <p:cNvCxnSpPr>
            <a:cxnSpLocks/>
            <a:stCxn id="22" idx="1"/>
            <a:endCxn id="39" idx="2"/>
          </p:cNvCxnSpPr>
          <p:nvPr/>
        </p:nvCxnSpPr>
        <p:spPr>
          <a:xfrm rot="10800000">
            <a:off x="5181689" y="1974149"/>
            <a:ext cx="1157139" cy="787450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upo 23">
            <a:extLst>
              <a:ext uri="{FF2B5EF4-FFF2-40B4-BE49-F238E27FC236}">
                <a16:creationId xmlns:a16="http://schemas.microsoft.com/office/drawing/2014/main" id="{5CB56161-7459-3CD3-83B2-35AC127A7BEA}"/>
              </a:ext>
            </a:extLst>
          </p:cNvPr>
          <p:cNvGrpSpPr/>
          <p:nvPr/>
        </p:nvGrpSpPr>
        <p:grpSpPr>
          <a:xfrm>
            <a:off x="5443212" y="2599132"/>
            <a:ext cx="128136" cy="128136"/>
            <a:chOff x="908127" y="1162591"/>
            <a:chExt cx="128136" cy="128136"/>
          </a:xfrm>
        </p:grpSpPr>
        <p:sp>
          <p:nvSpPr>
            <p:cNvPr id="25" name="Elipse 24">
              <a:extLst>
                <a:ext uri="{FF2B5EF4-FFF2-40B4-BE49-F238E27FC236}">
                  <a16:creationId xmlns:a16="http://schemas.microsoft.com/office/drawing/2014/main" id="{D86CC910-DCB2-0D28-622A-D3600F97B6B0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Cruz 25">
              <a:extLst>
                <a:ext uri="{FF2B5EF4-FFF2-40B4-BE49-F238E27FC236}">
                  <a16:creationId xmlns:a16="http://schemas.microsoft.com/office/drawing/2014/main" id="{3D7E5DE4-4480-7426-0356-8453310735EA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AE0E822-F09F-71B0-C056-EA174B01D3EE}"/>
              </a:ext>
            </a:extLst>
          </p:cNvPr>
          <p:cNvSpPr txBox="1"/>
          <p:nvPr/>
        </p:nvSpPr>
        <p:spPr>
          <a:xfrm>
            <a:off x="52288" y="544844"/>
            <a:ext cx="294663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Acilgraso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sintetasa, FAS)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Procariotas: FAS tipo II (diferentes enzimas)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Eucariotas: FAS tipo I (complejo)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EB8CC21-37C2-2CBB-FBCD-B7CD2DE66C87}"/>
              </a:ext>
            </a:extLst>
          </p:cNvPr>
          <p:cNvSpPr txBox="1"/>
          <p:nvPr/>
        </p:nvSpPr>
        <p:spPr>
          <a:xfrm>
            <a:off x="2949064" y="560355"/>
            <a:ext cx="100053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Transporte ácidos grasos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464EDB0-56BB-710E-5F7E-460634D99981}"/>
              </a:ext>
            </a:extLst>
          </p:cNvPr>
          <p:cNvSpPr txBox="1"/>
          <p:nvPr/>
        </p:nvSpPr>
        <p:spPr>
          <a:xfrm>
            <a:off x="6807121" y="586664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94F99342-E917-4ED3-06D0-F73C790BA090}"/>
              </a:ext>
            </a:extLst>
          </p:cNvPr>
          <p:cNvSpPr txBox="1"/>
          <p:nvPr/>
        </p:nvSpPr>
        <p:spPr>
          <a:xfrm>
            <a:off x="4720065" y="1404762"/>
            <a:ext cx="92324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(activa)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E18A871A-C157-C279-8561-4D053FA7AC6B}"/>
              </a:ext>
            </a:extLst>
          </p:cNvPr>
          <p:cNvSpPr txBox="1"/>
          <p:nvPr/>
        </p:nvSpPr>
        <p:spPr>
          <a:xfrm>
            <a:off x="6248799" y="1408774"/>
            <a:ext cx="1066402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carboxilasa-P</a:t>
            </a:r>
            <a:b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(inactiva)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76A402E-BA9F-0558-9BCD-123C26EAB516}"/>
              </a:ext>
            </a:extLst>
          </p:cNvPr>
          <p:cNvSpPr txBox="1"/>
          <p:nvPr/>
        </p:nvSpPr>
        <p:spPr>
          <a:xfrm>
            <a:off x="5147173" y="947578"/>
            <a:ext cx="8499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Fosfatasa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546E6A94-4F20-5BF4-15C1-C4023A5FCA4E}"/>
              </a:ext>
            </a:extLst>
          </p:cNvPr>
          <p:cNvSpPr txBox="1"/>
          <p:nvPr/>
        </p:nvSpPr>
        <p:spPr>
          <a:xfrm>
            <a:off x="4936932" y="0"/>
            <a:ext cx="706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Insulina</a:t>
            </a:r>
            <a:endParaRPr lang="es-E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32901BF1-4EF0-5547-8F42-BEA4899D2AAD}"/>
              </a:ext>
            </a:extLst>
          </p:cNvPr>
          <p:cNvCxnSpPr>
            <a:cxnSpLocks/>
            <a:stCxn id="785" idx="5"/>
            <a:endCxn id="41" idx="0"/>
          </p:cNvCxnSpPr>
          <p:nvPr/>
        </p:nvCxnSpPr>
        <p:spPr>
          <a:xfrm rot="16200000" flipH="1">
            <a:off x="5139164" y="514576"/>
            <a:ext cx="618841" cy="247161"/>
          </a:xfrm>
          <a:prstGeom prst="bentConnector3">
            <a:avLst>
              <a:gd name="adj1" fmla="val 6611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4" name="Grupo 43">
            <a:extLst>
              <a:ext uri="{FF2B5EF4-FFF2-40B4-BE49-F238E27FC236}">
                <a16:creationId xmlns:a16="http://schemas.microsoft.com/office/drawing/2014/main" id="{37A48EB1-2A6B-163C-5625-BE9DB9655F2D}"/>
              </a:ext>
            </a:extLst>
          </p:cNvPr>
          <p:cNvGrpSpPr/>
          <p:nvPr/>
        </p:nvGrpSpPr>
        <p:grpSpPr>
          <a:xfrm>
            <a:off x="5643310" y="760607"/>
            <a:ext cx="128136" cy="128136"/>
            <a:chOff x="2606150" y="3355191"/>
            <a:chExt cx="128136" cy="128136"/>
          </a:xfrm>
        </p:grpSpPr>
        <p:sp>
          <p:nvSpPr>
            <p:cNvPr id="45" name="Elipse 44">
              <a:extLst>
                <a:ext uri="{FF2B5EF4-FFF2-40B4-BE49-F238E27FC236}">
                  <a16:creationId xmlns:a16="http://schemas.microsoft.com/office/drawing/2014/main" id="{43B303EA-5B04-A853-6AFD-5F2C66B90E8C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Triángulo isósceles 45">
              <a:extLst>
                <a:ext uri="{FF2B5EF4-FFF2-40B4-BE49-F238E27FC236}">
                  <a16:creationId xmlns:a16="http://schemas.microsoft.com/office/drawing/2014/main" id="{91AF21C4-2FFF-C4C6-9237-16B7196DAF37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cxnSp>
        <p:nvCxnSpPr>
          <p:cNvPr id="47" name="Conector: curvado 46">
            <a:extLst>
              <a:ext uri="{FF2B5EF4-FFF2-40B4-BE49-F238E27FC236}">
                <a16:creationId xmlns:a16="http://schemas.microsoft.com/office/drawing/2014/main" id="{1E9EE228-D7ED-6ED6-0DEE-849BB1AE01AD}"/>
              </a:ext>
            </a:extLst>
          </p:cNvPr>
          <p:cNvCxnSpPr>
            <a:cxnSpLocks/>
            <a:endCxn id="40" idx="2"/>
          </p:cNvCxnSpPr>
          <p:nvPr/>
        </p:nvCxnSpPr>
        <p:spPr>
          <a:xfrm rot="16200000" flipH="1">
            <a:off x="6112842" y="1309003"/>
            <a:ext cx="4012" cy="1334304"/>
          </a:xfrm>
          <a:prstGeom prst="curvedConnector3">
            <a:avLst>
              <a:gd name="adj1" fmla="val 57979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ector: curvado 47">
            <a:extLst>
              <a:ext uri="{FF2B5EF4-FFF2-40B4-BE49-F238E27FC236}">
                <a16:creationId xmlns:a16="http://schemas.microsoft.com/office/drawing/2014/main" id="{CCB3C435-49AC-B730-16C7-D3E27CCFD466}"/>
              </a:ext>
            </a:extLst>
          </p:cNvPr>
          <p:cNvCxnSpPr>
            <a:cxnSpLocks/>
            <a:stCxn id="40" idx="0"/>
          </p:cNvCxnSpPr>
          <p:nvPr/>
        </p:nvCxnSpPr>
        <p:spPr>
          <a:xfrm rot="16200000" flipV="1">
            <a:off x="6112842" y="739616"/>
            <a:ext cx="4012" cy="1334304"/>
          </a:xfrm>
          <a:prstGeom prst="curvedConnector3">
            <a:avLst>
              <a:gd name="adj1" fmla="val 68338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2F084247-7FF9-20C7-1DC5-A8F87D1C817C}"/>
              </a:ext>
            </a:extLst>
          </p:cNvPr>
          <p:cNvSpPr txBox="1"/>
          <p:nvPr/>
        </p:nvSpPr>
        <p:spPr>
          <a:xfrm>
            <a:off x="6780001" y="2006656"/>
            <a:ext cx="5430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PKA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918EB08-FB31-A40A-98B0-D4B28423A707}"/>
              </a:ext>
            </a:extLst>
          </p:cNvPr>
          <p:cNvSpPr txBox="1"/>
          <p:nvPr/>
        </p:nvSpPr>
        <p:spPr>
          <a:xfrm>
            <a:off x="5982791" y="25460"/>
            <a:ext cx="923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i="1" dirty="0">
                <a:latin typeface="Arial" panose="020B0604020202020204" pitchFamily="34" charset="0"/>
                <a:cs typeface="Arial" panose="020B0604020202020204" pitchFamily="34" charset="0"/>
              </a:rPr>
              <a:t>Glucagón</a:t>
            </a:r>
            <a:endParaRPr lang="es-ES" sz="9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8CAB551E-4AD2-F1FA-570D-700A5BA66E84}"/>
              </a:ext>
            </a:extLst>
          </p:cNvPr>
          <p:cNvCxnSpPr>
            <a:cxnSpLocks/>
            <a:stCxn id="50" idx="2"/>
            <a:endCxn id="49" idx="3"/>
          </p:cNvCxnSpPr>
          <p:nvPr/>
        </p:nvCxnSpPr>
        <p:spPr>
          <a:xfrm rot="16200000" flipH="1">
            <a:off x="5958547" y="772937"/>
            <a:ext cx="1850391" cy="878656"/>
          </a:xfrm>
          <a:prstGeom prst="bentConnector4">
            <a:avLst>
              <a:gd name="adj1" fmla="val 37480"/>
              <a:gd name="adj2" fmla="val 118449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upo 51">
            <a:extLst>
              <a:ext uri="{FF2B5EF4-FFF2-40B4-BE49-F238E27FC236}">
                <a16:creationId xmlns:a16="http://schemas.microsoft.com/office/drawing/2014/main" id="{7F9AC66D-9886-EC1A-52EA-8C08EE11413A}"/>
              </a:ext>
            </a:extLst>
          </p:cNvPr>
          <p:cNvGrpSpPr/>
          <p:nvPr/>
        </p:nvGrpSpPr>
        <p:grpSpPr>
          <a:xfrm>
            <a:off x="7312505" y="1931858"/>
            <a:ext cx="128136" cy="128136"/>
            <a:chOff x="2606150" y="3355191"/>
            <a:chExt cx="128136" cy="128136"/>
          </a:xfrm>
        </p:grpSpPr>
        <p:sp>
          <p:nvSpPr>
            <p:cNvPr id="53" name="Elipse 52">
              <a:extLst>
                <a:ext uri="{FF2B5EF4-FFF2-40B4-BE49-F238E27FC236}">
                  <a16:creationId xmlns:a16="http://schemas.microsoft.com/office/drawing/2014/main" id="{D0559138-7FD2-553C-6D49-817FEBBE4418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Triángulo isósceles 53">
              <a:extLst>
                <a:ext uri="{FF2B5EF4-FFF2-40B4-BE49-F238E27FC236}">
                  <a16:creationId xmlns:a16="http://schemas.microsoft.com/office/drawing/2014/main" id="{12162F5D-16AF-B7B5-4831-D36B70E5D0A4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C72D6DA-C93D-1609-2F2A-48ADE90238D4}"/>
              </a:ext>
            </a:extLst>
          </p:cNvPr>
          <p:cNvSpPr txBox="1"/>
          <p:nvPr/>
        </p:nvSpPr>
        <p:spPr>
          <a:xfrm>
            <a:off x="4286364" y="1154484"/>
            <a:ext cx="9232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00C3B7F-0E8D-1BB7-B470-4E09EBC99027}"/>
              </a:ext>
            </a:extLst>
          </p:cNvPr>
          <p:cNvSpPr txBox="1"/>
          <p:nvPr/>
        </p:nvSpPr>
        <p:spPr>
          <a:xfrm>
            <a:off x="4255173" y="1938862"/>
            <a:ext cx="9994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7" name="Conector recto de flecha 56">
            <a:extLst>
              <a:ext uri="{FF2B5EF4-FFF2-40B4-BE49-F238E27FC236}">
                <a16:creationId xmlns:a16="http://schemas.microsoft.com/office/drawing/2014/main" id="{95F2EC0D-B97C-4887-6833-471EAAB2148A}"/>
              </a:ext>
            </a:extLst>
          </p:cNvPr>
          <p:cNvCxnSpPr>
            <a:cxnSpLocks/>
            <a:stCxn id="55" idx="2"/>
            <a:endCxn id="56" idx="0"/>
          </p:cNvCxnSpPr>
          <p:nvPr/>
        </p:nvCxnSpPr>
        <p:spPr>
          <a:xfrm>
            <a:off x="4747987" y="1416094"/>
            <a:ext cx="6915" cy="5227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8" name="Group 1385">
            <a:extLst>
              <a:ext uri="{FF2B5EF4-FFF2-40B4-BE49-F238E27FC236}">
                <a16:creationId xmlns:a16="http://schemas.microsoft.com/office/drawing/2014/main" id="{D6491819-4BE8-6D0A-0AED-75D3C0BB229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270500" y="259810"/>
            <a:ext cx="1141095" cy="340150"/>
            <a:chOff x="446" y="1196"/>
            <a:chExt cx="1048" cy="312"/>
          </a:xfrm>
        </p:grpSpPr>
        <p:grpSp>
          <p:nvGrpSpPr>
            <p:cNvPr id="59" name="Group 1386">
              <a:extLst>
                <a:ext uri="{FF2B5EF4-FFF2-40B4-BE49-F238E27FC236}">
                  <a16:creationId xmlns:a16="http://schemas.microsoft.com/office/drawing/2014/main" id="{77F0567C-B5D7-9911-47AF-87DD535B47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77" name="Oval 1387">
                <a:extLst>
                  <a:ext uri="{FF2B5EF4-FFF2-40B4-BE49-F238E27FC236}">
                    <a16:creationId xmlns:a16="http://schemas.microsoft.com/office/drawing/2014/main" id="{D60DA8D8-1C19-0552-4B7A-F8F58322A1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8" name="Oval 1388">
                <a:extLst>
                  <a:ext uri="{FF2B5EF4-FFF2-40B4-BE49-F238E27FC236}">
                    <a16:creationId xmlns:a16="http://schemas.microsoft.com/office/drawing/2014/main" id="{39CDF695-142D-7DF1-6FE3-F92E4F28B4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9" name="Freeform 1389">
                <a:extLst>
                  <a:ext uri="{FF2B5EF4-FFF2-40B4-BE49-F238E27FC236}">
                    <a16:creationId xmlns:a16="http://schemas.microsoft.com/office/drawing/2014/main" id="{E3B23896-669F-95C6-A324-6859570EC8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Freeform 1390">
                <a:extLst>
                  <a:ext uri="{FF2B5EF4-FFF2-40B4-BE49-F238E27FC236}">
                    <a16:creationId xmlns:a16="http://schemas.microsoft.com/office/drawing/2014/main" id="{9A6F0494-A75C-BB74-6B10-A6D9CCE0D0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" name="Freeform 1391">
                <a:extLst>
                  <a:ext uri="{FF2B5EF4-FFF2-40B4-BE49-F238E27FC236}">
                    <a16:creationId xmlns:a16="http://schemas.microsoft.com/office/drawing/2014/main" id="{9320ACFD-54B0-4EFF-FB29-2283F16172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2" name="Oval 1392">
                <a:extLst>
                  <a:ext uri="{FF2B5EF4-FFF2-40B4-BE49-F238E27FC236}">
                    <a16:creationId xmlns:a16="http://schemas.microsoft.com/office/drawing/2014/main" id="{0A1F6F9C-9336-8150-D612-15EC05C885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0" name="Group 1393">
              <a:extLst>
                <a:ext uri="{FF2B5EF4-FFF2-40B4-BE49-F238E27FC236}">
                  <a16:creationId xmlns:a16="http://schemas.microsoft.com/office/drawing/2014/main" id="{AA5F9DBD-87B4-DADD-13FC-29455CCEA5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71" name="Oval 1394">
                <a:extLst>
                  <a:ext uri="{FF2B5EF4-FFF2-40B4-BE49-F238E27FC236}">
                    <a16:creationId xmlns:a16="http://schemas.microsoft.com/office/drawing/2014/main" id="{E6CC8FDA-A1EC-8B0D-9F09-426B118020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2" name="Oval 1395">
                <a:extLst>
                  <a:ext uri="{FF2B5EF4-FFF2-40B4-BE49-F238E27FC236}">
                    <a16:creationId xmlns:a16="http://schemas.microsoft.com/office/drawing/2014/main" id="{1C88A629-3086-5D54-E3D4-15912A2C38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3" name="Freeform 1396">
                <a:extLst>
                  <a:ext uri="{FF2B5EF4-FFF2-40B4-BE49-F238E27FC236}">
                    <a16:creationId xmlns:a16="http://schemas.microsoft.com/office/drawing/2014/main" id="{63265D9B-8625-ACB9-F471-C0A5E4AC25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Freeform 1397">
                <a:extLst>
                  <a:ext uri="{FF2B5EF4-FFF2-40B4-BE49-F238E27FC236}">
                    <a16:creationId xmlns:a16="http://schemas.microsoft.com/office/drawing/2014/main" id="{AC769EBE-9004-F1ED-0EE2-9FEC36A599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5" name="Freeform 1398">
                <a:extLst>
                  <a:ext uri="{FF2B5EF4-FFF2-40B4-BE49-F238E27FC236}">
                    <a16:creationId xmlns:a16="http://schemas.microsoft.com/office/drawing/2014/main" id="{99CF4836-3170-1B5B-E27F-8325C22B21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6" name="Oval 1399">
                <a:extLst>
                  <a:ext uri="{FF2B5EF4-FFF2-40B4-BE49-F238E27FC236}">
                    <a16:creationId xmlns:a16="http://schemas.microsoft.com/office/drawing/2014/main" id="{2C0E7217-0CE4-891D-B99B-8FA326FD0D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1" name="Group 1400">
              <a:extLst>
                <a:ext uri="{FF2B5EF4-FFF2-40B4-BE49-F238E27FC236}">
                  <a16:creationId xmlns:a16="http://schemas.microsoft.com/office/drawing/2014/main" id="{E9CA27D1-01B9-8C7D-59C2-9E9E6BCE53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65" name="Oval 1401">
                <a:extLst>
                  <a:ext uri="{FF2B5EF4-FFF2-40B4-BE49-F238E27FC236}">
                    <a16:creationId xmlns:a16="http://schemas.microsoft.com/office/drawing/2014/main" id="{84C9A64A-5D9E-CFA5-9DBD-0B2C89A13B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6" name="Oval 1402">
                <a:extLst>
                  <a:ext uri="{FF2B5EF4-FFF2-40B4-BE49-F238E27FC236}">
                    <a16:creationId xmlns:a16="http://schemas.microsoft.com/office/drawing/2014/main" id="{64517B8E-D586-B9F0-1AB0-69743D5231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7" name="Freeform 1403">
                <a:extLst>
                  <a:ext uri="{FF2B5EF4-FFF2-40B4-BE49-F238E27FC236}">
                    <a16:creationId xmlns:a16="http://schemas.microsoft.com/office/drawing/2014/main" id="{DC2660A8-FD7E-9AA0-0325-100A090E03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Freeform 1404">
                <a:extLst>
                  <a:ext uri="{FF2B5EF4-FFF2-40B4-BE49-F238E27FC236}">
                    <a16:creationId xmlns:a16="http://schemas.microsoft.com/office/drawing/2014/main" id="{A6131337-6CB8-1289-B411-D1FAA0F355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9" name="Freeform 1405">
                <a:extLst>
                  <a:ext uri="{FF2B5EF4-FFF2-40B4-BE49-F238E27FC236}">
                    <a16:creationId xmlns:a16="http://schemas.microsoft.com/office/drawing/2014/main" id="{168ADF85-6C84-1FBB-4B81-8D57FA0D65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0" name="Oval 1406">
                <a:extLst>
                  <a:ext uri="{FF2B5EF4-FFF2-40B4-BE49-F238E27FC236}">
                    <a16:creationId xmlns:a16="http://schemas.microsoft.com/office/drawing/2014/main" id="{DC11A73F-34E3-F72E-7D1B-DF18594F69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2" name="Group 1407">
              <a:extLst>
                <a:ext uri="{FF2B5EF4-FFF2-40B4-BE49-F238E27FC236}">
                  <a16:creationId xmlns:a16="http://schemas.microsoft.com/office/drawing/2014/main" id="{A2FFC713-BFB5-4ACB-9CEF-4C762C42D2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59" name="Oval 1408">
                <a:extLst>
                  <a:ext uri="{FF2B5EF4-FFF2-40B4-BE49-F238E27FC236}">
                    <a16:creationId xmlns:a16="http://schemas.microsoft.com/office/drawing/2014/main" id="{2AAFBBFE-D84C-6011-289C-A84E0CFAA3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0" name="Oval 1409">
                <a:extLst>
                  <a:ext uri="{FF2B5EF4-FFF2-40B4-BE49-F238E27FC236}">
                    <a16:creationId xmlns:a16="http://schemas.microsoft.com/office/drawing/2014/main" id="{F49F6E7E-A540-44E0-0526-BED2FD398F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1" name="Freeform 1410">
                <a:extLst>
                  <a:ext uri="{FF2B5EF4-FFF2-40B4-BE49-F238E27FC236}">
                    <a16:creationId xmlns:a16="http://schemas.microsoft.com/office/drawing/2014/main" id="{94364DD5-B2A1-9118-81CF-E58CF3CCB9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" name="Freeform 1411">
                <a:extLst>
                  <a:ext uri="{FF2B5EF4-FFF2-40B4-BE49-F238E27FC236}">
                    <a16:creationId xmlns:a16="http://schemas.microsoft.com/office/drawing/2014/main" id="{C3A9E9B3-CF76-52A8-2C5C-7CE2A8F51A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3" name="Freeform 1412">
                <a:extLst>
                  <a:ext uri="{FF2B5EF4-FFF2-40B4-BE49-F238E27FC236}">
                    <a16:creationId xmlns:a16="http://schemas.microsoft.com/office/drawing/2014/main" id="{0FCF98A4-D2DB-AD29-2E94-9B1A689969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4" name="Oval 1413">
                <a:extLst>
                  <a:ext uri="{FF2B5EF4-FFF2-40B4-BE49-F238E27FC236}">
                    <a16:creationId xmlns:a16="http://schemas.microsoft.com/office/drawing/2014/main" id="{51A7CF1D-916C-7140-3E86-4E331E2EC4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3" name="Group 1414">
              <a:extLst>
                <a:ext uri="{FF2B5EF4-FFF2-40B4-BE49-F238E27FC236}">
                  <a16:creationId xmlns:a16="http://schemas.microsoft.com/office/drawing/2014/main" id="{72861AF2-13BD-AD6B-0329-ACC8FD0761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53" name="Oval 1415">
                <a:extLst>
                  <a:ext uri="{FF2B5EF4-FFF2-40B4-BE49-F238E27FC236}">
                    <a16:creationId xmlns:a16="http://schemas.microsoft.com/office/drawing/2014/main" id="{808E09FA-559A-A88C-9731-F3503E9B8F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4" name="Oval 1416">
                <a:extLst>
                  <a:ext uri="{FF2B5EF4-FFF2-40B4-BE49-F238E27FC236}">
                    <a16:creationId xmlns:a16="http://schemas.microsoft.com/office/drawing/2014/main" id="{B99B19B3-64B6-97A0-4964-5D5F3827FB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55" name="Freeform 1417">
                <a:extLst>
                  <a:ext uri="{FF2B5EF4-FFF2-40B4-BE49-F238E27FC236}">
                    <a16:creationId xmlns:a16="http://schemas.microsoft.com/office/drawing/2014/main" id="{7D0A4B5E-356C-19B2-04F4-42FA2A4CF1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" name="Freeform 1418">
                <a:extLst>
                  <a:ext uri="{FF2B5EF4-FFF2-40B4-BE49-F238E27FC236}">
                    <a16:creationId xmlns:a16="http://schemas.microsoft.com/office/drawing/2014/main" id="{43AC44F8-D375-DB8A-B427-76471C3AE0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" name="Freeform 1419">
                <a:extLst>
                  <a:ext uri="{FF2B5EF4-FFF2-40B4-BE49-F238E27FC236}">
                    <a16:creationId xmlns:a16="http://schemas.microsoft.com/office/drawing/2014/main" id="{504C396D-267F-7C9E-052C-05137075CD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" name="Oval 1420">
                <a:extLst>
                  <a:ext uri="{FF2B5EF4-FFF2-40B4-BE49-F238E27FC236}">
                    <a16:creationId xmlns:a16="http://schemas.microsoft.com/office/drawing/2014/main" id="{284F7AD0-BDCE-0C0F-461A-6696F0C8F6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4" name="Group 1421">
              <a:extLst>
                <a:ext uri="{FF2B5EF4-FFF2-40B4-BE49-F238E27FC236}">
                  <a16:creationId xmlns:a16="http://schemas.microsoft.com/office/drawing/2014/main" id="{9259B018-F65C-3A63-E716-EAC5F0D366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247" name="Oval 1422">
                <a:extLst>
                  <a:ext uri="{FF2B5EF4-FFF2-40B4-BE49-F238E27FC236}">
                    <a16:creationId xmlns:a16="http://schemas.microsoft.com/office/drawing/2014/main" id="{A724887E-6F56-C2C2-C73F-894ECFA69F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8" name="Oval 1423">
                <a:extLst>
                  <a:ext uri="{FF2B5EF4-FFF2-40B4-BE49-F238E27FC236}">
                    <a16:creationId xmlns:a16="http://schemas.microsoft.com/office/drawing/2014/main" id="{86D35ED3-8D06-1773-0DF2-93EA479929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9" name="Freeform 1424">
                <a:extLst>
                  <a:ext uri="{FF2B5EF4-FFF2-40B4-BE49-F238E27FC236}">
                    <a16:creationId xmlns:a16="http://schemas.microsoft.com/office/drawing/2014/main" id="{6ED28508-A791-576F-7CBB-F5F7018753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0" name="Freeform 1425">
                <a:extLst>
                  <a:ext uri="{FF2B5EF4-FFF2-40B4-BE49-F238E27FC236}">
                    <a16:creationId xmlns:a16="http://schemas.microsoft.com/office/drawing/2014/main" id="{16A9A9D4-D659-8BFB-F94B-916D346FB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1" name="Freeform 1426">
                <a:extLst>
                  <a:ext uri="{FF2B5EF4-FFF2-40B4-BE49-F238E27FC236}">
                    <a16:creationId xmlns:a16="http://schemas.microsoft.com/office/drawing/2014/main" id="{9041E07D-F8D2-C9E9-A7E6-E8D7531089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" name="Oval 1427">
                <a:extLst>
                  <a:ext uri="{FF2B5EF4-FFF2-40B4-BE49-F238E27FC236}">
                    <a16:creationId xmlns:a16="http://schemas.microsoft.com/office/drawing/2014/main" id="{A2CC7D96-F997-4D01-B7FF-03673CA75F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5" name="Group 1428">
              <a:extLst>
                <a:ext uri="{FF2B5EF4-FFF2-40B4-BE49-F238E27FC236}">
                  <a16:creationId xmlns:a16="http://schemas.microsoft.com/office/drawing/2014/main" id="{397D22A8-C17E-CA41-12D8-F9B81CF089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241" name="Oval 1429">
                <a:extLst>
                  <a:ext uri="{FF2B5EF4-FFF2-40B4-BE49-F238E27FC236}">
                    <a16:creationId xmlns:a16="http://schemas.microsoft.com/office/drawing/2014/main" id="{0A005489-A67B-6C74-A90A-12B0BCB831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2" name="Oval 1430">
                <a:extLst>
                  <a:ext uri="{FF2B5EF4-FFF2-40B4-BE49-F238E27FC236}">
                    <a16:creationId xmlns:a16="http://schemas.microsoft.com/office/drawing/2014/main" id="{FAE3AD96-BFE2-7A8F-AE11-FEBA001A89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43" name="Freeform 1431">
                <a:extLst>
                  <a:ext uri="{FF2B5EF4-FFF2-40B4-BE49-F238E27FC236}">
                    <a16:creationId xmlns:a16="http://schemas.microsoft.com/office/drawing/2014/main" id="{D008B5C8-E554-346A-A5AF-4971188E02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" name="Freeform 1432">
                <a:extLst>
                  <a:ext uri="{FF2B5EF4-FFF2-40B4-BE49-F238E27FC236}">
                    <a16:creationId xmlns:a16="http://schemas.microsoft.com/office/drawing/2014/main" id="{C0FD2B5C-B372-6E30-0C8C-45F71D66B6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" name="Freeform 1433">
                <a:extLst>
                  <a:ext uri="{FF2B5EF4-FFF2-40B4-BE49-F238E27FC236}">
                    <a16:creationId xmlns:a16="http://schemas.microsoft.com/office/drawing/2014/main" id="{EC1B69A7-2272-9FD3-8CFF-ECB2D5FDC1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" name="Oval 1434">
                <a:extLst>
                  <a:ext uri="{FF2B5EF4-FFF2-40B4-BE49-F238E27FC236}">
                    <a16:creationId xmlns:a16="http://schemas.microsoft.com/office/drawing/2014/main" id="{C139EFC8-04AB-EF00-0800-D7A11971DB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6" name="Group 1435">
              <a:extLst>
                <a:ext uri="{FF2B5EF4-FFF2-40B4-BE49-F238E27FC236}">
                  <a16:creationId xmlns:a16="http://schemas.microsoft.com/office/drawing/2014/main" id="{E173A773-52C2-8B90-0773-20E3B31977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235" name="Oval 1436">
                <a:extLst>
                  <a:ext uri="{FF2B5EF4-FFF2-40B4-BE49-F238E27FC236}">
                    <a16:creationId xmlns:a16="http://schemas.microsoft.com/office/drawing/2014/main" id="{81E27B23-80CF-1042-4DAB-13CF585B27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6" name="Oval 1437">
                <a:extLst>
                  <a:ext uri="{FF2B5EF4-FFF2-40B4-BE49-F238E27FC236}">
                    <a16:creationId xmlns:a16="http://schemas.microsoft.com/office/drawing/2014/main" id="{A573E7EF-7801-411C-DD00-8FA03310C9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7" name="Freeform 1438">
                <a:extLst>
                  <a:ext uri="{FF2B5EF4-FFF2-40B4-BE49-F238E27FC236}">
                    <a16:creationId xmlns:a16="http://schemas.microsoft.com/office/drawing/2014/main" id="{2EFE73B7-7D4F-0B09-0F5B-2F0DF1286B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8" name="Freeform 1439">
                <a:extLst>
                  <a:ext uri="{FF2B5EF4-FFF2-40B4-BE49-F238E27FC236}">
                    <a16:creationId xmlns:a16="http://schemas.microsoft.com/office/drawing/2014/main" id="{45CCC01A-FC21-A3F3-DCCE-2BA612678D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9" name="Freeform 1440">
                <a:extLst>
                  <a:ext uri="{FF2B5EF4-FFF2-40B4-BE49-F238E27FC236}">
                    <a16:creationId xmlns:a16="http://schemas.microsoft.com/office/drawing/2014/main" id="{86D75B65-5EE0-4DB5-4496-30F69A4D3C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" name="Oval 1441">
                <a:extLst>
                  <a:ext uri="{FF2B5EF4-FFF2-40B4-BE49-F238E27FC236}">
                    <a16:creationId xmlns:a16="http://schemas.microsoft.com/office/drawing/2014/main" id="{FDD97F84-DBD0-361D-1E7C-3E9C442F22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7" name="Group 1442">
              <a:extLst>
                <a:ext uri="{FF2B5EF4-FFF2-40B4-BE49-F238E27FC236}">
                  <a16:creationId xmlns:a16="http://schemas.microsoft.com/office/drawing/2014/main" id="{B83C47E0-3924-3F69-346A-106E375F45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229" name="Oval 1443">
                <a:extLst>
                  <a:ext uri="{FF2B5EF4-FFF2-40B4-BE49-F238E27FC236}">
                    <a16:creationId xmlns:a16="http://schemas.microsoft.com/office/drawing/2014/main" id="{584C396F-8478-2487-3F00-F5760F7FCC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0" name="Oval 1444">
                <a:extLst>
                  <a:ext uri="{FF2B5EF4-FFF2-40B4-BE49-F238E27FC236}">
                    <a16:creationId xmlns:a16="http://schemas.microsoft.com/office/drawing/2014/main" id="{58E6B114-F9F1-359E-27C1-0B139B767F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31" name="Freeform 1445">
                <a:extLst>
                  <a:ext uri="{FF2B5EF4-FFF2-40B4-BE49-F238E27FC236}">
                    <a16:creationId xmlns:a16="http://schemas.microsoft.com/office/drawing/2014/main" id="{2793D66C-E196-92D7-E6C3-029072DF80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" name="Freeform 1446">
                <a:extLst>
                  <a:ext uri="{FF2B5EF4-FFF2-40B4-BE49-F238E27FC236}">
                    <a16:creationId xmlns:a16="http://schemas.microsoft.com/office/drawing/2014/main" id="{5E11A3D2-68FB-FAEC-586F-52028F41ED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" name="Freeform 1447">
                <a:extLst>
                  <a:ext uri="{FF2B5EF4-FFF2-40B4-BE49-F238E27FC236}">
                    <a16:creationId xmlns:a16="http://schemas.microsoft.com/office/drawing/2014/main" id="{D63EE42A-5194-4E0C-B6CD-65EEF27B90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" name="Oval 1448">
                <a:extLst>
                  <a:ext uri="{FF2B5EF4-FFF2-40B4-BE49-F238E27FC236}">
                    <a16:creationId xmlns:a16="http://schemas.microsoft.com/office/drawing/2014/main" id="{899B3483-3574-D05B-BA8B-F7188E8F7B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" name="Group 1449">
              <a:extLst>
                <a:ext uri="{FF2B5EF4-FFF2-40B4-BE49-F238E27FC236}">
                  <a16:creationId xmlns:a16="http://schemas.microsoft.com/office/drawing/2014/main" id="{FEB3F747-8882-8B47-BCB2-2E05C6A4396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223" name="Oval 1450">
                <a:extLst>
                  <a:ext uri="{FF2B5EF4-FFF2-40B4-BE49-F238E27FC236}">
                    <a16:creationId xmlns:a16="http://schemas.microsoft.com/office/drawing/2014/main" id="{B3FB7EB5-7B6A-FBC8-B7B6-1535A8B510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4" name="Oval 1451">
                <a:extLst>
                  <a:ext uri="{FF2B5EF4-FFF2-40B4-BE49-F238E27FC236}">
                    <a16:creationId xmlns:a16="http://schemas.microsoft.com/office/drawing/2014/main" id="{0ADC4C34-85F7-3E53-6F39-FDB14F44B3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" name="Freeform 1452">
                <a:extLst>
                  <a:ext uri="{FF2B5EF4-FFF2-40B4-BE49-F238E27FC236}">
                    <a16:creationId xmlns:a16="http://schemas.microsoft.com/office/drawing/2014/main" id="{DDFF6282-9BF1-A6CD-DE90-1E708DF011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" name="Freeform 1453">
                <a:extLst>
                  <a:ext uri="{FF2B5EF4-FFF2-40B4-BE49-F238E27FC236}">
                    <a16:creationId xmlns:a16="http://schemas.microsoft.com/office/drawing/2014/main" id="{0A6E35FF-C746-E308-BE6B-9E01462924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1454">
                <a:extLst>
                  <a:ext uri="{FF2B5EF4-FFF2-40B4-BE49-F238E27FC236}">
                    <a16:creationId xmlns:a16="http://schemas.microsoft.com/office/drawing/2014/main" id="{29B6E6E6-3FCC-9D38-8D2D-140EDB9B97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Oval 1455">
                <a:extLst>
                  <a:ext uri="{FF2B5EF4-FFF2-40B4-BE49-F238E27FC236}">
                    <a16:creationId xmlns:a16="http://schemas.microsoft.com/office/drawing/2014/main" id="{B28FE429-22A9-25FA-A5E1-C59109D442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" name="Group 1456">
              <a:extLst>
                <a:ext uri="{FF2B5EF4-FFF2-40B4-BE49-F238E27FC236}">
                  <a16:creationId xmlns:a16="http://schemas.microsoft.com/office/drawing/2014/main" id="{AB714D17-AF79-880B-25AC-32DF67F66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217" name="Oval 1457">
                <a:extLst>
                  <a:ext uri="{FF2B5EF4-FFF2-40B4-BE49-F238E27FC236}">
                    <a16:creationId xmlns:a16="http://schemas.microsoft.com/office/drawing/2014/main" id="{045DA277-13B5-919F-2ABD-531ED0BBE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8" name="Oval 1458">
                <a:extLst>
                  <a:ext uri="{FF2B5EF4-FFF2-40B4-BE49-F238E27FC236}">
                    <a16:creationId xmlns:a16="http://schemas.microsoft.com/office/drawing/2014/main" id="{44E4E76D-02E4-F12B-ECF1-CD1701607E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" name="Freeform 1459">
                <a:extLst>
                  <a:ext uri="{FF2B5EF4-FFF2-40B4-BE49-F238E27FC236}">
                    <a16:creationId xmlns:a16="http://schemas.microsoft.com/office/drawing/2014/main" id="{B5560CA9-0F7C-6A17-4951-F3210B2563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Freeform 1460">
                <a:extLst>
                  <a:ext uri="{FF2B5EF4-FFF2-40B4-BE49-F238E27FC236}">
                    <a16:creationId xmlns:a16="http://schemas.microsoft.com/office/drawing/2014/main" id="{079F6600-9FB2-57D3-B792-72DAC39860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1461">
                <a:extLst>
                  <a:ext uri="{FF2B5EF4-FFF2-40B4-BE49-F238E27FC236}">
                    <a16:creationId xmlns:a16="http://schemas.microsoft.com/office/drawing/2014/main" id="{C1D241F1-0709-01C0-A319-E23D8194C3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Oval 1462">
                <a:extLst>
                  <a:ext uri="{FF2B5EF4-FFF2-40B4-BE49-F238E27FC236}">
                    <a16:creationId xmlns:a16="http://schemas.microsoft.com/office/drawing/2014/main" id="{18218A8A-CDE5-0F54-E166-69771A3A83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" name="Group 1463">
              <a:extLst>
                <a:ext uri="{FF2B5EF4-FFF2-40B4-BE49-F238E27FC236}">
                  <a16:creationId xmlns:a16="http://schemas.microsoft.com/office/drawing/2014/main" id="{B4EBDB2C-2D1E-8787-3AE6-4E82568E1B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211" name="Oval 1464">
                <a:extLst>
                  <a:ext uri="{FF2B5EF4-FFF2-40B4-BE49-F238E27FC236}">
                    <a16:creationId xmlns:a16="http://schemas.microsoft.com/office/drawing/2014/main" id="{53103C01-483D-ABF6-7415-AAFACB944E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2" name="Oval 1465">
                <a:extLst>
                  <a:ext uri="{FF2B5EF4-FFF2-40B4-BE49-F238E27FC236}">
                    <a16:creationId xmlns:a16="http://schemas.microsoft.com/office/drawing/2014/main" id="{1BFFA9BB-8D1B-CC67-B945-7F698CDB6E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" name="Freeform 1466">
                <a:extLst>
                  <a:ext uri="{FF2B5EF4-FFF2-40B4-BE49-F238E27FC236}">
                    <a16:creationId xmlns:a16="http://schemas.microsoft.com/office/drawing/2014/main" id="{14204846-29D7-C160-B01D-18D87F0891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4" name="Freeform 1467">
                <a:extLst>
                  <a:ext uri="{FF2B5EF4-FFF2-40B4-BE49-F238E27FC236}">
                    <a16:creationId xmlns:a16="http://schemas.microsoft.com/office/drawing/2014/main" id="{A5A5D446-5FA8-5905-DEB3-A263C82AA2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1468">
                <a:extLst>
                  <a:ext uri="{FF2B5EF4-FFF2-40B4-BE49-F238E27FC236}">
                    <a16:creationId xmlns:a16="http://schemas.microsoft.com/office/drawing/2014/main" id="{5EFDB131-3389-9663-5C26-48BA936890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Oval 1469">
                <a:extLst>
                  <a:ext uri="{FF2B5EF4-FFF2-40B4-BE49-F238E27FC236}">
                    <a16:creationId xmlns:a16="http://schemas.microsoft.com/office/drawing/2014/main" id="{51DD6691-789F-7592-503C-9726FFF3DC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" name="Group 1470">
              <a:extLst>
                <a:ext uri="{FF2B5EF4-FFF2-40B4-BE49-F238E27FC236}">
                  <a16:creationId xmlns:a16="http://schemas.microsoft.com/office/drawing/2014/main" id="{CB74D183-68E4-A3B4-E8DF-2E1477F316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205" name="Oval 1471">
                <a:extLst>
                  <a:ext uri="{FF2B5EF4-FFF2-40B4-BE49-F238E27FC236}">
                    <a16:creationId xmlns:a16="http://schemas.microsoft.com/office/drawing/2014/main" id="{BF07377C-B661-0650-8469-A9F7F96F6E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6" name="Oval 1472">
                <a:extLst>
                  <a:ext uri="{FF2B5EF4-FFF2-40B4-BE49-F238E27FC236}">
                    <a16:creationId xmlns:a16="http://schemas.microsoft.com/office/drawing/2014/main" id="{EB992528-222F-CCA1-CF93-8EFD7A5E92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" name="Freeform 1473">
                <a:extLst>
                  <a:ext uri="{FF2B5EF4-FFF2-40B4-BE49-F238E27FC236}">
                    <a16:creationId xmlns:a16="http://schemas.microsoft.com/office/drawing/2014/main" id="{E2E08C0A-6E17-0635-830F-9BD22D5613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Freeform 1474">
                <a:extLst>
                  <a:ext uri="{FF2B5EF4-FFF2-40B4-BE49-F238E27FC236}">
                    <a16:creationId xmlns:a16="http://schemas.microsoft.com/office/drawing/2014/main" id="{FC4541AE-F2D1-959E-AFC1-35153452E9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1475">
                <a:extLst>
                  <a:ext uri="{FF2B5EF4-FFF2-40B4-BE49-F238E27FC236}">
                    <a16:creationId xmlns:a16="http://schemas.microsoft.com/office/drawing/2014/main" id="{F4A736A0-89BB-3262-D7D7-8684A31C0D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Oval 1476">
                <a:extLst>
                  <a:ext uri="{FF2B5EF4-FFF2-40B4-BE49-F238E27FC236}">
                    <a16:creationId xmlns:a16="http://schemas.microsoft.com/office/drawing/2014/main" id="{46225E83-2A84-F941-9075-4B01FB0DA9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2" name="Group 1477">
              <a:extLst>
                <a:ext uri="{FF2B5EF4-FFF2-40B4-BE49-F238E27FC236}">
                  <a16:creationId xmlns:a16="http://schemas.microsoft.com/office/drawing/2014/main" id="{6ADFC0BC-4EFC-B067-25E0-94AC105BEA3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99" name="Oval 1478">
                <a:extLst>
                  <a:ext uri="{FF2B5EF4-FFF2-40B4-BE49-F238E27FC236}">
                    <a16:creationId xmlns:a16="http://schemas.microsoft.com/office/drawing/2014/main" id="{D73605BC-6E67-8FFA-D74B-3C01838E08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0" name="Oval 1479">
                <a:extLst>
                  <a:ext uri="{FF2B5EF4-FFF2-40B4-BE49-F238E27FC236}">
                    <a16:creationId xmlns:a16="http://schemas.microsoft.com/office/drawing/2014/main" id="{80909FAC-2848-4CE7-AAD3-24FBF55F3D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" name="Freeform 1480">
                <a:extLst>
                  <a:ext uri="{FF2B5EF4-FFF2-40B4-BE49-F238E27FC236}">
                    <a16:creationId xmlns:a16="http://schemas.microsoft.com/office/drawing/2014/main" id="{AAECF6D1-DDBB-D977-5498-8D1F662577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Freeform 1481">
                <a:extLst>
                  <a:ext uri="{FF2B5EF4-FFF2-40B4-BE49-F238E27FC236}">
                    <a16:creationId xmlns:a16="http://schemas.microsoft.com/office/drawing/2014/main" id="{8567169C-88DE-F89E-6B9C-53CB2CDCD6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1482">
                <a:extLst>
                  <a:ext uri="{FF2B5EF4-FFF2-40B4-BE49-F238E27FC236}">
                    <a16:creationId xmlns:a16="http://schemas.microsoft.com/office/drawing/2014/main" id="{554103DB-45C6-6C07-2022-DA53F292B3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Oval 1483">
                <a:extLst>
                  <a:ext uri="{FF2B5EF4-FFF2-40B4-BE49-F238E27FC236}">
                    <a16:creationId xmlns:a16="http://schemas.microsoft.com/office/drawing/2014/main" id="{3108A47F-2E79-F9CA-F61D-94128299C4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" name="Group 1484">
              <a:extLst>
                <a:ext uri="{FF2B5EF4-FFF2-40B4-BE49-F238E27FC236}">
                  <a16:creationId xmlns:a16="http://schemas.microsoft.com/office/drawing/2014/main" id="{5581C804-CE0C-6D64-8351-3CE7A0CCBC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93" name="Oval 1485">
                <a:extLst>
                  <a:ext uri="{FF2B5EF4-FFF2-40B4-BE49-F238E27FC236}">
                    <a16:creationId xmlns:a16="http://schemas.microsoft.com/office/drawing/2014/main" id="{B9865A0C-4896-5C6D-1398-C93BAE5992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4" name="Oval 1486">
                <a:extLst>
                  <a:ext uri="{FF2B5EF4-FFF2-40B4-BE49-F238E27FC236}">
                    <a16:creationId xmlns:a16="http://schemas.microsoft.com/office/drawing/2014/main" id="{B3444642-878F-D12A-F911-F7300AFD7B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" name="Freeform 1487">
                <a:extLst>
                  <a:ext uri="{FF2B5EF4-FFF2-40B4-BE49-F238E27FC236}">
                    <a16:creationId xmlns:a16="http://schemas.microsoft.com/office/drawing/2014/main" id="{61695A0B-B0DB-FC5B-48CF-4613A9666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6" name="Freeform 1488">
                <a:extLst>
                  <a:ext uri="{FF2B5EF4-FFF2-40B4-BE49-F238E27FC236}">
                    <a16:creationId xmlns:a16="http://schemas.microsoft.com/office/drawing/2014/main" id="{9017EE08-D508-7FEA-17F5-F594BC735E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489">
                <a:extLst>
                  <a:ext uri="{FF2B5EF4-FFF2-40B4-BE49-F238E27FC236}">
                    <a16:creationId xmlns:a16="http://schemas.microsoft.com/office/drawing/2014/main" id="{10BF7BF0-CB66-6EE0-BA51-2AE97DF40F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Oval 1490">
                <a:extLst>
                  <a:ext uri="{FF2B5EF4-FFF2-40B4-BE49-F238E27FC236}">
                    <a16:creationId xmlns:a16="http://schemas.microsoft.com/office/drawing/2014/main" id="{D8D35A4B-1DF5-E657-D1F9-2531BB4034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" name="Group 1491">
              <a:extLst>
                <a:ext uri="{FF2B5EF4-FFF2-40B4-BE49-F238E27FC236}">
                  <a16:creationId xmlns:a16="http://schemas.microsoft.com/office/drawing/2014/main" id="{D2360A32-0240-5809-9A35-2551F7FCD7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87" name="Oval 1492">
                <a:extLst>
                  <a:ext uri="{FF2B5EF4-FFF2-40B4-BE49-F238E27FC236}">
                    <a16:creationId xmlns:a16="http://schemas.microsoft.com/office/drawing/2014/main" id="{365485C8-9714-583D-1EF0-CA3DA9F5E1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8" name="Oval 1493">
                <a:extLst>
                  <a:ext uri="{FF2B5EF4-FFF2-40B4-BE49-F238E27FC236}">
                    <a16:creationId xmlns:a16="http://schemas.microsoft.com/office/drawing/2014/main" id="{089E1236-1761-0A39-0591-ECD8D737F6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9" name="Freeform 1494">
                <a:extLst>
                  <a:ext uri="{FF2B5EF4-FFF2-40B4-BE49-F238E27FC236}">
                    <a16:creationId xmlns:a16="http://schemas.microsoft.com/office/drawing/2014/main" id="{B73F9438-4942-3304-8F37-00BE84369C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" name="Freeform 1495">
                <a:extLst>
                  <a:ext uri="{FF2B5EF4-FFF2-40B4-BE49-F238E27FC236}">
                    <a16:creationId xmlns:a16="http://schemas.microsoft.com/office/drawing/2014/main" id="{9EB51A25-F44E-9D77-1DBC-72AD2F1811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1496">
                <a:extLst>
                  <a:ext uri="{FF2B5EF4-FFF2-40B4-BE49-F238E27FC236}">
                    <a16:creationId xmlns:a16="http://schemas.microsoft.com/office/drawing/2014/main" id="{02A4A3EB-E6B3-2451-352D-D95899E02A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Oval 1497">
                <a:extLst>
                  <a:ext uri="{FF2B5EF4-FFF2-40B4-BE49-F238E27FC236}">
                    <a16:creationId xmlns:a16="http://schemas.microsoft.com/office/drawing/2014/main" id="{AF6C1B32-6F39-43DF-C918-C3863BE609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" name="Group 1498">
              <a:extLst>
                <a:ext uri="{FF2B5EF4-FFF2-40B4-BE49-F238E27FC236}">
                  <a16:creationId xmlns:a16="http://schemas.microsoft.com/office/drawing/2014/main" id="{9EBA7FF5-83EC-59E7-7689-93F2956DE7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81" name="Oval 1499">
                <a:extLst>
                  <a:ext uri="{FF2B5EF4-FFF2-40B4-BE49-F238E27FC236}">
                    <a16:creationId xmlns:a16="http://schemas.microsoft.com/office/drawing/2014/main" id="{5F4BFFB5-EC42-5CEE-34E2-6241BAC2B6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2" name="Oval 1500">
                <a:extLst>
                  <a:ext uri="{FF2B5EF4-FFF2-40B4-BE49-F238E27FC236}">
                    <a16:creationId xmlns:a16="http://schemas.microsoft.com/office/drawing/2014/main" id="{5A4FE714-0D71-DB63-8F96-6DE7791F2F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3" name="Freeform 1501">
                <a:extLst>
                  <a:ext uri="{FF2B5EF4-FFF2-40B4-BE49-F238E27FC236}">
                    <a16:creationId xmlns:a16="http://schemas.microsoft.com/office/drawing/2014/main" id="{8938BCC5-800F-CBE3-727E-628103E8A8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4" name="Freeform 1502">
                <a:extLst>
                  <a:ext uri="{FF2B5EF4-FFF2-40B4-BE49-F238E27FC236}">
                    <a16:creationId xmlns:a16="http://schemas.microsoft.com/office/drawing/2014/main" id="{FAB75E81-0FDF-8342-AEDE-8581FA19DD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1503">
                <a:extLst>
                  <a:ext uri="{FF2B5EF4-FFF2-40B4-BE49-F238E27FC236}">
                    <a16:creationId xmlns:a16="http://schemas.microsoft.com/office/drawing/2014/main" id="{449BFD0B-6363-6816-A7F5-760A56972A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Oval 1504">
                <a:extLst>
                  <a:ext uri="{FF2B5EF4-FFF2-40B4-BE49-F238E27FC236}">
                    <a16:creationId xmlns:a16="http://schemas.microsoft.com/office/drawing/2014/main" id="{E1E5F0CB-DB44-4C36-AD05-A507ACA6B7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" name="Group 1505">
              <a:extLst>
                <a:ext uri="{FF2B5EF4-FFF2-40B4-BE49-F238E27FC236}">
                  <a16:creationId xmlns:a16="http://schemas.microsoft.com/office/drawing/2014/main" id="{F91691E0-100F-D407-4487-5850332FF21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75" name="Oval 1506">
                <a:extLst>
                  <a:ext uri="{FF2B5EF4-FFF2-40B4-BE49-F238E27FC236}">
                    <a16:creationId xmlns:a16="http://schemas.microsoft.com/office/drawing/2014/main" id="{30F822F3-8603-E889-674A-44C9D3A822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6" name="Oval 1507">
                <a:extLst>
                  <a:ext uri="{FF2B5EF4-FFF2-40B4-BE49-F238E27FC236}">
                    <a16:creationId xmlns:a16="http://schemas.microsoft.com/office/drawing/2014/main" id="{F43FE43A-7C60-CA36-680F-97BD646E96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7" name="Freeform 1508">
                <a:extLst>
                  <a:ext uri="{FF2B5EF4-FFF2-40B4-BE49-F238E27FC236}">
                    <a16:creationId xmlns:a16="http://schemas.microsoft.com/office/drawing/2014/main" id="{AD4B8A60-4851-F833-5F6E-F04DF9871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" name="Freeform 1509">
                <a:extLst>
                  <a:ext uri="{FF2B5EF4-FFF2-40B4-BE49-F238E27FC236}">
                    <a16:creationId xmlns:a16="http://schemas.microsoft.com/office/drawing/2014/main" id="{0A0C8C86-DD76-60B7-1456-D6A6229757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1510">
                <a:extLst>
                  <a:ext uri="{FF2B5EF4-FFF2-40B4-BE49-F238E27FC236}">
                    <a16:creationId xmlns:a16="http://schemas.microsoft.com/office/drawing/2014/main" id="{0506A07A-1583-0E30-EAA6-1560AC72CD8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Oval 1511">
                <a:extLst>
                  <a:ext uri="{FF2B5EF4-FFF2-40B4-BE49-F238E27FC236}">
                    <a16:creationId xmlns:a16="http://schemas.microsoft.com/office/drawing/2014/main" id="{68901EF6-9F7B-1ED7-41D6-9703B96F8B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7" name="Group 1512">
              <a:extLst>
                <a:ext uri="{FF2B5EF4-FFF2-40B4-BE49-F238E27FC236}">
                  <a16:creationId xmlns:a16="http://schemas.microsoft.com/office/drawing/2014/main" id="{E200E8BE-26FC-0BD7-8FDB-4E2F44909F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69" name="Oval 1513">
                <a:extLst>
                  <a:ext uri="{FF2B5EF4-FFF2-40B4-BE49-F238E27FC236}">
                    <a16:creationId xmlns:a16="http://schemas.microsoft.com/office/drawing/2014/main" id="{4704F9AD-8DA4-68D7-D4D3-B5CD60418E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0" name="Oval 1514">
                <a:extLst>
                  <a:ext uri="{FF2B5EF4-FFF2-40B4-BE49-F238E27FC236}">
                    <a16:creationId xmlns:a16="http://schemas.microsoft.com/office/drawing/2014/main" id="{44C78FCF-08B1-50B9-BF34-65DC02BE9A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1" name="Freeform 1515">
                <a:extLst>
                  <a:ext uri="{FF2B5EF4-FFF2-40B4-BE49-F238E27FC236}">
                    <a16:creationId xmlns:a16="http://schemas.microsoft.com/office/drawing/2014/main" id="{F4BE3AC2-C891-DCBF-DBD4-E77026D181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516">
                <a:extLst>
                  <a:ext uri="{FF2B5EF4-FFF2-40B4-BE49-F238E27FC236}">
                    <a16:creationId xmlns:a16="http://schemas.microsoft.com/office/drawing/2014/main" id="{D723C07A-7858-F5BF-CE9A-1DACE15377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517">
                <a:extLst>
                  <a:ext uri="{FF2B5EF4-FFF2-40B4-BE49-F238E27FC236}">
                    <a16:creationId xmlns:a16="http://schemas.microsoft.com/office/drawing/2014/main" id="{64C500D4-B495-F348-FAAB-6374F10028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Oval 1518">
                <a:extLst>
                  <a:ext uri="{FF2B5EF4-FFF2-40B4-BE49-F238E27FC236}">
                    <a16:creationId xmlns:a16="http://schemas.microsoft.com/office/drawing/2014/main" id="{98758F1A-4F99-E008-60E6-5D7F381A28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8" name="Group 1519">
              <a:extLst>
                <a:ext uri="{FF2B5EF4-FFF2-40B4-BE49-F238E27FC236}">
                  <a16:creationId xmlns:a16="http://schemas.microsoft.com/office/drawing/2014/main" id="{CC0743DD-5450-1669-D312-B2D3C9A851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63" name="Oval 1520">
                <a:extLst>
                  <a:ext uri="{FF2B5EF4-FFF2-40B4-BE49-F238E27FC236}">
                    <a16:creationId xmlns:a16="http://schemas.microsoft.com/office/drawing/2014/main" id="{2996776E-4B70-08C8-E51E-7E9E86EDE4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4" name="Oval 1521">
                <a:extLst>
                  <a:ext uri="{FF2B5EF4-FFF2-40B4-BE49-F238E27FC236}">
                    <a16:creationId xmlns:a16="http://schemas.microsoft.com/office/drawing/2014/main" id="{4E728002-1BC8-CFDB-6D93-D0E89BA062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5" name="Freeform 1522">
                <a:extLst>
                  <a:ext uri="{FF2B5EF4-FFF2-40B4-BE49-F238E27FC236}">
                    <a16:creationId xmlns:a16="http://schemas.microsoft.com/office/drawing/2014/main" id="{BC577704-55D5-A4DC-6E19-A6B35DBBD1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523">
                <a:extLst>
                  <a:ext uri="{FF2B5EF4-FFF2-40B4-BE49-F238E27FC236}">
                    <a16:creationId xmlns:a16="http://schemas.microsoft.com/office/drawing/2014/main" id="{11BAD931-19F1-DD98-F9EB-179007201B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524">
                <a:extLst>
                  <a:ext uri="{FF2B5EF4-FFF2-40B4-BE49-F238E27FC236}">
                    <a16:creationId xmlns:a16="http://schemas.microsoft.com/office/drawing/2014/main" id="{D015D0BC-0DF1-B306-0496-911E167AAF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Oval 1525">
                <a:extLst>
                  <a:ext uri="{FF2B5EF4-FFF2-40B4-BE49-F238E27FC236}">
                    <a16:creationId xmlns:a16="http://schemas.microsoft.com/office/drawing/2014/main" id="{CE39BC13-9F2A-3B92-6102-64EF26E142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9" name="Group 1526">
              <a:extLst>
                <a:ext uri="{FF2B5EF4-FFF2-40B4-BE49-F238E27FC236}">
                  <a16:creationId xmlns:a16="http://schemas.microsoft.com/office/drawing/2014/main" id="{81C6CB2D-ADBC-5FD0-AE06-88F2891CE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57" name="Oval 1527">
                <a:extLst>
                  <a:ext uri="{FF2B5EF4-FFF2-40B4-BE49-F238E27FC236}">
                    <a16:creationId xmlns:a16="http://schemas.microsoft.com/office/drawing/2014/main" id="{25D7BC65-CB73-5680-545B-C08E81DAA0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8" name="Oval 1528">
                <a:extLst>
                  <a:ext uri="{FF2B5EF4-FFF2-40B4-BE49-F238E27FC236}">
                    <a16:creationId xmlns:a16="http://schemas.microsoft.com/office/drawing/2014/main" id="{09225290-62C1-FDC0-177F-CFCA07AFE6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" name="Freeform 1529">
                <a:extLst>
                  <a:ext uri="{FF2B5EF4-FFF2-40B4-BE49-F238E27FC236}">
                    <a16:creationId xmlns:a16="http://schemas.microsoft.com/office/drawing/2014/main" id="{852D1134-4CF8-1208-C492-0D34DB156A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" name="Freeform 1530">
                <a:extLst>
                  <a:ext uri="{FF2B5EF4-FFF2-40B4-BE49-F238E27FC236}">
                    <a16:creationId xmlns:a16="http://schemas.microsoft.com/office/drawing/2014/main" id="{B83E2165-F958-9FE1-73C2-FB8EACE08B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1531">
                <a:extLst>
                  <a:ext uri="{FF2B5EF4-FFF2-40B4-BE49-F238E27FC236}">
                    <a16:creationId xmlns:a16="http://schemas.microsoft.com/office/drawing/2014/main" id="{6CA73DBD-8F24-7685-D8C3-DE102F5A5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Oval 1532">
                <a:extLst>
                  <a:ext uri="{FF2B5EF4-FFF2-40B4-BE49-F238E27FC236}">
                    <a16:creationId xmlns:a16="http://schemas.microsoft.com/office/drawing/2014/main" id="{F1FF88BC-A4FD-17E8-A805-28016EDA86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0" name="Group 1533">
              <a:extLst>
                <a:ext uri="{FF2B5EF4-FFF2-40B4-BE49-F238E27FC236}">
                  <a16:creationId xmlns:a16="http://schemas.microsoft.com/office/drawing/2014/main" id="{9B50E484-8CC0-0991-F749-8C29B63141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51" name="Oval 1534">
                <a:extLst>
                  <a:ext uri="{FF2B5EF4-FFF2-40B4-BE49-F238E27FC236}">
                    <a16:creationId xmlns:a16="http://schemas.microsoft.com/office/drawing/2014/main" id="{012BF00C-3DC4-9D2E-2817-3C60271EB0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" name="Oval 1535">
                <a:extLst>
                  <a:ext uri="{FF2B5EF4-FFF2-40B4-BE49-F238E27FC236}">
                    <a16:creationId xmlns:a16="http://schemas.microsoft.com/office/drawing/2014/main" id="{DF3CEB8A-4C8A-213B-6D1B-481763C021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" name="Freeform 1536">
                <a:extLst>
                  <a:ext uri="{FF2B5EF4-FFF2-40B4-BE49-F238E27FC236}">
                    <a16:creationId xmlns:a16="http://schemas.microsoft.com/office/drawing/2014/main" id="{DCE97FE8-0992-0B6D-7737-05D712E690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" name="Freeform 1537">
                <a:extLst>
                  <a:ext uri="{FF2B5EF4-FFF2-40B4-BE49-F238E27FC236}">
                    <a16:creationId xmlns:a16="http://schemas.microsoft.com/office/drawing/2014/main" id="{EF9941E3-D415-4561-3EC7-2C5C4CAD42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1538">
                <a:extLst>
                  <a:ext uri="{FF2B5EF4-FFF2-40B4-BE49-F238E27FC236}">
                    <a16:creationId xmlns:a16="http://schemas.microsoft.com/office/drawing/2014/main" id="{62B38484-96D4-9B8A-9DDB-F922354583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Oval 1539">
                <a:extLst>
                  <a:ext uri="{FF2B5EF4-FFF2-40B4-BE49-F238E27FC236}">
                    <a16:creationId xmlns:a16="http://schemas.microsoft.com/office/drawing/2014/main" id="{D06B50C7-09F1-980B-C3F8-5867743851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1" name="Group 1540">
              <a:extLst>
                <a:ext uri="{FF2B5EF4-FFF2-40B4-BE49-F238E27FC236}">
                  <a16:creationId xmlns:a16="http://schemas.microsoft.com/office/drawing/2014/main" id="{2FED9C49-EA69-EE8B-A1C6-AD1E6A290B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5" name="Oval 1541">
                <a:extLst>
                  <a:ext uri="{FF2B5EF4-FFF2-40B4-BE49-F238E27FC236}">
                    <a16:creationId xmlns:a16="http://schemas.microsoft.com/office/drawing/2014/main" id="{BCFB586C-D185-14EC-B677-79E0285ACA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" name="Oval 1542">
                <a:extLst>
                  <a:ext uri="{FF2B5EF4-FFF2-40B4-BE49-F238E27FC236}">
                    <a16:creationId xmlns:a16="http://schemas.microsoft.com/office/drawing/2014/main" id="{69ACF2D6-8D84-F23A-7F08-CFDD73ADB0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" name="Freeform 1543">
                <a:extLst>
                  <a:ext uri="{FF2B5EF4-FFF2-40B4-BE49-F238E27FC236}">
                    <a16:creationId xmlns:a16="http://schemas.microsoft.com/office/drawing/2014/main" id="{E557B6A0-BA03-D7DD-DE2F-25401101C7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" name="Freeform 1544">
                <a:extLst>
                  <a:ext uri="{FF2B5EF4-FFF2-40B4-BE49-F238E27FC236}">
                    <a16:creationId xmlns:a16="http://schemas.microsoft.com/office/drawing/2014/main" id="{D46FE39C-EBED-4C4C-1BA4-3CADA45148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1545">
                <a:extLst>
                  <a:ext uri="{FF2B5EF4-FFF2-40B4-BE49-F238E27FC236}">
                    <a16:creationId xmlns:a16="http://schemas.microsoft.com/office/drawing/2014/main" id="{71A4C9EA-7FE9-20A8-F3F1-6088C828A2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Oval 1546">
                <a:extLst>
                  <a:ext uri="{FF2B5EF4-FFF2-40B4-BE49-F238E27FC236}">
                    <a16:creationId xmlns:a16="http://schemas.microsoft.com/office/drawing/2014/main" id="{75E164A2-3252-9694-4FEB-367D20A7F2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2" name="Group 1547">
              <a:extLst>
                <a:ext uri="{FF2B5EF4-FFF2-40B4-BE49-F238E27FC236}">
                  <a16:creationId xmlns:a16="http://schemas.microsoft.com/office/drawing/2014/main" id="{F85F0D84-7834-ED19-01BE-EECE97F752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39" name="Oval 1548">
                <a:extLst>
                  <a:ext uri="{FF2B5EF4-FFF2-40B4-BE49-F238E27FC236}">
                    <a16:creationId xmlns:a16="http://schemas.microsoft.com/office/drawing/2014/main" id="{65A873F6-35DC-37BD-511C-2FA625899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" name="Oval 1549">
                <a:extLst>
                  <a:ext uri="{FF2B5EF4-FFF2-40B4-BE49-F238E27FC236}">
                    <a16:creationId xmlns:a16="http://schemas.microsoft.com/office/drawing/2014/main" id="{1F079B2A-9967-BDD3-6EB3-C4EF46DE75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" name="Freeform 1550">
                <a:extLst>
                  <a:ext uri="{FF2B5EF4-FFF2-40B4-BE49-F238E27FC236}">
                    <a16:creationId xmlns:a16="http://schemas.microsoft.com/office/drawing/2014/main" id="{3D92B71C-85EC-AD82-C5EB-6E6E9C6E60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551">
                <a:extLst>
                  <a:ext uri="{FF2B5EF4-FFF2-40B4-BE49-F238E27FC236}">
                    <a16:creationId xmlns:a16="http://schemas.microsoft.com/office/drawing/2014/main" id="{15BA6767-49A5-4CBC-CF88-49C27C5B93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552">
                <a:extLst>
                  <a:ext uri="{FF2B5EF4-FFF2-40B4-BE49-F238E27FC236}">
                    <a16:creationId xmlns:a16="http://schemas.microsoft.com/office/drawing/2014/main" id="{7D3FC19E-CEF2-E09B-04DC-09721E05D6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Oval 1553">
                <a:extLst>
                  <a:ext uri="{FF2B5EF4-FFF2-40B4-BE49-F238E27FC236}">
                    <a16:creationId xmlns:a16="http://schemas.microsoft.com/office/drawing/2014/main" id="{F88F42C7-E868-E9E5-8636-5CDC624798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3" name="Group 1554">
              <a:extLst>
                <a:ext uri="{FF2B5EF4-FFF2-40B4-BE49-F238E27FC236}">
                  <a16:creationId xmlns:a16="http://schemas.microsoft.com/office/drawing/2014/main" id="{5147B4EE-3127-2E59-9CCE-6BAFE59842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33" name="Oval 1555">
                <a:extLst>
                  <a:ext uri="{FF2B5EF4-FFF2-40B4-BE49-F238E27FC236}">
                    <a16:creationId xmlns:a16="http://schemas.microsoft.com/office/drawing/2014/main" id="{60CF3910-EBA9-D23B-AFCE-3443F1707F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" name="Oval 1556">
                <a:extLst>
                  <a:ext uri="{FF2B5EF4-FFF2-40B4-BE49-F238E27FC236}">
                    <a16:creationId xmlns:a16="http://schemas.microsoft.com/office/drawing/2014/main" id="{509B8A5A-9657-59D0-1DB8-00D82F1723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" name="Freeform 1557">
                <a:extLst>
                  <a:ext uri="{FF2B5EF4-FFF2-40B4-BE49-F238E27FC236}">
                    <a16:creationId xmlns:a16="http://schemas.microsoft.com/office/drawing/2014/main" id="{376D8AFF-BCC7-4EF7-601E-577222EA5D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" name="Freeform 1558">
                <a:extLst>
                  <a:ext uri="{FF2B5EF4-FFF2-40B4-BE49-F238E27FC236}">
                    <a16:creationId xmlns:a16="http://schemas.microsoft.com/office/drawing/2014/main" id="{8CCA3F3B-077E-9744-C06E-B62DE4D295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1559">
                <a:extLst>
                  <a:ext uri="{FF2B5EF4-FFF2-40B4-BE49-F238E27FC236}">
                    <a16:creationId xmlns:a16="http://schemas.microsoft.com/office/drawing/2014/main" id="{30EF2100-06A1-CF81-E4DC-4166647E4B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Oval 1560">
                <a:extLst>
                  <a:ext uri="{FF2B5EF4-FFF2-40B4-BE49-F238E27FC236}">
                    <a16:creationId xmlns:a16="http://schemas.microsoft.com/office/drawing/2014/main" id="{C680F1E8-3AA9-0B3A-2AFE-41F8C40918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4" name="Group 1561">
              <a:extLst>
                <a:ext uri="{FF2B5EF4-FFF2-40B4-BE49-F238E27FC236}">
                  <a16:creationId xmlns:a16="http://schemas.microsoft.com/office/drawing/2014/main" id="{863AEF33-67E6-83F0-7B40-2F939E7E06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27" name="Oval 1562">
                <a:extLst>
                  <a:ext uri="{FF2B5EF4-FFF2-40B4-BE49-F238E27FC236}">
                    <a16:creationId xmlns:a16="http://schemas.microsoft.com/office/drawing/2014/main" id="{9451B543-5FB3-DC41-4130-9FF3310C63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" name="Oval 1563">
                <a:extLst>
                  <a:ext uri="{FF2B5EF4-FFF2-40B4-BE49-F238E27FC236}">
                    <a16:creationId xmlns:a16="http://schemas.microsoft.com/office/drawing/2014/main" id="{AC1C3EB0-EA5C-4C7D-D990-948577F113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" name="Freeform 1564">
                <a:extLst>
                  <a:ext uri="{FF2B5EF4-FFF2-40B4-BE49-F238E27FC236}">
                    <a16:creationId xmlns:a16="http://schemas.microsoft.com/office/drawing/2014/main" id="{6EF4BD92-24CE-E4A6-8000-1A64B2E491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Freeform 1565">
                <a:extLst>
                  <a:ext uri="{FF2B5EF4-FFF2-40B4-BE49-F238E27FC236}">
                    <a16:creationId xmlns:a16="http://schemas.microsoft.com/office/drawing/2014/main" id="{31C6A955-686C-C10B-9853-AECB508F5D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1566">
                <a:extLst>
                  <a:ext uri="{FF2B5EF4-FFF2-40B4-BE49-F238E27FC236}">
                    <a16:creationId xmlns:a16="http://schemas.microsoft.com/office/drawing/2014/main" id="{6205D140-796A-6F0A-3370-6364E4E359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Oval 1567">
                <a:extLst>
                  <a:ext uri="{FF2B5EF4-FFF2-40B4-BE49-F238E27FC236}">
                    <a16:creationId xmlns:a16="http://schemas.microsoft.com/office/drawing/2014/main" id="{87799EC2-838D-C0DD-8E12-75F59A9BD9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5" name="Group 1568">
              <a:extLst>
                <a:ext uri="{FF2B5EF4-FFF2-40B4-BE49-F238E27FC236}">
                  <a16:creationId xmlns:a16="http://schemas.microsoft.com/office/drawing/2014/main" id="{4F49B5E1-250E-3778-9761-A565CFD1CB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21" name="Oval 1569">
                <a:extLst>
                  <a:ext uri="{FF2B5EF4-FFF2-40B4-BE49-F238E27FC236}">
                    <a16:creationId xmlns:a16="http://schemas.microsoft.com/office/drawing/2014/main" id="{8258CB9E-3B42-24CD-C231-1009B939AE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" name="Oval 1570">
                <a:extLst>
                  <a:ext uri="{FF2B5EF4-FFF2-40B4-BE49-F238E27FC236}">
                    <a16:creationId xmlns:a16="http://schemas.microsoft.com/office/drawing/2014/main" id="{F0E7D82A-C8C4-D7F6-8B4F-992EDC5E3D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" name="Freeform 1571">
                <a:extLst>
                  <a:ext uri="{FF2B5EF4-FFF2-40B4-BE49-F238E27FC236}">
                    <a16:creationId xmlns:a16="http://schemas.microsoft.com/office/drawing/2014/main" id="{A58D55A2-9D37-CA7F-7899-3C9C2DC2A5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Freeform 1572">
                <a:extLst>
                  <a:ext uri="{FF2B5EF4-FFF2-40B4-BE49-F238E27FC236}">
                    <a16:creationId xmlns:a16="http://schemas.microsoft.com/office/drawing/2014/main" id="{8A86F545-AD5F-D018-3CAA-3394D29B8B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1573">
                <a:extLst>
                  <a:ext uri="{FF2B5EF4-FFF2-40B4-BE49-F238E27FC236}">
                    <a16:creationId xmlns:a16="http://schemas.microsoft.com/office/drawing/2014/main" id="{16427CF0-9552-FFA1-1FD9-CA8FC5B960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Oval 1574">
                <a:extLst>
                  <a:ext uri="{FF2B5EF4-FFF2-40B4-BE49-F238E27FC236}">
                    <a16:creationId xmlns:a16="http://schemas.microsoft.com/office/drawing/2014/main" id="{FA9FC241-538A-4CC0-7102-71A9D83005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6" name="Group 1575">
              <a:extLst>
                <a:ext uri="{FF2B5EF4-FFF2-40B4-BE49-F238E27FC236}">
                  <a16:creationId xmlns:a16="http://schemas.microsoft.com/office/drawing/2014/main" id="{EBC5ECF8-115F-8D37-01EC-D8B92C1F05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15" name="Oval 1576">
                <a:extLst>
                  <a:ext uri="{FF2B5EF4-FFF2-40B4-BE49-F238E27FC236}">
                    <a16:creationId xmlns:a16="http://schemas.microsoft.com/office/drawing/2014/main" id="{1AEF9955-697F-2088-3D1D-1E446B716E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" name="Oval 1577">
                <a:extLst>
                  <a:ext uri="{FF2B5EF4-FFF2-40B4-BE49-F238E27FC236}">
                    <a16:creationId xmlns:a16="http://schemas.microsoft.com/office/drawing/2014/main" id="{BEF15BFA-B522-8C95-2561-742B6876D9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" name="Freeform 1578">
                <a:extLst>
                  <a:ext uri="{FF2B5EF4-FFF2-40B4-BE49-F238E27FC236}">
                    <a16:creationId xmlns:a16="http://schemas.microsoft.com/office/drawing/2014/main" id="{AC5EAE59-43E6-B534-0A3B-BD3ADB1E9F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Freeform 1579">
                <a:extLst>
                  <a:ext uri="{FF2B5EF4-FFF2-40B4-BE49-F238E27FC236}">
                    <a16:creationId xmlns:a16="http://schemas.microsoft.com/office/drawing/2014/main" id="{66A8B35A-13A9-E9F5-BD7D-526AEFD9E8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1580">
                <a:extLst>
                  <a:ext uri="{FF2B5EF4-FFF2-40B4-BE49-F238E27FC236}">
                    <a16:creationId xmlns:a16="http://schemas.microsoft.com/office/drawing/2014/main" id="{F3A06E3D-36E5-6601-5762-CE05250B809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Oval 1581">
                <a:extLst>
                  <a:ext uri="{FF2B5EF4-FFF2-40B4-BE49-F238E27FC236}">
                    <a16:creationId xmlns:a16="http://schemas.microsoft.com/office/drawing/2014/main" id="{E8ADA15D-9C7B-4E87-9424-FFEEF0081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7" name="Group 1582">
              <a:extLst>
                <a:ext uri="{FF2B5EF4-FFF2-40B4-BE49-F238E27FC236}">
                  <a16:creationId xmlns:a16="http://schemas.microsoft.com/office/drawing/2014/main" id="{9FDCF989-7DF7-7C85-C43F-1C82877D1A7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09" name="Oval 1583">
                <a:extLst>
                  <a:ext uri="{FF2B5EF4-FFF2-40B4-BE49-F238E27FC236}">
                    <a16:creationId xmlns:a16="http://schemas.microsoft.com/office/drawing/2014/main" id="{2DCCF70C-245C-E3A5-C061-C9D76EB021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" name="Oval 1584">
                <a:extLst>
                  <a:ext uri="{FF2B5EF4-FFF2-40B4-BE49-F238E27FC236}">
                    <a16:creationId xmlns:a16="http://schemas.microsoft.com/office/drawing/2014/main" id="{1D080A92-2AAA-1499-7ABD-302EFA5B59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" name="Freeform 1585">
                <a:extLst>
                  <a:ext uri="{FF2B5EF4-FFF2-40B4-BE49-F238E27FC236}">
                    <a16:creationId xmlns:a16="http://schemas.microsoft.com/office/drawing/2014/main" id="{C7DF747D-6C0E-1B59-9672-AEC614E0C4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Freeform 1586">
                <a:extLst>
                  <a:ext uri="{FF2B5EF4-FFF2-40B4-BE49-F238E27FC236}">
                    <a16:creationId xmlns:a16="http://schemas.microsoft.com/office/drawing/2014/main" id="{3C9FF2A8-9B82-09B7-B462-9D34B2597A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1587">
                <a:extLst>
                  <a:ext uri="{FF2B5EF4-FFF2-40B4-BE49-F238E27FC236}">
                    <a16:creationId xmlns:a16="http://schemas.microsoft.com/office/drawing/2014/main" id="{D3511045-9BA3-100A-FDC8-ABB65065C4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Oval 1588">
                <a:extLst>
                  <a:ext uri="{FF2B5EF4-FFF2-40B4-BE49-F238E27FC236}">
                    <a16:creationId xmlns:a16="http://schemas.microsoft.com/office/drawing/2014/main" id="{369FBC9B-5ECB-18E3-4EFD-3333EC68D8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8" name="Group 1589">
              <a:extLst>
                <a:ext uri="{FF2B5EF4-FFF2-40B4-BE49-F238E27FC236}">
                  <a16:creationId xmlns:a16="http://schemas.microsoft.com/office/drawing/2014/main" id="{DDE6CF06-9BD5-BA15-87E2-6D447C4C10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03" name="Oval 1590">
                <a:extLst>
                  <a:ext uri="{FF2B5EF4-FFF2-40B4-BE49-F238E27FC236}">
                    <a16:creationId xmlns:a16="http://schemas.microsoft.com/office/drawing/2014/main" id="{39D31079-E168-04FE-A8EE-D8EE69BE22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" name="Oval 1591">
                <a:extLst>
                  <a:ext uri="{FF2B5EF4-FFF2-40B4-BE49-F238E27FC236}">
                    <a16:creationId xmlns:a16="http://schemas.microsoft.com/office/drawing/2014/main" id="{0D8441C1-79C1-0F16-E8CD-5C27B171569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" name="Freeform 1592">
                <a:extLst>
                  <a:ext uri="{FF2B5EF4-FFF2-40B4-BE49-F238E27FC236}">
                    <a16:creationId xmlns:a16="http://schemas.microsoft.com/office/drawing/2014/main" id="{70D1B39D-4617-40EC-E299-4DACC64AE9B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593">
                <a:extLst>
                  <a:ext uri="{FF2B5EF4-FFF2-40B4-BE49-F238E27FC236}">
                    <a16:creationId xmlns:a16="http://schemas.microsoft.com/office/drawing/2014/main" id="{40536067-357B-4D1B-66F5-F469B1DDD3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1594">
                <a:extLst>
                  <a:ext uri="{FF2B5EF4-FFF2-40B4-BE49-F238E27FC236}">
                    <a16:creationId xmlns:a16="http://schemas.microsoft.com/office/drawing/2014/main" id="{530080F8-D2D7-BB9B-CD1E-E4857DDACF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Oval 1595">
                <a:extLst>
                  <a:ext uri="{FF2B5EF4-FFF2-40B4-BE49-F238E27FC236}">
                    <a16:creationId xmlns:a16="http://schemas.microsoft.com/office/drawing/2014/main" id="{ECA809D6-A03E-E268-773F-914FCC2F4D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9" name="Group 1596">
              <a:extLst>
                <a:ext uri="{FF2B5EF4-FFF2-40B4-BE49-F238E27FC236}">
                  <a16:creationId xmlns:a16="http://schemas.microsoft.com/office/drawing/2014/main" id="{C26FB807-38AF-65BB-BA7D-E8BF347A3DE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7" name="Oval 1597">
                <a:extLst>
                  <a:ext uri="{FF2B5EF4-FFF2-40B4-BE49-F238E27FC236}">
                    <a16:creationId xmlns:a16="http://schemas.microsoft.com/office/drawing/2014/main" id="{9CA9AE4E-10F6-5E99-5845-D9D8A59953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" name="Oval 1598">
                <a:extLst>
                  <a:ext uri="{FF2B5EF4-FFF2-40B4-BE49-F238E27FC236}">
                    <a16:creationId xmlns:a16="http://schemas.microsoft.com/office/drawing/2014/main" id="{5975B5CD-E77E-0ADA-4FA3-117E4FF0DF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" name="Freeform 1599">
                <a:extLst>
                  <a:ext uri="{FF2B5EF4-FFF2-40B4-BE49-F238E27FC236}">
                    <a16:creationId xmlns:a16="http://schemas.microsoft.com/office/drawing/2014/main" id="{67F867F2-E307-D823-0B52-BCC0092BAE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600">
                <a:extLst>
                  <a:ext uri="{FF2B5EF4-FFF2-40B4-BE49-F238E27FC236}">
                    <a16:creationId xmlns:a16="http://schemas.microsoft.com/office/drawing/2014/main" id="{D9CCB438-F473-C754-39A2-B541C435A0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1601">
                <a:extLst>
                  <a:ext uri="{FF2B5EF4-FFF2-40B4-BE49-F238E27FC236}">
                    <a16:creationId xmlns:a16="http://schemas.microsoft.com/office/drawing/2014/main" id="{35690893-C8FD-BAF2-2343-A6C976CDFB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Oval 1602">
                <a:extLst>
                  <a:ext uri="{FF2B5EF4-FFF2-40B4-BE49-F238E27FC236}">
                    <a16:creationId xmlns:a16="http://schemas.microsoft.com/office/drawing/2014/main" id="{1AB68FF9-9C33-7962-F8A1-96A42EA089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" name="Group 1603">
              <a:extLst>
                <a:ext uri="{FF2B5EF4-FFF2-40B4-BE49-F238E27FC236}">
                  <a16:creationId xmlns:a16="http://schemas.microsoft.com/office/drawing/2014/main" id="{C10DAF28-0121-218B-B43A-74FB0F8AAE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1" name="Oval 1604">
                <a:extLst>
                  <a:ext uri="{FF2B5EF4-FFF2-40B4-BE49-F238E27FC236}">
                    <a16:creationId xmlns:a16="http://schemas.microsoft.com/office/drawing/2014/main" id="{1D18A935-752B-EA2F-BEA5-360135DEB1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" name="Oval 1605">
                <a:extLst>
                  <a:ext uri="{FF2B5EF4-FFF2-40B4-BE49-F238E27FC236}">
                    <a16:creationId xmlns:a16="http://schemas.microsoft.com/office/drawing/2014/main" id="{168A2E18-1F12-844D-A062-70A11B4B9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" name="Freeform 1606">
                <a:extLst>
                  <a:ext uri="{FF2B5EF4-FFF2-40B4-BE49-F238E27FC236}">
                    <a16:creationId xmlns:a16="http://schemas.microsoft.com/office/drawing/2014/main" id="{A693CE49-1FBE-4F10-8C6B-3C42F9AC34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" name="Freeform 1607">
                <a:extLst>
                  <a:ext uri="{FF2B5EF4-FFF2-40B4-BE49-F238E27FC236}">
                    <a16:creationId xmlns:a16="http://schemas.microsoft.com/office/drawing/2014/main" id="{B7306FFD-D4D8-ADE3-9FBD-0E9763AF8B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1608">
                <a:extLst>
                  <a:ext uri="{FF2B5EF4-FFF2-40B4-BE49-F238E27FC236}">
                    <a16:creationId xmlns:a16="http://schemas.microsoft.com/office/drawing/2014/main" id="{29C0E630-703A-B56B-C957-0B57128004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Oval 1609">
                <a:extLst>
                  <a:ext uri="{FF2B5EF4-FFF2-40B4-BE49-F238E27FC236}">
                    <a16:creationId xmlns:a16="http://schemas.microsoft.com/office/drawing/2014/main" id="{B8C9975C-1B14-DB3A-41EC-D49822CFFC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83" name="Group 1385">
            <a:extLst>
              <a:ext uri="{FF2B5EF4-FFF2-40B4-BE49-F238E27FC236}">
                <a16:creationId xmlns:a16="http://schemas.microsoft.com/office/drawing/2014/main" id="{687869FB-95D0-C4AD-58EF-DCE6C224725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418580" y="254730"/>
            <a:ext cx="1141095" cy="340150"/>
            <a:chOff x="446" y="1196"/>
            <a:chExt cx="1048" cy="312"/>
          </a:xfrm>
        </p:grpSpPr>
        <p:grpSp>
          <p:nvGrpSpPr>
            <p:cNvPr id="284" name="Group 1386">
              <a:extLst>
                <a:ext uri="{FF2B5EF4-FFF2-40B4-BE49-F238E27FC236}">
                  <a16:creationId xmlns:a16="http://schemas.microsoft.com/office/drawing/2014/main" id="{947A65DA-2AE2-EF62-5175-5088F6B1A7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502" name="Oval 1387">
                <a:extLst>
                  <a:ext uri="{FF2B5EF4-FFF2-40B4-BE49-F238E27FC236}">
                    <a16:creationId xmlns:a16="http://schemas.microsoft.com/office/drawing/2014/main" id="{93B6244A-78FB-A3DD-34EC-2242CECFD4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3" name="Oval 1388">
                <a:extLst>
                  <a:ext uri="{FF2B5EF4-FFF2-40B4-BE49-F238E27FC236}">
                    <a16:creationId xmlns:a16="http://schemas.microsoft.com/office/drawing/2014/main" id="{23F4D40F-A357-26AF-4291-EB859AF4F8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4" name="Freeform 1389">
                <a:extLst>
                  <a:ext uri="{FF2B5EF4-FFF2-40B4-BE49-F238E27FC236}">
                    <a16:creationId xmlns:a16="http://schemas.microsoft.com/office/drawing/2014/main" id="{D6BC642D-2B4B-E47A-AC62-B9D63FBC5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Freeform 1390">
                <a:extLst>
                  <a:ext uri="{FF2B5EF4-FFF2-40B4-BE49-F238E27FC236}">
                    <a16:creationId xmlns:a16="http://schemas.microsoft.com/office/drawing/2014/main" id="{EB5059E4-281E-4135-2B05-61B8DAD356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6" name="Freeform 1391">
                <a:extLst>
                  <a:ext uri="{FF2B5EF4-FFF2-40B4-BE49-F238E27FC236}">
                    <a16:creationId xmlns:a16="http://schemas.microsoft.com/office/drawing/2014/main" id="{16AD0075-09E8-43CD-55DB-7F7AA816E2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7" name="Oval 1392">
                <a:extLst>
                  <a:ext uri="{FF2B5EF4-FFF2-40B4-BE49-F238E27FC236}">
                    <a16:creationId xmlns:a16="http://schemas.microsoft.com/office/drawing/2014/main" id="{F30EB134-5747-D83C-1D01-14564C156F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5" name="Group 1393">
              <a:extLst>
                <a:ext uri="{FF2B5EF4-FFF2-40B4-BE49-F238E27FC236}">
                  <a16:creationId xmlns:a16="http://schemas.microsoft.com/office/drawing/2014/main" id="{5D268404-C72F-9048-BE87-46612DA6A0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96" name="Oval 1394">
                <a:extLst>
                  <a:ext uri="{FF2B5EF4-FFF2-40B4-BE49-F238E27FC236}">
                    <a16:creationId xmlns:a16="http://schemas.microsoft.com/office/drawing/2014/main" id="{DC15A1FF-AC69-BBC6-2D42-6A778FE6A0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7" name="Oval 1395">
                <a:extLst>
                  <a:ext uri="{FF2B5EF4-FFF2-40B4-BE49-F238E27FC236}">
                    <a16:creationId xmlns:a16="http://schemas.microsoft.com/office/drawing/2014/main" id="{2CE96FD4-56B5-0D6D-A717-E0142A4122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8" name="Freeform 1396">
                <a:extLst>
                  <a:ext uri="{FF2B5EF4-FFF2-40B4-BE49-F238E27FC236}">
                    <a16:creationId xmlns:a16="http://schemas.microsoft.com/office/drawing/2014/main" id="{49A3E9E3-8DD0-3A60-7768-525CDDB103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Freeform 1397">
                <a:extLst>
                  <a:ext uri="{FF2B5EF4-FFF2-40B4-BE49-F238E27FC236}">
                    <a16:creationId xmlns:a16="http://schemas.microsoft.com/office/drawing/2014/main" id="{2F1EA9EB-F285-40A5-6891-E6DE01866A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0" name="Freeform 1398">
                <a:extLst>
                  <a:ext uri="{FF2B5EF4-FFF2-40B4-BE49-F238E27FC236}">
                    <a16:creationId xmlns:a16="http://schemas.microsoft.com/office/drawing/2014/main" id="{3F2419BE-2FBD-DB58-DCC3-0AD439E40A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1" name="Oval 1399">
                <a:extLst>
                  <a:ext uri="{FF2B5EF4-FFF2-40B4-BE49-F238E27FC236}">
                    <a16:creationId xmlns:a16="http://schemas.microsoft.com/office/drawing/2014/main" id="{725819B8-9EEE-58AD-6A62-B1FDEFA714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6" name="Group 1400">
              <a:extLst>
                <a:ext uri="{FF2B5EF4-FFF2-40B4-BE49-F238E27FC236}">
                  <a16:creationId xmlns:a16="http://schemas.microsoft.com/office/drawing/2014/main" id="{A41B91C6-E101-C40E-16F4-54C371D0B5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90" name="Oval 1401">
                <a:extLst>
                  <a:ext uri="{FF2B5EF4-FFF2-40B4-BE49-F238E27FC236}">
                    <a16:creationId xmlns:a16="http://schemas.microsoft.com/office/drawing/2014/main" id="{25FBDBA7-305B-BC86-E8F9-A64006D9C3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1" name="Oval 1402">
                <a:extLst>
                  <a:ext uri="{FF2B5EF4-FFF2-40B4-BE49-F238E27FC236}">
                    <a16:creationId xmlns:a16="http://schemas.microsoft.com/office/drawing/2014/main" id="{E3BBEFEC-C0F0-B4A0-FB09-CAD92612B2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2" name="Freeform 1403">
                <a:extLst>
                  <a:ext uri="{FF2B5EF4-FFF2-40B4-BE49-F238E27FC236}">
                    <a16:creationId xmlns:a16="http://schemas.microsoft.com/office/drawing/2014/main" id="{3CD66267-EF0C-A937-7A86-ABCFA6B56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Freeform 1404">
                <a:extLst>
                  <a:ext uri="{FF2B5EF4-FFF2-40B4-BE49-F238E27FC236}">
                    <a16:creationId xmlns:a16="http://schemas.microsoft.com/office/drawing/2014/main" id="{A5268C03-1058-6225-C3DB-C97F40620A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4" name="Freeform 1405">
                <a:extLst>
                  <a:ext uri="{FF2B5EF4-FFF2-40B4-BE49-F238E27FC236}">
                    <a16:creationId xmlns:a16="http://schemas.microsoft.com/office/drawing/2014/main" id="{4BC84847-0EF7-A368-9D3A-8DA96566E0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5" name="Oval 1406">
                <a:extLst>
                  <a:ext uri="{FF2B5EF4-FFF2-40B4-BE49-F238E27FC236}">
                    <a16:creationId xmlns:a16="http://schemas.microsoft.com/office/drawing/2014/main" id="{4EA4E18F-51F5-C6EA-D6CD-1729106876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7" name="Group 1407">
              <a:extLst>
                <a:ext uri="{FF2B5EF4-FFF2-40B4-BE49-F238E27FC236}">
                  <a16:creationId xmlns:a16="http://schemas.microsoft.com/office/drawing/2014/main" id="{0113AE35-257D-AE0D-1B76-30F2FDA88E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84" name="Oval 1408">
                <a:extLst>
                  <a:ext uri="{FF2B5EF4-FFF2-40B4-BE49-F238E27FC236}">
                    <a16:creationId xmlns:a16="http://schemas.microsoft.com/office/drawing/2014/main" id="{686E4F57-97C6-3415-F58D-A3E792C328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5" name="Oval 1409">
                <a:extLst>
                  <a:ext uri="{FF2B5EF4-FFF2-40B4-BE49-F238E27FC236}">
                    <a16:creationId xmlns:a16="http://schemas.microsoft.com/office/drawing/2014/main" id="{A8FEC51B-FF4B-45BB-BBFD-1FE6828286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6" name="Freeform 1410">
                <a:extLst>
                  <a:ext uri="{FF2B5EF4-FFF2-40B4-BE49-F238E27FC236}">
                    <a16:creationId xmlns:a16="http://schemas.microsoft.com/office/drawing/2014/main" id="{8FE51D5F-C4F0-70B1-F350-1DE2F4E964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7" name="Freeform 1411">
                <a:extLst>
                  <a:ext uri="{FF2B5EF4-FFF2-40B4-BE49-F238E27FC236}">
                    <a16:creationId xmlns:a16="http://schemas.microsoft.com/office/drawing/2014/main" id="{CE979B74-4C7A-752D-4784-2D912FB7E4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8" name="Freeform 1412">
                <a:extLst>
                  <a:ext uri="{FF2B5EF4-FFF2-40B4-BE49-F238E27FC236}">
                    <a16:creationId xmlns:a16="http://schemas.microsoft.com/office/drawing/2014/main" id="{75F960F0-014F-223B-4073-4B2FBA5B74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9" name="Oval 1413">
                <a:extLst>
                  <a:ext uri="{FF2B5EF4-FFF2-40B4-BE49-F238E27FC236}">
                    <a16:creationId xmlns:a16="http://schemas.microsoft.com/office/drawing/2014/main" id="{809FA952-ABC8-4240-BC3B-F203C31217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8" name="Group 1414">
              <a:extLst>
                <a:ext uri="{FF2B5EF4-FFF2-40B4-BE49-F238E27FC236}">
                  <a16:creationId xmlns:a16="http://schemas.microsoft.com/office/drawing/2014/main" id="{880826E3-043E-1E56-D34D-AE1F9E7FA9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78" name="Oval 1415">
                <a:extLst>
                  <a:ext uri="{FF2B5EF4-FFF2-40B4-BE49-F238E27FC236}">
                    <a16:creationId xmlns:a16="http://schemas.microsoft.com/office/drawing/2014/main" id="{4E7EBCED-979A-FE69-1D1B-DE67C2D276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79" name="Oval 1416">
                <a:extLst>
                  <a:ext uri="{FF2B5EF4-FFF2-40B4-BE49-F238E27FC236}">
                    <a16:creationId xmlns:a16="http://schemas.microsoft.com/office/drawing/2014/main" id="{98C06753-D964-965A-AB15-1714075B28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0" name="Freeform 1417">
                <a:extLst>
                  <a:ext uri="{FF2B5EF4-FFF2-40B4-BE49-F238E27FC236}">
                    <a16:creationId xmlns:a16="http://schemas.microsoft.com/office/drawing/2014/main" id="{354EAAEB-297B-A17D-2AAB-E26BD56102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1" name="Freeform 1418">
                <a:extLst>
                  <a:ext uri="{FF2B5EF4-FFF2-40B4-BE49-F238E27FC236}">
                    <a16:creationId xmlns:a16="http://schemas.microsoft.com/office/drawing/2014/main" id="{523ABB16-3D25-37F2-445F-D4E71BF617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2" name="Freeform 1419">
                <a:extLst>
                  <a:ext uri="{FF2B5EF4-FFF2-40B4-BE49-F238E27FC236}">
                    <a16:creationId xmlns:a16="http://schemas.microsoft.com/office/drawing/2014/main" id="{9A882D3C-582F-87E1-5919-D0DE8E4BCB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3" name="Oval 1420">
                <a:extLst>
                  <a:ext uri="{FF2B5EF4-FFF2-40B4-BE49-F238E27FC236}">
                    <a16:creationId xmlns:a16="http://schemas.microsoft.com/office/drawing/2014/main" id="{570D801B-5C4F-EB33-2D6E-E6A77B3732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9" name="Group 1421">
              <a:extLst>
                <a:ext uri="{FF2B5EF4-FFF2-40B4-BE49-F238E27FC236}">
                  <a16:creationId xmlns:a16="http://schemas.microsoft.com/office/drawing/2014/main" id="{2C987DCF-B356-135E-372B-FAD26E98CA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72" name="Oval 1422">
                <a:extLst>
                  <a:ext uri="{FF2B5EF4-FFF2-40B4-BE49-F238E27FC236}">
                    <a16:creationId xmlns:a16="http://schemas.microsoft.com/office/drawing/2014/main" id="{A21F54D2-38B1-E7DF-401E-632311B1C2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73" name="Oval 1423">
                <a:extLst>
                  <a:ext uri="{FF2B5EF4-FFF2-40B4-BE49-F238E27FC236}">
                    <a16:creationId xmlns:a16="http://schemas.microsoft.com/office/drawing/2014/main" id="{F80CC230-A758-B787-E6EB-EBB30A5DA8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74" name="Freeform 1424">
                <a:extLst>
                  <a:ext uri="{FF2B5EF4-FFF2-40B4-BE49-F238E27FC236}">
                    <a16:creationId xmlns:a16="http://schemas.microsoft.com/office/drawing/2014/main" id="{D2B88043-3023-6510-9510-62AEA2ED83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5" name="Freeform 1425">
                <a:extLst>
                  <a:ext uri="{FF2B5EF4-FFF2-40B4-BE49-F238E27FC236}">
                    <a16:creationId xmlns:a16="http://schemas.microsoft.com/office/drawing/2014/main" id="{4ED372A3-B3B5-D132-D827-19614446CB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6" name="Freeform 1426">
                <a:extLst>
                  <a:ext uri="{FF2B5EF4-FFF2-40B4-BE49-F238E27FC236}">
                    <a16:creationId xmlns:a16="http://schemas.microsoft.com/office/drawing/2014/main" id="{5AF3D2A7-3EB8-C882-D269-447E0D25FC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7" name="Oval 1427">
                <a:extLst>
                  <a:ext uri="{FF2B5EF4-FFF2-40B4-BE49-F238E27FC236}">
                    <a16:creationId xmlns:a16="http://schemas.microsoft.com/office/drawing/2014/main" id="{C544FE82-01C4-6C83-A6CD-6A15AA53DA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0" name="Group 1428">
              <a:extLst>
                <a:ext uri="{FF2B5EF4-FFF2-40B4-BE49-F238E27FC236}">
                  <a16:creationId xmlns:a16="http://schemas.microsoft.com/office/drawing/2014/main" id="{947A55E4-CDD5-67E6-A7ED-4043EACF2A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66" name="Oval 1429">
                <a:extLst>
                  <a:ext uri="{FF2B5EF4-FFF2-40B4-BE49-F238E27FC236}">
                    <a16:creationId xmlns:a16="http://schemas.microsoft.com/office/drawing/2014/main" id="{2640DCF0-D4E8-99D0-FB8F-ADE70E501D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7" name="Oval 1430">
                <a:extLst>
                  <a:ext uri="{FF2B5EF4-FFF2-40B4-BE49-F238E27FC236}">
                    <a16:creationId xmlns:a16="http://schemas.microsoft.com/office/drawing/2014/main" id="{33602BFC-237A-4F82-1ECF-4A316ADEBE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8" name="Freeform 1431">
                <a:extLst>
                  <a:ext uri="{FF2B5EF4-FFF2-40B4-BE49-F238E27FC236}">
                    <a16:creationId xmlns:a16="http://schemas.microsoft.com/office/drawing/2014/main" id="{15A039BA-8A35-98DC-0A09-7872FB6935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9" name="Freeform 1432">
                <a:extLst>
                  <a:ext uri="{FF2B5EF4-FFF2-40B4-BE49-F238E27FC236}">
                    <a16:creationId xmlns:a16="http://schemas.microsoft.com/office/drawing/2014/main" id="{34D08B7A-1149-CE11-D34B-71B8C8DBC6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0" name="Freeform 1433">
                <a:extLst>
                  <a:ext uri="{FF2B5EF4-FFF2-40B4-BE49-F238E27FC236}">
                    <a16:creationId xmlns:a16="http://schemas.microsoft.com/office/drawing/2014/main" id="{99AFA216-71EB-6BD1-1C96-3D6FF41B40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1" name="Oval 1434">
                <a:extLst>
                  <a:ext uri="{FF2B5EF4-FFF2-40B4-BE49-F238E27FC236}">
                    <a16:creationId xmlns:a16="http://schemas.microsoft.com/office/drawing/2014/main" id="{C402EF93-415D-16A4-7C71-B71BBCBD6A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1" name="Group 1435">
              <a:extLst>
                <a:ext uri="{FF2B5EF4-FFF2-40B4-BE49-F238E27FC236}">
                  <a16:creationId xmlns:a16="http://schemas.microsoft.com/office/drawing/2014/main" id="{3F7DE486-26C1-4B83-EA45-7089256D1BF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60" name="Oval 1436">
                <a:extLst>
                  <a:ext uri="{FF2B5EF4-FFF2-40B4-BE49-F238E27FC236}">
                    <a16:creationId xmlns:a16="http://schemas.microsoft.com/office/drawing/2014/main" id="{271CDFA2-DD22-91F5-B4CE-89622BA29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1" name="Oval 1437">
                <a:extLst>
                  <a:ext uri="{FF2B5EF4-FFF2-40B4-BE49-F238E27FC236}">
                    <a16:creationId xmlns:a16="http://schemas.microsoft.com/office/drawing/2014/main" id="{17DAC74B-447D-5530-0707-AE7C8561D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2" name="Freeform 1438">
                <a:extLst>
                  <a:ext uri="{FF2B5EF4-FFF2-40B4-BE49-F238E27FC236}">
                    <a16:creationId xmlns:a16="http://schemas.microsoft.com/office/drawing/2014/main" id="{B334AB11-E6E0-B2B6-2386-B63B3B90A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3" name="Freeform 1439">
                <a:extLst>
                  <a:ext uri="{FF2B5EF4-FFF2-40B4-BE49-F238E27FC236}">
                    <a16:creationId xmlns:a16="http://schemas.microsoft.com/office/drawing/2014/main" id="{37E7D4CF-2A5B-92E2-6063-10C3B38378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4" name="Freeform 1440">
                <a:extLst>
                  <a:ext uri="{FF2B5EF4-FFF2-40B4-BE49-F238E27FC236}">
                    <a16:creationId xmlns:a16="http://schemas.microsoft.com/office/drawing/2014/main" id="{CFB7B90D-FD5E-8A45-EA25-92933E596C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5" name="Oval 1441">
                <a:extLst>
                  <a:ext uri="{FF2B5EF4-FFF2-40B4-BE49-F238E27FC236}">
                    <a16:creationId xmlns:a16="http://schemas.microsoft.com/office/drawing/2014/main" id="{313952E7-A232-80EC-44B6-65D82B9E62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2" name="Group 1442">
              <a:extLst>
                <a:ext uri="{FF2B5EF4-FFF2-40B4-BE49-F238E27FC236}">
                  <a16:creationId xmlns:a16="http://schemas.microsoft.com/office/drawing/2014/main" id="{E700AB78-AF71-2428-0760-06D5D6969D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454" name="Oval 1443">
                <a:extLst>
                  <a:ext uri="{FF2B5EF4-FFF2-40B4-BE49-F238E27FC236}">
                    <a16:creationId xmlns:a16="http://schemas.microsoft.com/office/drawing/2014/main" id="{D39E8394-06E8-AE46-C8EF-733F579E60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5" name="Oval 1444">
                <a:extLst>
                  <a:ext uri="{FF2B5EF4-FFF2-40B4-BE49-F238E27FC236}">
                    <a16:creationId xmlns:a16="http://schemas.microsoft.com/office/drawing/2014/main" id="{5287191E-F519-0AFE-A9CB-08796893F3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6" name="Freeform 1445">
                <a:extLst>
                  <a:ext uri="{FF2B5EF4-FFF2-40B4-BE49-F238E27FC236}">
                    <a16:creationId xmlns:a16="http://schemas.microsoft.com/office/drawing/2014/main" id="{BFEBC209-5A80-31CE-5869-BD0878C39C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7" name="Freeform 1446">
                <a:extLst>
                  <a:ext uri="{FF2B5EF4-FFF2-40B4-BE49-F238E27FC236}">
                    <a16:creationId xmlns:a16="http://schemas.microsoft.com/office/drawing/2014/main" id="{8CD80291-F386-4192-9E18-90AA58FCC3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8" name="Freeform 1447">
                <a:extLst>
                  <a:ext uri="{FF2B5EF4-FFF2-40B4-BE49-F238E27FC236}">
                    <a16:creationId xmlns:a16="http://schemas.microsoft.com/office/drawing/2014/main" id="{3E51E3F7-8951-8BC0-FEE6-D386A3C36A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9" name="Oval 1448">
                <a:extLst>
                  <a:ext uri="{FF2B5EF4-FFF2-40B4-BE49-F238E27FC236}">
                    <a16:creationId xmlns:a16="http://schemas.microsoft.com/office/drawing/2014/main" id="{B8AE7D22-ABE6-E1DA-E42C-76100DA06E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3" name="Group 1449">
              <a:extLst>
                <a:ext uri="{FF2B5EF4-FFF2-40B4-BE49-F238E27FC236}">
                  <a16:creationId xmlns:a16="http://schemas.microsoft.com/office/drawing/2014/main" id="{DA3BC6DD-02ED-8EA5-3B6B-9DD31090E1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448" name="Oval 1450">
                <a:extLst>
                  <a:ext uri="{FF2B5EF4-FFF2-40B4-BE49-F238E27FC236}">
                    <a16:creationId xmlns:a16="http://schemas.microsoft.com/office/drawing/2014/main" id="{FB721B2E-E015-4E0E-CE90-4D6E7C8D97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9" name="Oval 1451">
                <a:extLst>
                  <a:ext uri="{FF2B5EF4-FFF2-40B4-BE49-F238E27FC236}">
                    <a16:creationId xmlns:a16="http://schemas.microsoft.com/office/drawing/2014/main" id="{43825285-BB99-7A0E-C51C-2B73489FD1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0" name="Freeform 1452">
                <a:extLst>
                  <a:ext uri="{FF2B5EF4-FFF2-40B4-BE49-F238E27FC236}">
                    <a16:creationId xmlns:a16="http://schemas.microsoft.com/office/drawing/2014/main" id="{F679971C-E62A-951A-D771-CC4D3C4159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1" name="Freeform 1453">
                <a:extLst>
                  <a:ext uri="{FF2B5EF4-FFF2-40B4-BE49-F238E27FC236}">
                    <a16:creationId xmlns:a16="http://schemas.microsoft.com/office/drawing/2014/main" id="{DF32CE72-7642-946A-7467-739B39B945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Freeform 1454">
                <a:extLst>
                  <a:ext uri="{FF2B5EF4-FFF2-40B4-BE49-F238E27FC236}">
                    <a16:creationId xmlns:a16="http://schemas.microsoft.com/office/drawing/2014/main" id="{981BE896-527F-C0C3-2AE5-DE92F8F404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" name="Oval 1455">
                <a:extLst>
                  <a:ext uri="{FF2B5EF4-FFF2-40B4-BE49-F238E27FC236}">
                    <a16:creationId xmlns:a16="http://schemas.microsoft.com/office/drawing/2014/main" id="{68B55E77-B615-7526-81D7-098C0F64B4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4" name="Group 1456">
              <a:extLst>
                <a:ext uri="{FF2B5EF4-FFF2-40B4-BE49-F238E27FC236}">
                  <a16:creationId xmlns:a16="http://schemas.microsoft.com/office/drawing/2014/main" id="{4E77C3EF-A275-2190-2CA4-3E25D72966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442" name="Oval 1457">
                <a:extLst>
                  <a:ext uri="{FF2B5EF4-FFF2-40B4-BE49-F238E27FC236}">
                    <a16:creationId xmlns:a16="http://schemas.microsoft.com/office/drawing/2014/main" id="{2FF0C799-311C-7B66-4D0E-4BFA9F5CD0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3" name="Oval 1458">
                <a:extLst>
                  <a:ext uri="{FF2B5EF4-FFF2-40B4-BE49-F238E27FC236}">
                    <a16:creationId xmlns:a16="http://schemas.microsoft.com/office/drawing/2014/main" id="{496319DD-4664-EDA7-C12C-779BA54D9F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4" name="Freeform 1459">
                <a:extLst>
                  <a:ext uri="{FF2B5EF4-FFF2-40B4-BE49-F238E27FC236}">
                    <a16:creationId xmlns:a16="http://schemas.microsoft.com/office/drawing/2014/main" id="{90CC8B3A-4774-52B0-5BF3-AECF47ABB7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5" name="Freeform 1460">
                <a:extLst>
                  <a:ext uri="{FF2B5EF4-FFF2-40B4-BE49-F238E27FC236}">
                    <a16:creationId xmlns:a16="http://schemas.microsoft.com/office/drawing/2014/main" id="{67B323EB-A375-9CD1-B901-8B05ADFD25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Freeform 1461">
                <a:extLst>
                  <a:ext uri="{FF2B5EF4-FFF2-40B4-BE49-F238E27FC236}">
                    <a16:creationId xmlns:a16="http://schemas.microsoft.com/office/drawing/2014/main" id="{96BE1BAD-23BB-BA36-8E87-CCD10885EF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Oval 1462">
                <a:extLst>
                  <a:ext uri="{FF2B5EF4-FFF2-40B4-BE49-F238E27FC236}">
                    <a16:creationId xmlns:a16="http://schemas.microsoft.com/office/drawing/2014/main" id="{4122919F-1F49-5AFA-1952-6E9100EFF7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5" name="Group 1463">
              <a:extLst>
                <a:ext uri="{FF2B5EF4-FFF2-40B4-BE49-F238E27FC236}">
                  <a16:creationId xmlns:a16="http://schemas.microsoft.com/office/drawing/2014/main" id="{1A70D3D0-26D4-5A43-5CE4-727381F8C7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436" name="Oval 1464">
                <a:extLst>
                  <a:ext uri="{FF2B5EF4-FFF2-40B4-BE49-F238E27FC236}">
                    <a16:creationId xmlns:a16="http://schemas.microsoft.com/office/drawing/2014/main" id="{4D169AE6-AC5F-F17C-4D8A-E461AA855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7" name="Oval 1465">
                <a:extLst>
                  <a:ext uri="{FF2B5EF4-FFF2-40B4-BE49-F238E27FC236}">
                    <a16:creationId xmlns:a16="http://schemas.microsoft.com/office/drawing/2014/main" id="{9ADCF214-0A83-7229-4FA6-A1064D7BF1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8" name="Freeform 1466">
                <a:extLst>
                  <a:ext uri="{FF2B5EF4-FFF2-40B4-BE49-F238E27FC236}">
                    <a16:creationId xmlns:a16="http://schemas.microsoft.com/office/drawing/2014/main" id="{32437E69-3D51-23CE-A5EC-960D10DAB5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9" name="Freeform 1467">
                <a:extLst>
                  <a:ext uri="{FF2B5EF4-FFF2-40B4-BE49-F238E27FC236}">
                    <a16:creationId xmlns:a16="http://schemas.microsoft.com/office/drawing/2014/main" id="{0B930A24-A7AA-9526-4E65-32E1EABA4D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Freeform 1468">
                <a:extLst>
                  <a:ext uri="{FF2B5EF4-FFF2-40B4-BE49-F238E27FC236}">
                    <a16:creationId xmlns:a16="http://schemas.microsoft.com/office/drawing/2014/main" id="{DA0500D5-97CB-ACB4-FE19-9011FA1D0C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Oval 1469">
                <a:extLst>
                  <a:ext uri="{FF2B5EF4-FFF2-40B4-BE49-F238E27FC236}">
                    <a16:creationId xmlns:a16="http://schemas.microsoft.com/office/drawing/2014/main" id="{681AD50E-8B83-91EA-5F47-98A84DB9D7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6" name="Group 1470">
              <a:extLst>
                <a:ext uri="{FF2B5EF4-FFF2-40B4-BE49-F238E27FC236}">
                  <a16:creationId xmlns:a16="http://schemas.microsoft.com/office/drawing/2014/main" id="{5FDE3816-DB06-6836-68C2-DE6164A53A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430" name="Oval 1471">
                <a:extLst>
                  <a:ext uri="{FF2B5EF4-FFF2-40B4-BE49-F238E27FC236}">
                    <a16:creationId xmlns:a16="http://schemas.microsoft.com/office/drawing/2014/main" id="{00528281-DFFC-DFCA-BDAB-0C9BCA73F4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1" name="Oval 1472">
                <a:extLst>
                  <a:ext uri="{FF2B5EF4-FFF2-40B4-BE49-F238E27FC236}">
                    <a16:creationId xmlns:a16="http://schemas.microsoft.com/office/drawing/2014/main" id="{D5EB9DE2-06F8-08C2-5852-8BF0002825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2" name="Freeform 1473">
                <a:extLst>
                  <a:ext uri="{FF2B5EF4-FFF2-40B4-BE49-F238E27FC236}">
                    <a16:creationId xmlns:a16="http://schemas.microsoft.com/office/drawing/2014/main" id="{67D300D1-2D03-68B3-FBD3-8D3FCA129F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3" name="Freeform 1474">
                <a:extLst>
                  <a:ext uri="{FF2B5EF4-FFF2-40B4-BE49-F238E27FC236}">
                    <a16:creationId xmlns:a16="http://schemas.microsoft.com/office/drawing/2014/main" id="{33293830-BFE5-6998-9582-4A4D25576F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Freeform 1475">
                <a:extLst>
                  <a:ext uri="{FF2B5EF4-FFF2-40B4-BE49-F238E27FC236}">
                    <a16:creationId xmlns:a16="http://schemas.microsoft.com/office/drawing/2014/main" id="{480A4DA8-E9BA-34EC-BB12-A9254AE945F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Oval 1476">
                <a:extLst>
                  <a:ext uri="{FF2B5EF4-FFF2-40B4-BE49-F238E27FC236}">
                    <a16:creationId xmlns:a16="http://schemas.microsoft.com/office/drawing/2014/main" id="{4E237B9D-5558-EAB0-C4AD-B3ACAFC1C2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7" name="Group 1477">
              <a:extLst>
                <a:ext uri="{FF2B5EF4-FFF2-40B4-BE49-F238E27FC236}">
                  <a16:creationId xmlns:a16="http://schemas.microsoft.com/office/drawing/2014/main" id="{0AC11943-C2EF-513D-3AE8-8B4B430E2B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424" name="Oval 1478">
                <a:extLst>
                  <a:ext uri="{FF2B5EF4-FFF2-40B4-BE49-F238E27FC236}">
                    <a16:creationId xmlns:a16="http://schemas.microsoft.com/office/drawing/2014/main" id="{1C414E03-CA06-D929-DBCC-04C3E39252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5" name="Oval 1479">
                <a:extLst>
                  <a:ext uri="{FF2B5EF4-FFF2-40B4-BE49-F238E27FC236}">
                    <a16:creationId xmlns:a16="http://schemas.microsoft.com/office/drawing/2014/main" id="{08FFAED5-7973-F2CB-EA0D-AD327B6712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6" name="Freeform 1480">
                <a:extLst>
                  <a:ext uri="{FF2B5EF4-FFF2-40B4-BE49-F238E27FC236}">
                    <a16:creationId xmlns:a16="http://schemas.microsoft.com/office/drawing/2014/main" id="{10118371-D8E4-4462-AFE4-CDAB5809C7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7" name="Freeform 1481">
                <a:extLst>
                  <a:ext uri="{FF2B5EF4-FFF2-40B4-BE49-F238E27FC236}">
                    <a16:creationId xmlns:a16="http://schemas.microsoft.com/office/drawing/2014/main" id="{725177AD-330B-3DCE-8AE5-87F27D125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Freeform 1482">
                <a:extLst>
                  <a:ext uri="{FF2B5EF4-FFF2-40B4-BE49-F238E27FC236}">
                    <a16:creationId xmlns:a16="http://schemas.microsoft.com/office/drawing/2014/main" id="{B370711E-85E2-DEE2-1576-AC204BD760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Oval 1483">
                <a:extLst>
                  <a:ext uri="{FF2B5EF4-FFF2-40B4-BE49-F238E27FC236}">
                    <a16:creationId xmlns:a16="http://schemas.microsoft.com/office/drawing/2014/main" id="{BD3B0968-C981-CAAB-B30A-AE8042D43DE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8" name="Group 1484">
              <a:extLst>
                <a:ext uri="{FF2B5EF4-FFF2-40B4-BE49-F238E27FC236}">
                  <a16:creationId xmlns:a16="http://schemas.microsoft.com/office/drawing/2014/main" id="{1D504AEB-2C6C-0754-A010-F1FE59F9B0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418" name="Oval 1485">
                <a:extLst>
                  <a:ext uri="{FF2B5EF4-FFF2-40B4-BE49-F238E27FC236}">
                    <a16:creationId xmlns:a16="http://schemas.microsoft.com/office/drawing/2014/main" id="{9CC4FDCB-980E-2FC3-6EC9-0C5CE0883D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9" name="Oval 1486">
                <a:extLst>
                  <a:ext uri="{FF2B5EF4-FFF2-40B4-BE49-F238E27FC236}">
                    <a16:creationId xmlns:a16="http://schemas.microsoft.com/office/drawing/2014/main" id="{FBFDCDBA-7A66-ADB1-F2D2-08BCFF7BD5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0" name="Freeform 1487">
                <a:extLst>
                  <a:ext uri="{FF2B5EF4-FFF2-40B4-BE49-F238E27FC236}">
                    <a16:creationId xmlns:a16="http://schemas.microsoft.com/office/drawing/2014/main" id="{DE1EC096-0977-4298-0649-564C6FE186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1" name="Freeform 1488">
                <a:extLst>
                  <a:ext uri="{FF2B5EF4-FFF2-40B4-BE49-F238E27FC236}">
                    <a16:creationId xmlns:a16="http://schemas.microsoft.com/office/drawing/2014/main" id="{117B5E31-C99E-1F72-3BD1-CC8C9FC94F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Freeform 1489">
                <a:extLst>
                  <a:ext uri="{FF2B5EF4-FFF2-40B4-BE49-F238E27FC236}">
                    <a16:creationId xmlns:a16="http://schemas.microsoft.com/office/drawing/2014/main" id="{48429B67-9AD3-3671-4C82-81D644C529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Oval 1490">
                <a:extLst>
                  <a:ext uri="{FF2B5EF4-FFF2-40B4-BE49-F238E27FC236}">
                    <a16:creationId xmlns:a16="http://schemas.microsoft.com/office/drawing/2014/main" id="{747BC3C7-1897-8FDD-1381-4CABB6E83A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9" name="Group 1491">
              <a:extLst>
                <a:ext uri="{FF2B5EF4-FFF2-40B4-BE49-F238E27FC236}">
                  <a16:creationId xmlns:a16="http://schemas.microsoft.com/office/drawing/2014/main" id="{DA321E6E-9B2D-F214-852C-B1E0F445D2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412" name="Oval 1492">
                <a:extLst>
                  <a:ext uri="{FF2B5EF4-FFF2-40B4-BE49-F238E27FC236}">
                    <a16:creationId xmlns:a16="http://schemas.microsoft.com/office/drawing/2014/main" id="{595DFCF5-3F02-BC35-8994-F9932C51BD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3" name="Oval 1493">
                <a:extLst>
                  <a:ext uri="{FF2B5EF4-FFF2-40B4-BE49-F238E27FC236}">
                    <a16:creationId xmlns:a16="http://schemas.microsoft.com/office/drawing/2014/main" id="{D76D88E6-0639-5AFA-B7DA-77CD5000CA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4" name="Freeform 1494">
                <a:extLst>
                  <a:ext uri="{FF2B5EF4-FFF2-40B4-BE49-F238E27FC236}">
                    <a16:creationId xmlns:a16="http://schemas.microsoft.com/office/drawing/2014/main" id="{14E623DC-2F57-2027-8867-FA0D251D4A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5" name="Freeform 1495">
                <a:extLst>
                  <a:ext uri="{FF2B5EF4-FFF2-40B4-BE49-F238E27FC236}">
                    <a16:creationId xmlns:a16="http://schemas.microsoft.com/office/drawing/2014/main" id="{348B4BD5-41EF-EEC2-BB1C-A9855FF9DE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Freeform 1496">
                <a:extLst>
                  <a:ext uri="{FF2B5EF4-FFF2-40B4-BE49-F238E27FC236}">
                    <a16:creationId xmlns:a16="http://schemas.microsoft.com/office/drawing/2014/main" id="{288A8EEC-A1A9-9994-B180-D5147DB61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" name="Oval 1497">
                <a:extLst>
                  <a:ext uri="{FF2B5EF4-FFF2-40B4-BE49-F238E27FC236}">
                    <a16:creationId xmlns:a16="http://schemas.microsoft.com/office/drawing/2014/main" id="{B96F04E4-7DDF-FE3D-25C9-E21B9BBCA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0" name="Group 1498">
              <a:extLst>
                <a:ext uri="{FF2B5EF4-FFF2-40B4-BE49-F238E27FC236}">
                  <a16:creationId xmlns:a16="http://schemas.microsoft.com/office/drawing/2014/main" id="{2B522D18-5F83-4213-E43F-DEB50FD87B6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406" name="Oval 1499">
                <a:extLst>
                  <a:ext uri="{FF2B5EF4-FFF2-40B4-BE49-F238E27FC236}">
                    <a16:creationId xmlns:a16="http://schemas.microsoft.com/office/drawing/2014/main" id="{30E614F5-F9F1-AB10-9217-13604E92D7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7" name="Oval 1500">
                <a:extLst>
                  <a:ext uri="{FF2B5EF4-FFF2-40B4-BE49-F238E27FC236}">
                    <a16:creationId xmlns:a16="http://schemas.microsoft.com/office/drawing/2014/main" id="{FB2671FB-CFCA-0DDB-49A0-E21B84BB45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8" name="Freeform 1501">
                <a:extLst>
                  <a:ext uri="{FF2B5EF4-FFF2-40B4-BE49-F238E27FC236}">
                    <a16:creationId xmlns:a16="http://schemas.microsoft.com/office/drawing/2014/main" id="{E05A30D8-0E6C-7710-E25F-E2975C97D0B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" name="Freeform 1502">
                <a:extLst>
                  <a:ext uri="{FF2B5EF4-FFF2-40B4-BE49-F238E27FC236}">
                    <a16:creationId xmlns:a16="http://schemas.microsoft.com/office/drawing/2014/main" id="{C50CA42F-7D4D-8995-07DB-CAB1C0309D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Freeform 1503">
                <a:extLst>
                  <a:ext uri="{FF2B5EF4-FFF2-40B4-BE49-F238E27FC236}">
                    <a16:creationId xmlns:a16="http://schemas.microsoft.com/office/drawing/2014/main" id="{E8B0C613-D7EC-E5F1-CAC8-887A5E3F3D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Oval 1504">
                <a:extLst>
                  <a:ext uri="{FF2B5EF4-FFF2-40B4-BE49-F238E27FC236}">
                    <a16:creationId xmlns:a16="http://schemas.microsoft.com/office/drawing/2014/main" id="{2205BB0E-3246-CBED-B09D-2A5092DCBC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1" name="Group 1505">
              <a:extLst>
                <a:ext uri="{FF2B5EF4-FFF2-40B4-BE49-F238E27FC236}">
                  <a16:creationId xmlns:a16="http://schemas.microsoft.com/office/drawing/2014/main" id="{3BCA0A47-E072-54AF-7C4F-1CFBCCD58A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400" name="Oval 1506">
                <a:extLst>
                  <a:ext uri="{FF2B5EF4-FFF2-40B4-BE49-F238E27FC236}">
                    <a16:creationId xmlns:a16="http://schemas.microsoft.com/office/drawing/2014/main" id="{27F1CC0D-0321-0E2E-C9B5-D0DCDA0C79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1" name="Oval 1507">
                <a:extLst>
                  <a:ext uri="{FF2B5EF4-FFF2-40B4-BE49-F238E27FC236}">
                    <a16:creationId xmlns:a16="http://schemas.microsoft.com/office/drawing/2014/main" id="{E09FB8F8-1E66-7970-98DE-C9EB6DBF39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2" name="Freeform 1508">
                <a:extLst>
                  <a:ext uri="{FF2B5EF4-FFF2-40B4-BE49-F238E27FC236}">
                    <a16:creationId xmlns:a16="http://schemas.microsoft.com/office/drawing/2014/main" id="{D16E29B3-8DA6-3DC2-1C64-E7841EB939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3" name="Freeform 1509">
                <a:extLst>
                  <a:ext uri="{FF2B5EF4-FFF2-40B4-BE49-F238E27FC236}">
                    <a16:creationId xmlns:a16="http://schemas.microsoft.com/office/drawing/2014/main" id="{68165B03-F58D-9648-673A-13130EB0B9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Freeform 1510">
                <a:extLst>
                  <a:ext uri="{FF2B5EF4-FFF2-40B4-BE49-F238E27FC236}">
                    <a16:creationId xmlns:a16="http://schemas.microsoft.com/office/drawing/2014/main" id="{077EB181-80A3-EBD4-FCBF-E12274DA19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" name="Oval 1511">
                <a:extLst>
                  <a:ext uri="{FF2B5EF4-FFF2-40B4-BE49-F238E27FC236}">
                    <a16:creationId xmlns:a16="http://schemas.microsoft.com/office/drawing/2014/main" id="{A4773690-2C51-3F74-34B8-31C020E0C0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2" name="Group 1512">
              <a:extLst>
                <a:ext uri="{FF2B5EF4-FFF2-40B4-BE49-F238E27FC236}">
                  <a16:creationId xmlns:a16="http://schemas.microsoft.com/office/drawing/2014/main" id="{683CBC7F-4C84-6DBB-1F57-BBF9264284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94" name="Oval 1513">
                <a:extLst>
                  <a:ext uri="{FF2B5EF4-FFF2-40B4-BE49-F238E27FC236}">
                    <a16:creationId xmlns:a16="http://schemas.microsoft.com/office/drawing/2014/main" id="{6C8F104A-5A1B-F58B-CB40-AEF19C7A91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5" name="Oval 1514">
                <a:extLst>
                  <a:ext uri="{FF2B5EF4-FFF2-40B4-BE49-F238E27FC236}">
                    <a16:creationId xmlns:a16="http://schemas.microsoft.com/office/drawing/2014/main" id="{9A798152-D6B4-F3B2-1A79-87D45B3166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6" name="Freeform 1515">
                <a:extLst>
                  <a:ext uri="{FF2B5EF4-FFF2-40B4-BE49-F238E27FC236}">
                    <a16:creationId xmlns:a16="http://schemas.microsoft.com/office/drawing/2014/main" id="{47B7E0A9-0E74-1EF8-CFB1-3065048938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7" name="Freeform 1516">
                <a:extLst>
                  <a:ext uri="{FF2B5EF4-FFF2-40B4-BE49-F238E27FC236}">
                    <a16:creationId xmlns:a16="http://schemas.microsoft.com/office/drawing/2014/main" id="{0457562F-4E4D-A097-EF40-5118BA4B3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Freeform 1517">
                <a:extLst>
                  <a:ext uri="{FF2B5EF4-FFF2-40B4-BE49-F238E27FC236}">
                    <a16:creationId xmlns:a16="http://schemas.microsoft.com/office/drawing/2014/main" id="{0443AD55-C3A2-9166-4F39-C52C7A73BC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Oval 1518">
                <a:extLst>
                  <a:ext uri="{FF2B5EF4-FFF2-40B4-BE49-F238E27FC236}">
                    <a16:creationId xmlns:a16="http://schemas.microsoft.com/office/drawing/2014/main" id="{90F7C36C-56BD-E430-F378-557E8F7B89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3" name="Group 1519">
              <a:extLst>
                <a:ext uri="{FF2B5EF4-FFF2-40B4-BE49-F238E27FC236}">
                  <a16:creationId xmlns:a16="http://schemas.microsoft.com/office/drawing/2014/main" id="{EEBA5DE9-6369-DC96-E6E2-D67D66FC49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88" name="Oval 1520">
                <a:extLst>
                  <a:ext uri="{FF2B5EF4-FFF2-40B4-BE49-F238E27FC236}">
                    <a16:creationId xmlns:a16="http://schemas.microsoft.com/office/drawing/2014/main" id="{DACD5F59-E81B-A9BA-EE61-626A42D55D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9" name="Oval 1521">
                <a:extLst>
                  <a:ext uri="{FF2B5EF4-FFF2-40B4-BE49-F238E27FC236}">
                    <a16:creationId xmlns:a16="http://schemas.microsoft.com/office/drawing/2014/main" id="{1D405C72-B098-CD99-C6BD-C9DCAC0F28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0" name="Freeform 1522">
                <a:extLst>
                  <a:ext uri="{FF2B5EF4-FFF2-40B4-BE49-F238E27FC236}">
                    <a16:creationId xmlns:a16="http://schemas.microsoft.com/office/drawing/2014/main" id="{7822840B-DBCB-C09E-53D7-79D0701F3E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1" name="Freeform 1523">
                <a:extLst>
                  <a:ext uri="{FF2B5EF4-FFF2-40B4-BE49-F238E27FC236}">
                    <a16:creationId xmlns:a16="http://schemas.microsoft.com/office/drawing/2014/main" id="{8D2F6AAF-0A96-ACF0-6E24-831EF77CF30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Freeform 1524">
                <a:extLst>
                  <a:ext uri="{FF2B5EF4-FFF2-40B4-BE49-F238E27FC236}">
                    <a16:creationId xmlns:a16="http://schemas.microsoft.com/office/drawing/2014/main" id="{7CBDB435-28D4-3DF1-3967-736FCC6DC8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Oval 1525">
                <a:extLst>
                  <a:ext uri="{FF2B5EF4-FFF2-40B4-BE49-F238E27FC236}">
                    <a16:creationId xmlns:a16="http://schemas.microsoft.com/office/drawing/2014/main" id="{A1B99A9A-C262-99CE-7548-3EE8EC9DD9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4" name="Group 1526">
              <a:extLst>
                <a:ext uri="{FF2B5EF4-FFF2-40B4-BE49-F238E27FC236}">
                  <a16:creationId xmlns:a16="http://schemas.microsoft.com/office/drawing/2014/main" id="{72258A71-8708-EAD6-A46F-B723B3E636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82" name="Oval 1527">
                <a:extLst>
                  <a:ext uri="{FF2B5EF4-FFF2-40B4-BE49-F238E27FC236}">
                    <a16:creationId xmlns:a16="http://schemas.microsoft.com/office/drawing/2014/main" id="{3291A8E4-42B1-F387-93CE-D615F58DC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3" name="Oval 1528">
                <a:extLst>
                  <a:ext uri="{FF2B5EF4-FFF2-40B4-BE49-F238E27FC236}">
                    <a16:creationId xmlns:a16="http://schemas.microsoft.com/office/drawing/2014/main" id="{8351E00C-B61B-1844-5DF6-329FC6D631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4" name="Freeform 1529">
                <a:extLst>
                  <a:ext uri="{FF2B5EF4-FFF2-40B4-BE49-F238E27FC236}">
                    <a16:creationId xmlns:a16="http://schemas.microsoft.com/office/drawing/2014/main" id="{9533734B-8621-9B75-DF55-E598EE5658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5" name="Freeform 1530">
                <a:extLst>
                  <a:ext uri="{FF2B5EF4-FFF2-40B4-BE49-F238E27FC236}">
                    <a16:creationId xmlns:a16="http://schemas.microsoft.com/office/drawing/2014/main" id="{1926A384-73DF-719A-259D-F80BD81C70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Freeform 1531">
                <a:extLst>
                  <a:ext uri="{FF2B5EF4-FFF2-40B4-BE49-F238E27FC236}">
                    <a16:creationId xmlns:a16="http://schemas.microsoft.com/office/drawing/2014/main" id="{8E8CEDF6-F234-FE09-83BD-40002C3905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Oval 1532">
                <a:extLst>
                  <a:ext uri="{FF2B5EF4-FFF2-40B4-BE49-F238E27FC236}">
                    <a16:creationId xmlns:a16="http://schemas.microsoft.com/office/drawing/2014/main" id="{570AEF06-8849-00D1-85A7-D3CC844424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5" name="Group 1533">
              <a:extLst>
                <a:ext uri="{FF2B5EF4-FFF2-40B4-BE49-F238E27FC236}">
                  <a16:creationId xmlns:a16="http://schemas.microsoft.com/office/drawing/2014/main" id="{B7A6602A-07E1-573A-F41E-4F3177C27F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76" name="Oval 1534">
                <a:extLst>
                  <a:ext uri="{FF2B5EF4-FFF2-40B4-BE49-F238E27FC236}">
                    <a16:creationId xmlns:a16="http://schemas.microsoft.com/office/drawing/2014/main" id="{3579633B-3EBA-F84B-B557-BEA64BEB97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7" name="Oval 1535">
                <a:extLst>
                  <a:ext uri="{FF2B5EF4-FFF2-40B4-BE49-F238E27FC236}">
                    <a16:creationId xmlns:a16="http://schemas.microsoft.com/office/drawing/2014/main" id="{C2500C73-B7A1-90F2-0E2F-1949E313B8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8" name="Freeform 1536">
                <a:extLst>
                  <a:ext uri="{FF2B5EF4-FFF2-40B4-BE49-F238E27FC236}">
                    <a16:creationId xmlns:a16="http://schemas.microsoft.com/office/drawing/2014/main" id="{5539B022-1404-646B-9831-E36A9CCEDB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9" name="Freeform 1537">
                <a:extLst>
                  <a:ext uri="{FF2B5EF4-FFF2-40B4-BE49-F238E27FC236}">
                    <a16:creationId xmlns:a16="http://schemas.microsoft.com/office/drawing/2014/main" id="{1D03BE36-5EEE-5F86-FD2B-B7C001401D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Freeform 1538">
                <a:extLst>
                  <a:ext uri="{FF2B5EF4-FFF2-40B4-BE49-F238E27FC236}">
                    <a16:creationId xmlns:a16="http://schemas.microsoft.com/office/drawing/2014/main" id="{C3AA209F-7C88-FB8C-3BE1-A2A1EC7EA2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" name="Oval 1539">
                <a:extLst>
                  <a:ext uri="{FF2B5EF4-FFF2-40B4-BE49-F238E27FC236}">
                    <a16:creationId xmlns:a16="http://schemas.microsoft.com/office/drawing/2014/main" id="{2960BDE7-29E6-21A6-4B01-32B86D6BFF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6" name="Group 1540">
              <a:extLst>
                <a:ext uri="{FF2B5EF4-FFF2-40B4-BE49-F238E27FC236}">
                  <a16:creationId xmlns:a16="http://schemas.microsoft.com/office/drawing/2014/main" id="{DB33054F-7538-8A1D-59CB-215456B431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70" name="Oval 1541">
                <a:extLst>
                  <a:ext uri="{FF2B5EF4-FFF2-40B4-BE49-F238E27FC236}">
                    <a16:creationId xmlns:a16="http://schemas.microsoft.com/office/drawing/2014/main" id="{D8BD8B52-9508-D18C-E913-FF5A10BABA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1" name="Oval 1542">
                <a:extLst>
                  <a:ext uri="{FF2B5EF4-FFF2-40B4-BE49-F238E27FC236}">
                    <a16:creationId xmlns:a16="http://schemas.microsoft.com/office/drawing/2014/main" id="{700F85EA-2AF3-85DA-935F-5DDB0D137F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2" name="Freeform 1543">
                <a:extLst>
                  <a:ext uri="{FF2B5EF4-FFF2-40B4-BE49-F238E27FC236}">
                    <a16:creationId xmlns:a16="http://schemas.microsoft.com/office/drawing/2014/main" id="{9FF37C0C-62A5-8DF2-7563-D313AD7314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3" name="Freeform 1544">
                <a:extLst>
                  <a:ext uri="{FF2B5EF4-FFF2-40B4-BE49-F238E27FC236}">
                    <a16:creationId xmlns:a16="http://schemas.microsoft.com/office/drawing/2014/main" id="{5B67638D-D368-0F33-DA66-AD0B0E5638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Freeform 1545">
                <a:extLst>
                  <a:ext uri="{FF2B5EF4-FFF2-40B4-BE49-F238E27FC236}">
                    <a16:creationId xmlns:a16="http://schemas.microsoft.com/office/drawing/2014/main" id="{565B4D71-2850-E817-B2D9-AC32531E72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" name="Oval 1546">
                <a:extLst>
                  <a:ext uri="{FF2B5EF4-FFF2-40B4-BE49-F238E27FC236}">
                    <a16:creationId xmlns:a16="http://schemas.microsoft.com/office/drawing/2014/main" id="{07F4EA3F-5184-A6E4-E713-33552C6EEA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7" name="Group 1547">
              <a:extLst>
                <a:ext uri="{FF2B5EF4-FFF2-40B4-BE49-F238E27FC236}">
                  <a16:creationId xmlns:a16="http://schemas.microsoft.com/office/drawing/2014/main" id="{7EB0F166-2D82-8EC7-193E-5AE6A33BEF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64" name="Oval 1548">
                <a:extLst>
                  <a:ext uri="{FF2B5EF4-FFF2-40B4-BE49-F238E27FC236}">
                    <a16:creationId xmlns:a16="http://schemas.microsoft.com/office/drawing/2014/main" id="{D7B5AC91-D4E3-87DD-575B-B8660EA88C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5" name="Oval 1549">
                <a:extLst>
                  <a:ext uri="{FF2B5EF4-FFF2-40B4-BE49-F238E27FC236}">
                    <a16:creationId xmlns:a16="http://schemas.microsoft.com/office/drawing/2014/main" id="{29F405AC-6CD6-4D99-04FE-AFA9141935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" name="Freeform 1550">
                <a:extLst>
                  <a:ext uri="{FF2B5EF4-FFF2-40B4-BE49-F238E27FC236}">
                    <a16:creationId xmlns:a16="http://schemas.microsoft.com/office/drawing/2014/main" id="{FC0AACCC-6D25-EB31-E84F-25FE549F5E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7" name="Freeform 1551">
                <a:extLst>
                  <a:ext uri="{FF2B5EF4-FFF2-40B4-BE49-F238E27FC236}">
                    <a16:creationId xmlns:a16="http://schemas.microsoft.com/office/drawing/2014/main" id="{295D24A9-95B8-CE2A-816F-F364B30F5B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Freeform 1552">
                <a:extLst>
                  <a:ext uri="{FF2B5EF4-FFF2-40B4-BE49-F238E27FC236}">
                    <a16:creationId xmlns:a16="http://schemas.microsoft.com/office/drawing/2014/main" id="{0ADD67ED-DB3C-1227-8154-17173DFBD3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" name="Oval 1553">
                <a:extLst>
                  <a:ext uri="{FF2B5EF4-FFF2-40B4-BE49-F238E27FC236}">
                    <a16:creationId xmlns:a16="http://schemas.microsoft.com/office/drawing/2014/main" id="{EF700253-0259-D879-3D9A-541053898D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8" name="Group 1554">
              <a:extLst>
                <a:ext uri="{FF2B5EF4-FFF2-40B4-BE49-F238E27FC236}">
                  <a16:creationId xmlns:a16="http://schemas.microsoft.com/office/drawing/2014/main" id="{B3681C0C-F1FA-3133-7BE3-8ADD632E26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58" name="Oval 1555">
                <a:extLst>
                  <a:ext uri="{FF2B5EF4-FFF2-40B4-BE49-F238E27FC236}">
                    <a16:creationId xmlns:a16="http://schemas.microsoft.com/office/drawing/2014/main" id="{0746D781-7261-AD99-C87D-BF9A06AE23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9" name="Oval 1556">
                <a:extLst>
                  <a:ext uri="{FF2B5EF4-FFF2-40B4-BE49-F238E27FC236}">
                    <a16:creationId xmlns:a16="http://schemas.microsoft.com/office/drawing/2014/main" id="{E0FA6951-2107-37C4-A9AC-56C2D92FAD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0" name="Freeform 1557">
                <a:extLst>
                  <a:ext uri="{FF2B5EF4-FFF2-40B4-BE49-F238E27FC236}">
                    <a16:creationId xmlns:a16="http://schemas.microsoft.com/office/drawing/2014/main" id="{B3E09F67-5F59-787B-2B1F-5AD81E8FC3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1" name="Freeform 1558">
                <a:extLst>
                  <a:ext uri="{FF2B5EF4-FFF2-40B4-BE49-F238E27FC236}">
                    <a16:creationId xmlns:a16="http://schemas.microsoft.com/office/drawing/2014/main" id="{CA7FA2FC-3B61-568D-3A25-DF29106C0C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Freeform 1559">
                <a:extLst>
                  <a:ext uri="{FF2B5EF4-FFF2-40B4-BE49-F238E27FC236}">
                    <a16:creationId xmlns:a16="http://schemas.microsoft.com/office/drawing/2014/main" id="{6E0014C2-C8A2-FBD8-CD0A-87AC8CBDE9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Oval 1560">
                <a:extLst>
                  <a:ext uri="{FF2B5EF4-FFF2-40B4-BE49-F238E27FC236}">
                    <a16:creationId xmlns:a16="http://schemas.microsoft.com/office/drawing/2014/main" id="{F710E750-2708-26A9-6435-5F8C16E2BE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9" name="Group 1561">
              <a:extLst>
                <a:ext uri="{FF2B5EF4-FFF2-40B4-BE49-F238E27FC236}">
                  <a16:creationId xmlns:a16="http://schemas.microsoft.com/office/drawing/2014/main" id="{650BBAEE-7788-34EA-D439-124CCB8ABB5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352" name="Oval 1562">
                <a:extLst>
                  <a:ext uri="{FF2B5EF4-FFF2-40B4-BE49-F238E27FC236}">
                    <a16:creationId xmlns:a16="http://schemas.microsoft.com/office/drawing/2014/main" id="{0290634B-B6E7-CD25-E652-73ED69FCD0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3" name="Oval 1563">
                <a:extLst>
                  <a:ext uri="{FF2B5EF4-FFF2-40B4-BE49-F238E27FC236}">
                    <a16:creationId xmlns:a16="http://schemas.microsoft.com/office/drawing/2014/main" id="{98F16001-6467-F5D5-DB98-0C7B6D6CAF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4" name="Freeform 1564">
                <a:extLst>
                  <a:ext uri="{FF2B5EF4-FFF2-40B4-BE49-F238E27FC236}">
                    <a16:creationId xmlns:a16="http://schemas.microsoft.com/office/drawing/2014/main" id="{2ADA0C50-1915-1485-D99D-500F14F4EF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5" name="Freeform 1565">
                <a:extLst>
                  <a:ext uri="{FF2B5EF4-FFF2-40B4-BE49-F238E27FC236}">
                    <a16:creationId xmlns:a16="http://schemas.microsoft.com/office/drawing/2014/main" id="{42AA94EE-70C9-2DB7-B341-33387C79DB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 1566">
                <a:extLst>
                  <a:ext uri="{FF2B5EF4-FFF2-40B4-BE49-F238E27FC236}">
                    <a16:creationId xmlns:a16="http://schemas.microsoft.com/office/drawing/2014/main" id="{97AD874F-2D7D-319F-2A83-C434CAB689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Oval 1567">
                <a:extLst>
                  <a:ext uri="{FF2B5EF4-FFF2-40B4-BE49-F238E27FC236}">
                    <a16:creationId xmlns:a16="http://schemas.microsoft.com/office/drawing/2014/main" id="{338412FE-1D7B-E642-3281-3557D885FD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0" name="Group 1568">
              <a:extLst>
                <a:ext uri="{FF2B5EF4-FFF2-40B4-BE49-F238E27FC236}">
                  <a16:creationId xmlns:a16="http://schemas.microsoft.com/office/drawing/2014/main" id="{12757588-9550-43AB-B91C-996CBC3583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346" name="Oval 1569">
                <a:extLst>
                  <a:ext uri="{FF2B5EF4-FFF2-40B4-BE49-F238E27FC236}">
                    <a16:creationId xmlns:a16="http://schemas.microsoft.com/office/drawing/2014/main" id="{07CA550A-8C52-4F35-E0AA-62D37B010F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7" name="Oval 1570">
                <a:extLst>
                  <a:ext uri="{FF2B5EF4-FFF2-40B4-BE49-F238E27FC236}">
                    <a16:creationId xmlns:a16="http://schemas.microsoft.com/office/drawing/2014/main" id="{42A2C657-7847-65DE-D169-3E2E2556B00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8" name="Freeform 1571">
                <a:extLst>
                  <a:ext uri="{FF2B5EF4-FFF2-40B4-BE49-F238E27FC236}">
                    <a16:creationId xmlns:a16="http://schemas.microsoft.com/office/drawing/2014/main" id="{75F191A0-74F8-DB77-2C4E-AC732EECF2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9" name="Freeform 1572">
                <a:extLst>
                  <a:ext uri="{FF2B5EF4-FFF2-40B4-BE49-F238E27FC236}">
                    <a16:creationId xmlns:a16="http://schemas.microsoft.com/office/drawing/2014/main" id="{6C204400-70A7-A300-45B3-87F0DE9FCC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Freeform 1573">
                <a:extLst>
                  <a:ext uri="{FF2B5EF4-FFF2-40B4-BE49-F238E27FC236}">
                    <a16:creationId xmlns:a16="http://schemas.microsoft.com/office/drawing/2014/main" id="{87B8C11A-A5D3-584A-CBC6-393A1EBBE5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Oval 1574">
                <a:extLst>
                  <a:ext uri="{FF2B5EF4-FFF2-40B4-BE49-F238E27FC236}">
                    <a16:creationId xmlns:a16="http://schemas.microsoft.com/office/drawing/2014/main" id="{15BFB454-0B43-430E-65D7-7FB69B8F75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1" name="Group 1575">
              <a:extLst>
                <a:ext uri="{FF2B5EF4-FFF2-40B4-BE49-F238E27FC236}">
                  <a16:creationId xmlns:a16="http://schemas.microsoft.com/office/drawing/2014/main" id="{B751DEEE-AC83-F3AE-C3B8-330EF95D2DE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340" name="Oval 1576">
                <a:extLst>
                  <a:ext uri="{FF2B5EF4-FFF2-40B4-BE49-F238E27FC236}">
                    <a16:creationId xmlns:a16="http://schemas.microsoft.com/office/drawing/2014/main" id="{5869DAC5-CD52-8A2D-B205-73844DD902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1" name="Oval 1577">
                <a:extLst>
                  <a:ext uri="{FF2B5EF4-FFF2-40B4-BE49-F238E27FC236}">
                    <a16:creationId xmlns:a16="http://schemas.microsoft.com/office/drawing/2014/main" id="{AD197470-BFAF-78F9-CBB5-C0D1F9457D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2" name="Freeform 1578">
                <a:extLst>
                  <a:ext uri="{FF2B5EF4-FFF2-40B4-BE49-F238E27FC236}">
                    <a16:creationId xmlns:a16="http://schemas.microsoft.com/office/drawing/2014/main" id="{D43CFE70-C113-7D4A-E78D-9DE966F4CE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3" name="Freeform 1579">
                <a:extLst>
                  <a:ext uri="{FF2B5EF4-FFF2-40B4-BE49-F238E27FC236}">
                    <a16:creationId xmlns:a16="http://schemas.microsoft.com/office/drawing/2014/main" id="{118832D0-5FAB-7CBA-2605-29F091E38D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 1580">
                <a:extLst>
                  <a:ext uri="{FF2B5EF4-FFF2-40B4-BE49-F238E27FC236}">
                    <a16:creationId xmlns:a16="http://schemas.microsoft.com/office/drawing/2014/main" id="{D4165892-9646-27B2-1BBD-4DE0EF6785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Oval 1581">
                <a:extLst>
                  <a:ext uri="{FF2B5EF4-FFF2-40B4-BE49-F238E27FC236}">
                    <a16:creationId xmlns:a16="http://schemas.microsoft.com/office/drawing/2014/main" id="{8C7AA7A7-6664-35F4-AAE3-86D96AFD3D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2" name="Group 1582">
              <a:extLst>
                <a:ext uri="{FF2B5EF4-FFF2-40B4-BE49-F238E27FC236}">
                  <a16:creationId xmlns:a16="http://schemas.microsoft.com/office/drawing/2014/main" id="{FF53B31F-F853-A517-27BE-27EF7B39A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334" name="Oval 1583">
                <a:extLst>
                  <a:ext uri="{FF2B5EF4-FFF2-40B4-BE49-F238E27FC236}">
                    <a16:creationId xmlns:a16="http://schemas.microsoft.com/office/drawing/2014/main" id="{389F5E26-AFB3-2453-BFAB-7B759FFF8E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5" name="Oval 1584">
                <a:extLst>
                  <a:ext uri="{FF2B5EF4-FFF2-40B4-BE49-F238E27FC236}">
                    <a16:creationId xmlns:a16="http://schemas.microsoft.com/office/drawing/2014/main" id="{0ACF51FA-FA30-989B-53BC-86886839B9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6" name="Freeform 1585">
                <a:extLst>
                  <a:ext uri="{FF2B5EF4-FFF2-40B4-BE49-F238E27FC236}">
                    <a16:creationId xmlns:a16="http://schemas.microsoft.com/office/drawing/2014/main" id="{78C9E48B-79D3-648E-0169-AF96861D33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7" name="Freeform 1586">
                <a:extLst>
                  <a:ext uri="{FF2B5EF4-FFF2-40B4-BE49-F238E27FC236}">
                    <a16:creationId xmlns:a16="http://schemas.microsoft.com/office/drawing/2014/main" id="{B02DB75B-3201-9F69-D4BD-2696FDC49E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 1587">
                <a:extLst>
                  <a:ext uri="{FF2B5EF4-FFF2-40B4-BE49-F238E27FC236}">
                    <a16:creationId xmlns:a16="http://schemas.microsoft.com/office/drawing/2014/main" id="{B3F50D5F-15D9-D538-2A7A-BC7E9E1756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Oval 1588">
                <a:extLst>
                  <a:ext uri="{FF2B5EF4-FFF2-40B4-BE49-F238E27FC236}">
                    <a16:creationId xmlns:a16="http://schemas.microsoft.com/office/drawing/2014/main" id="{BEB6564F-063E-B106-4735-5A8BD6B24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3" name="Group 1589">
              <a:extLst>
                <a:ext uri="{FF2B5EF4-FFF2-40B4-BE49-F238E27FC236}">
                  <a16:creationId xmlns:a16="http://schemas.microsoft.com/office/drawing/2014/main" id="{B04E9527-82E4-7ABE-16C7-1B001C8669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328" name="Oval 1590">
                <a:extLst>
                  <a:ext uri="{FF2B5EF4-FFF2-40B4-BE49-F238E27FC236}">
                    <a16:creationId xmlns:a16="http://schemas.microsoft.com/office/drawing/2014/main" id="{5F551D04-A096-3DC9-F5E1-77C8138A52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9" name="Oval 1591">
                <a:extLst>
                  <a:ext uri="{FF2B5EF4-FFF2-40B4-BE49-F238E27FC236}">
                    <a16:creationId xmlns:a16="http://schemas.microsoft.com/office/drawing/2014/main" id="{B8B3D875-27D8-22C2-30E7-02CCEC92AF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0" name="Freeform 1592">
                <a:extLst>
                  <a:ext uri="{FF2B5EF4-FFF2-40B4-BE49-F238E27FC236}">
                    <a16:creationId xmlns:a16="http://schemas.microsoft.com/office/drawing/2014/main" id="{FB9E07BD-F20E-1BAC-814F-F9AD122D3E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1" name="Freeform 1593">
                <a:extLst>
                  <a:ext uri="{FF2B5EF4-FFF2-40B4-BE49-F238E27FC236}">
                    <a16:creationId xmlns:a16="http://schemas.microsoft.com/office/drawing/2014/main" id="{0D696393-9E1B-C408-6CB9-BF32843782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1594">
                <a:extLst>
                  <a:ext uri="{FF2B5EF4-FFF2-40B4-BE49-F238E27FC236}">
                    <a16:creationId xmlns:a16="http://schemas.microsoft.com/office/drawing/2014/main" id="{E7F0A8C3-2B1A-C049-4B6B-9EE0FF7164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Oval 1595">
                <a:extLst>
                  <a:ext uri="{FF2B5EF4-FFF2-40B4-BE49-F238E27FC236}">
                    <a16:creationId xmlns:a16="http://schemas.microsoft.com/office/drawing/2014/main" id="{EA1728F7-9390-F9DB-1465-476D7326A3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4" name="Group 1596">
              <a:extLst>
                <a:ext uri="{FF2B5EF4-FFF2-40B4-BE49-F238E27FC236}">
                  <a16:creationId xmlns:a16="http://schemas.microsoft.com/office/drawing/2014/main" id="{A77A9F78-8C75-6C1A-D926-A0440DE32F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322" name="Oval 1597">
                <a:extLst>
                  <a:ext uri="{FF2B5EF4-FFF2-40B4-BE49-F238E27FC236}">
                    <a16:creationId xmlns:a16="http://schemas.microsoft.com/office/drawing/2014/main" id="{6B27982D-DFED-5810-6EDA-FBE57E7F33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3" name="Oval 1598">
                <a:extLst>
                  <a:ext uri="{FF2B5EF4-FFF2-40B4-BE49-F238E27FC236}">
                    <a16:creationId xmlns:a16="http://schemas.microsoft.com/office/drawing/2014/main" id="{61B708F1-2E40-44B5-06BF-40DE451097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4" name="Freeform 1599">
                <a:extLst>
                  <a:ext uri="{FF2B5EF4-FFF2-40B4-BE49-F238E27FC236}">
                    <a16:creationId xmlns:a16="http://schemas.microsoft.com/office/drawing/2014/main" id="{4270D8FA-CD97-51C1-B395-473391C282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5" name="Freeform 1600">
                <a:extLst>
                  <a:ext uri="{FF2B5EF4-FFF2-40B4-BE49-F238E27FC236}">
                    <a16:creationId xmlns:a16="http://schemas.microsoft.com/office/drawing/2014/main" id="{A55B325B-4828-C7AB-C8C9-815221AC69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1601">
                <a:extLst>
                  <a:ext uri="{FF2B5EF4-FFF2-40B4-BE49-F238E27FC236}">
                    <a16:creationId xmlns:a16="http://schemas.microsoft.com/office/drawing/2014/main" id="{B2075567-4026-B5F0-3697-1371FF30B2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Oval 1602">
                <a:extLst>
                  <a:ext uri="{FF2B5EF4-FFF2-40B4-BE49-F238E27FC236}">
                    <a16:creationId xmlns:a16="http://schemas.microsoft.com/office/drawing/2014/main" id="{A33A9D34-4F5B-CF65-BFDC-0350469174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5" name="Group 1603">
              <a:extLst>
                <a:ext uri="{FF2B5EF4-FFF2-40B4-BE49-F238E27FC236}">
                  <a16:creationId xmlns:a16="http://schemas.microsoft.com/office/drawing/2014/main" id="{EEF5FDB5-6CC7-7532-435B-B95C5D00BC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16" name="Oval 1604">
                <a:extLst>
                  <a:ext uri="{FF2B5EF4-FFF2-40B4-BE49-F238E27FC236}">
                    <a16:creationId xmlns:a16="http://schemas.microsoft.com/office/drawing/2014/main" id="{76DF03D5-EFBA-E581-E238-ADCD76666D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7" name="Oval 1605">
                <a:extLst>
                  <a:ext uri="{FF2B5EF4-FFF2-40B4-BE49-F238E27FC236}">
                    <a16:creationId xmlns:a16="http://schemas.microsoft.com/office/drawing/2014/main" id="{966AB7D8-348A-9860-3CBE-F3F260CE713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8" name="Freeform 1606">
                <a:extLst>
                  <a:ext uri="{FF2B5EF4-FFF2-40B4-BE49-F238E27FC236}">
                    <a16:creationId xmlns:a16="http://schemas.microsoft.com/office/drawing/2014/main" id="{4A85681F-1DF1-1295-B55C-1DBF0F2455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9" name="Freeform 1607">
                <a:extLst>
                  <a:ext uri="{FF2B5EF4-FFF2-40B4-BE49-F238E27FC236}">
                    <a16:creationId xmlns:a16="http://schemas.microsoft.com/office/drawing/2014/main" id="{09CB4907-1D72-2598-B094-DD0E067540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 1608">
                <a:extLst>
                  <a:ext uri="{FF2B5EF4-FFF2-40B4-BE49-F238E27FC236}">
                    <a16:creationId xmlns:a16="http://schemas.microsoft.com/office/drawing/2014/main" id="{948EED55-2C34-A9F6-061B-460CDB7E0C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Oval 1609">
                <a:extLst>
                  <a:ext uri="{FF2B5EF4-FFF2-40B4-BE49-F238E27FC236}">
                    <a16:creationId xmlns:a16="http://schemas.microsoft.com/office/drawing/2014/main" id="{4F7B0F5E-AF34-CC5E-55F4-D000B52B5B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508" name="Group 1385">
            <a:extLst>
              <a:ext uri="{FF2B5EF4-FFF2-40B4-BE49-F238E27FC236}">
                <a16:creationId xmlns:a16="http://schemas.microsoft.com/office/drawing/2014/main" id="{4BF3FD47-ED4D-81F8-F9B2-58F2964B156D}"/>
              </a:ext>
            </a:extLst>
          </p:cNvPr>
          <p:cNvGrpSpPr>
            <a:grpSpLocks noChangeAspect="1"/>
          </p:cNvGrpSpPr>
          <p:nvPr/>
        </p:nvGrpSpPr>
        <p:grpSpPr bwMode="auto">
          <a:xfrm rot="1010404">
            <a:off x="3271214" y="119636"/>
            <a:ext cx="1141095" cy="340150"/>
            <a:chOff x="446" y="1196"/>
            <a:chExt cx="1048" cy="312"/>
          </a:xfrm>
        </p:grpSpPr>
        <p:grpSp>
          <p:nvGrpSpPr>
            <p:cNvPr id="509" name="Group 1386">
              <a:extLst>
                <a:ext uri="{FF2B5EF4-FFF2-40B4-BE49-F238E27FC236}">
                  <a16:creationId xmlns:a16="http://schemas.microsoft.com/office/drawing/2014/main" id="{07D83135-6D1E-1F74-69B3-D17C3A54EE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727" name="Oval 1387">
                <a:extLst>
                  <a:ext uri="{FF2B5EF4-FFF2-40B4-BE49-F238E27FC236}">
                    <a16:creationId xmlns:a16="http://schemas.microsoft.com/office/drawing/2014/main" id="{55436DBF-147F-3DA2-13F4-53104706C5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8" name="Oval 1388">
                <a:extLst>
                  <a:ext uri="{FF2B5EF4-FFF2-40B4-BE49-F238E27FC236}">
                    <a16:creationId xmlns:a16="http://schemas.microsoft.com/office/drawing/2014/main" id="{C0C022DF-66E1-8D70-4F5E-A623E878B3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9" name="Freeform 1389">
                <a:extLst>
                  <a:ext uri="{FF2B5EF4-FFF2-40B4-BE49-F238E27FC236}">
                    <a16:creationId xmlns:a16="http://schemas.microsoft.com/office/drawing/2014/main" id="{4BBB0C4F-A918-8046-1446-4BE501F786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" name="Freeform 1390">
                <a:extLst>
                  <a:ext uri="{FF2B5EF4-FFF2-40B4-BE49-F238E27FC236}">
                    <a16:creationId xmlns:a16="http://schemas.microsoft.com/office/drawing/2014/main" id="{F4088606-70E1-A202-8809-6784E26051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1" name="Freeform 1391">
                <a:extLst>
                  <a:ext uri="{FF2B5EF4-FFF2-40B4-BE49-F238E27FC236}">
                    <a16:creationId xmlns:a16="http://schemas.microsoft.com/office/drawing/2014/main" id="{50D84C3D-7A2D-260A-9885-51D04CFCF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2" name="Oval 1392">
                <a:extLst>
                  <a:ext uri="{FF2B5EF4-FFF2-40B4-BE49-F238E27FC236}">
                    <a16:creationId xmlns:a16="http://schemas.microsoft.com/office/drawing/2014/main" id="{D6B0AA96-02C0-1543-B67B-FFF2EF46BDA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0" name="Group 1393">
              <a:extLst>
                <a:ext uri="{FF2B5EF4-FFF2-40B4-BE49-F238E27FC236}">
                  <a16:creationId xmlns:a16="http://schemas.microsoft.com/office/drawing/2014/main" id="{94B2A3CF-7273-09AB-4972-F7D25DDA8AA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721" name="Oval 1394">
                <a:extLst>
                  <a:ext uri="{FF2B5EF4-FFF2-40B4-BE49-F238E27FC236}">
                    <a16:creationId xmlns:a16="http://schemas.microsoft.com/office/drawing/2014/main" id="{E0C167D2-E7F3-3721-D1C8-C6C308B670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2" name="Oval 1395">
                <a:extLst>
                  <a:ext uri="{FF2B5EF4-FFF2-40B4-BE49-F238E27FC236}">
                    <a16:creationId xmlns:a16="http://schemas.microsoft.com/office/drawing/2014/main" id="{02CC8BA8-4DA9-14D6-0D50-19BDBDAFC5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3" name="Freeform 1396">
                <a:extLst>
                  <a:ext uri="{FF2B5EF4-FFF2-40B4-BE49-F238E27FC236}">
                    <a16:creationId xmlns:a16="http://schemas.microsoft.com/office/drawing/2014/main" id="{D9155EB9-7E5A-AD8F-8F78-F94E9F825C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" name="Freeform 1397">
                <a:extLst>
                  <a:ext uri="{FF2B5EF4-FFF2-40B4-BE49-F238E27FC236}">
                    <a16:creationId xmlns:a16="http://schemas.microsoft.com/office/drawing/2014/main" id="{81111EC5-6A5A-125F-2A69-985462AF2D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5" name="Freeform 1398">
                <a:extLst>
                  <a:ext uri="{FF2B5EF4-FFF2-40B4-BE49-F238E27FC236}">
                    <a16:creationId xmlns:a16="http://schemas.microsoft.com/office/drawing/2014/main" id="{C2CDB24D-D7BF-8E51-750C-CF82BEC741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6" name="Oval 1399">
                <a:extLst>
                  <a:ext uri="{FF2B5EF4-FFF2-40B4-BE49-F238E27FC236}">
                    <a16:creationId xmlns:a16="http://schemas.microsoft.com/office/drawing/2014/main" id="{8896B13D-5777-33CE-2EB8-210B5073AD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1" name="Group 1400">
              <a:extLst>
                <a:ext uri="{FF2B5EF4-FFF2-40B4-BE49-F238E27FC236}">
                  <a16:creationId xmlns:a16="http://schemas.microsoft.com/office/drawing/2014/main" id="{D65A7CD6-6189-FEAC-83DC-0945291455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715" name="Oval 1401">
                <a:extLst>
                  <a:ext uri="{FF2B5EF4-FFF2-40B4-BE49-F238E27FC236}">
                    <a16:creationId xmlns:a16="http://schemas.microsoft.com/office/drawing/2014/main" id="{79B77B78-843A-E0B1-4D4D-8C76C88124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6" name="Oval 1402">
                <a:extLst>
                  <a:ext uri="{FF2B5EF4-FFF2-40B4-BE49-F238E27FC236}">
                    <a16:creationId xmlns:a16="http://schemas.microsoft.com/office/drawing/2014/main" id="{0764A069-9379-B0CF-E52A-07D48FE643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7" name="Freeform 1403">
                <a:extLst>
                  <a:ext uri="{FF2B5EF4-FFF2-40B4-BE49-F238E27FC236}">
                    <a16:creationId xmlns:a16="http://schemas.microsoft.com/office/drawing/2014/main" id="{BA92F4A6-43E4-40F4-B486-C48F36B355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Freeform 1404">
                <a:extLst>
                  <a:ext uri="{FF2B5EF4-FFF2-40B4-BE49-F238E27FC236}">
                    <a16:creationId xmlns:a16="http://schemas.microsoft.com/office/drawing/2014/main" id="{36AE9C8B-BF6C-7938-4E2E-0A00D6F9A2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9" name="Freeform 1405">
                <a:extLst>
                  <a:ext uri="{FF2B5EF4-FFF2-40B4-BE49-F238E27FC236}">
                    <a16:creationId xmlns:a16="http://schemas.microsoft.com/office/drawing/2014/main" id="{FE56E130-6FF2-D70C-C571-44E5B4E4CF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" name="Oval 1406">
                <a:extLst>
                  <a:ext uri="{FF2B5EF4-FFF2-40B4-BE49-F238E27FC236}">
                    <a16:creationId xmlns:a16="http://schemas.microsoft.com/office/drawing/2014/main" id="{5EFAB364-A2F1-F362-EBE1-9519411A3F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2" name="Group 1407">
              <a:extLst>
                <a:ext uri="{FF2B5EF4-FFF2-40B4-BE49-F238E27FC236}">
                  <a16:creationId xmlns:a16="http://schemas.microsoft.com/office/drawing/2014/main" id="{8B142EC3-D049-C6C2-A45D-5E5850BDA2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709" name="Oval 1408">
                <a:extLst>
                  <a:ext uri="{FF2B5EF4-FFF2-40B4-BE49-F238E27FC236}">
                    <a16:creationId xmlns:a16="http://schemas.microsoft.com/office/drawing/2014/main" id="{2F3986AF-396E-8911-73ED-C5C4A4EB76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0" name="Oval 1409">
                <a:extLst>
                  <a:ext uri="{FF2B5EF4-FFF2-40B4-BE49-F238E27FC236}">
                    <a16:creationId xmlns:a16="http://schemas.microsoft.com/office/drawing/2014/main" id="{7B936C49-828A-2E3B-EFED-36268A8575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1" name="Freeform 1410">
                <a:extLst>
                  <a:ext uri="{FF2B5EF4-FFF2-40B4-BE49-F238E27FC236}">
                    <a16:creationId xmlns:a16="http://schemas.microsoft.com/office/drawing/2014/main" id="{16F79E24-2B84-B67B-FA99-26345A5CAF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2" name="Freeform 1411">
                <a:extLst>
                  <a:ext uri="{FF2B5EF4-FFF2-40B4-BE49-F238E27FC236}">
                    <a16:creationId xmlns:a16="http://schemas.microsoft.com/office/drawing/2014/main" id="{95B156E2-FF82-D410-3256-0391230058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3" name="Freeform 1412">
                <a:extLst>
                  <a:ext uri="{FF2B5EF4-FFF2-40B4-BE49-F238E27FC236}">
                    <a16:creationId xmlns:a16="http://schemas.microsoft.com/office/drawing/2014/main" id="{1E1A9B13-351D-312E-D795-2ACA7176E9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4" name="Oval 1413">
                <a:extLst>
                  <a:ext uri="{FF2B5EF4-FFF2-40B4-BE49-F238E27FC236}">
                    <a16:creationId xmlns:a16="http://schemas.microsoft.com/office/drawing/2014/main" id="{6E95FC01-70CB-7DD6-9C97-9EB0A29BFF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3" name="Group 1414">
              <a:extLst>
                <a:ext uri="{FF2B5EF4-FFF2-40B4-BE49-F238E27FC236}">
                  <a16:creationId xmlns:a16="http://schemas.microsoft.com/office/drawing/2014/main" id="{79026AB3-1474-302E-6247-6AA4EC4937B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703" name="Oval 1415">
                <a:extLst>
                  <a:ext uri="{FF2B5EF4-FFF2-40B4-BE49-F238E27FC236}">
                    <a16:creationId xmlns:a16="http://schemas.microsoft.com/office/drawing/2014/main" id="{EA8C3E26-414A-ACD2-836C-EE949B5D59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04" name="Oval 1416">
                <a:extLst>
                  <a:ext uri="{FF2B5EF4-FFF2-40B4-BE49-F238E27FC236}">
                    <a16:creationId xmlns:a16="http://schemas.microsoft.com/office/drawing/2014/main" id="{98330174-37A9-DDB6-BA0A-5D087A3146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05" name="Freeform 1417">
                <a:extLst>
                  <a:ext uri="{FF2B5EF4-FFF2-40B4-BE49-F238E27FC236}">
                    <a16:creationId xmlns:a16="http://schemas.microsoft.com/office/drawing/2014/main" id="{FA4EB32C-7856-8277-22B7-B0C7AFBE7A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6" name="Freeform 1418">
                <a:extLst>
                  <a:ext uri="{FF2B5EF4-FFF2-40B4-BE49-F238E27FC236}">
                    <a16:creationId xmlns:a16="http://schemas.microsoft.com/office/drawing/2014/main" id="{F4AF8531-99E4-3D93-469D-46C7C4B343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7" name="Freeform 1419">
                <a:extLst>
                  <a:ext uri="{FF2B5EF4-FFF2-40B4-BE49-F238E27FC236}">
                    <a16:creationId xmlns:a16="http://schemas.microsoft.com/office/drawing/2014/main" id="{47BBE2F8-FCAE-039C-AEAF-8997517325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8" name="Oval 1420">
                <a:extLst>
                  <a:ext uri="{FF2B5EF4-FFF2-40B4-BE49-F238E27FC236}">
                    <a16:creationId xmlns:a16="http://schemas.microsoft.com/office/drawing/2014/main" id="{A2362644-80B8-FCF0-0C13-ADF24E387F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4" name="Group 1421">
              <a:extLst>
                <a:ext uri="{FF2B5EF4-FFF2-40B4-BE49-F238E27FC236}">
                  <a16:creationId xmlns:a16="http://schemas.microsoft.com/office/drawing/2014/main" id="{9134FD3D-B45C-2DE5-0022-2E638FFFB2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97" name="Oval 1422">
                <a:extLst>
                  <a:ext uri="{FF2B5EF4-FFF2-40B4-BE49-F238E27FC236}">
                    <a16:creationId xmlns:a16="http://schemas.microsoft.com/office/drawing/2014/main" id="{8C88029A-FBAE-6FFE-C544-891F57F1C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8" name="Oval 1423">
                <a:extLst>
                  <a:ext uri="{FF2B5EF4-FFF2-40B4-BE49-F238E27FC236}">
                    <a16:creationId xmlns:a16="http://schemas.microsoft.com/office/drawing/2014/main" id="{91EA7C70-2BF6-EEDA-E5D4-87FFAFF3B4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9" name="Freeform 1424">
                <a:extLst>
                  <a:ext uri="{FF2B5EF4-FFF2-40B4-BE49-F238E27FC236}">
                    <a16:creationId xmlns:a16="http://schemas.microsoft.com/office/drawing/2014/main" id="{6C628956-4DB0-884E-4020-EF4A2A97B9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0" name="Freeform 1425">
                <a:extLst>
                  <a:ext uri="{FF2B5EF4-FFF2-40B4-BE49-F238E27FC236}">
                    <a16:creationId xmlns:a16="http://schemas.microsoft.com/office/drawing/2014/main" id="{EC2C01AA-4983-4DA3-4693-449BD3C644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1" name="Freeform 1426">
                <a:extLst>
                  <a:ext uri="{FF2B5EF4-FFF2-40B4-BE49-F238E27FC236}">
                    <a16:creationId xmlns:a16="http://schemas.microsoft.com/office/drawing/2014/main" id="{86B20B5E-24F5-F8FE-A4BE-106FD8EDA6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2" name="Oval 1427">
                <a:extLst>
                  <a:ext uri="{FF2B5EF4-FFF2-40B4-BE49-F238E27FC236}">
                    <a16:creationId xmlns:a16="http://schemas.microsoft.com/office/drawing/2014/main" id="{9D84F0AF-FD83-AC8B-6A66-9DAB8456E7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5" name="Group 1428">
              <a:extLst>
                <a:ext uri="{FF2B5EF4-FFF2-40B4-BE49-F238E27FC236}">
                  <a16:creationId xmlns:a16="http://schemas.microsoft.com/office/drawing/2014/main" id="{F9D17F2B-D0F6-20BD-E6F9-8CBA4B5DB50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91" name="Oval 1429">
                <a:extLst>
                  <a:ext uri="{FF2B5EF4-FFF2-40B4-BE49-F238E27FC236}">
                    <a16:creationId xmlns:a16="http://schemas.microsoft.com/office/drawing/2014/main" id="{C2E2380F-8A81-107C-69D0-E159837547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2" name="Oval 1430">
                <a:extLst>
                  <a:ext uri="{FF2B5EF4-FFF2-40B4-BE49-F238E27FC236}">
                    <a16:creationId xmlns:a16="http://schemas.microsoft.com/office/drawing/2014/main" id="{30B24B06-0CDF-899D-2CCE-E7DF99F202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3" name="Freeform 1431">
                <a:extLst>
                  <a:ext uri="{FF2B5EF4-FFF2-40B4-BE49-F238E27FC236}">
                    <a16:creationId xmlns:a16="http://schemas.microsoft.com/office/drawing/2014/main" id="{77688FDD-B3CF-53B1-6582-D313F2303E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4" name="Freeform 1432">
                <a:extLst>
                  <a:ext uri="{FF2B5EF4-FFF2-40B4-BE49-F238E27FC236}">
                    <a16:creationId xmlns:a16="http://schemas.microsoft.com/office/drawing/2014/main" id="{E8171607-DF12-51B2-6221-F73E308B3A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5" name="Freeform 1433">
                <a:extLst>
                  <a:ext uri="{FF2B5EF4-FFF2-40B4-BE49-F238E27FC236}">
                    <a16:creationId xmlns:a16="http://schemas.microsoft.com/office/drawing/2014/main" id="{EC62C55D-8E9A-C03C-2E18-606C6F8805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" name="Oval 1434">
                <a:extLst>
                  <a:ext uri="{FF2B5EF4-FFF2-40B4-BE49-F238E27FC236}">
                    <a16:creationId xmlns:a16="http://schemas.microsoft.com/office/drawing/2014/main" id="{CA9011CA-74C4-C67A-DC73-2CD49C740A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6" name="Group 1435">
              <a:extLst>
                <a:ext uri="{FF2B5EF4-FFF2-40B4-BE49-F238E27FC236}">
                  <a16:creationId xmlns:a16="http://schemas.microsoft.com/office/drawing/2014/main" id="{F7965456-0F72-05EC-8908-5F5B47FC4C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85" name="Oval 1436">
                <a:extLst>
                  <a:ext uri="{FF2B5EF4-FFF2-40B4-BE49-F238E27FC236}">
                    <a16:creationId xmlns:a16="http://schemas.microsoft.com/office/drawing/2014/main" id="{838DAFFE-D6D6-E6D3-A293-FCB3B6AC08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6" name="Oval 1437">
                <a:extLst>
                  <a:ext uri="{FF2B5EF4-FFF2-40B4-BE49-F238E27FC236}">
                    <a16:creationId xmlns:a16="http://schemas.microsoft.com/office/drawing/2014/main" id="{815AFDBA-26BC-F659-AB59-47571091AB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7" name="Freeform 1438">
                <a:extLst>
                  <a:ext uri="{FF2B5EF4-FFF2-40B4-BE49-F238E27FC236}">
                    <a16:creationId xmlns:a16="http://schemas.microsoft.com/office/drawing/2014/main" id="{B0AFFA89-D394-F53E-2826-68C60EDEF3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8" name="Freeform 1439">
                <a:extLst>
                  <a:ext uri="{FF2B5EF4-FFF2-40B4-BE49-F238E27FC236}">
                    <a16:creationId xmlns:a16="http://schemas.microsoft.com/office/drawing/2014/main" id="{F615D6E3-9E51-949A-822D-8E58E6E7F3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9" name="Freeform 1440">
                <a:extLst>
                  <a:ext uri="{FF2B5EF4-FFF2-40B4-BE49-F238E27FC236}">
                    <a16:creationId xmlns:a16="http://schemas.microsoft.com/office/drawing/2014/main" id="{26EB0452-0792-CC36-9775-8AAAAD8D6E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0" name="Oval 1441">
                <a:extLst>
                  <a:ext uri="{FF2B5EF4-FFF2-40B4-BE49-F238E27FC236}">
                    <a16:creationId xmlns:a16="http://schemas.microsoft.com/office/drawing/2014/main" id="{CBD67945-DF96-3815-433A-0666A4F81B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7" name="Group 1442">
              <a:extLst>
                <a:ext uri="{FF2B5EF4-FFF2-40B4-BE49-F238E27FC236}">
                  <a16:creationId xmlns:a16="http://schemas.microsoft.com/office/drawing/2014/main" id="{11CBC2C7-8432-6E14-83BE-11E7E5B3B6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79" name="Oval 1443">
                <a:extLst>
                  <a:ext uri="{FF2B5EF4-FFF2-40B4-BE49-F238E27FC236}">
                    <a16:creationId xmlns:a16="http://schemas.microsoft.com/office/drawing/2014/main" id="{D8D73417-CED3-473B-D3DB-D2B04A27690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0" name="Oval 1444">
                <a:extLst>
                  <a:ext uri="{FF2B5EF4-FFF2-40B4-BE49-F238E27FC236}">
                    <a16:creationId xmlns:a16="http://schemas.microsoft.com/office/drawing/2014/main" id="{57C672EA-0C44-3C1B-6406-A6D70C5C8E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81" name="Freeform 1445">
                <a:extLst>
                  <a:ext uri="{FF2B5EF4-FFF2-40B4-BE49-F238E27FC236}">
                    <a16:creationId xmlns:a16="http://schemas.microsoft.com/office/drawing/2014/main" id="{A1563FE1-2254-C91D-7602-075F6409DC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2" name="Freeform 1446">
                <a:extLst>
                  <a:ext uri="{FF2B5EF4-FFF2-40B4-BE49-F238E27FC236}">
                    <a16:creationId xmlns:a16="http://schemas.microsoft.com/office/drawing/2014/main" id="{509D7E53-29DA-E741-D64C-F06078D698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3" name="Freeform 1447">
                <a:extLst>
                  <a:ext uri="{FF2B5EF4-FFF2-40B4-BE49-F238E27FC236}">
                    <a16:creationId xmlns:a16="http://schemas.microsoft.com/office/drawing/2014/main" id="{45A9A945-CB94-316A-059B-5100C7011C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84" name="Oval 1448">
                <a:extLst>
                  <a:ext uri="{FF2B5EF4-FFF2-40B4-BE49-F238E27FC236}">
                    <a16:creationId xmlns:a16="http://schemas.microsoft.com/office/drawing/2014/main" id="{A6E96A08-D8DE-F361-107B-2D44B880FF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8" name="Group 1449">
              <a:extLst>
                <a:ext uri="{FF2B5EF4-FFF2-40B4-BE49-F238E27FC236}">
                  <a16:creationId xmlns:a16="http://schemas.microsoft.com/office/drawing/2014/main" id="{2F43ED09-BD68-239B-929E-6B1981A513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73" name="Oval 1450">
                <a:extLst>
                  <a:ext uri="{FF2B5EF4-FFF2-40B4-BE49-F238E27FC236}">
                    <a16:creationId xmlns:a16="http://schemas.microsoft.com/office/drawing/2014/main" id="{358999F5-D441-8AE8-C8FE-FDCC168401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4" name="Oval 1451">
                <a:extLst>
                  <a:ext uri="{FF2B5EF4-FFF2-40B4-BE49-F238E27FC236}">
                    <a16:creationId xmlns:a16="http://schemas.microsoft.com/office/drawing/2014/main" id="{099FB4AE-5105-EB5D-7080-FAA922DD16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5" name="Freeform 1452">
                <a:extLst>
                  <a:ext uri="{FF2B5EF4-FFF2-40B4-BE49-F238E27FC236}">
                    <a16:creationId xmlns:a16="http://schemas.microsoft.com/office/drawing/2014/main" id="{53A98183-F38E-70C9-BDF3-308E0B3D9B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6" name="Freeform 1453">
                <a:extLst>
                  <a:ext uri="{FF2B5EF4-FFF2-40B4-BE49-F238E27FC236}">
                    <a16:creationId xmlns:a16="http://schemas.microsoft.com/office/drawing/2014/main" id="{F49C9B4B-D84A-6EDF-EDF4-098069C34E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Freeform 1454">
                <a:extLst>
                  <a:ext uri="{FF2B5EF4-FFF2-40B4-BE49-F238E27FC236}">
                    <a16:creationId xmlns:a16="http://schemas.microsoft.com/office/drawing/2014/main" id="{399CE969-BCB5-7943-B5B3-1513AA85A0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Oval 1455">
                <a:extLst>
                  <a:ext uri="{FF2B5EF4-FFF2-40B4-BE49-F238E27FC236}">
                    <a16:creationId xmlns:a16="http://schemas.microsoft.com/office/drawing/2014/main" id="{81BAB105-7C36-8DF1-B701-6CF37AC2EA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19" name="Group 1456">
              <a:extLst>
                <a:ext uri="{FF2B5EF4-FFF2-40B4-BE49-F238E27FC236}">
                  <a16:creationId xmlns:a16="http://schemas.microsoft.com/office/drawing/2014/main" id="{D28A63A9-AA25-4FF6-8B18-4B3D8B0ADAD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67" name="Oval 1457">
                <a:extLst>
                  <a:ext uri="{FF2B5EF4-FFF2-40B4-BE49-F238E27FC236}">
                    <a16:creationId xmlns:a16="http://schemas.microsoft.com/office/drawing/2014/main" id="{16613B2F-F87A-2D38-1144-6ADCEE2297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8" name="Oval 1458">
                <a:extLst>
                  <a:ext uri="{FF2B5EF4-FFF2-40B4-BE49-F238E27FC236}">
                    <a16:creationId xmlns:a16="http://schemas.microsoft.com/office/drawing/2014/main" id="{762419E5-0BDC-CB11-4A2F-BB0B5EE4F5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9" name="Freeform 1459">
                <a:extLst>
                  <a:ext uri="{FF2B5EF4-FFF2-40B4-BE49-F238E27FC236}">
                    <a16:creationId xmlns:a16="http://schemas.microsoft.com/office/drawing/2014/main" id="{AFD53B6F-D25F-9B12-E677-183C309805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0" name="Freeform 1460">
                <a:extLst>
                  <a:ext uri="{FF2B5EF4-FFF2-40B4-BE49-F238E27FC236}">
                    <a16:creationId xmlns:a16="http://schemas.microsoft.com/office/drawing/2014/main" id="{8514AD5D-7CEA-A557-E6B0-E021BB1F77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Freeform 1461">
                <a:extLst>
                  <a:ext uri="{FF2B5EF4-FFF2-40B4-BE49-F238E27FC236}">
                    <a16:creationId xmlns:a16="http://schemas.microsoft.com/office/drawing/2014/main" id="{761F0124-6010-E9F1-804D-88AEC52B2A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2" name="Oval 1462">
                <a:extLst>
                  <a:ext uri="{FF2B5EF4-FFF2-40B4-BE49-F238E27FC236}">
                    <a16:creationId xmlns:a16="http://schemas.microsoft.com/office/drawing/2014/main" id="{610D6F18-D22E-6638-41E5-3BA0DB49AC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0" name="Group 1463">
              <a:extLst>
                <a:ext uri="{FF2B5EF4-FFF2-40B4-BE49-F238E27FC236}">
                  <a16:creationId xmlns:a16="http://schemas.microsoft.com/office/drawing/2014/main" id="{0F8E305F-6D4A-A870-21A5-CE49F4C13D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61" name="Oval 1464">
                <a:extLst>
                  <a:ext uri="{FF2B5EF4-FFF2-40B4-BE49-F238E27FC236}">
                    <a16:creationId xmlns:a16="http://schemas.microsoft.com/office/drawing/2014/main" id="{E6274A01-6845-3281-AFBA-BFD6F4AA88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2" name="Oval 1465">
                <a:extLst>
                  <a:ext uri="{FF2B5EF4-FFF2-40B4-BE49-F238E27FC236}">
                    <a16:creationId xmlns:a16="http://schemas.microsoft.com/office/drawing/2014/main" id="{AFC6E08A-CD6B-D022-067A-6F4CD5C246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3" name="Freeform 1466">
                <a:extLst>
                  <a:ext uri="{FF2B5EF4-FFF2-40B4-BE49-F238E27FC236}">
                    <a16:creationId xmlns:a16="http://schemas.microsoft.com/office/drawing/2014/main" id="{819D0332-5F00-5ED3-6AD3-0A84BEF48E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4" name="Freeform 1467">
                <a:extLst>
                  <a:ext uri="{FF2B5EF4-FFF2-40B4-BE49-F238E27FC236}">
                    <a16:creationId xmlns:a16="http://schemas.microsoft.com/office/drawing/2014/main" id="{C3DEA5EE-89CB-E953-1367-FFBD8F092B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Freeform 1468">
                <a:extLst>
                  <a:ext uri="{FF2B5EF4-FFF2-40B4-BE49-F238E27FC236}">
                    <a16:creationId xmlns:a16="http://schemas.microsoft.com/office/drawing/2014/main" id="{7EBCADFD-14A9-C251-1844-2F58D4AF73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" name="Oval 1469">
                <a:extLst>
                  <a:ext uri="{FF2B5EF4-FFF2-40B4-BE49-F238E27FC236}">
                    <a16:creationId xmlns:a16="http://schemas.microsoft.com/office/drawing/2014/main" id="{7FD179BA-45C8-71BB-7BA7-02D493D022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1" name="Group 1470">
              <a:extLst>
                <a:ext uri="{FF2B5EF4-FFF2-40B4-BE49-F238E27FC236}">
                  <a16:creationId xmlns:a16="http://schemas.microsoft.com/office/drawing/2014/main" id="{761A6271-0CE1-F622-C886-678F88A50F7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55" name="Oval 1471">
                <a:extLst>
                  <a:ext uri="{FF2B5EF4-FFF2-40B4-BE49-F238E27FC236}">
                    <a16:creationId xmlns:a16="http://schemas.microsoft.com/office/drawing/2014/main" id="{BBC71223-30E2-BEDD-4B68-7CFA19ADD9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6" name="Oval 1472">
                <a:extLst>
                  <a:ext uri="{FF2B5EF4-FFF2-40B4-BE49-F238E27FC236}">
                    <a16:creationId xmlns:a16="http://schemas.microsoft.com/office/drawing/2014/main" id="{98213AB7-A727-A33E-E804-1C0F84A3FD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7" name="Freeform 1473">
                <a:extLst>
                  <a:ext uri="{FF2B5EF4-FFF2-40B4-BE49-F238E27FC236}">
                    <a16:creationId xmlns:a16="http://schemas.microsoft.com/office/drawing/2014/main" id="{F6F17020-71F2-AF10-4664-612BE672E2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8" name="Freeform 1474">
                <a:extLst>
                  <a:ext uri="{FF2B5EF4-FFF2-40B4-BE49-F238E27FC236}">
                    <a16:creationId xmlns:a16="http://schemas.microsoft.com/office/drawing/2014/main" id="{11AC6CD4-4AFB-B530-3396-3D7AFAEFE2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Freeform 1475">
                <a:extLst>
                  <a:ext uri="{FF2B5EF4-FFF2-40B4-BE49-F238E27FC236}">
                    <a16:creationId xmlns:a16="http://schemas.microsoft.com/office/drawing/2014/main" id="{E6E0E11B-120F-2273-7429-82A0B334B5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Oval 1476">
                <a:extLst>
                  <a:ext uri="{FF2B5EF4-FFF2-40B4-BE49-F238E27FC236}">
                    <a16:creationId xmlns:a16="http://schemas.microsoft.com/office/drawing/2014/main" id="{08A2E0BA-C312-8744-5132-4671B1AC2F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2" name="Group 1477">
              <a:extLst>
                <a:ext uri="{FF2B5EF4-FFF2-40B4-BE49-F238E27FC236}">
                  <a16:creationId xmlns:a16="http://schemas.microsoft.com/office/drawing/2014/main" id="{8D450019-9F38-E758-8625-FE553123A76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649" name="Oval 1478">
                <a:extLst>
                  <a:ext uri="{FF2B5EF4-FFF2-40B4-BE49-F238E27FC236}">
                    <a16:creationId xmlns:a16="http://schemas.microsoft.com/office/drawing/2014/main" id="{8A0EF140-E8E1-CF70-7D65-FCD0AD041C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0" name="Oval 1479">
                <a:extLst>
                  <a:ext uri="{FF2B5EF4-FFF2-40B4-BE49-F238E27FC236}">
                    <a16:creationId xmlns:a16="http://schemas.microsoft.com/office/drawing/2014/main" id="{E1778621-4702-A299-CE7E-3A64B003C3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1" name="Freeform 1480">
                <a:extLst>
                  <a:ext uri="{FF2B5EF4-FFF2-40B4-BE49-F238E27FC236}">
                    <a16:creationId xmlns:a16="http://schemas.microsoft.com/office/drawing/2014/main" id="{7ACB696A-1A86-A688-1B29-A9A134062E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2" name="Freeform 1481">
                <a:extLst>
                  <a:ext uri="{FF2B5EF4-FFF2-40B4-BE49-F238E27FC236}">
                    <a16:creationId xmlns:a16="http://schemas.microsoft.com/office/drawing/2014/main" id="{6CAA059B-D129-3C21-D609-3E7D16D344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Freeform 1482">
                <a:extLst>
                  <a:ext uri="{FF2B5EF4-FFF2-40B4-BE49-F238E27FC236}">
                    <a16:creationId xmlns:a16="http://schemas.microsoft.com/office/drawing/2014/main" id="{84C6F3E7-D035-7552-B3F0-C8A8530A20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Oval 1483">
                <a:extLst>
                  <a:ext uri="{FF2B5EF4-FFF2-40B4-BE49-F238E27FC236}">
                    <a16:creationId xmlns:a16="http://schemas.microsoft.com/office/drawing/2014/main" id="{B6724877-FFEF-C2CC-3D97-71228022E1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3" name="Group 1484">
              <a:extLst>
                <a:ext uri="{FF2B5EF4-FFF2-40B4-BE49-F238E27FC236}">
                  <a16:creationId xmlns:a16="http://schemas.microsoft.com/office/drawing/2014/main" id="{693C0AFF-96B2-14B4-ECF0-EE767AF7C3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643" name="Oval 1485">
                <a:extLst>
                  <a:ext uri="{FF2B5EF4-FFF2-40B4-BE49-F238E27FC236}">
                    <a16:creationId xmlns:a16="http://schemas.microsoft.com/office/drawing/2014/main" id="{4B6AD70B-F9F9-6A9D-966D-87676E33F7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4" name="Oval 1486">
                <a:extLst>
                  <a:ext uri="{FF2B5EF4-FFF2-40B4-BE49-F238E27FC236}">
                    <a16:creationId xmlns:a16="http://schemas.microsoft.com/office/drawing/2014/main" id="{82ED45F8-CA97-1530-333B-91F57078D1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5" name="Freeform 1487">
                <a:extLst>
                  <a:ext uri="{FF2B5EF4-FFF2-40B4-BE49-F238E27FC236}">
                    <a16:creationId xmlns:a16="http://schemas.microsoft.com/office/drawing/2014/main" id="{DE1CFAB0-6488-06C6-25BE-749CD49385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6" name="Freeform 1488">
                <a:extLst>
                  <a:ext uri="{FF2B5EF4-FFF2-40B4-BE49-F238E27FC236}">
                    <a16:creationId xmlns:a16="http://schemas.microsoft.com/office/drawing/2014/main" id="{C7755E93-344C-00D1-BE79-F0B2A45079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Freeform 1489">
                <a:extLst>
                  <a:ext uri="{FF2B5EF4-FFF2-40B4-BE49-F238E27FC236}">
                    <a16:creationId xmlns:a16="http://schemas.microsoft.com/office/drawing/2014/main" id="{DAFA9AC7-669A-9E98-2C06-6692FB7C45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" name="Oval 1490">
                <a:extLst>
                  <a:ext uri="{FF2B5EF4-FFF2-40B4-BE49-F238E27FC236}">
                    <a16:creationId xmlns:a16="http://schemas.microsoft.com/office/drawing/2014/main" id="{394EAD72-FF5E-8554-2913-26CF1DE399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4" name="Group 1491">
              <a:extLst>
                <a:ext uri="{FF2B5EF4-FFF2-40B4-BE49-F238E27FC236}">
                  <a16:creationId xmlns:a16="http://schemas.microsoft.com/office/drawing/2014/main" id="{9D93B20B-118C-96C9-7A24-FA77414F18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637" name="Oval 1492">
                <a:extLst>
                  <a:ext uri="{FF2B5EF4-FFF2-40B4-BE49-F238E27FC236}">
                    <a16:creationId xmlns:a16="http://schemas.microsoft.com/office/drawing/2014/main" id="{87BE1145-A904-10C8-9B71-E466F96640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8" name="Oval 1493">
                <a:extLst>
                  <a:ext uri="{FF2B5EF4-FFF2-40B4-BE49-F238E27FC236}">
                    <a16:creationId xmlns:a16="http://schemas.microsoft.com/office/drawing/2014/main" id="{1D41875F-199A-C80A-A15B-DE66F88AAF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9" name="Freeform 1494">
                <a:extLst>
                  <a:ext uri="{FF2B5EF4-FFF2-40B4-BE49-F238E27FC236}">
                    <a16:creationId xmlns:a16="http://schemas.microsoft.com/office/drawing/2014/main" id="{A55A803B-CFE8-3828-8F85-5ECDC563AD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0" name="Freeform 1495">
                <a:extLst>
                  <a:ext uri="{FF2B5EF4-FFF2-40B4-BE49-F238E27FC236}">
                    <a16:creationId xmlns:a16="http://schemas.microsoft.com/office/drawing/2014/main" id="{1FDE4D53-AEE6-AB13-32AF-E0F2616042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Freeform 1496">
                <a:extLst>
                  <a:ext uri="{FF2B5EF4-FFF2-40B4-BE49-F238E27FC236}">
                    <a16:creationId xmlns:a16="http://schemas.microsoft.com/office/drawing/2014/main" id="{85AB7FA1-2EB7-5782-A485-8467E3CEAC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Oval 1497">
                <a:extLst>
                  <a:ext uri="{FF2B5EF4-FFF2-40B4-BE49-F238E27FC236}">
                    <a16:creationId xmlns:a16="http://schemas.microsoft.com/office/drawing/2014/main" id="{511D0F12-2064-9923-4071-7383812008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5" name="Group 1498">
              <a:extLst>
                <a:ext uri="{FF2B5EF4-FFF2-40B4-BE49-F238E27FC236}">
                  <a16:creationId xmlns:a16="http://schemas.microsoft.com/office/drawing/2014/main" id="{BD219F6F-4A7E-32B3-8BD0-F8AE41551E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631" name="Oval 1499">
                <a:extLst>
                  <a:ext uri="{FF2B5EF4-FFF2-40B4-BE49-F238E27FC236}">
                    <a16:creationId xmlns:a16="http://schemas.microsoft.com/office/drawing/2014/main" id="{95D177E2-E89B-8A28-D65E-543988FB7F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2" name="Oval 1500">
                <a:extLst>
                  <a:ext uri="{FF2B5EF4-FFF2-40B4-BE49-F238E27FC236}">
                    <a16:creationId xmlns:a16="http://schemas.microsoft.com/office/drawing/2014/main" id="{77A21B00-12F9-E2C0-517C-EA96AD6EDC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3" name="Freeform 1501">
                <a:extLst>
                  <a:ext uri="{FF2B5EF4-FFF2-40B4-BE49-F238E27FC236}">
                    <a16:creationId xmlns:a16="http://schemas.microsoft.com/office/drawing/2014/main" id="{53DDFBE0-9112-264D-B44D-824B3BC643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" name="Freeform 1502">
                <a:extLst>
                  <a:ext uri="{FF2B5EF4-FFF2-40B4-BE49-F238E27FC236}">
                    <a16:creationId xmlns:a16="http://schemas.microsoft.com/office/drawing/2014/main" id="{634D5CA4-669E-20ED-960B-FA04FDB821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Freeform 1503">
                <a:extLst>
                  <a:ext uri="{FF2B5EF4-FFF2-40B4-BE49-F238E27FC236}">
                    <a16:creationId xmlns:a16="http://schemas.microsoft.com/office/drawing/2014/main" id="{EFAD395C-C6E0-2766-7368-4AAADC6405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Oval 1504">
                <a:extLst>
                  <a:ext uri="{FF2B5EF4-FFF2-40B4-BE49-F238E27FC236}">
                    <a16:creationId xmlns:a16="http://schemas.microsoft.com/office/drawing/2014/main" id="{F06FBA64-15AC-0B2F-3102-7F5C527146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6" name="Group 1505">
              <a:extLst>
                <a:ext uri="{FF2B5EF4-FFF2-40B4-BE49-F238E27FC236}">
                  <a16:creationId xmlns:a16="http://schemas.microsoft.com/office/drawing/2014/main" id="{B5D6A28F-0BF5-0DD8-5B97-2395237B2F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625" name="Oval 1506">
                <a:extLst>
                  <a:ext uri="{FF2B5EF4-FFF2-40B4-BE49-F238E27FC236}">
                    <a16:creationId xmlns:a16="http://schemas.microsoft.com/office/drawing/2014/main" id="{836F4473-3200-F69D-1654-9B6562666C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6" name="Oval 1507">
                <a:extLst>
                  <a:ext uri="{FF2B5EF4-FFF2-40B4-BE49-F238E27FC236}">
                    <a16:creationId xmlns:a16="http://schemas.microsoft.com/office/drawing/2014/main" id="{CE810156-A23C-FD4D-C49E-EB163F0370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7" name="Freeform 1508">
                <a:extLst>
                  <a:ext uri="{FF2B5EF4-FFF2-40B4-BE49-F238E27FC236}">
                    <a16:creationId xmlns:a16="http://schemas.microsoft.com/office/drawing/2014/main" id="{F4D4401E-7150-5E1D-4659-855CDC941F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" name="Freeform 1509">
                <a:extLst>
                  <a:ext uri="{FF2B5EF4-FFF2-40B4-BE49-F238E27FC236}">
                    <a16:creationId xmlns:a16="http://schemas.microsoft.com/office/drawing/2014/main" id="{7223DC83-32AE-1B2F-9041-26EC9456F4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Freeform 1510">
                <a:extLst>
                  <a:ext uri="{FF2B5EF4-FFF2-40B4-BE49-F238E27FC236}">
                    <a16:creationId xmlns:a16="http://schemas.microsoft.com/office/drawing/2014/main" id="{72F99B9A-753F-E775-4053-0EF92C7207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Oval 1511">
                <a:extLst>
                  <a:ext uri="{FF2B5EF4-FFF2-40B4-BE49-F238E27FC236}">
                    <a16:creationId xmlns:a16="http://schemas.microsoft.com/office/drawing/2014/main" id="{A959452C-CC76-E594-8593-98642C3B25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7" name="Group 1512">
              <a:extLst>
                <a:ext uri="{FF2B5EF4-FFF2-40B4-BE49-F238E27FC236}">
                  <a16:creationId xmlns:a16="http://schemas.microsoft.com/office/drawing/2014/main" id="{B057C2B5-1E1C-DF8C-65E8-3BC17A0FF6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619" name="Oval 1513">
                <a:extLst>
                  <a:ext uri="{FF2B5EF4-FFF2-40B4-BE49-F238E27FC236}">
                    <a16:creationId xmlns:a16="http://schemas.microsoft.com/office/drawing/2014/main" id="{CE3CF6B6-BE4B-5D44-A3FC-7E1B38BDBE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0" name="Oval 1514">
                <a:extLst>
                  <a:ext uri="{FF2B5EF4-FFF2-40B4-BE49-F238E27FC236}">
                    <a16:creationId xmlns:a16="http://schemas.microsoft.com/office/drawing/2014/main" id="{F52C3ECB-E546-8877-F1A7-F70FECCEB1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1" name="Freeform 1515">
                <a:extLst>
                  <a:ext uri="{FF2B5EF4-FFF2-40B4-BE49-F238E27FC236}">
                    <a16:creationId xmlns:a16="http://schemas.microsoft.com/office/drawing/2014/main" id="{93BE7F9B-52A2-8935-390C-F4FC243798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" name="Freeform 1516">
                <a:extLst>
                  <a:ext uri="{FF2B5EF4-FFF2-40B4-BE49-F238E27FC236}">
                    <a16:creationId xmlns:a16="http://schemas.microsoft.com/office/drawing/2014/main" id="{5DB75C27-C34E-1AB8-E46F-F40A3219FD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Freeform 1517">
                <a:extLst>
                  <a:ext uri="{FF2B5EF4-FFF2-40B4-BE49-F238E27FC236}">
                    <a16:creationId xmlns:a16="http://schemas.microsoft.com/office/drawing/2014/main" id="{C14F1E22-B987-E81D-25C2-D58E26AC5E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Oval 1518">
                <a:extLst>
                  <a:ext uri="{FF2B5EF4-FFF2-40B4-BE49-F238E27FC236}">
                    <a16:creationId xmlns:a16="http://schemas.microsoft.com/office/drawing/2014/main" id="{8C963AF7-A275-236A-9D3D-2C14511A97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8" name="Group 1519">
              <a:extLst>
                <a:ext uri="{FF2B5EF4-FFF2-40B4-BE49-F238E27FC236}">
                  <a16:creationId xmlns:a16="http://schemas.microsoft.com/office/drawing/2014/main" id="{00635757-EE80-932B-DEA5-E3C77B7D76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613" name="Oval 1520">
                <a:extLst>
                  <a:ext uri="{FF2B5EF4-FFF2-40B4-BE49-F238E27FC236}">
                    <a16:creationId xmlns:a16="http://schemas.microsoft.com/office/drawing/2014/main" id="{22B5EAC9-4D02-9A2D-B7CB-0539585D79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4" name="Oval 1521">
                <a:extLst>
                  <a:ext uri="{FF2B5EF4-FFF2-40B4-BE49-F238E27FC236}">
                    <a16:creationId xmlns:a16="http://schemas.microsoft.com/office/drawing/2014/main" id="{4A81E27F-548D-FDE0-770E-E2FDBDC02C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5" name="Freeform 1522">
                <a:extLst>
                  <a:ext uri="{FF2B5EF4-FFF2-40B4-BE49-F238E27FC236}">
                    <a16:creationId xmlns:a16="http://schemas.microsoft.com/office/drawing/2014/main" id="{C51DC824-43DC-DD64-C0EF-669003B431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6" name="Freeform 1523">
                <a:extLst>
                  <a:ext uri="{FF2B5EF4-FFF2-40B4-BE49-F238E27FC236}">
                    <a16:creationId xmlns:a16="http://schemas.microsoft.com/office/drawing/2014/main" id="{083E0B90-F9A8-C4EC-7EEB-EBFD00ADC5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Freeform 1524">
                <a:extLst>
                  <a:ext uri="{FF2B5EF4-FFF2-40B4-BE49-F238E27FC236}">
                    <a16:creationId xmlns:a16="http://schemas.microsoft.com/office/drawing/2014/main" id="{97A85BA1-37DB-4C58-B66B-9ED640B787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Oval 1525">
                <a:extLst>
                  <a:ext uri="{FF2B5EF4-FFF2-40B4-BE49-F238E27FC236}">
                    <a16:creationId xmlns:a16="http://schemas.microsoft.com/office/drawing/2014/main" id="{4B997343-405C-7DF5-9DAB-3E3B37652E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29" name="Group 1526">
              <a:extLst>
                <a:ext uri="{FF2B5EF4-FFF2-40B4-BE49-F238E27FC236}">
                  <a16:creationId xmlns:a16="http://schemas.microsoft.com/office/drawing/2014/main" id="{23836477-5431-4093-0019-DB86E601456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607" name="Oval 1527">
                <a:extLst>
                  <a:ext uri="{FF2B5EF4-FFF2-40B4-BE49-F238E27FC236}">
                    <a16:creationId xmlns:a16="http://schemas.microsoft.com/office/drawing/2014/main" id="{0CA14D55-3475-371A-BCB5-C84AD333D4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8" name="Oval 1528">
                <a:extLst>
                  <a:ext uri="{FF2B5EF4-FFF2-40B4-BE49-F238E27FC236}">
                    <a16:creationId xmlns:a16="http://schemas.microsoft.com/office/drawing/2014/main" id="{0DD2D149-E957-F7D6-C7AA-897A50534B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9" name="Freeform 1529">
                <a:extLst>
                  <a:ext uri="{FF2B5EF4-FFF2-40B4-BE49-F238E27FC236}">
                    <a16:creationId xmlns:a16="http://schemas.microsoft.com/office/drawing/2014/main" id="{CA36FE3E-BA60-338F-5B9E-BDD83D5F57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0" name="Freeform 1530">
                <a:extLst>
                  <a:ext uri="{FF2B5EF4-FFF2-40B4-BE49-F238E27FC236}">
                    <a16:creationId xmlns:a16="http://schemas.microsoft.com/office/drawing/2014/main" id="{181F8A01-FE8F-6B52-F773-EAAA0F196F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Freeform 1531">
                <a:extLst>
                  <a:ext uri="{FF2B5EF4-FFF2-40B4-BE49-F238E27FC236}">
                    <a16:creationId xmlns:a16="http://schemas.microsoft.com/office/drawing/2014/main" id="{D596F5A1-481A-57A3-00C0-65CB781DE7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Oval 1532">
                <a:extLst>
                  <a:ext uri="{FF2B5EF4-FFF2-40B4-BE49-F238E27FC236}">
                    <a16:creationId xmlns:a16="http://schemas.microsoft.com/office/drawing/2014/main" id="{D4CE365E-7FD0-EE6D-0FFD-CD8759490A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0" name="Group 1533">
              <a:extLst>
                <a:ext uri="{FF2B5EF4-FFF2-40B4-BE49-F238E27FC236}">
                  <a16:creationId xmlns:a16="http://schemas.microsoft.com/office/drawing/2014/main" id="{C7661087-93E2-9BC6-70CE-629A0A32B9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601" name="Oval 1534">
                <a:extLst>
                  <a:ext uri="{FF2B5EF4-FFF2-40B4-BE49-F238E27FC236}">
                    <a16:creationId xmlns:a16="http://schemas.microsoft.com/office/drawing/2014/main" id="{4BFA87B8-C6D9-3C2B-C8D0-D2A2593351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2" name="Oval 1535">
                <a:extLst>
                  <a:ext uri="{FF2B5EF4-FFF2-40B4-BE49-F238E27FC236}">
                    <a16:creationId xmlns:a16="http://schemas.microsoft.com/office/drawing/2014/main" id="{BB2B81D4-BE35-6AFE-F4FB-B3C7AA240A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3" name="Freeform 1536">
                <a:extLst>
                  <a:ext uri="{FF2B5EF4-FFF2-40B4-BE49-F238E27FC236}">
                    <a16:creationId xmlns:a16="http://schemas.microsoft.com/office/drawing/2014/main" id="{1E5AF9DA-123C-ACE6-6A89-531978FE12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4" name="Freeform 1537">
                <a:extLst>
                  <a:ext uri="{FF2B5EF4-FFF2-40B4-BE49-F238E27FC236}">
                    <a16:creationId xmlns:a16="http://schemas.microsoft.com/office/drawing/2014/main" id="{E36D3B94-2E47-6DCB-6720-30AE6B1131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Freeform 1538">
                <a:extLst>
                  <a:ext uri="{FF2B5EF4-FFF2-40B4-BE49-F238E27FC236}">
                    <a16:creationId xmlns:a16="http://schemas.microsoft.com/office/drawing/2014/main" id="{789F8F92-C178-CC78-0EA6-8AA3BF3A3C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" name="Oval 1539">
                <a:extLst>
                  <a:ext uri="{FF2B5EF4-FFF2-40B4-BE49-F238E27FC236}">
                    <a16:creationId xmlns:a16="http://schemas.microsoft.com/office/drawing/2014/main" id="{6B50BB20-E66E-ABEF-991D-C42C313EDC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1" name="Group 1540">
              <a:extLst>
                <a:ext uri="{FF2B5EF4-FFF2-40B4-BE49-F238E27FC236}">
                  <a16:creationId xmlns:a16="http://schemas.microsoft.com/office/drawing/2014/main" id="{75037627-800A-92E1-ECCE-9E27B95E7E4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95" name="Oval 1541">
                <a:extLst>
                  <a:ext uri="{FF2B5EF4-FFF2-40B4-BE49-F238E27FC236}">
                    <a16:creationId xmlns:a16="http://schemas.microsoft.com/office/drawing/2014/main" id="{6157E1C6-6EAD-B2A5-4B27-A6B4BE5709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6" name="Oval 1542">
                <a:extLst>
                  <a:ext uri="{FF2B5EF4-FFF2-40B4-BE49-F238E27FC236}">
                    <a16:creationId xmlns:a16="http://schemas.microsoft.com/office/drawing/2014/main" id="{CA0DB6FE-10E8-5ED2-1675-8D254689B8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7" name="Freeform 1543">
                <a:extLst>
                  <a:ext uri="{FF2B5EF4-FFF2-40B4-BE49-F238E27FC236}">
                    <a16:creationId xmlns:a16="http://schemas.microsoft.com/office/drawing/2014/main" id="{37971526-47F5-F702-839D-D89FC91D44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8" name="Freeform 1544">
                <a:extLst>
                  <a:ext uri="{FF2B5EF4-FFF2-40B4-BE49-F238E27FC236}">
                    <a16:creationId xmlns:a16="http://schemas.microsoft.com/office/drawing/2014/main" id="{528E6CE3-A65C-1770-4189-880DB1A3BF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Freeform 1545">
                <a:extLst>
                  <a:ext uri="{FF2B5EF4-FFF2-40B4-BE49-F238E27FC236}">
                    <a16:creationId xmlns:a16="http://schemas.microsoft.com/office/drawing/2014/main" id="{FF9337FE-428B-3764-3C08-BAC58825E1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0" name="Oval 1546">
                <a:extLst>
                  <a:ext uri="{FF2B5EF4-FFF2-40B4-BE49-F238E27FC236}">
                    <a16:creationId xmlns:a16="http://schemas.microsoft.com/office/drawing/2014/main" id="{B7BA9827-E652-239B-F5DA-B9885DEEF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2" name="Group 1547">
              <a:extLst>
                <a:ext uri="{FF2B5EF4-FFF2-40B4-BE49-F238E27FC236}">
                  <a16:creationId xmlns:a16="http://schemas.microsoft.com/office/drawing/2014/main" id="{19C64E45-8AEE-9812-A6F4-191728E142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89" name="Oval 1548">
                <a:extLst>
                  <a:ext uri="{FF2B5EF4-FFF2-40B4-BE49-F238E27FC236}">
                    <a16:creationId xmlns:a16="http://schemas.microsoft.com/office/drawing/2014/main" id="{9770BE11-16B6-8E54-74B8-3EFD565C73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0" name="Oval 1549">
                <a:extLst>
                  <a:ext uri="{FF2B5EF4-FFF2-40B4-BE49-F238E27FC236}">
                    <a16:creationId xmlns:a16="http://schemas.microsoft.com/office/drawing/2014/main" id="{53C5869A-40D8-974B-AFBE-8917D2F660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1" name="Freeform 1550">
                <a:extLst>
                  <a:ext uri="{FF2B5EF4-FFF2-40B4-BE49-F238E27FC236}">
                    <a16:creationId xmlns:a16="http://schemas.microsoft.com/office/drawing/2014/main" id="{B516E60D-6CA6-AF87-4240-023A5B78C8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2" name="Freeform 1551">
                <a:extLst>
                  <a:ext uri="{FF2B5EF4-FFF2-40B4-BE49-F238E27FC236}">
                    <a16:creationId xmlns:a16="http://schemas.microsoft.com/office/drawing/2014/main" id="{FE570CCA-4619-FE05-AA91-EC41A90DBC6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Freeform 1552">
                <a:extLst>
                  <a:ext uri="{FF2B5EF4-FFF2-40B4-BE49-F238E27FC236}">
                    <a16:creationId xmlns:a16="http://schemas.microsoft.com/office/drawing/2014/main" id="{4AB4BBB4-4AD2-FE3C-4C6D-F7A3731B14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" name="Oval 1553">
                <a:extLst>
                  <a:ext uri="{FF2B5EF4-FFF2-40B4-BE49-F238E27FC236}">
                    <a16:creationId xmlns:a16="http://schemas.microsoft.com/office/drawing/2014/main" id="{7541C3A4-6436-6E21-AE25-85B71DADB66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3" name="Group 1554">
              <a:extLst>
                <a:ext uri="{FF2B5EF4-FFF2-40B4-BE49-F238E27FC236}">
                  <a16:creationId xmlns:a16="http://schemas.microsoft.com/office/drawing/2014/main" id="{1B5E63D1-AD71-240A-2B7C-B3B1930EE7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83" name="Oval 1555">
                <a:extLst>
                  <a:ext uri="{FF2B5EF4-FFF2-40B4-BE49-F238E27FC236}">
                    <a16:creationId xmlns:a16="http://schemas.microsoft.com/office/drawing/2014/main" id="{FA6B13C0-135B-C433-9F9A-4C7256669A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4" name="Oval 1556">
                <a:extLst>
                  <a:ext uri="{FF2B5EF4-FFF2-40B4-BE49-F238E27FC236}">
                    <a16:creationId xmlns:a16="http://schemas.microsoft.com/office/drawing/2014/main" id="{42F56EBE-0B01-EB60-B82A-EF1512D477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5" name="Freeform 1557">
                <a:extLst>
                  <a:ext uri="{FF2B5EF4-FFF2-40B4-BE49-F238E27FC236}">
                    <a16:creationId xmlns:a16="http://schemas.microsoft.com/office/drawing/2014/main" id="{EAFF45FB-2B3E-2177-FB7C-130F4CA32A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6" name="Freeform 1558">
                <a:extLst>
                  <a:ext uri="{FF2B5EF4-FFF2-40B4-BE49-F238E27FC236}">
                    <a16:creationId xmlns:a16="http://schemas.microsoft.com/office/drawing/2014/main" id="{BC8EFC9B-4196-2E44-BB23-0C0BB002E5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Freeform 1559">
                <a:extLst>
                  <a:ext uri="{FF2B5EF4-FFF2-40B4-BE49-F238E27FC236}">
                    <a16:creationId xmlns:a16="http://schemas.microsoft.com/office/drawing/2014/main" id="{B6AB5A05-6A5E-BAD2-6829-56C1F957CB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8" name="Oval 1560">
                <a:extLst>
                  <a:ext uri="{FF2B5EF4-FFF2-40B4-BE49-F238E27FC236}">
                    <a16:creationId xmlns:a16="http://schemas.microsoft.com/office/drawing/2014/main" id="{EA7E34E2-297E-E5BF-77D4-850D94552D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4" name="Group 1561">
              <a:extLst>
                <a:ext uri="{FF2B5EF4-FFF2-40B4-BE49-F238E27FC236}">
                  <a16:creationId xmlns:a16="http://schemas.microsoft.com/office/drawing/2014/main" id="{3A9E92F0-51FD-7EF7-9EA1-0C4EE6E576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77" name="Oval 1562">
                <a:extLst>
                  <a:ext uri="{FF2B5EF4-FFF2-40B4-BE49-F238E27FC236}">
                    <a16:creationId xmlns:a16="http://schemas.microsoft.com/office/drawing/2014/main" id="{14D9F7DC-190E-8CF4-835E-320A894EA5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8" name="Oval 1563">
                <a:extLst>
                  <a:ext uri="{FF2B5EF4-FFF2-40B4-BE49-F238E27FC236}">
                    <a16:creationId xmlns:a16="http://schemas.microsoft.com/office/drawing/2014/main" id="{D522A7C7-2A69-AC0F-9D7D-CDE77F0ADE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9" name="Freeform 1564">
                <a:extLst>
                  <a:ext uri="{FF2B5EF4-FFF2-40B4-BE49-F238E27FC236}">
                    <a16:creationId xmlns:a16="http://schemas.microsoft.com/office/drawing/2014/main" id="{4B040A75-C16D-E00F-0AEC-D44BFF1FCF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0" name="Freeform 1565">
                <a:extLst>
                  <a:ext uri="{FF2B5EF4-FFF2-40B4-BE49-F238E27FC236}">
                    <a16:creationId xmlns:a16="http://schemas.microsoft.com/office/drawing/2014/main" id="{1F95BB8A-F4AC-42C9-32AA-59A3647B20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Freeform 1566">
                <a:extLst>
                  <a:ext uri="{FF2B5EF4-FFF2-40B4-BE49-F238E27FC236}">
                    <a16:creationId xmlns:a16="http://schemas.microsoft.com/office/drawing/2014/main" id="{26BF2968-8B81-0C4B-A51E-EBBCB6A0F5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" name="Oval 1567">
                <a:extLst>
                  <a:ext uri="{FF2B5EF4-FFF2-40B4-BE49-F238E27FC236}">
                    <a16:creationId xmlns:a16="http://schemas.microsoft.com/office/drawing/2014/main" id="{6B85ECE1-3E89-D4AB-A7CA-E477A8A6EA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5" name="Group 1568">
              <a:extLst>
                <a:ext uri="{FF2B5EF4-FFF2-40B4-BE49-F238E27FC236}">
                  <a16:creationId xmlns:a16="http://schemas.microsoft.com/office/drawing/2014/main" id="{96682E4B-845E-7B33-58BA-E8C4B9D86D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71" name="Oval 1569">
                <a:extLst>
                  <a:ext uri="{FF2B5EF4-FFF2-40B4-BE49-F238E27FC236}">
                    <a16:creationId xmlns:a16="http://schemas.microsoft.com/office/drawing/2014/main" id="{B9600820-A6FC-5713-C0A4-7CB3D5E206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2" name="Oval 1570">
                <a:extLst>
                  <a:ext uri="{FF2B5EF4-FFF2-40B4-BE49-F238E27FC236}">
                    <a16:creationId xmlns:a16="http://schemas.microsoft.com/office/drawing/2014/main" id="{A05AF5EA-FE14-CA41-E9FC-FAE412C438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3" name="Freeform 1571">
                <a:extLst>
                  <a:ext uri="{FF2B5EF4-FFF2-40B4-BE49-F238E27FC236}">
                    <a16:creationId xmlns:a16="http://schemas.microsoft.com/office/drawing/2014/main" id="{353F3C6D-E703-DBAB-92C1-9D5DF52159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4" name="Freeform 1572">
                <a:extLst>
                  <a:ext uri="{FF2B5EF4-FFF2-40B4-BE49-F238E27FC236}">
                    <a16:creationId xmlns:a16="http://schemas.microsoft.com/office/drawing/2014/main" id="{F394D026-5909-F0E8-CFA1-A019F825F0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Freeform 1573">
                <a:extLst>
                  <a:ext uri="{FF2B5EF4-FFF2-40B4-BE49-F238E27FC236}">
                    <a16:creationId xmlns:a16="http://schemas.microsoft.com/office/drawing/2014/main" id="{1928A30E-0005-1F5C-A221-2B7DF85821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6" name="Oval 1574">
                <a:extLst>
                  <a:ext uri="{FF2B5EF4-FFF2-40B4-BE49-F238E27FC236}">
                    <a16:creationId xmlns:a16="http://schemas.microsoft.com/office/drawing/2014/main" id="{D000C699-4E02-A107-D92C-68B2583670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6" name="Group 1575">
              <a:extLst>
                <a:ext uri="{FF2B5EF4-FFF2-40B4-BE49-F238E27FC236}">
                  <a16:creationId xmlns:a16="http://schemas.microsoft.com/office/drawing/2014/main" id="{B5D278E9-9B18-FEB8-E865-F3B6B4A26A4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65" name="Oval 1576">
                <a:extLst>
                  <a:ext uri="{FF2B5EF4-FFF2-40B4-BE49-F238E27FC236}">
                    <a16:creationId xmlns:a16="http://schemas.microsoft.com/office/drawing/2014/main" id="{00C3B4FF-8A15-896F-4445-B87DD74EA2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6" name="Oval 1577">
                <a:extLst>
                  <a:ext uri="{FF2B5EF4-FFF2-40B4-BE49-F238E27FC236}">
                    <a16:creationId xmlns:a16="http://schemas.microsoft.com/office/drawing/2014/main" id="{8B71C56B-9879-33E5-ADA2-7DE5608981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7" name="Freeform 1578">
                <a:extLst>
                  <a:ext uri="{FF2B5EF4-FFF2-40B4-BE49-F238E27FC236}">
                    <a16:creationId xmlns:a16="http://schemas.microsoft.com/office/drawing/2014/main" id="{48F68729-EA84-D6A3-C11B-3D92D9DB78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8" name="Freeform 1579">
                <a:extLst>
                  <a:ext uri="{FF2B5EF4-FFF2-40B4-BE49-F238E27FC236}">
                    <a16:creationId xmlns:a16="http://schemas.microsoft.com/office/drawing/2014/main" id="{12AD1168-9E45-81CE-84DF-E4B2679FFD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Freeform 1580">
                <a:extLst>
                  <a:ext uri="{FF2B5EF4-FFF2-40B4-BE49-F238E27FC236}">
                    <a16:creationId xmlns:a16="http://schemas.microsoft.com/office/drawing/2014/main" id="{2C444314-EDE7-16FA-9047-A19C117868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0" name="Oval 1581">
                <a:extLst>
                  <a:ext uri="{FF2B5EF4-FFF2-40B4-BE49-F238E27FC236}">
                    <a16:creationId xmlns:a16="http://schemas.microsoft.com/office/drawing/2014/main" id="{7746D731-4A43-4768-3D07-9E5B04B218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7" name="Group 1582">
              <a:extLst>
                <a:ext uri="{FF2B5EF4-FFF2-40B4-BE49-F238E27FC236}">
                  <a16:creationId xmlns:a16="http://schemas.microsoft.com/office/drawing/2014/main" id="{4CC34C84-155B-3F62-8060-CE27A25045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59" name="Oval 1583">
                <a:extLst>
                  <a:ext uri="{FF2B5EF4-FFF2-40B4-BE49-F238E27FC236}">
                    <a16:creationId xmlns:a16="http://schemas.microsoft.com/office/drawing/2014/main" id="{B95B835D-FD07-CC09-06FA-B65A311940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0" name="Oval 1584">
                <a:extLst>
                  <a:ext uri="{FF2B5EF4-FFF2-40B4-BE49-F238E27FC236}">
                    <a16:creationId xmlns:a16="http://schemas.microsoft.com/office/drawing/2014/main" id="{D35FB6F9-F109-BD93-3A6F-189B9E84B7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1" name="Freeform 1585">
                <a:extLst>
                  <a:ext uri="{FF2B5EF4-FFF2-40B4-BE49-F238E27FC236}">
                    <a16:creationId xmlns:a16="http://schemas.microsoft.com/office/drawing/2014/main" id="{822C5167-2748-6306-67F4-C01BB27C2D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2" name="Freeform 1586">
                <a:extLst>
                  <a:ext uri="{FF2B5EF4-FFF2-40B4-BE49-F238E27FC236}">
                    <a16:creationId xmlns:a16="http://schemas.microsoft.com/office/drawing/2014/main" id="{329FF518-0EC6-3F5A-CDB2-32A9992D5C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Freeform 1587">
                <a:extLst>
                  <a:ext uri="{FF2B5EF4-FFF2-40B4-BE49-F238E27FC236}">
                    <a16:creationId xmlns:a16="http://schemas.microsoft.com/office/drawing/2014/main" id="{E2D86C01-4F92-82AB-8047-3533F9B318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" name="Oval 1588">
                <a:extLst>
                  <a:ext uri="{FF2B5EF4-FFF2-40B4-BE49-F238E27FC236}">
                    <a16:creationId xmlns:a16="http://schemas.microsoft.com/office/drawing/2014/main" id="{952F18C9-5A34-B707-6B50-26086F58AA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8" name="Group 1589">
              <a:extLst>
                <a:ext uri="{FF2B5EF4-FFF2-40B4-BE49-F238E27FC236}">
                  <a16:creationId xmlns:a16="http://schemas.microsoft.com/office/drawing/2014/main" id="{3DB4E772-0364-58AD-9F36-A2A8365070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553" name="Oval 1590">
                <a:extLst>
                  <a:ext uri="{FF2B5EF4-FFF2-40B4-BE49-F238E27FC236}">
                    <a16:creationId xmlns:a16="http://schemas.microsoft.com/office/drawing/2014/main" id="{D9553709-1D89-24ED-0272-6DEF04E0F4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4" name="Oval 1591">
                <a:extLst>
                  <a:ext uri="{FF2B5EF4-FFF2-40B4-BE49-F238E27FC236}">
                    <a16:creationId xmlns:a16="http://schemas.microsoft.com/office/drawing/2014/main" id="{10D43D88-DB8B-860B-A157-47E9C941F1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5" name="Freeform 1592">
                <a:extLst>
                  <a:ext uri="{FF2B5EF4-FFF2-40B4-BE49-F238E27FC236}">
                    <a16:creationId xmlns:a16="http://schemas.microsoft.com/office/drawing/2014/main" id="{201FF33F-335A-3896-C88E-CCA40C8FFA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6" name="Freeform 1593">
                <a:extLst>
                  <a:ext uri="{FF2B5EF4-FFF2-40B4-BE49-F238E27FC236}">
                    <a16:creationId xmlns:a16="http://schemas.microsoft.com/office/drawing/2014/main" id="{45E905AF-83C4-2839-E789-A4F63D6840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Freeform 1594">
                <a:extLst>
                  <a:ext uri="{FF2B5EF4-FFF2-40B4-BE49-F238E27FC236}">
                    <a16:creationId xmlns:a16="http://schemas.microsoft.com/office/drawing/2014/main" id="{7A09BD21-8AEB-FB62-A944-B122F06A5E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8" name="Oval 1595">
                <a:extLst>
                  <a:ext uri="{FF2B5EF4-FFF2-40B4-BE49-F238E27FC236}">
                    <a16:creationId xmlns:a16="http://schemas.microsoft.com/office/drawing/2014/main" id="{D0C49231-D6BC-680B-B0C5-E2FF552714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39" name="Group 1596">
              <a:extLst>
                <a:ext uri="{FF2B5EF4-FFF2-40B4-BE49-F238E27FC236}">
                  <a16:creationId xmlns:a16="http://schemas.microsoft.com/office/drawing/2014/main" id="{590489DF-589A-0531-76BE-7703A90842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547" name="Oval 1597">
                <a:extLst>
                  <a:ext uri="{FF2B5EF4-FFF2-40B4-BE49-F238E27FC236}">
                    <a16:creationId xmlns:a16="http://schemas.microsoft.com/office/drawing/2014/main" id="{02AB62B5-50E5-076B-4255-A29AF2F7E4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8" name="Oval 1598">
                <a:extLst>
                  <a:ext uri="{FF2B5EF4-FFF2-40B4-BE49-F238E27FC236}">
                    <a16:creationId xmlns:a16="http://schemas.microsoft.com/office/drawing/2014/main" id="{68354C27-07C2-E2AB-94D3-8485B9BB0A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9" name="Freeform 1599">
                <a:extLst>
                  <a:ext uri="{FF2B5EF4-FFF2-40B4-BE49-F238E27FC236}">
                    <a16:creationId xmlns:a16="http://schemas.microsoft.com/office/drawing/2014/main" id="{764D6A6B-659E-B408-157D-EF1AC9CDB9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0" name="Freeform 1600">
                <a:extLst>
                  <a:ext uri="{FF2B5EF4-FFF2-40B4-BE49-F238E27FC236}">
                    <a16:creationId xmlns:a16="http://schemas.microsoft.com/office/drawing/2014/main" id="{100C219C-87EC-2C45-C1D9-04C4A9CDA6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Freeform 1601">
                <a:extLst>
                  <a:ext uri="{FF2B5EF4-FFF2-40B4-BE49-F238E27FC236}">
                    <a16:creationId xmlns:a16="http://schemas.microsoft.com/office/drawing/2014/main" id="{228145A5-DB39-A70D-FBD7-986886850A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Oval 1602">
                <a:extLst>
                  <a:ext uri="{FF2B5EF4-FFF2-40B4-BE49-F238E27FC236}">
                    <a16:creationId xmlns:a16="http://schemas.microsoft.com/office/drawing/2014/main" id="{FBF5D6AD-AA47-1BF9-91D7-941D4B0CAF2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540" name="Group 1603">
              <a:extLst>
                <a:ext uri="{FF2B5EF4-FFF2-40B4-BE49-F238E27FC236}">
                  <a16:creationId xmlns:a16="http://schemas.microsoft.com/office/drawing/2014/main" id="{18C336F8-D215-07D9-7077-682D7E32F96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541" name="Oval 1604">
                <a:extLst>
                  <a:ext uri="{FF2B5EF4-FFF2-40B4-BE49-F238E27FC236}">
                    <a16:creationId xmlns:a16="http://schemas.microsoft.com/office/drawing/2014/main" id="{935A9CDA-711A-4C7C-7389-FCEB5FFE60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2" name="Oval 1605">
                <a:extLst>
                  <a:ext uri="{FF2B5EF4-FFF2-40B4-BE49-F238E27FC236}">
                    <a16:creationId xmlns:a16="http://schemas.microsoft.com/office/drawing/2014/main" id="{8031137B-F1FF-3908-E05E-504FC9DC3D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3" name="Freeform 1606">
                <a:extLst>
                  <a:ext uri="{FF2B5EF4-FFF2-40B4-BE49-F238E27FC236}">
                    <a16:creationId xmlns:a16="http://schemas.microsoft.com/office/drawing/2014/main" id="{DD197D33-3053-F281-B5C8-409CEA9498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4" name="Freeform 1607">
                <a:extLst>
                  <a:ext uri="{FF2B5EF4-FFF2-40B4-BE49-F238E27FC236}">
                    <a16:creationId xmlns:a16="http://schemas.microsoft.com/office/drawing/2014/main" id="{4143D49F-114E-25F6-66AE-9D6247EC1F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Freeform 1608">
                <a:extLst>
                  <a:ext uri="{FF2B5EF4-FFF2-40B4-BE49-F238E27FC236}">
                    <a16:creationId xmlns:a16="http://schemas.microsoft.com/office/drawing/2014/main" id="{C1A289DA-2D7A-A60B-745B-071728FF45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Oval 1609">
                <a:extLst>
                  <a:ext uri="{FF2B5EF4-FFF2-40B4-BE49-F238E27FC236}">
                    <a16:creationId xmlns:a16="http://schemas.microsoft.com/office/drawing/2014/main" id="{A9EE1290-D044-9AF4-B3EA-6F22A41D4E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733" name="Group 1385">
            <a:extLst>
              <a:ext uri="{FF2B5EF4-FFF2-40B4-BE49-F238E27FC236}">
                <a16:creationId xmlns:a16="http://schemas.microsoft.com/office/drawing/2014/main" id="{47186D33-433E-017C-A78D-01178D24060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266746" y="266558"/>
            <a:ext cx="1141095" cy="340150"/>
            <a:chOff x="446" y="1196"/>
            <a:chExt cx="1048" cy="312"/>
          </a:xfrm>
        </p:grpSpPr>
        <p:grpSp>
          <p:nvGrpSpPr>
            <p:cNvPr id="734" name="Group 1386">
              <a:extLst>
                <a:ext uri="{FF2B5EF4-FFF2-40B4-BE49-F238E27FC236}">
                  <a16:creationId xmlns:a16="http://schemas.microsoft.com/office/drawing/2014/main" id="{5A358D0B-F6B4-2397-2B6E-07EB0D5D29F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952" name="Oval 1387">
                <a:extLst>
                  <a:ext uri="{FF2B5EF4-FFF2-40B4-BE49-F238E27FC236}">
                    <a16:creationId xmlns:a16="http://schemas.microsoft.com/office/drawing/2014/main" id="{9E8E7171-8EEC-4504-12B8-1B87D0F52E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3" name="Oval 1388">
                <a:extLst>
                  <a:ext uri="{FF2B5EF4-FFF2-40B4-BE49-F238E27FC236}">
                    <a16:creationId xmlns:a16="http://schemas.microsoft.com/office/drawing/2014/main" id="{FC8A49AB-0C6D-5F0D-A1D0-C9C9D5CA0E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4" name="Freeform 1389">
                <a:extLst>
                  <a:ext uri="{FF2B5EF4-FFF2-40B4-BE49-F238E27FC236}">
                    <a16:creationId xmlns:a16="http://schemas.microsoft.com/office/drawing/2014/main" id="{3AD286E0-97CE-C58D-0D7F-86DF6DA09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" name="Freeform 1390">
                <a:extLst>
                  <a:ext uri="{FF2B5EF4-FFF2-40B4-BE49-F238E27FC236}">
                    <a16:creationId xmlns:a16="http://schemas.microsoft.com/office/drawing/2014/main" id="{72E897B2-A0BB-6AFD-DB2C-8F09129B2F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6" name="Freeform 1391">
                <a:extLst>
                  <a:ext uri="{FF2B5EF4-FFF2-40B4-BE49-F238E27FC236}">
                    <a16:creationId xmlns:a16="http://schemas.microsoft.com/office/drawing/2014/main" id="{2981AE7F-F157-C1A6-AE7C-4F6B5ACF1E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7" name="Oval 1392">
                <a:extLst>
                  <a:ext uri="{FF2B5EF4-FFF2-40B4-BE49-F238E27FC236}">
                    <a16:creationId xmlns:a16="http://schemas.microsoft.com/office/drawing/2014/main" id="{BC062FFA-4330-4022-6F72-0E075ABAEF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5" name="Group 1393">
              <a:extLst>
                <a:ext uri="{FF2B5EF4-FFF2-40B4-BE49-F238E27FC236}">
                  <a16:creationId xmlns:a16="http://schemas.microsoft.com/office/drawing/2014/main" id="{A2179E2F-00F9-10F2-54AC-C2A52AA38F4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946" name="Oval 1394">
                <a:extLst>
                  <a:ext uri="{FF2B5EF4-FFF2-40B4-BE49-F238E27FC236}">
                    <a16:creationId xmlns:a16="http://schemas.microsoft.com/office/drawing/2014/main" id="{3332DED2-4BE6-7902-2350-6A1DD76D95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7" name="Oval 1395">
                <a:extLst>
                  <a:ext uri="{FF2B5EF4-FFF2-40B4-BE49-F238E27FC236}">
                    <a16:creationId xmlns:a16="http://schemas.microsoft.com/office/drawing/2014/main" id="{4B655235-C709-8A3A-A32B-C883EDD1E4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8" name="Freeform 1396">
                <a:extLst>
                  <a:ext uri="{FF2B5EF4-FFF2-40B4-BE49-F238E27FC236}">
                    <a16:creationId xmlns:a16="http://schemas.microsoft.com/office/drawing/2014/main" id="{3B27C002-D880-9514-F1CB-26C89E5309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9" name="Freeform 1397">
                <a:extLst>
                  <a:ext uri="{FF2B5EF4-FFF2-40B4-BE49-F238E27FC236}">
                    <a16:creationId xmlns:a16="http://schemas.microsoft.com/office/drawing/2014/main" id="{B15C222B-6FC8-3608-B427-D7D6343865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0" name="Freeform 1398">
                <a:extLst>
                  <a:ext uri="{FF2B5EF4-FFF2-40B4-BE49-F238E27FC236}">
                    <a16:creationId xmlns:a16="http://schemas.microsoft.com/office/drawing/2014/main" id="{FD295942-0538-8216-EA34-F55FA3B901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1" name="Oval 1399">
                <a:extLst>
                  <a:ext uri="{FF2B5EF4-FFF2-40B4-BE49-F238E27FC236}">
                    <a16:creationId xmlns:a16="http://schemas.microsoft.com/office/drawing/2014/main" id="{C1993B96-1F3A-594A-485A-8C1A429DD8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6" name="Group 1400">
              <a:extLst>
                <a:ext uri="{FF2B5EF4-FFF2-40B4-BE49-F238E27FC236}">
                  <a16:creationId xmlns:a16="http://schemas.microsoft.com/office/drawing/2014/main" id="{D075C6EA-363D-FF05-95CD-249750B2B8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940" name="Oval 1401">
                <a:extLst>
                  <a:ext uri="{FF2B5EF4-FFF2-40B4-BE49-F238E27FC236}">
                    <a16:creationId xmlns:a16="http://schemas.microsoft.com/office/drawing/2014/main" id="{9F55E28A-4175-DCAA-8302-104EF0652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1" name="Oval 1402">
                <a:extLst>
                  <a:ext uri="{FF2B5EF4-FFF2-40B4-BE49-F238E27FC236}">
                    <a16:creationId xmlns:a16="http://schemas.microsoft.com/office/drawing/2014/main" id="{664A2A12-D434-2840-D6DD-366D0A8A98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2" name="Freeform 1403">
                <a:extLst>
                  <a:ext uri="{FF2B5EF4-FFF2-40B4-BE49-F238E27FC236}">
                    <a16:creationId xmlns:a16="http://schemas.microsoft.com/office/drawing/2014/main" id="{77EA90C3-2657-6DF5-28B5-1BB1D39C65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" name="Freeform 1404">
                <a:extLst>
                  <a:ext uri="{FF2B5EF4-FFF2-40B4-BE49-F238E27FC236}">
                    <a16:creationId xmlns:a16="http://schemas.microsoft.com/office/drawing/2014/main" id="{FE4410B4-EE68-2B8E-9C8A-C18217E132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4" name="Freeform 1405">
                <a:extLst>
                  <a:ext uri="{FF2B5EF4-FFF2-40B4-BE49-F238E27FC236}">
                    <a16:creationId xmlns:a16="http://schemas.microsoft.com/office/drawing/2014/main" id="{D32A1E83-E8B7-50C4-F71E-BF160AEADD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5" name="Oval 1406">
                <a:extLst>
                  <a:ext uri="{FF2B5EF4-FFF2-40B4-BE49-F238E27FC236}">
                    <a16:creationId xmlns:a16="http://schemas.microsoft.com/office/drawing/2014/main" id="{B271C619-ADAA-4122-83F1-19B29242F1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7" name="Group 1407">
              <a:extLst>
                <a:ext uri="{FF2B5EF4-FFF2-40B4-BE49-F238E27FC236}">
                  <a16:creationId xmlns:a16="http://schemas.microsoft.com/office/drawing/2014/main" id="{2766003F-3E80-9855-510C-BE384E9C6B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934" name="Oval 1408">
                <a:extLst>
                  <a:ext uri="{FF2B5EF4-FFF2-40B4-BE49-F238E27FC236}">
                    <a16:creationId xmlns:a16="http://schemas.microsoft.com/office/drawing/2014/main" id="{FB15D7ED-74DF-46B8-A79C-98659188C6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5" name="Oval 1409">
                <a:extLst>
                  <a:ext uri="{FF2B5EF4-FFF2-40B4-BE49-F238E27FC236}">
                    <a16:creationId xmlns:a16="http://schemas.microsoft.com/office/drawing/2014/main" id="{39665260-A4B9-4F37-7D48-3A50D1AB5D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6" name="Freeform 1410">
                <a:extLst>
                  <a:ext uri="{FF2B5EF4-FFF2-40B4-BE49-F238E27FC236}">
                    <a16:creationId xmlns:a16="http://schemas.microsoft.com/office/drawing/2014/main" id="{87FB89F2-304E-8497-962C-95EB7CA407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7" name="Freeform 1411">
                <a:extLst>
                  <a:ext uri="{FF2B5EF4-FFF2-40B4-BE49-F238E27FC236}">
                    <a16:creationId xmlns:a16="http://schemas.microsoft.com/office/drawing/2014/main" id="{C810B713-013F-5BD0-F517-3EC771F084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8" name="Freeform 1412">
                <a:extLst>
                  <a:ext uri="{FF2B5EF4-FFF2-40B4-BE49-F238E27FC236}">
                    <a16:creationId xmlns:a16="http://schemas.microsoft.com/office/drawing/2014/main" id="{8F5AF225-59D2-BCDD-193B-DDF0F3527B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9" name="Oval 1413">
                <a:extLst>
                  <a:ext uri="{FF2B5EF4-FFF2-40B4-BE49-F238E27FC236}">
                    <a16:creationId xmlns:a16="http://schemas.microsoft.com/office/drawing/2014/main" id="{607BC4AF-393A-3EB1-4D53-E0117825CF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8" name="Group 1414">
              <a:extLst>
                <a:ext uri="{FF2B5EF4-FFF2-40B4-BE49-F238E27FC236}">
                  <a16:creationId xmlns:a16="http://schemas.microsoft.com/office/drawing/2014/main" id="{E1A866E3-F332-1769-BEE1-E6F69EFDEC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928" name="Oval 1415">
                <a:extLst>
                  <a:ext uri="{FF2B5EF4-FFF2-40B4-BE49-F238E27FC236}">
                    <a16:creationId xmlns:a16="http://schemas.microsoft.com/office/drawing/2014/main" id="{8C87A20C-8099-1E87-28C9-A8F079CDEC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9" name="Oval 1416">
                <a:extLst>
                  <a:ext uri="{FF2B5EF4-FFF2-40B4-BE49-F238E27FC236}">
                    <a16:creationId xmlns:a16="http://schemas.microsoft.com/office/drawing/2014/main" id="{A8F3BB6C-B6A1-51E2-709A-24BA363FE0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0" name="Freeform 1417">
                <a:extLst>
                  <a:ext uri="{FF2B5EF4-FFF2-40B4-BE49-F238E27FC236}">
                    <a16:creationId xmlns:a16="http://schemas.microsoft.com/office/drawing/2014/main" id="{ACBBA496-12FD-70EA-7465-D474BD9910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1" name="Freeform 1418">
                <a:extLst>
                  <a:ext uri="{FF2B5EF4-FFF2-40B4-BE49-F238E27FC236}">
                    <a16:creationId xmlns:a16="http://schemas.microsoft.com/office/drawing/2014/main" id="{8A82D1E7-C8E9-359B-1548-B70C72D16E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2" name="Freeform 1419">
                <a:extLst>
                  <a:ext uri="{FF2B5EF4-FFF2-40B4-BE49-F238E27FC236}">
                    <a16:creationId xmlns:a16="http://schemas.microsoft.com/office/drawing/2014/main" id="{2BCDFF71-2AD0-D2BF-C175-133E165413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33" name="Oval 1420">
                <a:extLst>
                  <a:ext uri="{FF2B5EF4-FFF2-40B4-BE49-F238E27FC236}">
                    <a16:creationId xmlns:a16="http://schemas.microsoft.com/office/drawing/2014/main" id="{BA2EB2A3-F216-EA97-2E2C-F8AA1882C6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39" name="Group 1421">
              <a:extLst>
                <a:ext uri="{FF2B5EF4-FFF2-40B4-BE49-F238E27FC236}">
                  <a16:creationId xmlns:a16="http://schemas.microsoft.com/office/drawing/2014/main" id="{3FB6DE13-254D-918F-53BE-1A240C7DB33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922" name="Oval 1422">
                <a:extLst>
                  <a:ext uri="{FF2B5EF4-FFF2-40B4-BE49-F238E27FC236}">
                    <a16:creationId xmlns:a16="http://schemas.microsoft.com/office/drawing/2014/main" id="{BE400FA6-E023-6A2B-0912-59F2ACC2A6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3" name="Oval 1423">
                <a:extLst>
                  <a:ext uri="{FF2B5EF4-FFF2-40B4-BE49-F238E27FC236}">
                    <a16:creationId xmlns:a16="http://schemas.microsoft.com/office/drawing/2014/main" id="{6206B55D-9B69-C673-D507-CD01202C4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24" name="Freeform 1424">
                <a:extLst>
                  <a:ext uri="{FF2B5EF4-FFF2-40B4-BE49-F238E27FC236}">
                    <a16:creationId xmlns:a16="http://schemas.microsoft.com/office/drawing/2014/main" id="{494E50A9-46FB-135D-C3B7-DE9B7F59B76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5" name="Freeform 1425">
                <a:extLst>
                  <a:ext uri="{FF2B5EF4-FFF2-40B4-BE49-F238E27FC236}">
                    <a16:creationId xmlns:a16="http://schemas.microsoft.com/office/drawing/2014/main" id="{2FECE2B6-1E31-FF89-99DE-914601273D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" name="Freeform 1426">
                <a:extLst>
                  <a:ext uri="{FF2B5EF4-FFF2-40B4-BE49-F238E27FC236}">
                    <a16:creationId xmlns:a16="http://schemas.microsoft.com/office/drawing/2014/main" id="{92BB795F-0B18-71CE-FC1F-145B092B29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" name="Oval 1427">
                <a:extLst>
                  <a:ext uri="{FF2B5EF4-FFF2-40B4-BE49-F238E27FC236}">
                    <a16:creationId xmlns:a16="http://schemas.microsoft.com/office/drawing/2014/main" id="{1430081F-5FD5-5CB9-50FE-A257F1681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0" name="Group 1428">
              <a:extLst>
                <a:ext uri="{FF2B5EF4-FFF2-40B4-BE49-F238E27FC236}">
                  <a16:creationId xmlns:a16="http://schemas.microsoft.com/office/drawing/2014/main" id="{755585D6-1604-9194-915A-B6CC2EFCA3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916" name="Oval 1429">
                <a:extLst>
                  <a:ext uri="{FF2B5EF4-FFF2-40B4-BE49-F238E27FC236}">
                    <a16:creationId xmlns:a16="http://schemas.microsoft.com/office/drawing/2014/main" id="{08EA1377-0DD0-C8ED-FDB0-D44041883C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" name="Oval 1430">
                <a:extLst>
                  <a:ext uri="{FF2B5EF4-FFF2-40B4-BE49-F238E27FC236}">
                    <a16:creationId xmlns:a16="http://schemas.microsoft.com/office/drawing/2014/main" id="{E4C8808C-7968-7DFA-1B92-05A8BC9B34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" name="Freeform 1431">
                <a:extLst>
                  <a:ext uri="{FF2B5EF4-FFF2-40B4-BE49-F238E27FC236}">
                    <a16:creationId xmlns:a16="http://schemas.microsoft.com/office/drawing/2014/main" id="{88265FD1-ECB2-B0B7-73A0-B101F67D15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" name="Freeform 1432">
                <a:extLst>
                  <a:ext uri="{FF2B5EF4-FFF2-40B4-BE49-F238E27FC236}">
                    <a16:creationId xmlns:a16="http://schemas.microsoft.com/office/drawing/2014/main" id="{7C837814-3ED8-8A6B-8E2E-BBC6A84AA4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" name="Freeform 1433">
                <a:extLst>
                  <a:ext uri="{FF2B5EF4-FFF2-40B4-BE49-F238E27FC236}">
                    <a16:creationId xmlns:a16="http://schemas.microsoft.com/office/drawing/2014/main" id="{D6507EC1-FDFD-68F8-88C5-8C94B0A138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" name="Oval 1434">
                <a:extLst>
                  <a:ext uri="{FF2B5EF4-FFF2-40B4-BE49-F238E27FC236}">
                    <a16:creationId xmlns:a16="http://schemas.microsoft.com/office/drawing/2014/main" id="{F8B5F743-3D1E-AB21-2D6E-5F3B6CEAE0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1" name="Group 1435">
              <a:extLst>
                <a:ext uri="{FF2B5EF4-FFF2-40B4-BE49-F238E27FC236}">
                  <a16:creationId xmlns:a16="http://schemas.microsoft.com/office/drawing/2014/main" id="{9C8238B0-6EB4-18C8-FE94-00F3B5393B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910" name="Oval 1436">
                <a:extLst>
                  <a:ext uri="{FF2B5EF4-FFF2-40B4-BE49-F238E27FC236}">
                    <a16:creationId xmlns:a16="http://schemas.microsoft.com/office/drawing/2014/main" id="{3203E4A0-D8A1-F6BD-87B2-FCDFABB3FA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1" name="Oval 1437">
                <a:extLst>
                  <a:ext uri="{FF2B5EF4-FFF2-40B4-BE49-F238E27FC236}">
                    <a16:creationId xmlns:a16="http://schemas.microsoft.com/office/drawing/2014/main" id="{93EB7C1A-EF20-2CE8-B08E-A908414123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2" name="Freeform 1438">
                <a:extLst>
                  <a:ext uri="{FF2B5EF4-FFF2-40B4-BE49-F238E27FC236}">
                    <a16:creationId xmlns:a16="http://schemas.microsoft.com/office/drawing/2014/main" id="{BAA1BE0C-5BBB-0F29-A1F5-7DCDFE161E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" name="Freeform 1439">
                <a:extLst>
                  <a:ext uri="{FF2B5EF4-FFF2-40B4-BE49-F238E27FC236}">
                    <a16:creationId xmlns:a16="http://schemas.microsoft.com/office/drawing/2014/main" id="{25498068-BBE0-E26B-E715-EFF92D86E5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" name="Freeform 1440">
                <a:extLst>
                  <a:ext uri="{FF2B5EF4-FFF2-40B4-BE49-F238E27FC236}">
                    <a16:creationId xmlns:a16="http://schemas.microsoft.com/office/drawing/2014/main" id="{889E94EC-E6E4-0EF6-1298-8F12072BB7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" name="Oval 1441">
                <a:extLst>
                  <a:ext uri="{FF2B5EF4-FFF2-40B4-BE49-F238E27FC236}">
                    <a16:creationId xmlns:a16="http://schemas.microsoft.com/office/drawing/2014/main" id="{8C58BB35-EAE8-406E-05A0-DA4C1FD5EA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2" name="Group 1442">
              <a:extLst>
                <a:ext uri="{FF2B5EF4-FFF2-40B4-BE49-F238E27FC236}">
                  <a16:creationId xmlns:a16="http://schemas.microsoft.com/office/drawing/2014/main" id="{032A9EF6-7CD7-D8B1-02AF-ABECC641ED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904" name="Oval 1443">
                <a:extLst>
                  <a:ext uri="{FF2B5EF4-FFF2-40B4-BE49-F238E27FC236}">
                    <a16:creationId xmlns:a16="http://schemas.microsoft.com/office/drawing/2014/main" id="{09B109F8-DBA3-B4A5-9C11-28F78AD353E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5" name="Oval 1444">
                <a:extLst>
                  <a:ext uri="{FF2B5EF4-FFF2-40B4-BE49-F238E27FC236}">
                    <a16:creationId xmlns:a16="http://schemas.microsoft.com/office/drawing/2014/main" id="{E718E33B-FD7F-83F0-E84F-D7DA1CBF59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6" name="Freeform 1445">
                <a:extLst>
                  <a:ext uri="{FF2B5EF4-FFF2-40B4-BE49-F238E27FC236}">
                    <a16:creationId xmlns:a16="http://schemas.microsoft.com/office/drawing/2014/main" id="{67D3A768-092F-A555-BE29-910E5B2A77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" name="Freeform 1446">
                <a:extLst>
                  <a:ext uri="{FF2B5EF4-FFF2-40B4-BE49-F238E27FC236}">
                    <a16:creationId xmlns:a16="http://schemas.microsoft.com/office/drawing/2014/main" id="{1C229B55-3471-8AC3-BC51-E4D2C3F766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" name="Freeform 1447">
                <a:extLst>
                  <a:ext uri="{FF2B5EF4-FFF2-40B4-BE49-F238E27FC236}">
                    <a16:creationId xmlns:a16="http://schemas.microsoft.com/office/drawing/2014/main" id="{9535C990-34D6-70C0-8A11-DD382888F5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" name="Oval 1448">
                <a:extLst>
                  <a:ext uri="{FF2B5EF4-FFF2-40B4-BE49-F238E27FC236}">
                    <a16:creationId xmlns:a16="http://schemas.microsoft.com/office/drawing/2014/main" id="{2F18C61E-CA85-D94A-C5C1-1469C1172E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3" name="Group 1449">
              <a:extLst>
                <a:ext uri="{FF2B5EF4-FFF2-40B4-BE49-F238E27FC236}">
                  <a16:creationId xmlns:a16="http://schemas.microsoft.com/office/drawing/2014/main" id="{361C8037-92ED-F57D-55A2-59B061E856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98" name="Oval 1450">
                <a:extLst>
                  <a:ext uri="{FF2B5EF4-FFF2-40B4-BE49-F238E27FC236}">
                    <a16:creationId xmlns:a16="http://schemas.microsoft.com/office/drawing/2014/main" id="{6FFAB70F-F907-731B-0E19-DC36297B32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9" name="Oval 1451">
                <a:extLst>
                  <a:ext uri="{FF2B5EF4-FFF2-40B4-BE49-F238E27FC236}">
                    <a16:creationId xmlns:a16="http://schemas.microsoft.com/office/drawing/2014/main" id="{A3607AA8-612C-1ABD-9CB1-67B54E5C5A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0" name="Freeform 1452">
                <a:extLst>
                  <a:ext uri="{FF2B5EF4-FFF2-40B4-BE49-F238E27FC236}">
                    <a16:creationId xmlns:a16="http://schemas.microsoft.com/office/drawing/2014/main" id="{C6848DC0-F89D-6793-2AE4-CD754E8285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" name="Freeform 1453">
                <a:extLst>
                  <a:ext uri="{FF2B5EF4-FFF2-40B4-BE49-F238E27FC236}">
                    <a16:creationId xmlns:a16="http://schemas.microsoft.com/office/drawing/2014/main" id="{5DE38007-AFA4-06A3-56CD-640BF15EE6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Freeform 1454">
                <a:extLst>
                  <a:ext uri="{FF2B5EF4-FFF2-40B4-BE49-F238E27FC236}">
                    <a16:creationId xmlns:a16="http://schemas.microsoft.com/office/drawing/2014/main" id="{64960A75-D8AC-5B66-33B2-FA493C947B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" name="Oval 1455">
                <a:extLst>
                  <a:ext uri="{FF2B5EF4-FFF2-40B4-BE49-F238E27FC236}">
                    <a16:creationId xmlns:a16="http://schemas.microsoft.com/office/drawing/2014/main" id="{AF2025DB-BAAE-F3BE-E2BA-3DD782D79D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4" name="Group 1456">
              <a:extLst>
                <a:ext uri="{FF2B5EF4-FFF2-40B4-BE49-F238E27FC236}">
                  <a16:creationId xmlns:a16="http://schemas.microsoft.com/office/drawing/2014/main" id="{107FF71A-D14B-9C4E-BB36-E9074949019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92" name="Oval 1457">
                <a:extLst>
                  <a:ext uri="{FF2B5EF4-FFF2-40B4-BE49-F238E27FC236}">
                    <a16:creationId xmlns:a16="http://schemas.microsoft.com/office/drawing/2014/main" id="{BC672F04-AC4E-11D8-E070-32B7DAD192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3" name="Oval 1458">
                <a:extLst>
                  <a:ext uri="{FF2B5EF4-FFF2-40B4-BE49-F238E27FC236}">
                    <a16:creationId xmlns:a16="http://schemas.microsoft.com/office/drawing/2014/main" id="{0448AC41-EE0B-0BE7-F642-2669741A24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4" name="Freeform 1459">
                <a:extLst>
                  <a:ext uri="{FF2B5EF4-FFF2-40B4-BE49-F238E27FC236}">
                    <a16:creationId xmlns:a16="http://schemas.microsoft.com/office/drawing/2014/main" id="{51BDB67B-ADC0-B357-41B5-017DCD38FA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" name="Freeform 1460">
                <a:extLst>
                  <a:ext uri="{FF2B5EF4-FFF2-40B4-BE49-F238E27FC236}">
                    <a16:creationId xmlns:a16="http://schemas.microsoft.com/office/drawing/2014/main" id="{4932D5C6-8D25-BC90-76E9-42F5CCA40B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Freeform 1461">
                <a:extLst>
                  <a:ext uri="{FF2B5EF4-FFF2-40B4-BE49-F238E27FC236}">
                    <a16:creationId xmlns:a16="http://schemas.microsoft.com/office/drawing/2014/main" id="{63A443D7-9537-FB08-4B65-024A84640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" name="Oval 1462">
                <a:extLst>
                  <a:ext uri="{FF2B5EF4-FFF2-40B4-BE49-F238E27FC236}">
                    <a16:creationId xmlns:a16="http://schemas.microsoft.com/office/drawing/2014/main" id="{9DA36650-0048-47BB-7D39-87A5BF5855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5" name="Group 1463">
              <a:extLst>
                <a:ext uri="{FF2B5EF4-FFF2-40B4-BE49-F238E27FC236}">
                  <a16:creationId xmlns:a16="http://schemas.microsoft.com/office/drawing/2014/main" id="{0C2117A8-D6C7-FED4-BB75-97EE3C3BF79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86" name="Oval 1464">
                <a:extLst>
                  <a:ext uri="{FF2B5EF4-FFF2-40B4-BE49-F238E27FC236}">
                    <a16:creationId xmlns:a16="http://schemas.microsoft.com/office/drawing/2014/main" id="{43B89C3A-5761-98C3-C2D1-2FD3732992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" name="Oval 1465">
                <a:extLst>
                  <a:ext uri="{FF2B5EF4-FFF2-40B4-BE49-F238E27FC236}">
                    <a16:creationId xmlns:a16="http://schemas.microsoft.com/office/drawing/2014/main" id="{AD0A39B4-5162-990A-01AB-8E9F69D8F0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8" name="Freeform 1466">
                <a:extLst>
                  <a:ext uri="{FF2B5EF4-FFF2-40B4-BE49-F238E27FC236}">
                    <a16:creationId xmlns:a16="http://schemas.microsoft.com/office/drawing/2014/main" id="{849473AB-810A-64CA-007A-F0F02DD4EB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" name="Freeform 1467">
                <a:extLst>
                  <a:ext uri="{FF2B5EF4-FFF2-40B4-BE49-F238E27FC236}">
                    <a16:creationId xmlns:a16="http://schemas.microsoft.com/office/drawing/2014/main" id="{82357F57-D43E-8ADF-A8C6-D79EB75BE9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Freeform 1468">
                <a:extLst>
                  <a:ext uri="{FF2B5EF4-FFF2-40B4-BE49-F238E27FC236}">
                    <a16:creationId xmlns:a16="http://schemas.microsoft.com/office/drawing/2014/main" id="{8D5DAE9B-C430-4F22-F637-2448812CBB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" name="Oval 1469">
                <a:extLst>
                  <a:ext uri="{FF2B5EF4-FFF2-40B4-BE49-F238E27FC236}">
                    <a16:creationId xmlns:a16="http://schemas.microsoft.com/office/drawing/2014/main" id="{8FA49E0B-5A55-1CE3-DE90-B616D8FAD2A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6" name="Group 1470">
              <a:extLst>
                <a:ext uri="{FF2B5EF4-FFF2-40B4-BE49-F238E27FC236}">
                  <a16:creationId xmlns:a16="http://schemas.microsoft.com/office/drawing/2014/main" id="{252F8B73-40CB-D8EA-DC37-3CAF7AE42F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80" name="Oval 1471">
                <a:extLst>
                  <a:ext uri="{FF2B5EF4-FFF2-40B4-BE49-F238E27FC236}">
                    <a16:creationId xmlns:a16="http://schemas.microsoft.com/office/drawing/2014/main" id="{DBB56B37-3868-9B3D-F2EB-AF88636339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1" name="Oval 1472">
                <a:extLst>
                  <a:ext uri="{FF2B5EF4-FFF2-40B4-BE49-F238E27FC236}">
                    <a16:creationId xmlns:a16="http://schemas.microsoft.com/office/drawing/2014/main" id="{28E614DC-A976-20A6-7EBF-508925BE13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2" name="Freeform 1473">
                <a:extLst>
                  <a:ext uri="{FF2B5EF4-FFF2-40B4-BE49-F238E27FC236}">
                    <a16:creationId xmlns:a16="http://schemas.microsoft.com/office/drawing/2014/main" id="{2A334017-1645-2E69-42C7-1DE3AAD090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" name="Freeform 1474">
                <a:extLst>
                  <a:ext uri="{FF2B5EF4-FFF2-40B4-BE49-F238E27FC236}">
                    <a16:creationId xmlns:a16="http://schemas.microsoft.com/office/drawing/2014/main" id="{489D580F-8C34-739B-179C-430230C275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Freeform 1475">
                <a:extLst>
                  <a:ext uri="{FF2B5EF4-FFF2-40B4-BE49-F238E27FC236}">
                    <a16:creationId xmlns:a16="http://schemas.microsoft.com/office/drawing/2014/main" id="{3806803D-B179-FC1C-1B96-EE361F37E5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" name="Oval 1476">
                <a:extLst>
                  <a:ext uri="{FF2B5EF4-FFF2-40B4-BE49-F238E27FC236}">
                    <a16:creationId xmlns:a16="http://schemas.microsoft.com/office/drawing/2014/main" id="{8160C64B-596D-F965-51E0-E14683E69F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7" name="Group 1477">
              <a:extLst>
                <a:ext uri="{FF2B5EF4-FFF2-40B4-BE49-F238E27FC236}">
                  <a16:creationId xmlns:a16="http://schemas.microsoft.com/office/drawing/2014/main" id="{20FA5746-0359-FD80-1DF1-8F0F804086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74" name="Oval 1478">
                <a:extLst>
                  <a:ext uri="{FF2B5EF4-FFF2-40B4-BE49-F238E27FC236}">
                    <a16:creationId xmlns:a16="http://schemas.microsoft.com/office/drawing/2014/main" id="{A06CD566-3F25-5A31-2757-E200D72FBBF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5" name="Oval 1479">
                <a:extLst>
                  <a:ext uri="{FF2B5EF4-FFF2-40B4-BE49-F238E27FC236}">
                    <a16:creationId xmlns:a16="http://schemas.microsoft.com/office/drawing/2014/main" id="{0531C541-F291-32FE-4684-6087634926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6" name="Freeform 1480">
                <a:extLst>
                  <a:ext uri="{FF2B5EF4-FFF2-40B4-BE49-F238E27FC236}">
                    <a16:creationId xmlns:a16="http://schemas.microsoft.com/office/drawing/2014/main" id="{7425D3B9-C061-E3BE-1CD2-604EFD7A50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" name="Freeform 1481">
                <a:extLst>
                  <a:ext uri="{FF2B5EF4-FFF2-40B4-BE49-F238E27FC236}">
                    <a16:creationId xmlns:a16="http://schemas.microsoft.com/office/drawing/2014/main" id="{1682C672-44FF-ED82-ECAD-4C81033F8D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Freeform 1482">
                <a:extLst>
                  <a:ext uri="{FF2B5EF4-FFF2-40B4-BE49-F238E27FC236}">
                    <a16:creationId xmlns:a16="http://schemas.microsoft.com/office/drawing/2014/main" id="{573BEE63-D9B1-D59D-D7E8-997401AD23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" name="Oval 1483">
                <a:extLst>
                  <a:ext uri="{FF2B5EF4-FFF2-40B4-BE49-F238E27FC236}">
                    <a16:creationId xmlns:a16="http://schemas.microsoft.com/office/drawing/2014/main" id="{58411CA6-2F24-82EE-B03F-7AC7832154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8" name="Group 1484">
              <a:extLst>
                <a:ext uri="{FF2B5EF4-FFF2-40B4-BE49-F238E27FC236}">
                  <a16:creationId xmlns:a16="http://schemas.microsoft.com/office/drawing/2014/main" id="{2B2638EF-5F13-36EB-ACE1-AE16635E85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68" name="Oval 1485">
                <a:extLst>
                  <a:ext uri="{FF2B5EF4-FFF2-40B4-BE49-F238E27FC236}">
                    <a16:creationId xmlns:a16="http://schemas.microsoft.com/office/drawing/2014/main" id="{BDDEE667-D4C3-5897-B39F-A541A006F4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9" name="Oval 1486">
                <a:extLst>
                  <a:ext uri="{FF2B5EF4-FFF2-40B4-BE49-F238E27FC236}">
                    <a16:creationId xmlns:a16="http://schemas.microsoft.com/office/drawing/2014/main" id="{68F3E6E1-2F7F-AAF2-7FD9-7CDAEBDBCE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0" name="Freeform 1487">
                <a:extLst>
                  <a:ext uri="{FF2B5EF4-FFF2-40B4-BE49-F238E27FC236}">
                    <a16:creationId xmlns:a16="http://schemas.microsoft.com/office/drawing/2014/main" id="{770FE8B9-2D5F-2684-3F3E-86DEE0756B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" name="Freeform 1488">
                <a:extLst>
                  <a:ext uri="{FF2B5EF4-FFF2-40B4-BE49-F238E27FC236}">
                    <a16:creationId xmlns:a16="http://schemas.microsoft.com/office/drawing/2014/main" id="{BF64DCB1-F644-490E-7D88-50906EEBC2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Freeform 1489">
                <a:extLst>
                  <a:ext uri="{FF2B5EF4-FFF2-40B4-BE49-F238E27FC236}">
                    <a16:creationId xmlns:a16="http://schemas.microsoft.com/office/drawing/2014/main" id="{9568ECC6-C879-50BF-17C0-B99915AD41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" name="Oval 1490">
                <a:extLst>
                  <a:ext uri="{FF2B5EF4-FFF2-40B4-BE49-F238E27FC236}">
                    <a16:creationId xmlns:a16="http://schemas.microsoft.com/office/drawing/2014/main" id="{9278CE61-0C17-20D9-EAC0-A1163EFD94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49" name="Group 1491">
              <a:extLst>
                <a:ext uri="{FF2B5EF4-FFF2-40B4-BE49-F238E27FC236}">
                  <a16:creationId xmlns:a16="http://schemas.microsoft.com/office/drawing/2014/main" id="{5B00F2AF-3020-4D5F-52F9-FE0AE756CB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62" name="Oval 1492">
                <a:extLst>
                  <a:ext uri="{FF2B5EF4-FFF2-40B4-BE49-F238E27FC236}">
                    <a16:creationId xmlns:a16="http://schemas.microsoft.com/office/drawing/2014/main" id="{54BF8091-33AA-69A4-7681-69770E9391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3" name="Oval 1493">
                <a:extLst>
                  <a:ext uri="{FF2B5EF4-FFF2-40B4-BE49-F238E27FC236}">
                    <a16:creationId xmlns:a16="http://schemas.microsoft.com/office/drawing/2014/main" id="{4B5B5737-4363-9B77-386A-8D99A1842D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4" name="Freeform 1494">
                <a:extLst>
                  <a:ext uri="{FF2B5EF4-FFF2-40B4-BE49-F238E27FC236}">
                    <a16:creationId xmlns:a16="http://schemas.microsoft.com/office/drawing/2014/main" id="{0BC69FEA-239E-5375-C072-FD6330509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" name="Freeform 1495">
                <a:extLst>
                  <a:ext uri="{FF2B5EF4-FFF2-40B4-BE49-F238E27FC236}">
                    <a16:creationId xmlns:a16="http://schemas.microsoft.com/office/drawing/2014/main" id="{15E97FEE-AA6D-4CE1-23EC-EB60AB2A44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Freeform 1496">
                <a:extLst>
                  <a:ext uri="{FF2B5EF4-FFF2-40B4-BE49-F238E27FC236}">
                    <a16:creationId xmlns:a16="http://schemas.microsoft.com/office/drawing/2014/main" id="{3A28137C-4D49-3765-C2A7-D1F6B52BDB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" name="Oval 1497">
                <a:extLst>
                  <a:ext uri="{FF2B5EF4-FFF2-40B4-BE49-F238E27FC236}">
                    <a16:creationId xmlns:a16="http://schemas.microsoft.com/office/drawing/2014/main" id="{90A85A6B-8192-28EE-C13F-CE171C5FB5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0" name="Group 1498">
              <a:extLst>
                <a:ext uri="{FF2B5EF4-FFF2-40B4-BE49-F238E27FC236}">
                  <a16:creationId xmlns:a16="http://schemas.microsoft.com/office/drawing/2014/main" id="{BDBD1E39-B6E1-36A6-4387-96DF479C5C1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56" name="Oval 1499">
                <a:extLst>
                  <a:ext uri="{FF2B5EF4-FFF2-40B4-BE49-F238E27FC236}">
                    <a16:creationId xmlns:a16="http://schemas.microsoft.com/office/drawing/2014/main" id="{0DB5F846-70FB-2EFE-A01D-882BDD0A09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7" name="Oval 1500">
                <a:extLst>
                  <a:ext uri="{FF2B5EF4-FFF2-40B4-BE49-F238E27FC236}">
                    <a16:creationId xmlns:a16="http://schemas.microsoft.com/office/drawing/2014/main" id="{E06AE1A2-A79F-3F2D-4DD0-66513B5A57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8" name="Freeform 1501">
                <a:extLst>
                  <a:ext uri="{FF2B5EF4-FFF2-40B4-BE49-F238E27FC236}">
                    <a16:creationId xmlns:a16="http://schemas.microsoft.com/office/drawing/2014/main" id="{000EC77B-A38A-0DC7-F9B3-B45065750A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" name="Freeform 1502">
                <a:extLst>
                  <a:ext uri="{FF2B5EF4-FFF2-40B4-BE49-F238E27FC236}">
                    <a16:creationId xmlns:a16="http://schemas.microsoft.com/office/drawing/2014/main" id="{ECAFD6A0-5233-3E27-C922-54C3C39A9B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Freeform 1503">
                <a:extLst>
                  <a:ext uri="{FF2B5EF4-FFF2-40B4-BE49-F238E27FC236}">
                    <a16:creationId xmlns:a16="http://schemas.microsoft.com/office/drawing/2014/main" id="{825E3655-FDEE-F551-354D-F291283B16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" name="Oval 1504">
                <a:extLst>
                  <a:ext uri="{FF2B5EF4-FFF2-40B4-BE49-F238E27FC236}">
                    <a16:creationId xmlns:a16="http://schemas.microsoft.com/office/drawing/2014/main" id="{98329D6A-ED5F-01A2-9022-5A528DA14B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1" name="Group 1505">
              <a:extLst>
                <a:ext uri="{FF2B5EF4-FFF2-40B4-BE49-F238E27FC236}">
                  <a16:creationId xmlns:a16="http://schemas.microsoft.com/office/drawing/2014/main" id="{75BF2D80-CED8-96C8-E716-DC3CCB02F9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850" name="Oval 1506">
                <a:extLst>
                  <a:ext uri="{FF2B5EF4-FFF2-40B4-BE49-F238E27FC236}">
                    <a16:creationId xmlns:a16="http://schemas.microsoft.com/office/drawing/2014/main" id="{05902B6B-E3EF-1C1B-2453-2D7B45C2F6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1" name="Oval 1507">
                <a:extLst>
                  <a:ext uri="{FF2B5EF4-FFF2-40B4-BE49-F238E27FC236}">
                    <a16:creationId xmlns:a16="http://schemas.microsoft.com/office/drawing/2014/main" id="{904E43BE-1702-9551-4A84-6209FD50DE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2" name="Freeform 1508">
                <a:extLst>
                  <a:ext uri="{FF2B5EF4-FFF2-40B4-BE49-F238E27FC236}">
                    <a16:creationId xmlns:a16="http://schemas.microsoft.com/office/drawing/2014/main" id="{549337C0-31DF-5322-F89D-110E787CE4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" name="Freeform 1509">
                <a:extLst>
                  <a:ext uri="{FF2B5EF4-FFF2-40B4-BE49-F238E27FC236}">
                    <a16:creationId xmlns:a16="http://schemas.microsoft.com/office/drawing/2014/main" id="{7E166F40-B9C2-FAE3-78E3-CAD75F8389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Freeform 1510">
                <a:extLst>
                  <a:ext uri="{FF2B5EF4-FFF2-40B4-BE49-F238E27FC236}">
                    <a16:creationId xmlns:a16="http://schemas.microsoft.com/office/drawing/2014/main" id="{0CD338D1-1BEB-E79A-28C3-C0CDDF773C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" name="Oval 1511">
                <a:extLst>
                  <a:ext uri="{FF2B5EF4-FFF2-40B4-BE49-F238E27FC236}">
                    <a16:creationId xmlns:a16="http://schemas.microsoft.com/office/drawing/2014/main" id="{B204797B-648E-13D9-F6D7-90B7E0E7A8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2" name="Group 1512">
              <a:extLst>
                <a:ext uri="{FF2B5EF4-FFF2-40B4-BE49-F238E27FC236}">
                  <a16:creationId xmlns:a16="http://schemas.microsoft.com/office/drawing/2014/main" id="{DF41A3B3-AF13-D0DD-8E52-CF9509362C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844" name="Oval 1513">
                <a:extLst>
                  <a:ext uri="{FF2B5EF4-FFF2-40B4-BE49-F238E27FC236}">
                    <a16:creationId xmlns:a16="http://schemas.microsoft.com/office/drawing/2014/main" id="{082B359F-FAEA-5D5C-119D-CA183EC49A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5" name="Oval 1514">
                <a:extLst>
                  <a:ext uri="{FF2B5EF4-FFF2-40B4-BE49-F238E27FC236}">
                    <a16:creationId xmlns:a16="http://schemas.microsoft.com/office/drawing/2014/main" id="{945A99EC-0751-7330-7344-B8AF8F5BFF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6" name="Freeform 1515">
                <a:extLst>
                  <a:ext uri="{FF2B5EF4-FFF2-40B4-BE49-F238E27FC236}">
                    <a16:creationId xmlns:a16="http://schemas.microsoft.com/office/drawing/2014/main" id="{93B4C7E8-6E4A-39F7-A6FE-01796517CA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" name="Freeform 1516">
                <a:extLst>
                  <a:ext uri="{FF2B5EF4-FFF2-40B4-BE49-F238E27FC236}">
                    <a16:creationId xmlns:a16="http://schemas.microsoft.com/office/drawing/2014/main" id="{8022C907-341E-899D-BA5B-4223CE402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Freeform 1517">
                <a:extLst>
                  <a:ext uri="{FF2B5EF4-FFF2-40B4-BE49-F238E27FC236}">
                    <a16:creationId xmlns:a16="http://schemas.microsoft.com/office/drawing/2014/main" id="{BB43F233-CABD-6B10-F8A8-40E71FAA99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" name="Oval 1518">
                <a:extLst>
                  <a:ext uri="{FF2B5EF4-FFF2-40B4-BE49-F238E27FC236}">
                    <a16:creationId xmlns:a16="http://schemas.microsoft.com/office/drawing/2014/main" id="{5FCFDFFE-368A-6423-207D-1C205C463F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3" name="Group 1519">
              <a:extLst>
                <a:ext uri="{FF2B5EF4-FFF2-40B4-BE49-F238E27FC236}">
                  <a16:creationId xmlns:a16="http://schemas.microsoft.com/office/drawing/2014/main" id="{1E6F8752-BD8D-1D44-27F2-4E3C50EA5C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838" name="Oval 1520">
                <a:extLst>
                  <a:ext uri="{FF2B5EF4-FFF2-40B4-BE49-F238E27FC236}">
                    <a16:creationId xmlns:a16="http://schemas.microsoft.com/office/drawing/2014/main" id="{E4BE3370-989B-B15F-3EB3-25A367F8AB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9" name="Oval 1521">
                <a:extLst>
                  <a:ext uri="{FF2B5EF4-FFF2-40B4-BE49-F238E27FC236}">
                    <a16:creationId xmlns:a16="http://schemas.microsoft.com/office/drawing/2014/main" id="{B82FD385-B8C3-3460-6179-009C6FB5CB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0" name="Freeform 1522">
                <a:extLst>
                  <a:ext uri="{FF2B5EF4-FFF2-40B4-BE49-F238E27FC236}">
                    <a16:creationId xmlns:a16="http://schemas.microsoft.com/office/drawing/2014/main" id="{0B500D10-D2CD-2A9D-089E-CA0E19A903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" name="Freeform 1523">
                <a:extLst>
                  <a:ext uri="{FF2B5EF4-FFF2-40B4-BE49-F238E27FC236}">
                    <a16:creationId xmlns:a16="http://schemas.microsoft.com/office/drawing/2014/main" id="{2E08391A-4DC9-A786-B69D-94F5E649C1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Freeform 1524">
                <a:extLst>
                  <a:ext uri="{FF2B5EF4-FFF2-40B4-BE49-F238E27FC236}">
                    <a16:creationId xmlns:a16="http://schemas.microsoft.com/office/drawing/2014/main" id="{752D2DD2-BF5B-4E03-A0CB-CBCADBDDEC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" name="Oval 1525">
                <a:extLst>
                  <a:ext uri="{FF2B5EF4-FFF2-40B4-BE49-F238E27FC236}">
                    <a16:creationId xmlns:a16="http://schemas.microsoft.com/office/drawing/2014/main" id="{2EF52E31-AB86-CA30-03D1-C76893F225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4" name="Group 1526">
              <a:extLst>
                <a:ext uri="{FF2B5EF4-FFF2-40B4-BE49-F238E27FC236}">
                  <a16:creationId xmlns:a16="http://schemas.microsoft.com/office/drawing/2014/main" id="{0456C529-CC21-AC9E-B156-315E8DE72E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832" name="Oval 1527">
                <a:extLst>
                  <a:ext uri="{FF2B5EF4-FFF2-40B4-BE49-F238E27FC236}">
                    <a16:creationId xmlns:a16="http://schemas.microsoft.com/office/drawing/2014/main" id="{7AC3EBBC-2782-AA7A-4A7C-25FE55489B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3" name="Oval 1528">
                <a:extLst>
                  <a:ext uri="{FF2B5EF4-FFF2-40B4-BE49-F238E27FC236}">
                    <a16:creationId xmlns:a16="http://schemas.microsoft.com/office/drawing/2014/main" id="{DFC1EA00-32BF-ED5D-9A15-8B4AB5A6D2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4" name="Freeform 1529">
                <a:extLst>
                  <a:ext uri="{FF2B5EF4-FFF2-40B4-BE49-F238E27FC236}">
                    <a16:creationId xmlns:a16="http://schemas.microsoft.com/office/drawing/2014/main" id="{B7853604-70BE-CCFD-4F14-5D27F2AD59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" name="Freeform 1530">
                <a:extLst>
                  <a:ext uri="{FF2B5EF4-FFF2-40B4-BE49-F238E27FC236}">
                    <a16:creationId xmlns:a16="http://schemas.microsoft.com/office/drawing/2014/main" id="{8C355D6E-DAF1-955E-9C12-CAB9899EB7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Freeform 1531">
                <a:extLst>
                  <a:ext uri="{FF2B5EF4-FFF2-40B4-BE49-F238E27FC236}">
                    <a16:creationId xmlns:a16="http://schemas.microsoft.com/office/drawing/2014/main" id="{413A2A83-350A-2AB6-FC77-6FE54F68CB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" name="Oval 1532">
                <a:extLst>
                  <a:ext uri="{FF2B5EF4-FFF2-40B4-BE49-F238E27FC236}">
                    <a16:creationId xmlns:a16="http://schemas.microsoft.com/office/drawing/2014/main" id="{044F7D8C-21C9-AE5B-B20C-A31D66AE2B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5" name="Group 1533">
              <a:extLst>
                <a:ext uri="{FF2B5EF4-FFF2-40B4-BE49-F238E27FC236}">
                  <a16:creationId xmlns:a16="http://schemas.microsoft.com/office/drawing/2014/main" id="{F1F66911-0715-A4AA-666F-56CB440D5C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826" name="Oval 1534">
                <a:extLst>
                  <a:ext uri="{FF2B5EF4-FFF2-40B4-BE49-F238E27FC236}">
                    <a16:creationId xmlns:a16="http://schemas.microsoft.com/office/drawing/2014/main" id="{3E0C273E-F4C2-0257-329F-75DB9FC99F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7" name="Oval 1535">
                <a:extLst>
                  <a:ext uri="{FF2B5EF4-FFF2-40B4-BE49-F238E27FC236}">
                    <a16:creationId xmlns:a16="http://schemas.microsoft.com/office/drawing/2014/main" id="{C4F71B49-DF04-3CA2-DC81-191ACF3BEB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8" name="Freeform 1536">
                <a:extLst>
                  <a:ext uri="{FF2B5EF4-FFF2-40B4-BE49-F238E27FC236}">
                    <a16:creationId xmlns:a16="http://schemas.microsoft.com/office/drawing/2014/main" id="{C7D30536-CC6C-A596-8509-4ACE068BAA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" name="Freeform 1537">
                <a:extLst>
                  <a:ext uri="{FF2B5EF4-FFF2-40B4-BE49-F238E27FC236}">
                    <a16:creationId xmlns:a16="http://schemas.microsoft.com/office/drawing/2014/main" id="{DB9374D2-21A1-13F3-2C1E-0F83BEB6CB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Freeform 1538">
                <a:extLst>
                  <a:ext uri="{FF2B5EF4-FFF2-40B4-BE49-F238E27FC236}">
                    <a16:creationId xmlns:a16="http://schemas.microsoft.com/office/drawing/2014/main" id="{0360AB0A-522B-F491-1D33-37E87C502A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Oval 1539">
                <a:extLst>
                  <a:ext uri="{FF2B5EF4-FFF2-40B4-BE49-F238E27FC236}">
                    <a16:creationId xmlns:a16="http://schemas.microsoft.com/office/drawing/2014/main" id="{F3693742-0A2C-AE0A-1BB3-0E0ADE7707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6" name="Group 1540">
              <a:extLst>
                <a:ext uri="{FF2B5EF4-FFF2-40B4-BE49-F238E27FC236}">
                  <a16:creationId xmlns:a16="http://schemas.microsoft.com/office/drawing/2014/main" id="{E5392FC0-34A5-FA84-16C2-CA96027A43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820" name="Oval 1541">
                <a:extLst>
                  <a:ext uri="{FF2B5EF4-FFF2-40B4-BE49-F238E27FC236}">
                    <a16:creationId xmlns:a16="http://schemas.microsoft.com/office/drawing/2014/main" id="{5A79EE0F-5A92-E7A0-390B-09C41661D04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1" name="Oval 1542">
                <a:extLst>
                  <a:ext uri="{FF2B5EF4-FFF2-40B4-BE49-F238E27FC236}">
                    <a16:creationId xmlns:a16="http://schemas.microsoft.com/office/drawing/2014/main" id="{5BB5CBD3-FA6D-79CE-D39A-4654C5A8BB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2" name="Freeform 1543">
                <a:extLst>
                  <a:ext uri="{FF2B5EF4-FFF2-40B4-BE49-F238E27FC236}">
                    <a16:creationId xmlns:a16="http://schemas.microsoft.com/office/drawing/2014/main" id="{87B9D67B-3561-8AEE-D37C-A5CAB067E0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Freeform 1544">
                <a:extLst>
                  <a:ext uri="{FF2B5EF4-FFF2-40B4-BE49-F238E27FC236}">
                    <a16:creationId xmlns:a16="http://schemas.microsoft.com/office/drawing/2014/main" id="{7FF65722-D26F-4021-C800-D2943E945A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Freeform 1545">
                <a:extLst>
                  <a:ext uri="{FF2B5EF4-FFF2-40B4-BE49-F238E27FC236}">
                    <a16:creationId xmlns:a16="http://schemas.microsoft.com/office/drawing/2014/main" id="{B66DC969-88CA-569F-CA20-079F291C3B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Oval 1546">
                <a:extLst>
                  <a:ext uri="{FF2B5EF4-FFF2-40B4-BE49-F238E27FC236}">
                    <a16:creationId xmlns:a16="http://schemas.microsoft.com/office/drawing/2014/main" id="{0171E82C-CA01-9D40-E2B5-10738E45F75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7" name="Group 1547">
              <a:extLst>
                <a:ext uri="{FF2B5EF4-FFF2-40B4-BE49-F238E27FC236}">
                  <a16:creationId xmlns:a16="http://schemas.microsoft.com/office/drawing/2014/main" id="{AC2EF175-A113-8E9F-409E-F71EBA475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14" name="Oval 1548">
                <a:extLst>
                  <a:ext uri="{FF2B5EF4-FFF2-40B4-BE49-F238E27FC236}">
                    <a16:creationId xmlns:a16="http://schemas.microsoft.com/office/drawing/2014/main" id="{8E8E20B5-3711-A8C6-59E2-F4CF00CF11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5" name="Oval 1549">
                <a:extLst>
                  <a:ext uri="{FF2B5EF4-FFF2-40B4-BE49-F238E27FC236}">
                    <a16:creationId xmlns:a16="http://schemas.microsoft.com/office/drawing/2014/main" id="{0E8D78B6-5EC6-608A-EF5B-6D3F48E4BB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6" name="Freeform 1550">
                <a:extLst>
                  <a:ext uri="{FF2B5EF4-FFF2-40B4-BE49-F238E27FC236}">
                    <a16:creationId xmlns:a16="http://schemas.microsoft.com/office/drawing/2014/main" id="{5C7FFFBB-5A39-0A38-A422-2C52B8EEA5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Freeform 1551">
                <a:extLst>
                  <a:ext uri="{FF2B5EF4-FFF2-40B4-BE49-F238E27FC236}">
                    <a16:creationId xmlns:a16="http://schemas.microsoft.com/office/drawing/2014/main" id="{0C541983-8335-57E6-634E-3A4E09EC11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Freeform 1552">
                <a:extLst>
                  <a:ext uri="{FF2B5EF4-FFF2-40B4-BE49-F238E27FC236}">
                    <a16:creationId xmlns:a16="http://schemas.microsoft.com/office/drawing/2014/main" id="{5C261EF3-AA58-2CBD-62CE-C48B3C4D24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Oval 1553">
                <a:extLst>
                  <a:ext uri="{FF2B5EF4-FFF2-40B4-BE49-F238E27FC236}">
                    <a16:creationId xmlns:a16="http://schemas.microsoft.com/office/drawing/2014/main" id="{9B14F9B0-7878-5FC3-40D7-C29F60F75D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8" name="Group 1554">
              <a:extLst>
                <a:ext uri="{FF2B5EF4-FFF2-40B4-BE49-F238E27FC236}">
                  <a16:creationId xmlns:a16="http://schemas.microsoft.com/office/drawing/2014/main" id="{21BAD9B0-8482-DEA4-132A-B63648AC5BD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808" name="Oval 1555">
                <a:extLst>
                  <a:ext uri="{FF2B5EF4-FFF2-40B4-BE49-F238E27FC236}">
                    <a16:creationId xmlns:a16="http://schemas.microsoft.com/office/drawing/2014/main" id="{0480611B-659C-D64B-88E7-1FAFAC55E9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9" name="Oval 1556">
                <a:extLst>
                  <a:ext uri="{FF2B5EF4-FFF2-40B4-BE49-F238E27FC236}">
                    <a16:creationId xmlns:a16="http://schemas.microsoft.com/office/drawing/2014/main" id="{9B1CA5F8-560A-6CCB-D448-9BAC760933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0" name="Freeform 1557">
                <a:extLst>
                  <a:ext uri="{FF2B5EF4-FFF2-40B4-BE49-F238E27FC236}">
                    <a16:creationId xmlns:a16="http://schemas.microsoft.com/office/drawing/2014/main" id="{A9383A87-31F6-BF69-F7A3-E29A631D60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1" name="Freeform 1558">
                <a:extLst>
                  <a:ext uri="{FF2B5EF4-FFF2-40B4-BE49-F238E27FC236}">
                    <a16:creationId xmlns:a16="http://schemas.microsoft.com/office/drawing/2014/main" id="{7073127A-1873-3FCC-0FA1-D4ED37D413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Freeform 1559">
                <a:extLst>
                  <a:ext uri="{FF2B5EF4-FFF2-40B4-BE49-F238E27FC236}">
                    <a16:creationId xmlns:a16="http://schemas.microsoft.com/office/drawing/2014/main" id="{14497369-FB08-D9A1-F58D-C4E5486C1B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Oval 1560">
                <a:extLst>
                  <a:ext uri="{FF2B5EF4-FFF2-40B4-BE49-F238E27FC236}">
                    <a16:creationId xmlns:a16="http://schemas.microsoft.com/office/drawing/2014/main" id="{B6B8BC29-5CD2-FEEC-9E02-CC9B85AEB1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59" name="Group 1561">
              <a:extLst>
                <a:ext uri="{FF2B5EF4-FFF2-40B4-BE49-F238E27FC236}">
                  <a16:creationId xmlns:a16="http://schemas.microsoft.com/office/drawing/2014/main" id="{750A968B-63D5-AC56-39D1-489ADD46EA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802" name="Oval 1562">
                <a:extLst>
                  <a:ext uri="{FF2B5EF4-FFF2-40B4-BE49-F238E27FC236}">
                    <a16:creationId xmlns:a16="http://schemas.microsoft.com/office/drawing/2014/main" id="{F1B128E9-5894-3BC5-4C7E-3813ACB668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3" name="Oval 1563">
                <a:extLst>
                  <a:ext uri="{FF2B5EF4-FFF2-40B4-BE49-F238E27FC236}">
                    <a16:creationId xmlns:a16="http://schemas.microsoft.com/office/drawing/2014/main" id="{C8566EAA-61F1-74BB-0A0B-CA1B351A90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4" name="Freeform 1564">
                <a:extLst>
                  <a:ext uri="{FF2B5EF4-FFF2-40B4-BE49-F238E27FC236}">
                    <a16:creationId xmlns:a16="http://schemas.microsoft.com/office/drawing/2014/main" id="{26AD1C7C-C62E-D783-B862-C5498D9A6A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5" name="Freeform 1565">
                <a:extLst>
                  <a:ext uri="{FF2B5EF4-FFF2-40B4-BE49-F238E27FC236}">
                    <a16:creationId xmlns:a16="http://schemas.microsoft.com/office/drawing/2014/main" id="{BEDFB3D8-F875-FA9B-708D-CA26300FE2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Freeform 1566">
                <a:extLst>
                  <a:ext uri="{FF2B5EF4-FFF2-40B4-BE49-F238E27FC236}">
                    <a16:creationId xmlns:a16="http://schemas.microsoft.com/office/drawing/2014/main" id="{BC7FB78E-BE0E-7D88-2435-90F083A392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" name="Oval 1567">
                <a:extLst>
                  <a:ext uri="{FF2B5EF4-FFF2-40B4-BE49-F238E27FC236}">
                    <a16:creationId xmlns:a16="http://schemas.microsoft.com/office/drawing/2014/main" id="{9EDD15B1-099F-17F1-58ED-F51B130DB0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0" name="Group 1568">
              <a:extLst>
                <a:ext uri="{FF2B5EF4-FFF2-40B4-BE49-F238E27FC236}">
                  <a16:creationId xmlns:a16="http://schemas.microsoft.com/office/drawing/2014/main" id="{5221312A-D5CE-DAA5-99C1-223F46973F0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96" name="Oval 1569">
                <a:extLst>
                  <a:ext uri="{FF2B5EF4-FFF2-40B4-BE49-F238E27FC236}">
                    <a16:creationId xmlns:a16="http://schemas.microsoft.com/office/drawing/2014/main" id="{91D0CDC3-4A92-C4BE-AB52-3EAFFA37BD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7" name="Oval 1570">
                <a:extLst>
                  <a:ext uri="{FF2B5EF4-FFF2-40B4-BE49-F238E27FC236}">
                    <a16:creationId xmlns:a16="http://schemas.microsoft.com/office/drawing/2014/main" id="{6D7A1DAA-E657-6829-3BC9-8048DD895C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8" name="Freeform 1571">
                <a:extLst>
                  <a:ext uri="{FF2B5EF4-FFF2-40B4-BE49-F238E27FC236}">
                    <a16:creationId xmlns:a16="http://schemas.microsoft.com/office/drawing/2014/main" id="{CDEF9CA4-7434-DD36-1C8C-D97AE993CA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9" name="Freeform 1572">
                <a:extLst>
                  <a:ext uri="{FF2B5EF4-FFF2-40B4-BE49-F238E27FC236}">
                    <a16:creationId xmlns:a16="http://schemas.microsoft.com/office/drawing/2014/main" id="{291809A0-4D67-5119-F590-B91574EDE4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Freeform 1573">
                <a:extLst>
                  <a:ext uri="{FF2B5EF4-FFF2-40B4-BE49-F238E27FC236}">
                    <a16:creationId xmlns:a16="http://schemas.microsoft.com/office/drawing/2014/main" id="{874C9BC9-4344-45B0-813D-C1A987F5B0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" name="Oval 1574">
                <a:extLst>
                  <a:ext uri="{FF2B5EF4-FFF2-40B4-BE49-F238E27FC236}">
                    <a16:creationId xmlns:a16="http://schemas.microsoft.com/office/drawing/2014/main" id="{65F92B18-BDA4-6DF3-17CE-36D3FAD7F4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1" name="Group 1575">
              <a:extLst>
                <a:ext uri="{FF2B5EF4-FFF2-40B4-BE49-F238E27FC236}">
                  <a16:creationId xmlns:a16="http://schemas.microsoft.com/office/drawing/2014/main" id="{4DB4AD62-65AA-FA8D-6FCA-1F845A31C6A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90" name="Oval 1576">
                <a:extLst>
                  <a:ext uri="{FF2B5EF4-FFF2-40B4-BE49-F238E27FC236}">
                    <a16:creationId xmlns:a16="http://schemas.microsoft.com/office/drawing/2014/main" id="{4B998563-4873-9ED1-8D0D-F2925F94229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1" name="Oval 1577">
                <a:extLst>
                  <a:ext uri="{FF2B5EF4-FFF2-40B4-BE49-F238E27FC236}">
                    <a16:creationId xmlns:a16="http://schemas.microsoft.com/office/drawing/2014/main" id="{8A4D889E-AED6-5252-FCA4-8D153E25AA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2" name="Freeform 1578">
                <a:extLst>
                  <a:ext uri="{FF2B5EF4-FFF2-40B4-BE49-F238E27FC236}">
                    <a16:creationId xmlns:a16="http://schemas.microsoft.com/office/drawing/2014/main" id="{8E0062AC-3E3C-7838-E2BC-5FE152FF05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3" name="Freeform 1579">
                <a:extLst>
                  <a:ext uri="{FF2B5EF4-FFF2-40B4-BE49-F238E27FC236}">
                    <a16:creationId xmlns:a16="http://schemas.microsoft.com/office/drawing/2014/main" id="{F9D9128D-6C7E-B8A5-8EB6-EA88B25194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Freeform 1580">
                <a:extLst>
                  <a:ext uri="{FF2B5EF4-FFF2-40B4-BE49-F238E27FC236}">
                    <a16:creationId xmlns:a16="http://schemas.microsoft.com/office/drawing/2014/main" id="{9EF81965-BD53-8E45-33F4-C58BB5757A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5" name="Oval 1581">
                <a:extLst>
                  <a:ext uri="{FF2B5EF4-FFF2-40B4-BE49-F238E27FC236}">
                    <a16:creationId xmlns:a16="http://schemas.microsoft.com/office/drawing/2014/main" id="{31C1C6B0-81E6-2A97-61B0-C7B9527395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2" name="Group 1582">
              <a:extLst>
                <a:ext uri="{FF2B5EF4-FFF2-40B4-BE49-F238E27FC236}">
                  <a16:creationId xmlns:a16="http://schemas.microsoft.com/office/drawing/2014/main" id="{8DB33870-85C8-C22B-C521-752CE0CC5D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84" name="Oval 1583">
                <a:extLst>
                  <a:ext uri="{FF2B5EF4-FFF2-40B4-BE49-F238E27FC236}">
                    <a16:creationId xmlns:a16="http://schemas.microsoft.com/office/drawing/2014/main" id="{B9D7E301-5A36-855E-6DC8-82A133519D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5" name="Oval 1584">
                <a:extLst>
                  <a:ext uri="{FF2B5EF4-FFF2-40B4-BE49-F238E27FC236}">
                    <a16:creationId xmlns:a16="http://schemas.microsoft.com/office/drawing/2014/main" id="{F46B87AB-CBB3-2952-C598-9FFC3D0F76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6" name="Freeform 1585">
                <a:extLst>
                  <a:ext uri="{FF2B5EF4-FFF2-40B4-BE49-F238E27FC236}">
                    <a16:creationId xmlns:a16="http://schemas.microsoft.com/office/drawing/2014/main" id="{3B764C9D-6D3D-061F-BB80-6CC12DA54B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7" name="Freeform 1586">
                <a:extLst>
                  <a:ext uri="{FF2B5EF4-FFF2-40B4-BE49-F238E27FC236}">
                    <a16:creationId xmlns:a16="http://schemas.microsoft.com/office/drawing/2014/main" id="{5528847A-B07B-26D5-FC3B-5A2A1FD84A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Freeform 1587">
                <a:extLst>
                  <a:ext uri="{FF2B5EF4-FFF2-40B4-BE49-F238E27FC236}">
                    <a16:creationId xmlns:a16="http://schemas.microsoft.com/office/drawing/2014/main" id="{96906101-083E-8FCD-03F8-77B9F33D4F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Oval 1588">
                <a:extLst>
                  <a:ext uri="{FF2B5EF4-FFF2-40B4-BE49-F238E27FC236}">
                    <a16:creationId xmlns:a16="http://schemas.microsoft.com/office/drawing/2014/main" id="{DAF5E669-6862-42BF-1169-261BD83615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3" name="Group 1589">
              <a:extLst>
                <a:ext uri="{FF2B5EF4-FFF2-40B4-BE49-F238E27FC236}">
                  <a16:creationId xmlns:a16="http://schemas.microsoft.com/office/drawing/2014/main" id="{10EDBA34-D700-555E-1C96-D20BFCAC283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78" name="Oval 1590">
                <a:extLst>
                  <a:ext uri="{FF2B5EF4-FFF2-40B4-BE49-F238E27FC236}">
                    <a16:creationId xmlns:a16="http://schemas.microsoft.com/office/drawing/2014/main" id="{318AB9B3-F419-A778-F2ED-E4EE05FF64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9" name="Oval 1591">
                <a:extLst>
                  <a:ext uri="{FF2B5EF4-FFF2-40B4-BE49-F238E27FC236}">
                    <a16:creationId xmlns:a16="http://schemas.microsoft.com/office/drawing/2014/main" id="{0869B2B7-E968-4496-7B82-0E2331B6F2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0" name="Freeform 1592">
                <a:extLst>
                  <a:ext uri="{FF2B5EF4-FFF2-40B4-BE49-F238E27FC236}">
                    <a16:creationId xmlns:a16="http://schemas.microsoft.com/office/drawing/2014/main" id="{8BFA1D0C-C1FC-40CD-0480-CF2064A4E2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1" name="Freeform 1593">
                <a:extLst>
                  <a:ext uri="{FF2B5EF4-FFF2-40B4-BE49-F238E27FC236}">
                    <a16:creationId xmlns:a16="http://schemas.microsoft.com/office/drawing/2014/main" id="{BB763D96-222C-D03E-B426-7989220A19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Freeform 1594">
                <a:extLst>
                  <a:ext uri="{FF2B5EF4-FFF2-40B4-BE49-F238E27FC236}">
                    <a16:creationId xmlns:a16="http://schemas.microsoft.com/office/drawing/2014/main" id="{7E5517E1-621C-6C5C-2DA0-D729250AD6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Oval 1595">
                <a:extLst>
                  <a:ext uri="{FF2B5EF4-FFF2-40B4-BE49-F238E27FC236}">
                    <a16:creationId xmlns:a16="http://schemas.microsoft.com/office/drawing/2014/main" id="{C13D7367-5DB3-69B5-5267-0FCA8F1A3E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4" name="Group 1596">
              <a:extLst>
                <a:ext uri="{FF2B5EF4-FFF2-40B4-BE49-F238E27FC236}">
                  <a16:creationId xmlns:a16="http://schemas.microsoft.com/office/drawing/2014/main" id="{2E6E48A7-BB4B-B34A-5E2B-7598EA8CA1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72" name="Oval 1597">
                <a:extLst>
                  <a:ext uri="{FF2B5EF4-FFF2-40B4-BE49-F238E27FC236}">
                    <a16:creationId xmlns:a16="http://schemas.microsoft.com/office/drawing/2014/main" id="{8B3351D9-98E1-B1DC-4881-04F9864F2F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3" name="Oval 1598">
                <a:extLst>
                  <a:ext uri="{FF2B5EF4-FFF2-40B4-BE49-F238E27FC236}">
                    <a16:creationId xmlns:a16="http://schemas.microsoft.com/office/drawing/2014/main" id="{98FBBAE2-3C56-3534-4F74-003E8FDEFE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4" name="Freeform 1599">
                <a:extLst>
                  <a:ext uri="{FF2B5EF4-FFF2-40B4-BE49-F238E27FC236}">
                    <a16:creationId xmlns:a16="http://schemas.microsoft.com/office/drawing/2014/main" id="{29FD5170-F923-3E59-33AF-03D00CA9E9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5" name="Freeform 1600">
                <a:extLst>
                  <a:ext uri="{FF2B5EF4-FFF2-40B4-BE49-F238E27FC236}">
                    <a16:creationId xmlns:a16="http://schemas.microsoft.com/office/drawing/2014/main" id="{90150FB1-B9A1-7D8F-E5AC-E692B78920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Freeform 1601">
                <a:extLst>
                  <a:ext uri="{FF2B5EF4-FFF2-40B4-BE49-F238E27FC236}">
                    <a16:creationId xmlns:a16="http://schemas.microsoft.com/office/drawing/2014/main" id="{67D62452-CE18-A7E5-35FB-25DB8DAC62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Oval 1602">
                <a:extLst>
                  <a:ext uri="{FF2B5EF4-FFF2-40B4-BE49-F238E27FC236}">
                    <a16:creationId xmlns:a16="http://schemas.microsoft.com/office/drawing/2014/main" id="{7F88E728-92BA-D616-D0F9-A772D75958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65" name="Group 1603">
              <a:extLst>
                <a:ext uri="{FF2B5EF4-FFF2-40B4-BE49-F238E27FC236}">
                  <a16:creationId xmlns:a16="http://schemas.microsoft.com/office/drawing/2014/main" id="{724BE384-2C93-2A53-8240-A0DB41C4EC9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66" name="Oval 1604">
                <a:extLst>
                  <a:ext uri="{FF2B5EF4-FFF2-40B4-BE49-F238E27FC236}">
                    <a16:creationId xmlns:a16="http://schemas.microsoft.com/office/drawing/2014/main" id="{EAFAAD23-6B24-4909-00C8-BC0F436F6B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7" name="Oval 1605">
                <a:extLst>
                  <a:ext uri="{FF2B5EF4-FFF2-40B4-BE49-F238E27FC236}">
                    <a16:creationId xmlns:a16="http://schemas.microsoft.com/office/drawing/2014/main" id="{347ACA94-5A55-AD57-A2CA-F1393A7613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8" name="Freeform 1606">
                <a:extLst>
                  <a:ext uri="{FF2B5EF4-FFF2-40B4-BE49-F238E27FC236}">
                    <a16:creationId xmlns:a16="http://schemas.microsoft.com/office/drawing/2014/main" id="{B9B66CAB-476D-0A51-05BD-68471EF602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Freeform 1607">
                <a:extLst>
                  <a:ext uri="{FF2B5EF4-FFF2-40B4-BE49-F238E27FC236}">
                    <a16:creationId xmlns:a16="http://schemas.microsoft.com/office/drawing/2014/main" id="{40BBC397-84F5-578A-A566-C14AF107E6A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Freeform 1608">
                <a:extLst>
                  <a:ext uri="{FF2B5EF4-FFF2-40B4-BE49-F238E27FC236}">
                    <a16:creationId xmlns:a16="http://schemas.microsoft.com/office/drawing/2014/main" id="{35FF456F-6484-8BE1-EA51-C269F9B6E7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Oval 1609">
                <a:extLst>
                  <a:ext uri="{FF2B5EF4-FFF2-40B4-BE49-F238E27FC236}">
                    <a16:creationId xmlns:a16="http://schemas.microsoft.com/office/drawing/2014/main" id="{73EF5E85-FA8C-465B-676B-8D29263ABF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58" name="Group 1385">
            <a:extLst>
              <a:ext uri="{FF2B5EF4-FFF2-40B4-BE49-F238E27FC236}">
                <a16:creationId xmlns:a16="http://schemas.microsoft.com/office/drawing/2014/main" id="{243FE200-8059-5454-7989-E7D5CF66C4AD}"/>
              </a:ext>
            </a:extLst>
          </p:cNvPr>
          <p:cNvGrpSpPr>
            <a:grpSpLocks noChangeAspect="1"/>
          </p:cNvGrpSpPr>
          <p:nvPr/>
        </p:nvGrpSpPr>
        <p:grpSpPr bwMode="auto">
          <a:xfrm rot="1010404">
            <a:off x="2585749" y="-78401"/>
            <a:ext cx="1141095" cy="340150"/>
            <a:chOff x="446" y="1196"/>
            <a:chExt cx="1048" cy="312"/>
          </a:xfrm>
        </p:grpSpPr>
        <p:grpSp>
          <p:nvGrpSpPr>
            <p:cNvPr id="959" name="Group 1386">
              <a:extLst>
                <a:ext uri="{FF2B5EF4-FFF2-40B4-BE49-F238E27FC236}">
                  <a16:creationId xmlns:a16="http://schemas.microsoft.com/office/drawing/2014/main" id="{967D6A1C-1EA5-899B-C08C-4D89D42F24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77" name="Oval 1387">
                <a:extLst>
                  <a:ext uri="{FF2B5EF4-FFF2-40B4-BE49-F238E27FC236}">
                    <a16:creationId xmlns:a16="http://schemas.microsoft.com/office/drawing/2014/main" id="{54FA7414-1CBA-9E01-6711-F12F58876B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8" name="Oval 1388">
                <a:extLst>
                  <a:ext uri="{FF2B5EF4-FFF2-40B4-BE49-F238E27FC236}">
                    <a16:creationId xmlns:a16="http://schemas.microsoft.com/office/drawing/2014/main" id="{79DB855E-22BC-2402-9812-5C68C19AC0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9" name="Freeform 1389">
                <a:extLst>
                  <a:ext uri="{FF2B5EF4-FFF2-40B4-BE49-F238E27FC236}">
                    <a16:creationId xmlns:a16="http://schemas.microsoft.com/office/drawing/2014/main" id="{AD1B2FB9-B889-A2B9-D411-5E2C8569FA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0" name="Freeform 1390">
                <a:extLst>
                  <a:ext uri="{FF2B5EF4-FFF2-40B4-BE49-F238E27FC236}">
                    <a16:creationId xmlns:a16="http://schemas.microsoft.com/office/drawing/2014/main" id="{5039744B-EED2-64F5-6658-792B27B8C0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1" name="Freeform 1391">
                <a:extLst>
                  <a:ext uri="{FF2B5EF4-FFF2-40B4-BE49-F238E27FC236}">
                    <a16:creationId xmlns:a16="http://schemas.microsoft.com/office/drawing/2014/main" id="{D6E00008-3A54-EC7E-7BC2-FE1C7D7051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2" name="Oval 1392">
                <a:extLst>
                  <a:ext uri="{FF2B5EF4-FFF2-40B4-BE49-F238E27FC236}">
                    <a16:creationId xmlns:a16="http://schemas.microsoft.com/office/drawing/2014/main" id="{962027EB-0D3B-0A51-F92B-8ABC001DA2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0" name="Group 1393">
              <a:extLst>
                <a:ext uri="{FF2B5EF4-FFF2-40B4-BE49-F238E27FC236}">
                  <a16:creationId xmlns:a16="http://schemas.microsoft.com/office/drawing/2014/main" id="{2AE9C640-8D8A-EBA5-1E47-AC59EC7737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71" name="Oval 1394">
                <a:extLst>
                  <a:ext uri="{FF2B5EF4-FFF2-40B4-BE49-F238E27FC236}">
                    <a16:creationId xmlns:a16="http://schemas.microsoft.com/office/drawing/2014/main" id="{AA1EA693-FFD6-AF42-4180-52C5151EC2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2" name="Oval 1395">
                <a:extLst>
                  <a:ext uri="{FF2B5EF4-FFF2-40B4-BE49-F238E27FC236}">
                    <a16:creationId xmlns:a16="http://schemas.microsoft.com/office/drawing/2014/main" id="{4254FA8B-70AF-165E-BB06-6E4406223B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3" name="Freeform 1396">
                <a:extLst>
                  <a:ext uri="{FF2B5EF4-FFF2-40B4-BE49-F238E27FC236}">
                    <a16:creationId xmlns:a16="http://schemas.microsoft.com/office/drawing/2014/main" id="{411B0E23-D260-1A57-3F4D-EEBBD532B8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4" name="Freeform 1397">
                <a:extLst>
                  <a:ext uri="{FF2B5EF4-FFF2-40B4-BE49-F238E27FC236}">
                    <a16:creationId xmlns:a16="http://schemas.microsoft.com/office/drawing/2014/main" id="{F6BB4750-296F-1007-2964-4DF5EF67F8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5" name="Freeform 1398">
                <a:extLst>
                  <a:ext uri="{FF2B5EF4-FFF2-40B4-BE49-F238E27FC236}">
                    <a16:creationId xmlns:a16="http://schemas.microsoft.com/office/drawing/2014/main" id="{E1C90024-55AB-3BEB-0D30-E129127E96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6" name="Oval 1399">
                <a:extLst>
                  <a:ext uri="{FF2B5EF4-FFF2-40B4-BE49-F238E27FC236}">
                    <a16:creationId xmlns:a16="http://schemas.microsoft.com/office/drawing/2014/main" id="{2D167EE8-13E0-8360-5D8B-21774AC41A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1" name="Group 1400">
              <a:extLst>
                <a:ext uri="{FF2B5EF4-FFF2-40B4-BE49-F238E27FC236}">
                  <a16:creationId xmlns:a16="http://schemas.microsoft.com/office/drawing/2014/main" id="{CC55836C-A749-96FF-1250-30B4222002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65" name="Oval 1401">
                <a:extLst>
                  <a:ext uri="{FF2B5EF4-FFF2-40B4-BE49-F238E27FC236}">
                    <a16:creationId xmlns:a16="http://schemas.microsoft.com/office/drawing/2014/main" id="{52B88614-B7A2-213D-D294-34DFB66135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6" name="Oval 1402">
                <a:extLst>
                  <a:ext uri="{FF2B5EF4-FFF2-40B4-BE49-F238E27FC236}">
                    <a16:creationId xmlns:a16="http://schemas.microsoft.com/office/drawing/2014/main" id="{A63A6861-B122-7FAA-F0D0-723E68A3A2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7" name="Freeform 1403">
                <a:extLst>
                  <a:ext uri="{FF2B5EF4-FFF2-40B4-BE49-F238E27FC236}">
                    <a16:creationId xmlns:a16="http://schemas.microsoft.com/office/drawing/2014/main" id="{54951821-A8B7-9889-FEF7-E3B327FB63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" name="Freeform 1404">
                <a:extLst>
                  <a:ext uri="{FF2B5EF4-FFF2-40B4-BE49-F238E27FC236}">
                    <a16:creationId xmlns:a16="http://schemas.microsoft.com/office/drawing/2014/main" id="{0C2A77D2-287D-8073-3BF0-41103BC6B7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9" name="Freeform 1405">
                <a:extLst>
                  <a:ext uri="{FF2B5EF4-FFF2-40B4-BE49-F238E27FC236}">
                    <a16:creationId xmlns:a16="http://schemas.microsoft.com/office/drawing/2014/main" id="{7A492436-30E2-BAC5-81D6-5E3F41BF99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0" name="Oval 1406">
                <a:extLst>
                  <a:ext uri="{FF2B5EF4-FFF2-40B4-BE49-F238E27FC236}">
                    <a16:creationId xmlns:a16="http://schemas.microsoft.com/office/drawing/2014/main" id="{89541636-A97E-8411-F7D3-840122C6F2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2" name="Group 1407">
              <a:extLst>
                <a:ext uri="{FF2B5EF4-FFF2-40B4-BE49-F238E27FC236}">
                  <a16:creationId xmlns:a16="http://schemas.microsoft.com/office/drawing/2014/main" id="{F0FA7DF3-A29D-7F00-5F5A-0F3A3B33DF9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59" name="Oval 1408">
                <a:extLst>
                  <a:ext uri="{FF2B5EF4-FFF2-40B4-BE49-F238E27FC236}">
                    <a16:creationId xmlns:a16="http://schemas.microsoft.com/office/drawing/2014/main" id="{92ECC7B3-AED2-5AF8-720C-113B7EE9ED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0" name="Oval 1409">
                <a:extLst>
                  <a:ext uri="{FF2B5EF4-FFF2-40B4-BE49-F238E27FC236}">
                    <a16:creationId xmlns:a16="http://schemas.microsoft.com/office/drawing/2014/main" id="{D70E0439-9B55-BB4B-7C0D-9D6F5CE6C5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1" name="Freeform 1410">
                <a:extLst>
                  <a:ext uri="{FF2B5EF4-FFF2-40B4-BE49-F238E27FC236}">
                    <a16:creationId xmlns:a16="http://schemas.microsoft.com/office/drawing/2014/main" id="{8AAD1D42-2D06-CFD5-9B4B-EB379CF43C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2" name="Freeform 1411">
                <a:extLst>
                  <a:ext uri="{FF2B5EF4-FFF2-40B4-BE49-F238E27FC236}">
                    <a16:creationId xmlns:a16="http://schemas.microsoft.com/office/drawing/2014/main" id="{96DC5D3C-EB06-F5AC-9E7D-99771248E02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3" name="Freeform 1412">
                <a:extLst>
                  <a:ext uri="{FF2B5EF4-FFF2-40B4-BE49-F238E27FC236}">
                    <a16:creationId xmlns:a16="http://schemas.microsoft.com/office/drawing/2014/main" id="{C2142912-D91C-5708-0984-1E29EE4CA6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4" name="Oval 1413">
                <a:extLst>
                  <a:ext uri="{FF2B5EF4-FFF2-40B4-BE49-F238E27FC236}">
                    <a16:creationId xmlns:a16="http://schemas.microsoft.com/office/drawing/2014/main" id="{0BE96567-B3AB-AED4-D1BB-40B5AE9D76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3" name="Group 1414">
              <a:extLst>
                <a:ext uri="{FF2B5EF4-FFF2-40B4-BE49-F238E27FC236}">
                  <a16:creationId xmlns:a16="http://schemas.microsoft.com/office/drawing/2014/main" id="{DE07475F-1DD5-3099-323C-239FAA332B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53" name="Oval 1415">
                <a:extLst>
                  <a:ext uri="{FF2B5EF4-FFF2-40B4-BE49-F238E27FC236}">
                    <a16:creationId xmlns:a16="http://schemas.microsoft.com/office/drawing/2014/main" id="{9BC33CA1-9861-3217-4C1B-6015328AC7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4" name="Oval 1416">
                <a:extLst>
                  <a:ext uri="{FF2B5EF4-FFF2-40B4-BE49-F238E27FC236}">
                    <a16:creationId xmlns:a16="http://schemas.microsoft.com/office/drawing/2014/main" id="{24CC1F08-5203-BFBD-83CE-BAE9601243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55" name="Freeform 1417">
                <a:extLst>
                  <a:ext uri="{FF2B5EF4-FFF2-40B4-BE49-F238E27FC236}">
                    <a16:creationId xmlns:a16="http://schemas.microsoft.com/office/drawing/2014/main" id="{B78C4848-DE73-5D17-AD45-931D0BC9F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6" name="Freeform 1418">
                <a:extLst>
                  <a:ext uri="{FF2B5EF4-FFF2-40B4-BE49-F238E27FC236}">
                    <a16:creationId xmlns:a16="http://schemas.microsoft.com/office/drawing/2014/main" id="{EDA97BA0-6A37-B293-E292-61AB9FE54F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7" name="Freeform 1419">
                <a:extLst>
                  <a:ext uri="{FF2B5EF4-FFF2-40B4-BE49-F238E27FC236}">
                    <a16:creationId xmlns:a16="http://schemas.microsoft.com/office/drawing/2014/main" id="{E2777D40-8F1D-1EC6-A846-34226B8C6A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" name="Oval 1420">
                <a:extLst>
                  <a:ext uri="{FF2B5EF4-FFF2-40B4-BE49-F238E27FC236}">
                    <a16:creationId xmlns:a16="http://schemas.microsoft.com/office/drawing/2014/main" id="{CFEDA7A4-D97C-D123-87BD-9BA3597283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4" name="Group 1421">
              <a:extLst>
                <a:ext uri="{FF2B5EF4-FFF2-40B4-BE49-F238E27FC236}">
                  <a16:creationId xmlns:a16="http://schemas.microsoft.com/office/drawing/2014/main" id="{0D6A3F4E-9A02-57DD-229A-3778F22142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147" name="Oval 1422">
                <a:extLst>
                  <a:ext uri="{FF2B5EF4-FFF2-40B4-BE49-F238E27FC236}">
                    <a16:creationId xmlns:a16="http://schemas.microsoft.com/office/drawing/2014/main" id="{83EDD770-2DC0-0DFA-0829-40B4F45CCA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8" name="Oval 1423">
                <a:extLst>
                  <a:ext uri="{FF2B5EF4-FFF2-40B4-BE49-F238E27FC236}">
                    <a16:creationId xmlns:a16="http://schemas.microsoft.com/office/drawing/2014/main" id="{99895F34-5EFD-E997-BC9E-A7197C8331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9" name="Freeform 1424">
                <a:extLst>
                  <a:ext uri="{FF2B5EF4-FFF2-40B4-BE49-F238E27FC236}">
                    <a16:creationId xmlns:a16="http://schemas.microsoft.com/office/drawing/2014/main" id="{F22156F2-B570-987C-DB36-8F6A0132A0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0" name="Freeform 1425">
                <a:extLst>
                  <a:ext uri="{FF2B5EF4-FFF2-40B4-BE49-F238E27FC236}">
                    <a16:creationId xmlns:a16="http://schemas.microsoft.com/office/drawing/2014/main" id="{B7D8BF8B-70AD-E3A4-65A3-1B2F73072F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1" name="Freeform 1426">
                <a:extLst>
                  <a:ext uri="{FF2B5EF4-FFF2-40B4-BE49-F238E27FC236}">
                    <a16:creationId xmlns:a16="http://schemas.microsoft.com/office/drawing/2014/main" id="{0334AF9E-4207-FC66-01CE-E548355503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2" name="Oval 1427">
                <a:extLst>
                  <a:ext uri="{FF2B5EF4-FFF2-40B4-BE49-F238E27FC236}">
                    <a16:creationId xmlns:a16="http://schemas.microsoft.com/office/drawing/2014/main" id="{69B80192-B152-B08B-7CE0-1BF655009C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5" name="Group 1428">
              <a:extLst>
                <a:ext uri="{FF2B5EF4-FFF2-40B4-BE49-F238E27FC236}">
                  <a16:creationId xmlns:a16="http://schemas.microsoft.com/office/drawing/2014/main" id="{EBB1AB70-2A2B-3E1A-2C5A-43D4213CA1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141" name="Oval 1429">
                <a:extLst>
                  <a:ext uri="{FF2B5EF4-FFF2-40B4-BE49-F238E27FC236}">
                    <a16:creationId xmlns:a16="http://schemas.microsoft.com/office/drawing/2014/main" id="{A497D711-B239-4272-9868-615CF9D7F9E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2" name="Oval 1430">
                <a:extLst>
                  <a:ext uri="{FF2B5EF4-FFF2-40B4-BE49-F238E27FC236}">
                    <a16:creationId xmlns:a16="http://schemas.microsoft.com/office/drawing/2014/main" id="{DC1E009B-DB4C-D1D5-0F5B-706AC3D516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43" name="Freeform 1431">
                <a:extLst>
                  <a:ext uri="{FF2B5EF4-FFF2-40B4-BE49-F238E27FC236}">
                    <a16:creationId xmlns:a16="http://schemas.microsoft.com/office/drawing/2014/main" id="{E9E6E745-7BC1-BAEB-2D49-641E6B630F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4" name="Freeform 1432">
                <a:extLst>
                  <a:ext uri="{FF2B5EF4-FFF2-40B4-BE49-F238E27FC236}">
                    <a16:creationId xmlns:a16="http://schemas.microsoft.com/office/drawing/2014/main" id="{12E4EADD-F7E4-BBAB-BE8B-B76CF9C00B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5" name="Freeform 1433">
                <a:extLst>
                  <a:ext uri="{FF2B5EF4-FFF2-40B4-BE49-F238E27FC236}">
                    <a16:creationId xmlns:a16="http://schemas.microsoft.com/office/drawing/2014/main" id="{2AB4F7F2-9C6A-B152-89EF-928927CEEF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6" name="Oval 1434">
                <a:extLst>
                  <a:ext uri="{FF2B5EF4-FFF2-40B4-BE49-F238E27FC236}">
                    <a16:creationId xmlns:a16="http://schemas.microsoft.com/office/drawing/2014/main" id="{00C4E64E-282D-A341-C9F6-ADCBB05FAC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6" name="Group 1435">
              <a:extLst>
                <a:ext uri="{FF2B5EF4-FFF2-40B4-BE49-F238E27FC236}">
                  <a16:creationId xmlns:a16="http://schemas.microsoft.com/office/drawing/2014/main" id="{7496E774-9188-C4E5-B287-C4476B5FCB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135" name="Oval 1436">
                <a:extLst>
                  <a:ext uri="{FF2B5EF4-FFF2-40B4-BE49-F238E27FC236}">
                    <a16:creationId xmlns:a16="http://schemas.microsoft.com/office/drawing/2014/main" id="{A605FDD3-D643-9694-77AE-1869F36A3E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6" name="Oval 1437">
                <a:extLst>
                  <a:ext uri="{FF2B5EF4-FFF2-40B4-BE49-F238E27FC236}">
                    <a16:creationId xmlns:a16="http://schemas.microsoft.com/office/drawing/2014/main" id="{1EB4E951-F73A-4CE3-C3A5-137349947D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7" name="Freeform 1438">
                <a:extLst>
                  <a:ext uri="{FF2B5EF4-FFF2-40B4-BE49-F238E27FC236}">
                    <a16:creationId xmlns:a16="http://schemas.microsoft.com/office/drawing/2014/main" id="{11F209F3-984C-5844-CFC8-064769EF60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" name="Freeform 1439">
                <a:extLst>
                  <a:ext uri="{FF2B5EF4-FFF2-40B4-BE49-F238E27FC236}">
                    <a16:creationId xmlns:a16="http://schemas.microsoft.com/office/drawing/2014/main" id="{CBE7312A-0EDD-A283-96A4-463B101388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" name="Freeform 1440">
                <a:extLst>
                  <a:ext uri="{FF2B5EF4-FFF2-40B4-BE49-F238E27FC236}">
                    <a16:creationId xmlns:a16="http://schemas.microsoft.com/office/drawing/2014/main" id="{F39DF891-5672-110E-3317-FF5F6BEF95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" name="Oval 1441">
                <a:extLst>
                  <a:ext uri="{FF2B5EF4-FFF2-40B4-BE49-F238E27FC236}">
                    <a16:creationId xmlns:a16="http://schemas.microsoft.com/office/drawing/2014/main" id="{B6375510-23BE-5E24-6097-0ACA082EC5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7" name="Group 1442">
              <a:extLst>
                <a:ext uri="{FF2B5EF4-FFF2-40B4-BE49-F238E27FC236}">
                  <a16:creationId xmlns:a16="http://schemas.microsoft.com/office/drawing/2014/main" id="{4901612B-15DD-6020-73CE-887A7DD1828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129" name="Oval 1443">
                <a:extLst>
                  <a:ext uri="{FF2B5EF4-FFF2-40B4-BE49-F238E27FC236}">
                    <a16:creationId xmlns:a16="http://schemas.microsoft.com/office/drawing/2014/main" id="{40EC6D50-3DC6-3FC4-E2AF-33F9922211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0" name="Oval 1444">
                <a:extLst>
                  <a:ext uri="{FF2B5EF4-FFF2-40B4-BE49-F238E27FC236}">
                    <a16:creationId xmlns:a16="http://schemas.microsoft.com/office/drawing/2014/main" id="{3B5D4F8D-B384-B892-3B2A-04ABFF1EB16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31" name="Freeform 1445">
                <a:extLst>
                  <a:ext uri="{FF2B5EF4-FFF2-40B4-BE49-F238E27FC236}">
                    <a16:creationId xmlns:a16="http://schemas.microsoft.com/office/drawing/2014/main" id="{93B0760E-464F-F34E-C37F-3A39715E24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2" name="Freeform 1446">
                <a:extLst>
                  <a:ext uri="{FF2B5EF4-FFF2-40B4-BE49-F238E27FC236}">
                    <a16:creationId xmlns:a16="http://schemas.microsoft.com/office/drawing/2014/main" id="{12885A4E-6DA6-C217-6081-92BAD7430C0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3" name="Freeform 1447">
                <a:extLst>
                  <a:ext uri="{FF2B5EF4-FFF2-40B4-BE49-F238E27FC236}">
                    <a16:creationId xmlns:a16="http://schemas.microsoft.com/office/drawing/2014/main" id="{0FEEF5A3-7A93-53D8-559A-0D657D0899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4" name="Oval 1448">
                <a:extLst>
                  <a:ext uri="{FF2B5EF4-FFF2-40B4-BE49-F238E27FC236}">
                    <a16:creationId xmlns:a16="http://schemas.microsoft.com/office/drawing/2014/main" id="{E03F09E0-8CDB-4206-8954-F21BE8AD58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8" name="Group 1449">
              <a:extLst>
                <a:ext uri="{FF2B5EF4-FFF2-40B4-BE49-F238E27FC236}">
                  <a16:creationId xmlns:a16="http://schemas.microsoft.com/office/drawing/2014/main" id="{5205EC27-E664-C290-8224-AC3D95AB27B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123" name="Oval 1450">
                <a:extLst>
                  <a:ext uri="{FF2B5EF4-FFF2-40B4-BE49-F238E27FC236}">
                    <a16:creationId xmlns:a16="http://schemas.microsoft.com/office/drawing/2014/main" id="{58B56507-545C-A37F-025E-3529A8D57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4" name="Oval 1451">
                <a:extLst>
                  <a:ext uri="{FF2B5EF4-FFF2-40B4-BE49-F238E27FC236}">
                    <a16:creationId xmlns:a16="http://schemas.microsoft.com/office/drawing/2014/main" id="{DC946AD5-C13B-FE24-39C8-8205903035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5" name="Freeform 1452">
                <a:extLst>
                  <a:ext uri="{FF2B5EF4-FFF2-40B4-BE49-F238E27FC236}">
                    <a16:creationId xmlns:a16="http://schemas.microsoft.com/office/drawing/2014/main" id="{AD3BC24E-1DF2-8D54-654C-3B8C5BF7CD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6" name="Freeform 1453">
                <a:extLst>
                  <a:ext uri="{FF2B5EF4-FFF2-40B4-BE49-F238E27FC236}">
                    <a16:creationId xmlns:a16="http://schemas.microsoft.com/office/drawing/2014/main" id="{7B0765CC-EECE-B180-9646-A2C9CC6EF0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454">
                <a:extLst>
                  <a:ext uri="{FF2B5EF4-FFF2-40B4-BE49-F238E27FC236}">
                    <a16:creationId xmlns:a16="http://schemas.microsoft.com/office/drawing/2014/main" id="{EF9771AE-C183-F65D-59FA-DB79D283DE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Oval 1455">
                <a:extLst>
                  <a:ext uri="{FF2B5EF4-FFF2-40B4-BE49-F238E27FC236}">
                    <a16:creationId xmlns:a16="http://schemas.microsoft.com/office/drawing/2014/main" id="{C0BCF793-3E82-C7A0-5FFC-3E7A794453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69" name="Group 1456">
              <a:extLst>
                <a:ext uri="{FF2B5EF4-FFF2-40B4-BE49-F238E27FC236}">
                  <a16:creationId xmlns:a16="http://schemas.microsoft.com/office/drawing/2014/main" id="{3C6CB63B-8785-FC2D-E6CD-1335C4408F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117" name="Oval 1457">
                <a:extLst>
                  <a:ext uri="{FF2B5EF4-FFF2-40B4-BE49-F238E27FC236}">
                    <a16:creationId xmlns:a16="http://schemas.microsoft.com/office/drawing/2014/main" id="{D942A897-B399-BA45-ACE9-EE7E1BBC22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8" name="Oval 1458">
                <a:extLst>
                  <a:ext uri="{FF2B5EF4-FFF2-40B4-BE49-F238E27FC236}">
                    <a16:creationId xmlns:a16="http://schemas.microsoft.com/office/drawing/2014/main" id="{FC542CDB-0E0C-7DFA-FF0C-9B475D349F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9" name="Freeform 1459">
                <a:extLst>
                  <a:ext uri="{FF2B5EF4-FFF2-40B4-BE49-F238E27FC236}">
                    <a16:creationId xmlns:a16="http://schemas.microsoft.com/office/drawing/2014/main" id="{29FB29D7-3DFC-6CF6-D70C-2CB16E0B1A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0" name="Freeform 1460">
                <a:extLst>
                  <a:ext uri="{FF2B5EF4-FFF2-40B4-BE49-F238E27FC236}">
                    <a16:creationId xmlns:a16="http://schemas.microsoft.com/office/drawing/2014/main" id="{1A6EFD98-9756-93F2-6DD0-AD7D9C7BA1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461">
                <a:extLst>
                  <a:ext uri="{FF2B5EF4-FFF2-40B4-BE49-F238E27FC236}">
                    <a16:creationId xmlns:a16="http://schemas.microsoft.com/office/drawing/2014/main" id="{E3CD486E-A3E4-9068-DFE5-42467ACF7C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Oval 1462">
                <a:extLst>
                  <a:ext uri="{FF2B5EF4-FFF2-40B4-BE49-F238E27FC236}">
                    <a16:creationId xmlns:a16="http://schemas.microsoft.com/office/drawing/2014/main" id="{28B918C5-FCCF-2607-9CD4-17A5A4A588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0" name="Group 1463">
              <a:extLst>
                <a:ext uri="{FF2B5EF4-FFF2-40B4-BE49-F238E27FC236}">
                  <a16:creationId xmlns:a16="http://schemas.microsoft.com/office/drawing/2014/main" id="{7B3CB222-1D62-DB26-CE0F-216E03BD14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111" name="Oval 1464">
                <a:extLst>
                  <a:ext uri="{FF2B5EF4-FFF2-40B4-BE49-F238E27FC236}">
                    <a16:creationId xmlns:a16="http://schemas.microsoft.com/office/drawing/2014/main" id="{EFFAE01A-50F1-77C2-46ED-9C73B9E63B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2" name="Oval 1465">
                <a:extLst>
                  <a:ext uri="{FF2B5EF4-FFF2-40B4-BE49-F238E27FC236}">
                    <a16:creationId xmlns:a16="http://schemas.microsoft.com/office/drawing/2014/main" id="{DA4901CB-32A8-F66B-9508-C8D5903744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3" name="Freeform 1466">
                <a:extLst>
                  <a:ext uri="{FF2B5EF4-FFF2-40B4-BE49-F238E27FC236}">
                    <a16:creationId xmlns:a16="http://schemas.microsoft.com/office/drawing/2014/main" id="{93ED8172-7354-1E7E-E75E-111A86B022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4" name="Freeform 1467">
                <a:extLst>
                  <a:ext uri="{FF2B5EF4-FFF2-40B4-BE49-F238E27FC236}">
                    <a16:creationId xmlns:a16="http://schemas.microsoft.com/office/drawing/2014/main" id="{BB031AEC-5D59-9E4C-2B73-BF05C8491B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468">
                <a:extLst>
                  <a:ext uri="{FF2B5EF4-FFF2-40B4-BE49-F238E27FC236}">
                    <a16:creationId xmlns:a16="http://schemas.microsoft.com/office/drawing/2014/main" id="{781533BB-BB0F-2C39-F9F0-F3C990D63E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Oval 1469">
                <a:extLst>
                  <a:ext uri="{FF2B5EF4-FFF2-40B4-BE49-F238E27FC236}">
                    <a16:creationId xmlns:a16="http://schemas.microsoft.com/office/drawing/2014/main" id="{9C2F1A77-6127-2268-A64D-9B2F6D6C8DC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1" name="Group 1470">
              <a:extLst>
                <a:ext uri="{FF2B5EF4-FFF2-40B4-BE49-F238E27FC236}">
                  <a16:creationId xmlns:a16="http://schemas.microsoft.com/office/drawing/2014/main" id="{A618DB73-4957-41BA-013F-5AB7371F1B6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105" name="Oval 1471">
                <a:extLst>
                  <a:ext uri="{FF2B5EF4-FFF2-40B4-BE49-F238E27FC236}">
                    <a16:creationId xmlns:a16="http://schemas.microsoft.com/office/drawing/2014/main" id="{E6502439-3138-10C5-E419-4BBB2D32BAB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6" name="Oval 1472">
                <a:extLst>
                  <a:ext uri="{FF2B5EF4-FFF2-40B4-BE49-F238E27FC236}">
                    <a16:creationId xmlns:a16="http://schemas.microsoft.com/office/drawing/2014/main" id="{7E594F3D-F755-4014-C683-483290B580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7" name="Freeform 1473">
                <a:extLst>
                  <a:ext uri="{FF2B5EF4-FFF2-40B4-BE49-F238E27FC236}">
                    <a16:creationId xmlns:a16="http://schemas.microsoft.com/office/drawing/2014/main" id="{3B3515C8-F6F0-2405-5559-DEDFA0D5A4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8" name="Freeform 1474">
                <a:extLst>
                  <a:ext uri="{FF2B5EF4-FFF2-40B4-BE49-F238E27FC236}">
                    <a16:creationId xmlns:a16="http://schemas.microsoft.com/office/drawing/2014/main" id="{C76AA924-2286-8EB7-6C49-593F2F312C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475">
                <a:extLst>
                  <a:ext uri="{FF2B5EF4-FFF2-40B4-BE49-F238E27FC236}">
                    <a16:creationId xmlns:a16="http://schemas.microsoft.com/office/drawing/2014/main" id="{65F5278D-037E-EA29-2860-93B0A3A57B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Oval 1476">
                <a:extLst>
                  <a:ext uri="{FF2B5EF4-FFF2-40B4-BE49-F238E27FC236}">
                    <a16:creationId xmlns:a16="http://schemas.microsoft.com/office/drawing/2014/main" id="{0C1803D8-9113-9E8E-B3AD-9EA68AD77B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2" name="Group 1477">
              <a:extLst>
                <a:ext uri="{FF2B5EF4-FFF2-40B4-BE49-F238E27FC236}">
                  <a16:creationId xmlns:a16="http://schemas.microsoft.com/office/drawing/2014/main" id="{A58D5624-65BF-2DD5-66E3-E408D2786B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99" name="Oval 1478">
                <a:extLst>
                  <a:ext uri="{FF2B5EF4-FFF2-40B4-BE49-F238E27FC236}">
                    <a16:creationId xmlns:a16="http://schemas.microsoft.com/office/drawing/2014/main" id="{4DA03527-9F12-D055-622C-2F6F149586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0" name="Oval 1479">
                <a:extLst>
                  <a:ext uri="{FF2B5EF4-FFF2-40B4-BE49-F238E27FC236}">
                    <a16:creationId xmlns:a16="http://schemas.microsoft.com/office/drawing/2014/main" id="{5B1BD62D-7DB0-CE19-E129-44B79030B23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1" name="Freeform 1480">
                <a:extLst>
                  <a:ext uri="{FF2B5EF4-FFF2-40B4-BE49-F238E27FC236}">
                    <a16:creationId xmlns:a16="http://schemas.microsoft.com/office/drawing/2014/main" id="{5DD35B1F-78BA-07EB-A0FC-6BF8EB2996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2" name="Freeform 1481">
                <a:extLst>
                  <a:ext uri="{FF2B5EF4-FFF2-40B4-BE49-F238E27FC236}">
                    <a16:creationId xmlns:a16="http://schemas.microsoft.com/office/drawing/2014/main" id="{9444991B-F0EC-B890-EE20-D151C8F2E0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482">
                <a:extLst>
                  <a:ext uri="{FF2B5EF4-FFF2-40B4-BE49-F238E27FC236}">
                    <a16:creationId xmlns:a16="http://schemas.microsoft.com/office/drawing/2014/main" id="{F3824CA6-5B52-1D87-379C-3D75F1489C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Oval 1483">
                <a:extLst>
                  <a:ext uri="{FF2B5EF4-FFF2-40B4-BE49-F238E27FC236}">
                    <a16:creationId xmlns:a16="http://schemas.microsoft.com/office/drawing/2014/main" id="{90E7694D-0462-7069-201B-AF47A53B38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3" name="Group 1484">
              <a:extLst>
                <a:ext uri="{FF2B5EF4-FFF2-40B4-BE49-F238E27FC236}">
                  <a16:creationId xmlns:a16="http://schemas.microsoft.com/office/drawing/2014/main" id="{29E3E12A-6AB2-BF7E-2BD0-6D18769B1CF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93" name="Oval 1485">
                <a:extLst>
                  <a:ext uri="{FF2B5EF4-FFF2-40B4-BE49-F238E27FC236}">
                    <a16:creationId xmlns:a16="http://schemas.microsoft.com/office/drawing/2014/main" id="{EC7AC12B-AA80-9E77-B39E-089E107651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4" name="Oval 1486">
                <a:extLst>
                  <a:ext uri="{FF2B5EF4-FFF2-40B4-BE49-F238E27FC236}">
                    <a16:creationId xmlns:a16="http://schemas.microsoft.com/office/drawing/2014/main" id="{0C78977B-E834-A163-72A6-B2E3C169D8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5" name="Freeform 1487">
                <a:extLst>
                  <a:ext uri="{FF2B5EF4-FFF2-40B4-BE49-F238E27FC236}">
                    <a16:creationId xmlns:a16="http://schemas.microsoft.com/office/drawing/2014/main" id="{2AAE2EE6-3C7E-3C48-B402-B7732010AC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6" name="Freeform 1488">
                <a:extLst>
                  <a:ext uri="{FF2B5EF4-FFF2-40B4-BE49-F238E27FC236}">
                    <a16:creationId xmlns:a16="http://schemas.microsoft.com/office/drawing/2014/main" id="{B6A9086B-2EFD-C27A-1C69-392D6B4AD0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489">
                <a:extLst>
                  <a:ext uri="{FF2B5EF4-FFF2-40B4-BE49-F238E27FC236}">
                    <a16:creationId xmlns:a16="http://schemas.microsoft.com/office/drawing/2014/main" id="{06BA0825-4EE4-50D3-ECAD-2750BC8979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Oval 1490">
                <a:extLst>
                  <a:ext uri="{FF2B5EF4-FFF2-40B4-BE49-F238E27FC236}">
                    <a16:creationId xmlns:a16="http://schemas.microsoft.com/office/drawing/2014/main" id="{3AAECF39-2E6A-4941-12E0-903CEC52BB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4" name="Group 1491">
              <a:extLst>
                <a:ext uri="{FF2B5EF4-FFF2-40B4-BE49-F238E27FC236}">
                  <a16:creationId xmlns:a16="http://schemas.microsoft.com/office/drawing/2014/main" id="{BE3623CD-AF7D-F8C6-0484-38AAB17840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87" name="Oval 1492">
                <a:extLst>
                  <a:ext uri="{FF2B5EF4-FFF2-40B4-BE49-F238E27FC236}">
                    <a16:creationId xmlns:a16="http://schemas.microsoft.com/office/drawing/2014/main" id="{90A4922C-78A2-7458-B146-F401ED7EA7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8" name="Oval 1493">
                <a:extLst>
                  <a:ext uri="{FF2B5EF4-FFF2-40B4-BE49-F238E27FC236}">
                    <a16:creationId xmlns:a16="http://schemas.microsoft.com/office/drawing/2014/main" id="{1130E9B9-3CD3-E658-D9BD-D3266E6343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9" name="Freeform 1494">
                <a:extLst>
                  <a:ext uri="{FF2B5EF4-FFF2-40B4-BE49-F238E27FC236}">
                    <a16:creationId xmlns:a16="http://schemas.microsoft.com/office/drawing/2014/main" id="{4192BC58-E03F-2558-D960-234C7CF6E1B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0" name="Freeform 1495">
                <a:extLst>
                  <a:ext uri="{FF2B5EF4-FFF2-40B4-BE49-F238E27FC236}">
                    <a16:creationId xmlns:a16="http://schemas.microsoft.com/office/drawing/2014/main" id="{A44D8D83-D0A3-3202-FB21-F99FBC94B8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496">
                <a:extLst>
                  <a:ext uri="{FF2B5EF4-FFF2-40B4-BE49-F238E27FC236}">
                    <a16:creationId xmlns:a16="http://schemas.microsoft.com/office/drawing/2014/main" id="{57C54D82-D128-A489-BF67-A73C6DD5A0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Oval 1497">
                <a:extLst>
                  <a:ext uri="{FF2B5EF4-FFF2-40B4-BE49-F238E27FC236}">
                    <a16:creationId xmlns:a16="http://schemas.microsoft.com/office/drawing/2014/main" id="{C570F7A5-CADD-6E6C-929E-EEFA4A43BD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5" name="Group 1498">
              <a:extLst>
                <a:ext uri="{FF2B5EF4-FFF2-40B4-BE49-F238E27FC236}">
                  <a16:creationId xmlns:a16="http://schemas.microsoft.com/office/drawing/2014/main" id="{F1972A8C-706C-CA8F-631D-223248C87D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81" name="Oval 1499">
                <a:extLst>
                  <a:ext uri="{FF2B5EF4-FFF2-40B4-BE49-F238E27FC236}">
                    <a16:creationId xmlns:a16="http://schemas.microsoft.com/office/drawing/2014/main" id="{16CA9550-6798-357F-E867-2427FF46DE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2" name="Oval 1500">
                <a:extLst>
                  <a:ext uri="{FF2B5EF4-FFF2-40B4-BE49-F238E27FC236}">
                    <a16:creationId xmlns:a16="http://schemas.microsoft.com/office/drawing/2014/main" id="{56AB6895-C5D3-F062-C5B2-3509A1B5E7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3" name="Freeform 1501">
                <a:extLst>
                  <a:ext uri="{FF2B5EF4-FFF2-40B4-BE49-F238E27FC236}">
                    <a16:creationId xmlns:a16="http://schemas.microsoft.com/office/drawing/2014/main" id="{A8594D09-A688-B8F2-7905-9E0BBAF377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4" name="Freeform 1502">
                <a:extLst>
                  <a:ext uri="{FF2B5EF4-FFF2-40B4-BE49-F238E27FC236}">
                    <a16:creationId xmlns:a16="http://schemas.microsoft.com/office/drawing/2014/main" id="{C6D0AEAC-AA6B-893E-40E2-CB1E6B7042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503">
                <a:extLst>
                  <a:ext uri="{FF2B5EF4-FFF2-40B4-BE49-F238E27FC236}">
                    <a16:creationId xmlns:a16="http://schemas.microsoft.com/office/drawing/2014/main" id="{EDC6F1E3-915B-3591-9BC6-77AAB76C27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Oval 1504">
                <a:extLst>
                  <a:ext uri="{FF2B5EF4-FFF2-40B4-BE49-F238E27FC236}">
                    <a16:creationId xmlns:a16="http://schemas.microsoft.com/office/drawing/2014/main" id="{683176F5-8B43-C9CF-2C9C-2547017C91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6" name="Group 1505">
              <a:extLst>
                <a:ext uri="{FF2B5EF4-FFF2-40B4-BE49-F238E27FC236}">
                  <a16:creationId xmlns:a16="http://schemas.microsoft.com/office/drawing/2014/main" id="{DC7BC9F7-4252-8896-5881-77BF93F0750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75" name="Oval 1506">
                <a:extLst>
                  <a:ext uri="{FF2B5EF4-FFF2-40B4-BE49-F238E27FC236}">
                    <a16:creationId xmlns:a16="http://schemas.microsoft.com/office/drawing/2014/main" id="{E897AA5F-0BFF-33E1-0AEA-34D03D5550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6" name="Oval 1507">
                <a:extLst>
                  <a:ext uri="{FF2B5EF4-FFF2-40B4-BE49-F238E27FC236}">
                    <a16:creationId xmlns:a16="http://schemas.microsoft.com/office/drawing/2014/main" id="{10DDBB8B-37AF-31B3-DBBC-7562C6DF1F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7" name="Freeform 1508">
                <a:extLst>
                  <a:ext uri="{FF2B5EF4-FFF2-40B4-BE49-F238E27FC236}">
                    <a16:creationId xmlns:a16="http://schemas.microsoft.com/office/drawing/2014/main" id="{88FFF13A-765B-AE0B-076D-0BA9CFE7B4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8" name="Freeform 1509">
                <a:extLst>
                  <a:ext uri="{FF2B5EF4-FFF2-40B4-BE49-F238E27FC236}">
                    <a16:creationId xmlns:a16="http://schemas.microsoft.com/office/drawing/2014/main" id="{0ADD7C25-B260-B5EE-0C46-F61A538780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510">
                <a:extLst>
                  <a:ext uri="{FF2B5EF4-FFF2-40B4-BE49-F238E27FC236}">
                    <a16:creationId xmlns:a16="http://schemas.microsoft.com/office/drawing/2014/main" id="{DA3D4F11-9C93-9E47-1A36-4C6B8D6E89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Oval 1511">
                <a:extLst>
                  <a:ext uri="{FF2B5EF4-FFF2-40B4-BE49-F238E27FC236}">
                    <a16:creationId xmlns:a16="http://schemas.microsoft.com/office/drawing/2014/main" id="{3550A610-6872-C45A-6C12-30F66BC80B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7" name="Group 1512">
              <a:extLst>
                <a:ext uri="{FF2B5EF4-FFF2-40B4-BE49-F238E27FC236}">
                  <a16:creationId xmlns:a16="http://schemas.microsoft.com/office/drawing/2014/main" id="{8270369B-DDCD-E03F-FC0A-D39583F681F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69" name="Oval 1513">
                <a:extLst>
                  <a:ext uri="{FF2B5EF4-FFF2-40B4-BE49-F238E27FC236}">
                    <a16:creationId xmlns:a16="http://schemas.microsoft.com/office/drawing/2014/main" id="{09F947EB-ADC3-1C53-C587-D035D3EBCD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0" name="Oval 1514">
                <a:extLst>
                  <a:ext uri="{FF2B5EF4-FFF2-40B4-BE49-F238E27FC236}">
                    <a16:creationId xmlns:a16="http://schemas.microsoft.com/office/drawing/2014/main" id="{D11B27B5-B379-F07A-9490-C48E8E32F9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1" name="Freeform 1515">
                <a:extLst>
                  <a:ext uri="{FF2B5EF4-FFF2-40B4-BE49-F238E27FC236}">
                    <a16:creationId xmlns:a16="http://schemas.microsoft.com/office/drawing/2014/main" id="{E7250ABE-2966-4D2C-D752-F1BBC1DCF2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2" name="Freeform 1516">
                <a:extLst>
                  <a:ext uri="{FF2B5EF4-FFF2-40B4-BE49-F238E27FC236}">
                    <a16:creationId xmlns:a16="http://schemas.microsoft.com/office/drawing/2014/main" id="{BC553AD8-E41D-6F83-30AD-2FDAB11206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517">
                <a:extLst>
                  <a:ext uri="{FF2B5EF4-FFF2-40B4-BE49-F238E27FC236}">
                    <a16:creationId xmlns:a16="http://schemas.microsoft.com/office/drawing/2014/main" id="{1B59C8A5-89E1-98DD-4B0D-D3FA55B74B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Oval 1518">
                <a:extLst>
                  <a:ext uri="{FF2B5EF4-FFF2-40B4-BE49-F238E27FC236}">
                    <a16:creationId xmlns:a16="http://schemas.microsoft.com/office/drawing/2014/main" id="{FD2ED713-3C24-8446-6A62-76100BF20D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8" name="Group 1519">
              <a:extLst>
                <a:ext uri="{FF2B5EF4-FFF2-40B4-BE49-F238E27FC236}">
                  <a16:creationId xmlns:a16="http://schemas.microsoft.com/office/drawing/2014/main" id="{03B3CE2A-788D-1E29-460F-0ABBF44E8B1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63" name="Oval 1520">
                <a:extLst>
                  <a:ext uri="{FF2B5EF4-FFF2-40B4-BE49-F238E27FC236}">
                    <a16:creationId xmlns:a16="http://schemas.microsoft.com/office/drawing/2014/main" id="{5371644F-88C4-EE3E-A394-947C9E7FD2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4" name="Oval 1521">
                <a:extLst>
                  <a:ext uri="{FF2B5EF4-FFF2-40B4-BE49-F238E27FC236}">
                    <a16:creationId xmlns:a16="http://schemas.microsoft.com/office/drawing/2014/main" id="{5B2554D1-0A2E-21BF-CDC6-4E7598849C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5" name="Freeform 1522">
                <a:extLst>
                  <a:ext uri="{FF2B5EF4-FFF2-40B4-BE49-F238E27FC236}">
                    <a16:creationId xmlns:a16="http://schemas.microsoft.com/office/drawing/2014/main" id="{131E3852-9705-C2F3-428C-0A89145FEB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6" name="Freeform 1523">
                <a:extLst>
                  <a:ext uri="{FF2B5EF4-FFF2-40B4-BE49-F238E27FC236}">
                    <a16:creationId xmlns:a16="http://schemas.microsoft.com/office/drawing/2014/main" id="{7A44600C-CD1E-4DD9-6643-A7D1025D29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524">
                <a:extLst>
                  <a:ext uri="{FF2B5EF4-FFF2-40B4-BE49-F238E27FC236}">
                    <a16:creationId xmlns:a16="http://schemas.microsoft.com/office/drawing/2014/main" id="{F26255E5-91E1-5E5F-8C5F-805CA6A961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Oval 1525">
                <a:extLst>
                  <a:ext uri="{FF2B5EF4-FFF2-40B4-BE49-F238E27FC236}">
                    <a16:creationId xmlns:a16="http://schemas.microsoft.com/office/drawing/2014/main" id="{0F5E9B00-776B-37F3-F23D-48D452BD7A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79" name="Group 1526">
              <a:extLst>
                <a:ext uri="{FF2B5EF4-FFF2-40B4-BE49-F238E27FC236}">
                  <a16:creationId xmlns:a16="http://schemas.microsoft.com/office/drawing/2014/main" id="{A3CF1D1D-FE4E-E90D-209E-3998640579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57" name="Oval 1527">
                <a:extLst>
                  <a:ext uri="{FF2B5EF4-FFF2-40B4-BE49-F238E27FC236}">
                    <a16:creationId xmlns:a16="http://schemas.microsoft.com/office/drawing/2014/main" id="{63B60ADD-3084-B307-21B6-67A48ED0C3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8" name="Oval 1528">
                <a:extLst>
                  <a:ext uri="{FF2B5EF4-FFF2-40B4-BE49-F238E27FC236}">
                    <a16:creationId xmlns:a16="http://schemas.microsoft.com/office/drawing/2014/main" id="{F235DFDF-98F0-3C63-EFA4-F697D660D8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9" name="Freeform 1529">
                <a:extLst>
                  <a:ext uri="{FF2B5EF4-FFF2-40B4-BE49-F238E27FC236}">
                    <a16:creationId xmlns:a16="http://schemas.microsoft.com/office/drawing/2014/main" id="{4516AD64-D2AD-1A8A-9B00-85CE6D9E0A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" name="Freeform 1530">
                <a:extLst>
                  <a:ext uri="{FF2B5EF4-FFF2-40B4-BE49-F238E27FC236}">
                    <a16:creationId xmlns:a16="http://schemas.microsoft.com/office/drawing/2014/main" id="{118CC237-9C1D-5EDD-2317-883A9BB353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531">
                <a:extLst>
                  <a:ext uri="{FF2B5EF4-FFF2-40B4-BE49-F238E27FC236}">
                    <a16:creationId xmlns:a16="http://schemas.microsoft.com/office/drawing/2014/main" id="{21AFA288-CC14-782F-BD54-A5958D194D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Oval 1532">
                <a:extLst>
                  <a:ext uri="{FF2B5EF4-FFF2-40B4-BE49-F238E27FC236}">
                    <a16:creationId xmlns:a16="http://schemas.microsoft.com/office/drawing/2014/main" id="{DD49C534-78D0-25C0-C1E1-E84B6699AA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0" name="Group 1533">
              <a:extLst>
                <a:ext uri="{FF2B5EF4-FFF2-40B4-BE49-F238E27FC236}">
                  <a16:creationId xmlns:a16="http://schemas.microsoft.com/office/drawing/2014/main" id="{EBE02BBF-D30E-E5A9-F258-CCD918CAFB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051" name="Oval 1534">
                <a:extLst>
                  <a:ext uri="{FF2B5EF4-FFF2-40B4-BE49-F238E27FC236}">
                    <a16:creationId xmlns:a16="http://schemas.microsoft.com/office/drawing/2014/main" id="{7B1A6886-ADA9-AE28-5FCB-A84726F869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2" name="Oval 1535">
                <a:extLst>
                  <a:ext uri="{FF2B5EF4-FFF2-40B4-BE49-F238E27FC236}">
                    <a16:creationId xmlns:a16="http://schemas.microsoft.com/office/drawing/2014/main" id="{32CF51AC-0855-64B2-6846-E89D20E990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3" name="Freeform 1536">
                <a:extLst>
                  <a:ext uri="{FF2B5EF4-FFF2-40B4-BE49-F238E27FC236}">
                    <a16:creationId xmlns:a16="http://schemas.microsoft.com/office/drawing/2014/main" id="{E8C80666-D8D9-9C3F-4AB0-2CCA47B8F5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" name="Freeform 1537">
                <a:extLst>
                  <a:ext uri="{FF2B5EF4-FFF2-40B4-BE49-F238E27FC236}">
                    <a16:creationId xmlns:a16="http://schemas.microsoft.com/office/drawing/2014/main" id="{334D1E4B-00B3-5E53-757B-E66529864E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538">
                <a:extLst>
                  <a:ext uri="{FF2B5EF4-FFF2-40B4-BE49-F238E27FC236}">
                    <a16:creationId xmlns:a16="http://schemas.microsoft.com/office/drawing/2014/main" id="{FB7D4A30-0D68-B15A-B163-8EC6151F3F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Oval 1539">
                <a:extLst>
                  <a:ext uri="{FF2B5EF4-FFF2-40B4-BE49-F238E27FC236}">
                    <a16:creationId xmlns:a16="http://schemas.microsoft.com/office/drawing/2014/main" id="{8095C1E2-BBB0-7068-1CC0-7189931E3E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1" name="Group 1540">
              <a:extLst>
                <a:ext uri="{FF2B5EF4-FFF2-40B4-BE49-F238E27FC236}">
                  <a16:creationId xmlns:a16="http://schemas.microsoft.com/office/drawing/2014/main" id="{2DA7287A-180F-FE67-0518-F1CE738EAF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045" name="Oval 1541">
                <a:extLst>
                  <a:ext uri="{FF2B5EF4-FFF2-40B4-BE49-F238E27FC236}">
                    <a16:creationId xmlns:a16="http://schemas.microsoft.com/office/drawing/2014/main" id="{F194B1B9-94F8-308E-E100-78B8542336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6" name="Oval 1542">
                <a:extLst>
                  <a:ext uri="{FF2B5EF4-FFF2-40B4-BE49-F238E27FC236}">
                    <a16:creationId xmlns:a16="http://schemas.microsoft.com/office/drawing/2014/main" id="{74F948E9-862E-FD88-9D01-E1F8394EDB4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7" name="Freeform 1543">
                <a:extLst>
                  <a:ext uri="{FF2B5EF4-FFF2-40B4-BE49-F238E27FC236}">
                    <a16:creationId xmlns:a16="http://schemas.microsoft.com/office/drawing/2014/main" id="{F09B0A00-5285-3458-190B-316889C86F3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" name="Freeform 1544">
                <a:extLst>
                  <a:ext uri="{FF2B5EF4-FFF2-40B4-BE49-F238E27FC236}">
                    <a16:creationId xmlns:a16="http://schemas.microsoft.com/office/drawing/2014/main" id="{8AF0F16D-24BF-63F1-C270-4924CB976F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545">
                <a:extLst>
                  <a:ext uri="{FF2B5EF4-FFF2-40B4-BE49-F238E27FC236}">
                    <a16:creationId xmlns:a16="http://schemas.microsoft.com/office/drawing/2014/main" id="{73A84C78-A754-9D8D-5CF4-925866143C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Oval 1546">
                <a:extLst>
                  <a:ext uri="{FF2B5EF4-FFF2-40B4-BE49-F238E27FC236}">
                    <a16:creationId xmlns:a16="http://schemas.microsoft.com/office/drawing/2014/main" id="{8239B0C4-5A5F-72DD-1CD4-859011A244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2" name="Group 1547">
              <a:extLst>
                <a:ext uri="{FF2B5EF4-FFF2-40B4-BE49-F238E27FC236}">
                  <a16:creationId xmlns:a16="http://schemas.microsoft.com/office/drawing/2014/main" id="{59E4114A-55C3-369D-CA76-C1C2C326A1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039" name="Oval 1548">
                <a:extLst>
                  <a:ext uri="{FF2B5EF4-FFF2-40B4-BE49-F238E27FC236}">
                    <a16:creationId xmlns:a16="http://schemas.microsoft.com/office/drawing/2014/main" id="{2112B27A-6726-9087-A471-6441757D7C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0" name="Oval 1549">
                <a:extLst>
                  <a:ext uri="{FF2B5EF4-FFF2-40B4-BE49-F238E27FC236}">
                    <a16:creationId xmlns:a16="http://schemas.microsoft.com/office/drawing/2014/main" id="{9620E0EA-1DB5-C323-3005-65956F974E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1" name="Freeform 1550">
                <a:extLst>
                  <a:ext uri="{FF2B5EF4-FFF2-40B4-BE49-F238E27FC236}">
                    <a16:creationId xmlns:a16="http://schemas.microsoft.com/office/drawing/2014/main" id="{7B679FFB-E8E0-C448-6371-44FCD260FE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2" name="Freeform 1551">
                <a:extLst>
                  <a:ext uri="{FF2B5EF4-FFF2-40B4-BE49-F238E27FC236}">
                    <a16:creationId xmlns:a16="http://schemas.microsoft.com/office/drawing/2014/main" id="{101EAA07-373F-573B-63A0-B088C5283B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552">
                <a:extLst>
                  <a:ext uri="{FF2B5EF4-FFF2-40B4-BE49-F238E27FC236}">
                    <a16:creationId xmlns:a16="http://schemas.microsoft.com/office/drawing/2014/main" id="{E179E5E0-1366-420E-C7D0-04A2DC853D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Oval 1553">
                <a:extLst>
                  <a:ext uri="{FF2B5EF4-FFF2-40B4-BE49-F238E27FC236}">
                    <a16:creationId xmlns:a16="http://schemas.microsoft.com/office/drawing/2014/main" id="{F51F2376-52DB-2914-8D5C-03817AAC56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3" name="Group 1554">
              <a:extLst>
                <a:ext uri="{FF2B5EF4-FFF2-40B4-BE49-F238E27FC236}">
                  <a16:creationId xmlns:a16="http://schemas.microsoft.com/office/drawing/2014/main" id="{C0382897-B47E-EE5D-47F4-AC6DC5E66E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033" name="Oval 1555">
                <a:extLst>
                  <a:ext uri="{FF2B5EF4-FFF2-40B4-BE49-F238E27FC236}">
                    <a16:creationId xmlns:a16="http://schemas.microsoft.com/office/drawing/2014/main" id="{BCF009C2-17F8-CDAD-CE59-DF2D8743BD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4" name="Oval 1556">
                <a:extLst>
                  <a:ext uri="{FF2B5EF4-FFF2-40B4-BE49-F238E27FC236}">
                    <a16:creationId xmlns:a16="http://schemas.microsoft.com/office/drawing/2014/main" id="{BD3EA5F0-DE06-E0C9-30F9-404365826A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5" name="Freeform 1557">
                <a:extLst>
                  <a:ext uri="{FF2B5EF4-FFF2-40B4-BE49-F238E27FC236}">
                    <a16:creationId xmlns:a16="http://schemas.microsoft.com/office/drawing/2014/main" id="{9A829122-B929-055F-08F3-8E15667271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6" name="Freeform 1558">
                <a:extLst>
                  <a:ext uri="{FF2B5EF4-FFF2-40B4-BE49-F238E27FC236}">
                    <a16:creationId xmlns:a16="http://schemas.microsoft.com/office/drawing/2014/main" id="{0FD54C28-DB1D-0A43-C7E0-7CD36D60C4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559">
                <a:extLst>
                  <a:ext uri="{FF2B5EF4-FFF2-40B4-BE49-F238E27FC236}">
                    <a16:creationId xmlns:a16="http://schemas.microsoft.com/office/drawing/2014/main" id="{5400AFA6-8EDA-D5F6-A138-ED8DD88DB5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Oval 1560">
                <a:extLst>
                  <a:ext uri="{FF2B5EF4-FFF2-40B4-BE49-F238E27FC236}">
                    <a16:creationId xmlns:a16="http://schemas.microsoft.com/office/drawing/2014/main" id="{FDB6656C-2B04-6A2F-C071-A8237C5DFE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4" name="Group 1561">
              <a:extLst>
                <a:ext uri="{FF2B5EF4-FFF2-40B4-BE49-F238E27FC236}">
                  <a16:creationId xmlns:a16="http://schemas.microsoft.com/office/drawing/2014/main" id="{2FB27F99-74BD-3DDB-DDA3-71C642A2FE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027" name="Oval 1562">
                <a:extLst>
                  <a:ext uri="{FF2B5EF4-FFF2-40B4-BE49-F238E27FC236}">
                    <a16:creationId xmlns:a16="http://schemas.microsoft.com/office/drawing/2014/main" id="{90E70B59-7AD6-D64E-156C-885B2C4EC5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8" name="Oval 1563">
                <a:extLst>
                  <a:ext uri="{FF2B5EF4-FFF2-40B4-BE49-F238E27FC236}">
                    <a16:creationId xmlns:a16="http://schemas.microsoft.com/office/drawing/2014/main" id="{27973F16-1BD8-084A-E44D-5788C8B31D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9" name="Freeform 1564">
                <a:extLst>
                  <a:ext uri="{FF2B5EF4-FFF2-40B4-BE49-F238E27FC236}">
                    <a16:creationId xmlns:a16="http://schemas.microsoft.com/office/drawing/2014/main" id="{CC733579-E141-F47D-E940-D55F4C3AFD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" name="Freeform 1565">
                <a:extLst>
                  <a:ext uri="{FF2B5EF4-FFF2-40B4-BE49-F238E27FC236}">
                    <a16:creationId xmlns:a16="http://schemas.microsoft.com/office/drawing/2014/main" id="{B3EB902C-37F4-6598-49F6-5EBF27E3AB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566">
                <a:extLst>
                  <a:ext uri="{FF2B5EF4-FFF2-40B4-BE49-F238E27FC236}">
                    <a16:creationId xmlns:a16="http://schemas.microsoft.com/office/drawing/2014/main" id="{7F2AD481-B896-03A8-C00C-7A0903AB3F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Oval 1567">
                <a:extLst>
                  <a:ext uri="{FF2B5EF4-FFF2-40B4-BE49-F238E27FC236}">
                    <a16:creationId xmlns:a16="http://schemas.microsoft.com/office/drawing/2014/main" id="{D4684253-B119-38AA-616D-5BFB0BA281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5" name="Group 1568">
              <a:extLst>
                <a:ext uri="{FF2B5EF4-FFF2-40B4-BE49-F238E27FC236}">
                  <a16:creationId xmlns:a16="http://schemas.microsoft.com/office/drawing/2014/main" id="{1942323C-FD3B-92DB-6A14-E882FECDDC9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021" name="Oval 1569">
                <a:extLst>
                  <a:ext uri="{FF2B5EF4-FFF2-40B4-BE49-F238E27FC236}">
                    <a16:creationId xmlns:a16="http://schemas.microsoft.com/office/drawing/2014/main" id="{F204FBD2-A818-7741-8712-BDBDA413D0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2" name="Oval 1570">
                <a:extLst>
                  <a:ext uri="{FF2B5EF4-FFF2-40B4-BE49-F238E27FC236}">
                    <a16:creationId xmlns:a16="http://schemas.microsoft.com/office/drawing/2014/main" id="{D767A9BF-AFB4-A535-EEC9-8A209E41827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3" name="Freeform 1571">
                <a:extLst>
                  <a:ext uri="{FF2B5EF4-FFF2-40B4-BE49-F238E27FC236}">
                    <a16:creationId xmlns:a16="http://schemas.microsoft.com/office/drawing/2014/main" id="{86828EE0-31D0-1CD8-5D64-AE49AF8FD8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4" name="Freeform 1572">
                <a:extLst>
                  <a:ext uri="{FF2B5EF4-FFF2-40B4-BE49-F238E27FC236}">
                    <a16:creationId xmlns:a16="http://schemas.microsoft.com/office/drawing/2014/main" id="{9BF34C9D-B4A2-12FE-2BD5-B3C10EDE67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573">
                <a:extLst>
                  <a:ext uri="{FF2B5EF4-FFF2-40B4-BE49-F238E27FC236}">
                    <a16:creationId xmlns:a16="http://schemas.microsoft.com/office/drawing/2014/main" id="{6552A5A9-51A6-B3EA-6DED-E89C6CC054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" name="Oval 1574">
                <a:extLst>
                  <a:ext uri="{FF2B5EF4-FFF2-40B4-BE49-F238E27FC236}">
                    <a16:creationId xmlns:a16="http://schemas.microsoft.com/office/drawing/2014/main" id="{4DDDF720-4304-5C10-FDD3-D1913CEEEC5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6" name="Group 1575">
              <a:extLst>
                <a:ext uri="{FF2B5EF4-FFF2-40B4-BE49-F238E27FC236}">
                  <a16:creationId xmlns:a16="http://schemas.microsoft.com/office/drawing/2014/main" id="{ABF3B91C-5BD3-F164-11B5-69DEBAAE207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015" name="Oval 1576">
                <a:extLst>
                  <a:ext uri="{FF2B5EF4-FFF2-40B4-BE49-F238E27FC236}">
                    <a16:creationId xmlns:a16="http://schemas.microsoft.com/office/drawing/2014/main" id="{9A53BFF0-B305-7548-C26D-7890FE61D7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6" name="Oval 1577">
                <a:extLst>
                  <a:ext uri="{FF2B5EF4-FFF2-40B4-BE49-F238E27FC236}">
                    <a16:creationId xmlns:a16="http://schemas.microsoft.com/office/drawing/2014/main" id="{3E316D9B-537C-8C2A-548E-D5AD0AF63D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7" name="Freeform 1578">
                <a:extLst>
                  <a:ext uri="{FF2B5EF4-FFF2-40B4-BE49-F238E27FC236}">
                    <a16:creationId xmlns:a16="http://schemas.microsoft.com/office/drawing/2014/main" id="{9E0132E2-A509-A475-9680-B10DD079AD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8" name="Freeform 1579">
                <a:extLst>
                  <a:ext uri="{FF2B5EF4-FFF2-40B4-BE49-F238E27FC236}">
                    <a16:creationId xmlns:a16="http://schemas.microsoft.com/office/drawing/2014/main" id="{4B7EA56B-856F-DB29-44B4-CFA73AADE9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Freeform 1580">
                <a:extLst>
                  <a:ext uri="{FF2B5EF4-FFF2-40B4-BE49-F238E27FC236}">
                    <a16:creationId xmlns:a16="http://schemas.microsoft.com/office/drawing/2014/main" id="{14793778-EC0C-1B7C-47F4-B31EBAC75C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0" name="Oval 1581">
                <a:extLst>
                  <a:ext uri="{FF2B5EF4-FFF2-40B4-BE49-F238E27FC236}">
                    <a16:creationId xmlns:a16="http://schemas.microsoft.com/office/drawing/2014/main" id="{8E9E7C7F-EBF6-672F-F21E-8CADCE22541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7" name="Group 1582">
              <a:extLst>
                <a:ext uri="{FF2B5EF4-FFF2-40B4-BE49-F238E27FC236}">
                  <a16:creationId xmlns:a16="http://schemas.microsoft.com/office/drawing/2014/main" id="{5E96013E-FAED-C212-413B-A8C22D95882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009" name="Oval 1583">
                <a:extLst>
                  <a:ext uri="{FF2B5EF4-FFF2-40B4-BE49-F238E27FC236}">
                    <a16:creationId xmlns:a16="http://schemas.microsoft.com/office/drawing/2014/main" id="{7E784F99-1152-D6A8-8822-6823F2C97F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0" name="Oval 1584">
                <a:extLst>
                  <a:ext uri="{FF2B5EF4-FFF2-40B4-BE49-F238E27FC236}">
                    <a16:creationId xmlns:a16="http://schemas.microsoft.com/office/drawing/2014/main" id="{6DA8C63C-657E-DA63-7512-CA90293B3F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1" name="Freeform 1585">
                <a:extLst>
                  <a:ext uri="{FF2B5EF4-FFF2-40B4-BE49-F238E27FC236}">
                    <a16:creationId xmlns:a16="http://schemas.microsoft.com/office/drawing/2014/main" id="{C7DA39E9-2652-AE59-267A-EF667219AA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2" name="Freeform 1586">
                <a:extLst>
                  <a:ext uri="{FF2B5EF4-FFF2-40B4-BE49-F238E27FC236}">
                    <a16:creationId xmlns:a16="http://schemas.microsoft.com/office/drawing/2014/main" id="{CE53808B-1986-BBE7-26E9-685F5B824A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Freeform 1587">
                <a:extLst>
                  <a:ext uri="{FF2B5EF4-FFF2-40B4-BE49-F238E27FC236}">
                    <a16:creationId xmlns:a16="http://schemas.microsoft.com/office/drawing/2014/main" id="{1A907E0A-FC3F-84E4-5E69-FA65FBBF57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4" name="Oval 1588">
                <a:extLst>
                  <a:ext uri="{FF2B5EF4-FFF2-40B4-BE49-F238E27FC236}">
                    <a16:creationId xmlns:a16="http://schemas.microsoft.com/office/drawing/2014/main" id="{ECAF9DDA-A264-9B91-E5ED-404B481AF6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8" name="Group 1589">
              <a:extLst>
                <a:ext uri="{FF2B5EF4-FFF2-40B4-BE49-F238E27FC236}">
                  <a16:creationId xmlns:a16="http://schemas.microsoft.com/office/drawing/2014/main" id="{798C786D-13EA-4422-1C54-A70DCA8F85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003" name="Oval 1590">
                <a:extLst>
                  <a:ext uri="{FF2B5EF4-FFF2-40B4-BE49-F238E27FC236}">
                    <a16:creationId xmlns:a16="http://schemas.microsoft.com/office/drawing/2014/main" id="{41E40622-9BD5-17AE-3A4D-35C2CDA72A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4" name="Oval 1591">
                <a:extLst>
                  <a:ext uri="{FF2B5EF4-FFF2-40B4-BE49-F238E27FC236}">
                    <a16:creationId xmlns:a16="http://schemas.microsoft.com/office/drawing/2014/main" id="{0FD085AD-D436-8B59-9DF4-031D7F72D9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5" name="Freeform 1592">
                <a:extLst>
                  <a:ext uri="{FF2B5EF4-FFF2-40B4-BE49-F238E27FC236}">
                    <a16:creationId xmlns:a16="http://schemas.microsoft.com/office/drawing/2014/main" id="{D7502EF5-B9A2-C451-567B-5E797534F5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6" name="Freeform 1593">
                <a:extLst>
                  <a:ext uri="{FF2B5EF4-FFF2-40B4-BE49-F238E27FC236}">
                    <a16:creationId xmlns:a16="http://schemas.microsoft.com/office/drawing/2014/main" id="{21FDD0A3-691E-EA4E-9AAE-303B977C15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Freeform 1594">
                <a:extLst>
                  <a:ext uri="{FF2B5EF4-FFF2-40B4-BE49-F238E27FC236}">
                    <a16:creationId xmlns:a16="http://schemas.microsoft.com/office/drawing/2014/main" id="{F08D6C9F-2503-B3DC-A09C-70AB5AE1FE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8" name="Oval 1595">
                <a:extLst>
                  <a:ext uri="{FF2B5EF4-FFF2-40B4-BE49-F238E27FC236}">
                    <a16:creationId xmlns:a16="http://schemas.microsoft.com/office/drawing/2014/main" id="{E11571B4-FBBE-2561-54B1-4120982C12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89" name="Group 1596">
              <a:extLst>
                <a:ext uri="{FF2B5EF4-FFF2-40B4-BE49-F238E27FC236}">
                  <a16:creationId xmlns:a16="http://schemas.microsoft.com/office/drawing/2014/main" id="{26BD256A-EE27-969F-368E-5CD5264F22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97" name="Oval 1597">
                <a:extLst>
                  <a:ext uri="{FF2B5EF4-FFF2-40B4-BE49-F238E27FC236}">
                    <a16:creationId xmlns:a16="http://schemas.microsoft.com/office/drawing/2014/main" id="{EF61F7D8-34B4-602B-D977-549D08B0EA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8" name="Oval 1598">
                <a:extLst>
                  <a:ext uri="{FF2B5EF4-FFF2-40B4-BE49-F238E27FC236}">
                    <a16:creationId xmlns:a16="http://schemas.microsoft.com/office/drawing/2014/main" id="{477DAE70-36C4-F2B5-2ACC-10EF765713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9" name="Freeform 1599">
                <a:extLst>
                  <a:ext uri="{FF2B5EF4-FFF2-40B4-BE49-F238E27FC236}">
                    <a16:creationId xmlns:a16="http://schemas.microsoft.com/office/drawing/2014/main" id="{FC269BFF-2772-9DBB-9093-0630AEF15A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0" name="Freeform 1600">
                <a:extLst>
                  <a:ext uri="{FF2B5EF4-FFF2-40B4-BE49-F238E27FC236}">
                    <a16:creationId xmlns:a16="http://schemas.microsoft.com/office/drawing/2014/main" id="{0FDD8B34-1408-4E26-AAC2-1D704411CD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Freeform 1601">
                <a:extLst>
                  <a:ext uri="{FF2B5EF4-FFF2-40B4-BE49-F238E27FC236}">
                    <a16:creationId xmlns:a16="http://schemas.microsoft.com/office/drawing/2014/main" id="{9A161971-3B8F-7D7B-CEEE-3625C320EC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2" name="Oval 1602">
                <a:extLst>
                  <a:ext uri="{FF2B5EF4-FFF2-40B4-BE49-F238E27FC236}">
                    <a16:creationId xmlns:a16="http://schemas.microsoft.com/office/drawing/2014/main" id="{C2203F7C-22FC-EB7B-0CD3-277A9CEC47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90" name="Group 1603">
              <a:extLst>
                <a:ext uri="{FF2B5EF4-FFF2-40B4-BE49-F238E27FC236}">
                  <a16:creationId xmlns:a16="http://schemas.microsoft.com/office/drawing/2014/main" id="{8C9C95DE-DE3F-0DCD-1BC0-4AD91A6386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91" name="Oval 1604">
                <a:extLst>
                  <a:ext uri="{FF2B5EF4-FFF2-40B4-BE49-F238E27FC236}">
                    <a16:creationId xmlns:a16="http://schemas.microsoft.com/office/drawing/2014/main" id="{978588B6-3E0F-1694-FA38-96DC90764B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2" name="Oval 1605">
                <a:extLst>
                  <a:ext uri="{FF2B5EF4-FFF2-40B4-BE49-F238E27FC236}">
                    <a16:creationId xmlns:a16="http://schemas.microsoft.com/office/drawing/2014/main" id="{21909998-954D-8CA4-9201-C69A741575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3" name="Freeform 1606">
                <a:extLst>
                  <a:ext uri="{FF2B5EF4-FFF2-40B4-BE49-F238E27FC236}">
                    <a16:creationId xmlns:a16="http://schemas.microsoft.com/office/drawing/2014/main" id="{F98B0165-60EB-9805-8511-A5D4C80740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4" name="Freeform 1607">
                <a:extLst>
                  <a:ext uri="{FF2B5EF4-FFF2-40B4-BE49-F238E27FC236}">
                    <a16:creationId xmlns:a16="http://schemas.microsoft.com/office/drawing/2014/main" id="{7E50DEF8-B945-C524-03A6-7693B4D778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Freeform 1608">
                <a:extLst>
                  <a:ext uri="{FF2B5EF4-FFF2-40B4-BE49-F238E27FC236}">
                    <a16:creationId xmlns:a16="http://schemas.microsoft.com/office/drawing/2014/main" id="{3CF08A1A-922C-AE3C-C124-8F46E023F0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6" name="Oval 1609">
                <a:extLst>
                  <a:ext uri="{FF2B5EF4-FFF2-40B4-BE49-F238E27FC236}">
                    <a16:creationId xmlns:a16="http://schemas.microsoft.com/office/drawing/2014/main" id="{040BA4DC-54CA-110D-DF19-FEB59A3FA7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sp>
        <p:nvSpPr>
          <p:cNvPr id="1183" name="CuadroTexto 1182">
            <a:extLst>
              <a:ext uri="{FF2B5EF4-FFF2-40B4-BE49-F238E27FC236}">
                <a16:creationId xmlns:a16="http://schemas.microsoft.com/office/drawing/2014/main" id="{04EA5261-FFCE-8271-75DB-3601288DE0D6}"/>
              </a:ext>
            </a:extLst>
          </p:cNvPr>
          <p:cNvSpPr txBox="1"/>
          <p:nvPr/>
        </p:nvSpPr>
        <p:spPr>
          <a:xfrm>
            <a:off x="6741422" y="0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cxnSp>
        <p:nvCxnSpPr>
          <p:cNvPr id="1184" name="Conector: angular 1183">
            <a:extLst>
              <a:ext uri="{FF2B5EF4-FFF2-40B4-BE49-F238E27FC236}">
                <a16:creationId xmlns:a16="http://schemas.microsoft.com/office/drawing/2014/main" id="{5AEB63B4-D0E6-CAF5-40F7-AC4EA699BDAC}"/>
              </a:ext>
            </a:extLst>
          </p:cNvPr>
          <p:cNvCxnSpPr>
            <a:cxnSpLocks/>
            <a:stCxn id="56" idx="1"/>
            <a:endCxn id="36" idx="3"/>
          </p:cNvCxnSpPr>
          <p:nvPr/>
        </p:nvCxnSpPr>
        <p:spPr>
          <a:xfrm rot="10800000">
            <a:off x="3949595" y="860437"/>
            <a:ext cx="305578" cy="1209230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5" name="Grupo 1184">
            <a:extLst>
              <a:ext uri="{FF2B5EF4-FFF2-40B4-BE49-F238E27FC236}">
                <a16:creationId xmlns:a16="http://schemas.microsoft.com/office/drawing/2014/main" id="{9C7F946B-AD8E-6768-F3F9-49724374C988}"/>
              </a:ext>
            </a:extLst>
          </p:cNvPr>
          <p:cNvGrpSpPr/>
          <p:nvPr/>
        </p:nvGrpSpPr>
        <p:grpSpPr>
          <a:xfrm>
            <a:off x="4140798" y="1677191"/>
            <a:ext cx="128136" cy="128136"/>
            <a:chOff x="908127" y="1162591"/>
            <a:chExt cx="128136" cy="128136"/>
          </a:xfrm>
        </p:grpSpPr>
        <p:sp>
          <p:nvSpPr>
            <p:cNvPr id="1186" name="Elipse 1185">
              <a:extLst>
                <a:ext uri="{FF2B5EF4-FFF2-40B4-BE49-F238E27FC236}">
                  <a16:creationId xmlns:a16="http://schemas.microsoft.com/office/drawing/2014/main" id="{00FC6B84-F88F-5D8B-088F-16B47A6587E5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87" name="Cruz 1186">
              <a:extLst>
                <a:ext uri="{FF2B5EF4-FFF2-40B4-BE49-F238E27FC236}">
                  <a16:creationId xmlns:a16="http://schemas.microsoft.com/office/drawing/2014/main" id="{78FE982E-50BF-811C-8F14-57A7341EF76C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188" name="CuadroTexto 1187">
            <a:extLst>
              <a:ext uri="{FF2B5EF4-FFF2-40B4-BE49-F238E27FC236}">
                <a16:creationId xmlns:a16="http://schemas.microsoft.com/office/drawing/2014/main" id="{5C980298-60DA-C76D-5833-0BA3DCAA781B}"/>
              </a:ext>
            </a:extLst>
          </p:cNvPr>
          <p:cNvSpPr txBox="1"/>
          <p:nvPr/>
        </p:nvSpPr>
        <p:spPr>
          <a:xfrm>
            <a:off x="1025873" y="156265"/>
            <a:ext cx="9994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b="1" dirty="0">
                <a:latin typeface="Arial" panose="020B0604020202020204" pitchFamily="34" charset="0"/>
                <a:cs typeface="Arial" panose="020B0604020202020204" pitchFamily="34" charset="0"/>
              </a:rPr>
              <a:t>Biosíntesis de lípidos</a:t>
            </a:r>
            <a:endParaRPr lang="es-E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89" name="Conector: angular 1188">
            <a:extLst>
              <a:ext uri="{FF2B5EF4-FFF2-40B4-BE49-F238E27FC236}">
                <a16:creationId xmlns:a16="http://schemas.microsoft.com/office/drawing/2014/main" id="{8254997B-91A7-F6D9-3AAA-36AEAD9461D4}"/>
              </a:ext>
            </a:extLst>
          </p:cNvPr>
          <p:cNvCxnSpPr>
            <a:cxnSpLocks/>
            <a:stCxn id="56" idx="1"/>
            <a:endCxn id="1188" idx="3"/>
          </p:cNvCxnSpPr>
          <p:nvPr/>
        </p:nvCxnSpPr>
        <p:spPr>
          <a:xfrm rot="10800000">
            <a:off x="2025331" y="371709"/>
            <a:ext cx="2229842" cy="1697958"/>
          </a:xfrm>
          <a:prstGeom prst="bentConnector3">
            <a:avLst>
              <a:gd name="adj1" fmla="val 54866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90" name="Grupo 1189">
            <a:extLst>
              <a:ext uri="{FF2B5EF4-FFF2-40B4-BE49-F238E27FC236}">
                <a16:creationId xmlns:a16="http://schemas.microsoft.com/office/drawing/2014/main" id="{7849AEF0-4FFF-EBE4-A738-493BC731CBCA}"/>
              </a:ext>
            </a:extLst>
          </p:cNvPr>
          <p:cNvGrpSpPr/>
          <p:nvPr/>
        </p:nvGrpSpPr>
        <p:grpSpPr>
          <a:xfrm>
            <a:off x="3815866" y="1893018"/>
            <a:ext cx="128136" cy="128136"/>
            <a:chOff x="2606150" y="3355191"/>
            <a:chExt cx="128136" cy="128136"/>
          </a:xfrm>
        </p:grpSpPr>
        <p:sp>
          <p:nvSpPr>
            <p:cNvPr id="1191" name="Elipse 1190">
              <a:extLst>
                <a:ext uri="{FF2B5EF4-FFF2-40B4-BE49-F238E27FC236}">
                  <a16:creationId xmlns:a16="http://schemas.microsoft.com/office/drawing/2014/main" id="{C48F9DB2-2EA0-B36D-7605-60975684A9CC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92" name="Triángulo isósceles 1191">
              <a:extLst>
                <a:ext uri="{FF2B5EF4-FFF2-40B4-BE49-F238E27FC236}">
                  <a16:creationId xmlns:a16="http://schemas.microsoft.com/office/drawing/2014/main" id="{317ABCEA-D86D-0321-847C-BFD3D4CF14D9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208" name="CuadroTexto 1207">
            <a:extLst>
              <a:ext uri="{FF2B5EF4-FFF2-40B4-BE49-F238E27FC236}">
                <a16:creationId xmlns:a16="http://schemas.microsoft.com/office/drawing/2014/main" id="{E42ED608-75F5-0A9E-26E5-1AFAE92EE3C3}"/>
              </a:ext>
            </a:extLst>
          </p:cNvPr>
          <p:cNvSpPr txBox="1"/>
          <p:nvPr/>
        </p:nvSpPr>
        <p:spPr>
          <a:xfrm>
            <a:off x="268911" y="1285910"/>
            <a:ext cx="85311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(iniciador)</a:t>
            </a:r>
          </a:p>
        </p:txBody>
      </p:sp>
      <p:sp>
        <p:nvSpPr>
          <p:cNvPr id="1209" name="CuadroTexto 1208">
            <a:extLst>
              <a:ext uri="{FF2B5EF4-FFF2-40B4-BE49-F238E27FC236}">
                <a16:creationId xmlns:a16="http://schemas.microsoft.com/office/drawing/2014/main" id="{E3F048A3-327C-EEDB-3725-A374A2968547}"/>
              </a:ext>
            </a:extLst>
          </p:cNvPr>
          <p:cNvSpPr txBox="1"/>
          <p:nvPr/>
        </p:nvSpPr>
        <p:spPr>
          <a:xfrm>
            <a:off x="1329384" y="1273090"/>
            <a:ext cx="2664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210" name="CuadroTexto 1209">
            <a:extLst>
              <a:ext uri="{FF2B5EF4-FFF2-40B4-BE49-F238E27FC236}">
                <a16:creationId xmlns:a16="http://schemas.microsoft.com/office/drawing/2014/main" id="{A99F34D2-7A69-D0F6-B3E4-E4F5FC1E3C7E}"/>
              </a:ext>
            </a:extLst>
          </p:cNvPr>
          <p:cNvSpPr txBox="1"/>
          <p:nvPr/>
        </p:nvSpPr>
        <p:spPr>
          <a:xfrm>
            <a:off x="1629406" y="1279730"/>
            <a:ext cx="95571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elongador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211" name="CuadroTexto 1210">
            <a:extLst>
              <a:ext uri="{FF2B5EF4-FFF2-40B4-BE49-F238E27FC236}">
                <a16:creationId xmlns:a16="http://schemas.microsoft.com/office/drawing/2014/main" id="{069B4BA9-0392-C827-1FD1-434645564649}"/>
              </a:ext>
            </a:extLst>
          </p:cNvPr>
          <p:cNvSpPr txBox="1"/>
          <p:nvPr/>
        </p:nvSpPr>
        <p:spPr>
          <a:xfrm>
            <a:off x="828648" y="3348411"/>
            <a:ext cx="12554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cetobutiril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-ACP</a:t>
            </a:r>
          </a:p>
        </p:txBody>
      </p:sp>
      <p:sp>
        <p:nvSpPr>
          <p:cNvPr id="1212" name="CuadroTexto 1211">
            <a:extLst>
              <a:ext uri="{FF2B5EF4-FFF2-40B4-BE49-F238E27FC236}">
                <a16:creationId xmlns:a16="http://schemas.microsoft.com/office/drawing/2014/main" id="{D00AA0EF-2A5A-0AA5-9F2F-5466B3169A31}"/>
              </a:ext>
            </a:extLst>
          </p:cNvPr>
          <p:cNvSpPr txBox="1"/>
          <p:nvPr/>
        </p:nvSpPr>
        <p:spPr>
          <a:xfrm>
            <a:off x="268910" y="2298157"/>
            <a:ext cx="8531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13" name="CuadroTexto 1212">
            <a:extLst>
              <a:ext uri="{FF2B5EF4-FFF2-40B4-BE49-F238E27FC236}">
                <a16:creationId xmlns:a16="http://schemas.microsoft.com/office/drawing/2014/main" id="{679BB4AB-5485-7070-9108-868E6EA37755}"/>
              </a:ext>
            </a:extLst>
          </p:cNvPr>
          <p:cNvSpPr txBox="1"/>
          <p:nvPr/>
        </p:nvSpPr>
        <p:spPr>
          <a:xfrm>
            <a:off x="1626002" y="2294478"/>
            <a:ext cx="955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14" name="Conector recto de flecha 1213">
            <a:extLst>
              <a:ext uri="{FF2B5EF4-FFF2-40B4-BE49-F238E27FC236}">
                <a16:creationId xmlns:a16="http://schemas.microsoft.com/office/drawing/2014/main" id="{20A186D1-39E2-50ED-2D58-F8F8D52D3FFF}"/>
              </a:ext>
            </a:extLst>
          </p:cNvPr>
          <p:cNvCxnSpPr>
            <a:cxnSpLocks/>
            <a:stCxn id="1208" idx="2"/>
            <a:endCxn id="1212" idx="0"/>
          </p:cNvCxnSpPr>
          <p:nvPr/>
        </p:nvCxnSpPr>
        <p:spPr>
          <a:xfrm flipH="1">
            <a:off x="695470" y="1716797"/>
            <a:ext cx="1" cy="5813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7" name="Conector recto de flecha 1216">
            <a:extLst>
              <a:ext uri="{FF2B5EF4-FFF2-40B4-BE49-F238E27FC236}">
                <a16:creationId xmlns:a16="http://schemas.microsoft.com/office/drawing/2014/main" id="{C1A501B5-CE71-517F-DD31-660FD82FD48E}"/>
              </a:ext>
            </a:extLst>
          </p:cNvPr>
          <p:cNvCxnSpPr>
            <a:cxnSpLocks/>
            <a:stCxn id="1210" idx="2"/>
            <a:endCxn id="1213" idx="0"/>
          </p:cNvCxnSpPr>
          <p:nvPr/>
        </p:nvCxnSpPr>
        <p:spPr>
          <a:xfrm flipH="1">
            <a:off x="2103858" y="1710617"/>
            <a:ext cx="3404" cy="583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0" name="CuadroTexto 1219">
            <a:extLst>
              <a:ext uri="{FF2B5EF4-FFF2-40B4-BE49-F238E27FC236}">
                <a16:creationId xmlns:a16="http://schemas.microsoft.com/office/drawing/2014/main" id="{9F30CCDC-F157-AF00-22D4-402CE90AE403}"/>
              </a:ext>
            </a:extLst>
          </p:cNvPr>
          <p:cNvSpPr txBox="1"/>
          <p:nvPr/>
        </p:nvSpPr>
        <p:spPr>
          <a:xfrm>
            <a:off x="633850" y="1737705"/>
            <a:ext cx="9683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Acetil-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transcetilasa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1" name="CuadroTexto 1220">
            <a:extLst>
              <a:ext uri="{FF2B5EF4-FFF2-40B4-BE49-F238E27FC236}">
                <a16:creationId xmlns:a16="http://schemas.microsoft.com/office/drawing/2014/main" id="{1906327F-0C69-FD60-D2F4-EE49CA75035F}"/>
              </a:ext>
            </a:extLst>
          </p:cNvPr>
          <p:cNvSpPr txBox="1"/>
          <p:nvPr/>
        </p:nvSpPr>
        <p:spPr>
          <a:xfrm>
            <a:off x="2028653" y="1736891"/>
            <a:ext cx="9683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transferasa</a:t>
            </a:r>
          </a:p>
        </p:txBody>
      </p:sp>
      <p:sp>
        <p:nvSpPr>
          <p:cNvPr id="1223" name="Abrir corchete 1222">
            <a:extLst>
              <a:ext uri="{FF2B5EF4-FFF2-40B4-BE49-F238E27FC236}">
                <a16:creationId xmlns:a16="http://schemas.microsoft.com/office/drawing/2014/main" id="{09EC4D0D-F49A-08CA-2B51-E37CEE95D3E1}"/>
              </a:ext>
            </a:extLst>
          </p:cNvPr>
          <p:cNvSpPr/>
          <p:nvPr/>
        </p:nvSpPr>
        <p:spPr>
          <a:xfrm rot="16200000">
            <a:off x="1366222" y="1886266"/>
            <a:ext cx="120303" cy="1384745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24" name="CuadroTexto 1223">
            <a:extLst>
              <a:ext uri="{FF2B5EF4-FFF2-40B4-BE49-F238E27FC236}">
                <a16:creationId xmlns:a16="http://schemas.microsoft.com/office/drawing/2014/main" id="{32E8035C-7D75-CDD1-EAB2-065D04096CD4}"/>
              </a:ext>
            </a:extLst>
          </p:cNvPr>
          <p:cNvSpPr txBox="1"/>
          <p:nvPr/>
        </p:nvSpPr>
        <p:spPr>
          <a:xfrm>
            <a:off x="1033833" y="2638791"/>
            <a:ext cx="8451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ACP(FAS)</a:t>
            </a:r>
          </a:p>
        </p:txBody>
      </p:sp>
      <p:sp>
        <p:nvSpPr>
          <p:cNvPr id="1225" name="CuadroTexto 1224">
            <a:extLst>
              <a:ext uri="{FF2B5EF4-FFF2-40B4-BE49-F238E27FC236}">
                <a16:creationId xmlns:a16="http://schemas.microsoft.com/office/drawing/2014/main" id="{67C588FB-7C33-9CC3-B378-013A626E9082}"/>
              </a:ext>
            </a:extLst>
          </p:cNvPr>
          <p:cNvSpPr txBox="1"/>
          <p:nvPr/>
        </p:nvSpPr>
        <p:spPr>
          <a:xfrm>
            <a:off x="1459794" y="2000716"/>
            <a:ext cx="503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26" name="Conector: curvado 1225">
            <a:extLst>
              <a:ext uri="{FF2B5EF4-FFF2-40B4-BE49-F238E27FC236}">
                <a16:creationId xmlns:a16="http://schemas.microsoft.com/office/drawing/2014/main" id="{38DB0617-5B2B-A2CD-7127-74E1621A80E2}"/>
              </a:ext>
            </a:extLst>
          </p:cNvPr>
          <p:cNvCxnSpPr>
            <a:cxnSpLocks/>
            <a:endCxn id="2" idx="3"/>
          </p:cNvCxnSpPr>
          <p:nvPr/>
        </p:nvCxnSpPr>
        <p:spPr>
          <a:xfrm rot="5400000">
            <a:off x="495184" y="1934610"/>
            <a:ext cx="262562" cy="1380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ector: curvado 1228">
            <a:extLst>
              <a:ext uri="{FF2B5EF4-FFF2-40B4-BE49-F238E27FC236}">
                <a16:creationId xmlns:a16="http://schemas.microsoft.com/office/drawing/2014/main" id="{AE4CFBDB-032D-C70A-1B97-D24779B5F467}"/>
              </a:ext>
            </a:extLst>
          </p:cNvPr>
          <p:cNvCxnSpPr>
            <a:cxnSpLocks/>
            <a:endCxn id="1225" idx="3"/>
          </p:cNvCxnSpPr>
          <p:nvPr/>
        </p:nvCxnSpPr>
        <p:spPr>
          <a:xfrm rot="5400000">
            <a:off x="1857504" y="1885167"/>
            <a:ext cx="351891" cy="14081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4" name="Conector recto de flecha 1233">
            <a:extLst>
              <a:ext uri="{FF2B5EF4-FFF2-40B4-BE49-F238E27FC236}">
                <a16:creationId xmlns:a16="http://schemas.microsoft.com/office/drawing/2014/main" id="{827267CD-E7E4-93C7-D669-3F103C0800F7}"/>
              </a:ext>
            </a:extLst>
          </p:cNvPr>
          <p:cNvCxnSpPr>
            <a:cxnSpLocks/>
            <a:stCxn id="1224" idx="2"/>
            <a:endCxn id="1211" idx="0"/>
          </p:cNvCxnSpPr>
          <p:nvPr/>
        </p:nvCxnSpPr>
        <p:spPr>
          <a:xfrm flipH="1">
            <a:off x="1456384" y="2900401"/>
            <a:ext cx="1" cy="448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0" name="CuadroTexto 1239">
            <a:extLst>
              <a:ext uri="{FF2B5EF4-FFF2-40B4-BE49-F238E27FC236}">
                <a16:creationId xmlns:a16="http://schemas.microsoft.com/office/drawing/2014/main" id="{88EDA86F-88DE-0EDD-1A35-81CE47135B41}"/>
              </a:ext>
            </a:extLst>
          </p:cNvPr>
          <p:cNvSpPr txBox="1"/>
          <p:nvPr/>
        </p:nvSpPr>
        <p:spPr>
          <a:xfrm>
            <a:off x="1502233" y="2902590"/>
            <a:ext cx="9932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sintasa</a:t>
            </a:r>
          </a:p>
        </p:txBody>
      </p:sp>
      <p:sp>
        <p:nvSpPr>
          <p:cNvPr id="1241" name="CuadroTexto 1240">
            <a:extLst>
              <a:ext uri="{FF2B5EF4-FFF2-40B4-BE49-F238E27FC236}">
                <a16:creationId xmlns:a16="http://schemas.microsoft.com/office/drawing/2014/main" id="{C8979DFE-4A62-621C-80FB-D5420AD4CBDE}"/>
              </a:ext>
            </a:extLst>
          </p:cNvPr>
          <p:cNvSpPr txBox="1"/>
          <p:nvPr/>
        </p:nvSpPr>
        <p:spPr>
          <a:xfrm>
            <a:off x="785115" y="3064228"/>
            <a:ext cx="5032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1242" name="Conector: curvado 1241">
            <a:extLst>
              <a:ext uri="{FF2B5EF4-FFF2-40B4-BE49-F238E27FC236}">
                <a16:creationId xmlns:a16="http://schemas.microsoft.com/office/drawing/2014/main" id="{ED4AF07E-B128-AE1D-6E7D-8B2FCF445617}"/>
              </a:ext>
            </a:extLst>
          </p:cNvPr>
          <p:cNvCxnSpPr>
            <a:cxnSpLocks/>
            <a:endCxn id="1241" idx="3"/>
          </p:cNvCxnSpPr>
          <p:nvPr/>
        </p:nvCxnSpPr>
        <p:spPr>
          <a:xfrm rot="5400000">
            <a:off x="1258217" y="2996866"/>
            <a:ext cx="228313" cy="16802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5" name="CuadroTexto 1244">
            <a:extLst>
              <a:ext uri="{FF2B5EF4-FFF2-40B4-BE49-F238E27FC236}">
                <a16:creationId xmlns:a16="http://schemas.microsoft.com/office/drawing/2014/main" id="{6E0694AA-2453-7197-3A74-8982CD36BC8A}"/>
              </a:ext>
            </a:extLst>
          </p:cNvPr>
          <p:cNvSpPr txBox="1"/>
          <p:nvPr/>
        </p:nvSpPr>
        <p:spPr>
          <a:xfrm>
            <a:off x="753306" y="4058031"/>
            <a:ext cx="14061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hidroxibutiril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-ACP</a:t>
            </a:r>
          </a:p>
        </p:txBody>
      </p:sp>
      <p:cxnSp>
        <p:nvCxnSpPr>
          <p:cNvPr id="1246" name="Conector recto de flecha 1245">
            <a:extLst>
              <a:ext uri="{FF2B5EF4-FFF2-40B4-BE49-F238E27FC236}">
                <a16:creationId xmlns:a16="http://schemas.microsoft.com/office/drawing/2014/main" id="{6287718E-E0E4-BE6E-F33D-06E35EDBD1B1}"/>
              </a:ext>
            </a:extLst>
          </p:cNvPr>
          <p:cNvCxnSpPr>
            <a:cxnSpLocks/>
            <a:stCxn id="1211" idx="2"/>
            <a:endCxn id="1245" idx="0"/>
          </p:cNvCxnSpPr>
          <p:nvPr/>
        </p:nvCxnSpPr>
        <p:spPr>
          <a:xfrm flipH="1">
            <a:off x="1456383" y="3610021"/>
            <a:ext cx="1" cy="448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0" name="CuadroTexto 1249">
            <a:extLst>
              <a:ext uri="{FF2B5EF4-FFF2-40B4-BE49-F238E27FC236}">
                <a16:creationId xmlns:a16="http://schemas.microsoft.com/office/drawing/2014/main" id="{00186BC3-542B-1547-9C87-2E5147851D69}"/>
              </a:ext>
            </a:extLst>
          </p:cNvPr>
          <p:cNvSpPr txBox="1"/>
          <p:nvPr/>
        </p:nvSpPr>
        <p:spPr>
          <a:xfrm>
            <a:off x="1502232" y="3623078"/>
            <a:ext cx="9932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cetoacil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reductasa</a:t>
            </a:r>
          </a:p>
        </p:txBody>
      </p:sp>
      <p:sp>
        <p:nvSpPr>
          <p:cNvPr id="1251" name="CuadroTexto 1250">
            <a:extLst>
              <a:ext uri="{FF2B5EF4-FFF2-40B4-BE49-F238E27FC236}">
                <a16:creationId xmlns:a16="http://schemas.microsoft.com/office/drawing/2014/main" id="{CFBC062D-7281-F5D7-04A5-9B7681337F17}"/>
              </a:ext>
            </a:extLst>
          </p:cNvPr>
          <p:cNvSpPr txBox="1"/>
          <p:nvPr/>
        </p:nvSpPr>
        <p:spPr>
          <a:xfrm>
            <a:off x="633851" y="3610021"/>
            <a:ext cx="69553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sp>
        <p:nvSpPr>
          <p:cNvPr id="1253" name="CuadroTexto 1252">
            <a:extLst>
              <a:ext uri="{FF2B5EF4-FFF2-40B4-BE49-F238E27FC236}">
                <a16:creationId xmlns:a16="http://schemas.microsoft.com/office/drawing/2014/main" id="{52AEE2E9-CD96-4B75-368C-BAF406ACC074}"/>
              </a:ext>
            </a:extLst>
          </p:cNvPr>
          <p:cNvSpPr txBox="1"/>
          <p:nvPr/>
        </p:nvSpPr>
        <p:spPr>
          <a:xfrm>
            <a:off x="669284" y="3819850"/>
            <a:ext cx="645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254" name="Conector: curvado 1253">
            <a:extLst>
              <a:ext uri="{FF2B5EF4-FFF2-40B4-BE49-F238E27FC236}">
                <a16:creationId xmlns:a16="http://schemas.microsoft.com/office/drawing/2014/main" id="{E7AB25D8-B100-9510-1F63-8015A672BCBF}"/>
              </a:ext>
            </a:extLst>
          </p:cNvPr>
          <p:cNvCxnSpPr>
            <a:cxnSpLocks/>
            <a:stCxn id="1251" idx="3"/>
            <a:endCxn id="1253" idx="3"/>
          </p:cNvCxnSpPr>
          <p:nvPr/>
        </p:nvCxnSpPr>
        <p:spPr>
          <a:xfrm flipH="1">
            <a:off x="1314521" y="3740826"/>
            <a:ext cx="14864" cy="209829"/>
          </a:xfrm>
          <a:prstGeom prst="curvedConnector3">
            <a:avLst>
              <a:gd name="adj1" fmla="val -85441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8" name="CuadroTexto 1257">
            <a:extLst>
              <a:ext uri="{FF2B5EF4-FFF2-40B4-BE49-F238E27FC236}">
                <a16:creationId xmlns:a16="http://schemas.microsoft.com/office/drawing/2014/main" id="{10500301-B8DA-EA73-65B6-23CC1DCC5041}"/>
              </a:ext>
            </a:extLst>
          </p:cNvPr>
          <p:cNvSpPr txBox="1"/>
          <p:nvPr/>
        </p:nvSpPr>
        <p:spPr>
          <a:xfrm>
            <a:off x="939255" y="4767651"/>
            <a:ext cx="10342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Butenoil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-ACP</a:t>
            </a:r>
          </a:p>
        </p:txBody>
      </p:sp>
      <p:cxnSp>
        <p:nvCxnSpPr>
          <p:cNvPr id="1259" name="Conector recto de flecha 1258">
            <a:extLst>
              <a:ext uri="{FF2B5EF4-FFF2-40B4-BE49-F238E27FC236}">
                <a16:creationId xmlns:a16="http://schemas.microsoft.com/office/drawing/2014/main" id="{DB7BFAAA-DD23-506E-641F-B6E425FF1D40}"/>
              </a:ext>
            </a:extLst>
          </p:cNvPr>
          <p:cNvCxnSpPr>
            <a:cxnSpLocks/>
            <a:stCxn id="1245" idx="2"/>
            <a:endCxn id="1258" idx="0"/>
          </p:cNvCxnSpPr>
          <p:nvPr/>
        </p:nvCxnSpPr>
        <p:spPr>
          <a:xfrm>
            <a:off x="1456383" y="4319641"/>
            <a:ext cx="2" cy="448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62" name="CuadroTexto 1261">
            <a:extLst>
              <a:ext uri="{FF2B5EF4-FFF2-40B4-BE49-F238E27FC236}">
                <a16:creationId xmlns:a16="http://schemas.microsoft.com/office/drawing/2014/main" id="{FB732926-4E61-C1C2-A0D0-04BA503CA258}"/>
              </a:ext>
            </a:extLst>
          </p:cNvPr>
          <p:cNvSpPr txBox="1"/>
          <p:nvPr/>
        </p:nvSpPr>
        <p:spPr>
          <a:xfrm>
            <a:off x="1502231" y="4319641"/>
            <a:ext cx="9932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β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hidroxiacil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deshidratasa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3" name="CuadroTexto 1262">
            <a:extLst>
              <a:ext uri="{FF2B5EF4-FFF2-40B4-BE49-F238E27FC236}">
                <a16:creationId xmlns:a16="http://schemas.microsoft.com/office/drawing/2014/main" id="{8F21C542-4380-E8A8-AF3D-23627FB1A9EC}"/>
              </a:ext>
            </a:extLst>
          </p:cNvPr>
          <p:cNvSpPr txBox="1"/>
          <p:nvPr/>
        </p:nvSpPr>
        <p:spPr>
          <a:xfrm>
            <a:off x="684147" y="4529470"/>
            <a:ext cx="645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64" name="Conector: curvado 1263">
            <a:extLst>
              <a:ext uri="{FF2B5EF4-FFF2-40B4-BE49-F238E27FC236}">
                <a16:creationId xmlns:a16="http://schemas.microsoft.com/office/drawing/2014/main" id="{7CE41BDC-FA30-3F00-BEFD-6143346204DA}"/>
              </a:ext>
            </a:extLst>
          </p:cNvPr>
          <p:cNvCxnSpPr>
            <a:cxnSpLocks/>
            <a:endCxn id="1263" idx="3"/>
          </p:cNvCxnSpPr>
          <p:nvPr/>
        </p:nvCxnSpPr>
        <p:spPr>
          <a:xfrm rot="5400000">
            <a:off x="1262079" y="4465971"/>
            <a:ext cx="261610" cy="12699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7" name="CuadroTexto 1266">
            <a:extLst>
              <a:ext uri="{FF2B5EF4-FFF2-40B4-BE49-F238E27FC236}">
                <a16:creationId xmlns:a16="http://schemas.microsoft.com/office/drawing/2014/main" id="{4E5018D0-A731-CE11-2555-E9676AFA1ED9}"/>
              </a:ext>
            </a:extLst>
          </p:cNvPr>
          <p:cNvSpPr txBox="1"/>
          <p:nvPr/>
        </p:nvSpPr>
        <p:spPr>
          <a:xfrm>
            <a:off x="1013495" y="5477271"/>
            <a:ext cx="8771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Butiril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-ACP</a:t>
            </a:r>
          </a:p>
        </p:txBody>
      </p:sp>
      <p:cxnSp>
        <p:nvCxnSpPr>
          <p:cNvPr id="1268" name="Conector recto de flecha 1267">
            <a:extLst>
              <a:ext uri="{FF2B5EF4-FFF2-40B4-BE49-F238E27FC236}">
                <a16:creationId xmlns:a16="http://schemas.microsoft.com/office/drawing/2014/main" id="{85442949-B75B-3505-8255-D12181987FCB}"/>
              </a:ext>
            </a:extLst>
          </p:cNvPr>
          <p:cNvCxnSpPr>
            <a:cxnSpLocks/>
            <a:stCxn id="1258" idx="2"/>
            <a:endCxn id="1267" idx="0"/>
          </p:cNvCxnSpPr>
          <p:nvPr/>
        </p:nvCxnSpPr>
        <p:spPr>
          <a:xfrm flipH="1">
            <a:off x="1452077" y="5029261"/>
            <a:ext cx="4308" cy="448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1" name="CuadroTexto 1270">
            <a:extLst>
              <a:ext uri="{FF2B5EF4-FFF2-40B4-BE49-F238E27FC236}">
                <a16:creationId xmlns:a16="http://schemas.microsoft.com/office/drawing/2014/main" id="{E1858028-FD70-DE92-74CC-A05AF5F43A2E}"/>
              </a:ext>
            </a:extLst>
          </p:cNvPr>
          <p:cNvSpPr txBox="1"/>
          <p:nvPr/>
        </p:nvSpPr>
        <p:spPr>
          <a:xfrm>
            <a:off x="1502231" y="5020437"/>
            <a:ext cx="9932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Enoil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reductasa</a:t>
            </a:r>
          </a:p>
        </p:txBody>
      </p:sp>
      <p:sp>
        <p:nvSpPr>
          <p:cNvPr id="1272" name="CuadroTexto 1271">
            <a:extLst>
              <a:ext uri="{FF2B5EF4-FFF2-40B4-BE49-F238E27FC236}">
                <a16:creationId xmlns:a16="http://schemas.microsoft.com/office/drawing/2014/main" id="{7BF108DB-2092-055A-4A3D-26854D12A696}"/>
              </a:ext>
            </a:extLst>
          </p:cNvPr>
          <p:cNvSpPr txBox="1"/>
          <p:nvPr/>
        </p:nvSpPr>
        <p:spPr>
          <a:xfrm>
            <a:off x="632269" y="5031389"/>
            <a:ext cx="69553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sp>
        <p:nvSpPr>
          <p:cNvPr id="1273" name="CuadroTexto 1272">
            <a:extLst>
              <a:ext uri="{FF2B5EF4-FFF2-40B4-BE49-F238E27FC236}">
                <a16:creationId xmlns:a16="http://schemas.microsoft.com/office/drawing/2014/main" id="{6CA1E30D-6C9F-53B8-2A5B-DA8BB75C5F93}"/>
              </a:ext>
            </a:extLst>
          </p:cNvPr>
          <p:cNvSpPr txBox="1"/>
          <p:nvPr/>
        </p:nvSpPr>
        <p:spPr>
          <a:xfrm>
            <a:off x="667702" y="5241218"/>
            <a:ext cx="645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274" name="Conector: curvado 1273">
            <a:extLst>
              <a:ext uri="{FF2B5EF4-FFF2-40B4-BE49-F238E27FC236}">
                <a16:creationId xmlns:a16="http://schemas.microsoft.com/office/drawing/2014/main" id="{CBECCC1D-843A-35ED-FB3C-7B7EF1E4A86F}"/>
              </a:ext>
            </a:extLst>
          </p:cNvPr>
          <p:cNvCxnSpPr>
            <a:cxnSpLocks/>
            <a:stCxn id="1272" idx="3"/>
            <a:endCxn id="1273" idx="3"/>
          </p:cNvCxnSpPr>
          <p:nvPr/>
        </p:nvCxnSpPr>
        <p:spPr>
          <a:xfrm flipH="1">
            <a:off x="1312939" y="5162194"/>
            <a:ext cx="14864" cy="209829"/>
          </a:xfrm>
          <a:prstGeom prst="curvedConnector3">
            <a:avLst>
              <a:gd name="adj1" fmla="val -85441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5" name="Conector: angular 1274">
            <a:extLst>
              <a:ext uri="{FF2B5EF4-FFF2-40B4-BE49-F238E27FC236}">
                <a16:creationId xmlns:a16="http://schemas.microsoft.com/office/drawing/2014/main" id="{C2A8845F-7082-45B2-9375-4EEEAADDDEB8}"/>
              </a:ext>
            </a:extLst>
          </p:cNvPr>
          <p:cNvCxnSpPr>
            <a:cxnSpLocks/>
            <a:stCxn id="1267" idx="1"/>
            <a:endCxn id="1208" idx="1"/>
          </p:cNvCxnSpPr>
          <p:nvPr/>
        </p:nvCxnSpPr>
        <p:spPr>
          <a:xfrm rot="10800000">
            <a:off x="268911" y="1501354"/>
            <a:ext cx="744584" cy="4106722"/>
          </a:xfrm>
          <a:prstGeom prst="bentConnector3">
            <a:avLst>
              <a:gd name="adj1" fmla="val 130702"/>
            </a:avLst>
          </a:prstGeom>
          <a:ln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8" name="CuadroTexto 1277">
            <a:extLst>
              <a:ext uri="{FF2B5EF4-FFF2-40B4-BE49-F238E27FC236}">
                <a16:creationId xmlns:a16="http://schemas.microsoft.com/office/drawing/2014/main" id="{7E24B134-2CAE-FB04-48E0-8AFEFB52E6E5}"/>
              </a:ext>
            </a:extLst>
          </p:cNvPr>
          <p:cNvSpPr txBox="1"/>
          <p:nvPr/>
        </p:nvSpPr>
        <p:spPr>
          <a:xfrm>
            <a:off x="922926" y="6103767"/>
            <a:ext cx="1058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Palmitoil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-ACP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(16C)</a:t>
            </a:r>
          </a:p>
        </p:txBody>
      </p:sp>
      <p:cxnSp>
        <p:nvCxnSpPr>
          <p:cNvPr id="1279" name="Conector recto de flecha 1278">
            <a:extLst>
              <a:ext uri="{FF2B5EF4-FFF2-40B4-BE49-F238E27FC236}">
                <a16:creationId xmlns:a16="http://schemas.microsoft.com/office/drawing/2014/main" id="{E11EF699-19E9-1D0E-B0AE-C29C8F7C328E}"/>
              </a:ext>
            </a:extLst>
          </p:cNvPr>
          <p:cNvCxnSpPr>
            <a:cxnSpLocks/>
            <a:stCxn id="1267" idx="2"/>
            <a:endCxn id="1278" idx="0"/>
          </p:cNvCxnSpPr>
          <p:nvPr/>
        </p:nvCxnSpPr>
        <p:spPr>
          <a:xfrm>
            <a:off x="1452077" y="5738881"/>
            <a:ext cx="0" cy="364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3" name="CuadroTexto 1282">
            <a:extLst>
              <a:ext uri="{FF2B5EF4-FFF2-40B4-BE49-F238E27FC236}">
                <a16:creationId xmlns:a16="http://schemas.microsoft.com/office/drawing/2014/main" id="{41719489-E53E-C854-EFE6-A3FE49FCC29E}"/>
              </a:ext>
            </a:extLst>
          </p:cNvPr>
          <p:cNvSpPr txBox="1"/>
          <p:nvPr/>
        </p:nvSpPr>
        <p:spPr>
          <a:xfrm>
            <a:off x="1502230" y="5795949"/>
            <a:ext cx="9932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x6</a:t>
            </a:r>
          </a:p>
        </p:txBody>
      </p:sp>
      <p:sp>
        <p:nvSpPr>
          <p:cNvPr id="1284" name="CuadroTexto 1283">
            <a:extLst>
              <a:ext uri="{FF2B5EF4-FFF2-40B4-BE49-F238E27FC236}">
                <a16:creationId xmlns:a16="http://schemas.microsoft.com/office/drawing/2014/main" id="{E556DBAE-CF36-41B9-EE0D-2004FE2A73E1}"/>
              </a:ext>
            </a:extLst>
          </p:cNvPr>
          <p:cNvSpPr txBox="1"/>
          <p:nvPr/>
        </p:nvSpPr>
        <p:spPr>
          <a:xfrm>
            <a:off x="881248" y="6951887"/>
            <a:ext cx="1141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palmítico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(16C)</a:t>
            </a:r>
          </a:p>
        </p:txBody>
      </p:sp>
      <p:cxnSp>
        <p:nvCxnSpPr>
          <p:cNvPr id="1285" name="Conector recto de flecha 1284">
            <a:extLst>
              <a:ext uri="{FF2B5EF4-FFF2-40B4-BE49-F238E27FC236}">
                <a16:creationId xmlns:a16="http://schemas.microsoft.com/office/drawing/2014/main" id="{3F4E29B6-B9FA-273C-FF68-52CCDB8BAFA6}"/>
              </a:ext>
            </a:extLst>
          </p:cNvPr>
          <p:cNvCxnSpPr>
            <a:cxnSpLocks/>
            <a:stCxn id="1278" idx="2"/>
            <a:endCxn id="1284" idx="0"/>
          </p:cNvCxnSpPr>
          <p:nvPr/>
        </p:nvCxnSpPr>
        <p:spPr>
          <a:xfrm>
            <a:off x="1452077" y="6503877"/>
            <a:ext cx="1" cy="4480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8" name="CuadroTexto 1287">
            <a:extLst>
              <a:ext uri="{FF2B5EF4-FFF2-40B4-BE49-F238E27FC236}">
                <a16:creationId xmlns:a16="http://schemas.microsoft.com/office/drawing/2014/main" id="{82D5695C-06C4-6B7A-43DF-F7F6C5EA9A93}"/>
              </a:ext>
            </a:extLst>
          </p:cNvPr>
          <p:cNvSpPr txBox="1"/>
          <p:nvPr/>
        </p:nvSpPr>
        <p:spPr>
          <a:xfrm>
            <a:off x="1447154" y="6597077"/>
            <a:ext cx="9932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Tioesterasa</a:t>
            </a:r>
          </a:p>
        </p:txBody>
      </p:sp>
      <p:sp>
        <p:nvSpPr>
          <p:cNvPr id="1289" name="CuadroTexto 1288">
            <a:extLst>
              <a:ext uri="{FF2B5EF4-FFF2-40B4-BE49-F238E27FC236}">
                <a16:creationId xmlns:a16="http://schemas.microsoft.com/office/drawing/2014/main" id="{582517C6-D6E0-4037-B072-E16F81D0ECA7}"/>
              </a:ext>
            </a:extLst>
          </p:cNvPr>
          <p:cNvSpPr txBox="1"/>
          <p:nvPr/>
        </p:nvSpPr>
        <p:spPr>
          <a:xfrm>
            <a:off x="641203" y="6496183"/>
            <a:ext cx="645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290" name="Conector: curvado 1289">
            <a:extLst>
              <a:ext uri="{FF2B5EF4-FFF2-40B4-BE49-F238E27FC236}">
                <a16:creationId xmlns:a16="http://schemas.microsoft.com/office/drawing/2014/main" id="{8A8179C5-D7DA-35B5-49A7-01C5912C1E73}"/>
              </a:ext>
            </a:extLst>
          </p:cNvPr>
          <p:cNvCxnSpPr>
            <a:cxnSpLocks/>
            <a:stCxn id="1289" idx="3"/>
          </p:cNvCxnSpPr>
          <p:nvPr/>
        </p:nvCxnSpPr>
        <p:spPr>
          <a:xfrm>
            <a:off x="1286440" y="6626988"/>
            <a:ext cx="167791" cy="23169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3" name="CuadroTexto 1292">
            <a:extLst>
              <a:ext uri="{FF2B5EF4-FFF2-40B4-BE49-F238E27FC236}">
                <a16:creationId xmlns:a16="http://schemas.microsoft.com/office/drawing/2014/main" id="{21F87CB0-A099-9EBC-80A9-9D2905057496}"/>
              </a:ext>
            </a:extLst>
          </p:cNvPr>
          <p:cNvSpPr txBox="1"/>
          <p:nvPr/>
        </p:nvSpPr>
        <p:spPr>
          <a:xfrm>
            <a:off x="926017" y="7796519"/>
            <a:ext cx="1042273" cy="400110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Palmitoil-CoA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(16C)</a:t>
            </a:r>
          </a:p>
        </p:txBody>
      </p:sp>
      <p:cxnSp>
        <p:nvCxnSpPr>
          <p:cNvPr id="1294" name="Conector recto de flecha 1293">
            <a:extLst>
              <a:ext uri="{FF2B5EF4-FFF2-40B4-BE49-F238E27FC236}">
                <a16:creationId xmlns:a16="http://schemas.microsoft.com/office/drawing/2014/main" id="{30409B3B-C793-DE1B-B099-CC82751507BA}"/>
              </a:ext>
            </a:extLst>
          </p:cNvPr>
          <p:cNvCxnSpPr>
            <a:cxnSpLocks/>
            <a:stCxn id="1284" idx="2"/>
            <a:endCxn id="1293" idx="0"/>
          </p:cNvCxnSpPr>
          <p:nvPr/>
        </p:nvCxnSpPr>
        <p:spPr>
          <a:xfrm flipH="1">
            <a:off x="1447154" y="7351997"/>
            <a:ext cx="4924" cy="4445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98" name="CuadroTexto 1297">
            <a:extLst>
              <a:ext uri="{FF2B5EF4-FFF2-40B4-BE49-F238E27FC236}">
                <a16:creationId xmlns:a16="http://schemas.microsoft.com/office/drawing/2014/main" id="{94DC23E7-3501-CDD1-C8FF-02D16B2EA7DD}"/>
              </a:ext>
            </a:extLst>
          </p:cNvPr>
          <p:cNvSpPr txBox="1"/>
          <p:nvPr/>
        </p:nvSpPr>
        <p:spPr>
          <a:xfrm>
            <a:off x="1502229" y="7358814"/>
            <a:ext cx="9932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Acil-CoA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sintetasa</a:t>
            </a:r>
          </a:p>
        </p:txBody>
      </p:sp>
      <p:sp>
        <p:nvSpPr>
          <p:cNvPr id="1299" name="CuadroTexto 1298">
            <a:extLst>
              <a:ext uri="{FF2B5EF4-FFF2-40B4-BE49-F238E27FC236}">
                <a16:creationId xmlns:a16="http://schemas.microsoft.com/office/drawing/2014/main" id="{D2C49FDC-71EE-7F9F-8302-5A0544C9F33B}"/>
              </a:ext>
            </a:extLst>
          </p:cNvPr>
          <p:cNvSpPr txBox="1"/>
          <p:nvPr/>
        </p:nvSpPr>
        <p:spPr>
          <a:xfrm>
            <a:off x="828647" y="7315038"/>
            <a:ext cx="493351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ATP</a:t>
            </a:r>
          </a:p>
        </p:txBody>
      </p:sp>
      <p:sp>
        <p:nvSpPr>
          <p:cNvPr id="1300" name="CuadroTexto 1299">
            <a:extLst>
              <a:ext uri="{FF2B5EF4-FFF2-40B4-BE49-F238E27FC236}">
                <a16:creationId xmlns:a16="http://schemas.microsoft.com/office/drawing/2014/main" id="{AC175FFE-81BF-DFD9-2C6B-15FC686BA72B}"/>
              </a:ext>
            </a:extLst>
          </p:cNvPr>
          <p:cNvSpPr txBox="1"/>
          <p:nvPr/>
        </p:nvSpPr>
        <p:spPr>
          <a:xfrm>
            <a:off x="565838" y="7506916"/>
            <a:ext cx="7546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-SH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01" name="Conector: curvado 1300">
            <a:extLst>
              <a:ext uri="{FF2B5EF4-FFF2-40B4-BE49-F238E27FC236}">
                <a16:creationId xmlns:a16="http://schemas.microsoft.com/office/drawing/2014/main" id="{EE3E473D-ADA2-55FE-09DE-24C926180E71}"/>
              </a:ext>
            </a:extLst>
          </p:cNvPr>
          <p:cNvCxnSpPr>
            <a:cxnSpLocks/>
            <a:stCxn id="1299" idx="3"/>
          </p:cNvCxnSpPr>
          <p:nvPr/>
        </p:nvCxnSpPr>
        <p:spPr>
          <a:xfrm>
            <a:off x="1321998" y="7445843"/>
            <a:ext cx="132233" cy="16196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4" name="Conector: curvado 1303">
            <a:extLst>
              <a:ext uri="{FF2B5EF4-FFF2-40B4-BE49-F238E27FC236}">
                <a16:creationId xmlns:a16="http://schemas.microsoft.com/office/drawing/2014/main" id="{243F5391-0F38-C7D1-A99A-F2EC1D29D291}"/>
              </a:ext>
            </a:extLst>
          </p:cNvPr>
          <p:cNvCxnSpPr>
            <a:cxnSpLocks/>
            <a:stCxn id="1300" idx="3"/>
            <a:endCxn id="1293" idx="0"/>
          </p:cNvCxnSpPr>
          <p:nvPr/>
        </p:nvCxnSpPr>
        <p:spPr>
          <a:xfrm>
            <a:off x="1320531" y="7637721"/>
            <a:ext cx="126623" cy="15879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8" name="CuadroTexto 1307">
            <a:extLst>
              <a:ext uri="{FF2B5EF4-FFF2-40B4-BE49-F238E27FC236}">
                <a16:creationId xmlns:a16="http://schemas.microsoft.com/office/drawing/2014/main" id="{8B06D2A0-0E21-238A-D67E-20BD07076B24}"/>
              </a:ext>
            </a:extLst>
          </p:cNvPr>
          <p:cNvSpPr txBox="1"/>
          <p:nvPr/>
        </p:nvSpPr>
        <p:spPr>
          <a:xfrm>
            <a:off x="800665" y="8560917"/>
            <a:ext cx="12987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3-cetoesfinganina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(18C)</a:t>
            </a:r>
          </a:p>
        </p:txBody>
      </p:sp>
      <p:cxnSp>
        <p:nvCxnSpPr>
          <p:cNvPr id="1309" name="Conector recto de flecha 1308">
            <a:extLst>
              <a:ext uri="{FF2B5EF4-FFF2-40B4-BE49-F238E27FC236}">
                <a16:creationId xmlns:a16="http://schemas.microsoft.com/office/drawing/2014/main" id="{2A484540-9260-D39C-E5B8-03BFB0ECFDC1}"/>
              </a:ext>
            </a:extLst>
          </p:cNvPr>
          <p:cNvCxnSpPr>
            <a:cxnSpLocks/>
            <a:stCxn id="1293" idx="2"/>
            <a:endCxn id="1308" idx="0"/>
          </p:cNvCxnSpPr>
          <p:nvPr/>
        </p:nvCxnSpPr>
        <p:spPr>
          <a:xfrm>
            <a:off x="1447154" y="8196629"/>
            <a:ext cx="2888" cy="364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2" name="CuadroTexto 1311">
            <a:extLst>
              <a:ext uri="{FF2B5EF4-FFF2-40B4-BE49-F238E27FC236}">
                <a16:creationId xmlns:a16="http://schemas.microsoft.com/office/drawing/2014/main" id="{9D06F290-1EED-4F1D-3BED-04D3952E08EB}"/>
              </a:ext>
            </a:extLst>
          </p:cNvPr>
          <p:cNvSpPr txBox="1"/>
          <p:nvPr/>
        </p:nvSpPr>
        <p:spPr>
          <a:xfrm>
            <a:off x="574413" y="8133893"/>
            <a:ext cx="7546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Serina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3" name="CuadroTexto 1312">
            <a:extLst>
              <a:ext uri="{FF2B5EF4-FFF2-40B4-BE49-F238E27FC236}">
                <a16:creationId xmlns:a16="http://schemas.microsoft.com/office/drawing/2014/main" id="{492848FF-B1F2-FE56-0274-50877FD50C52}"/>
              </a:ext>
            </a:extLst>
          </p:cNvPr>
          <p:cNvSpPr txBox="1"/>
          <p:nvPr/>
        </p:nvSpPr>
        <p:spPr>
          <a:xfrm>
            <a:off x="1491056" y="8196629"/>
            <a:ext cx="11775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Serina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palmitoil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transferasa</a:t>
            </a:r>
          </a:p>
        </p:txBody>
      </p:sp>
      <p:sp>
        <p:nvSpPr>
          <p:cNvPr id="1314" name="CuadroTexto 1313">
            <a:extLst>
              <a:ext uri="{FF2B5EF4-FFF2-40B4-BE49-F238E27FC236}">
                <a16:creationId xmlns:a16="http://schemas.microsoft.com/office/drawing/2014/main" id="{B140457F-866D-A4C6-5787-567C9CB8B023}"/>
              </a:ext>
            </a:extLst>
          </p:cNvPr>
          <p:cNvSpPr txBox="1"/>
          <p:nvPr/>
        </p:nvSpPr>
        <p:spPr>
          <a:xfrm>
            <a:off x="995318" y="9389719"/>
            <a:ext cx="9236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Esfinganina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(18C)</a:t>
            </a:r>
          </a:p>
        </p:txBody>
      </p:sp>
      <p:cxnSp>
        <p:nvCxnSpPr>
          <p:cNvPr id="1315" name="Conector: curvado 1314">
            <a:extLst>
              <a:ext uri="{FF2B5EF4-FFF2-40B4-BE49-F238E27FC236}">
                <a16:creationId xmlns:a16="http://schemas.microsoft.com/office/drawing/2014/main" id="{ADFCBA88-B233-030B-51D3-580FDC6FD3C1}"/>
              </a:ext>
            </a:extLst>
          </p:cNvPr>
          <p:cNvCxnSpPr>
            <a:cxnSpLocks/>
            <a:stCxn id="1312" idx="3"/>
          </p:cNvCxnSpPr>
          <p:nvPr/>
        </p:nvCxnSpPr>
        <p:spPr>
          <a:xfrm>
            <a:off x="1329106" y="8264698"/>
            <a:ext cx="125125" cy="21371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0" name="CuadroTexto 1319">
            <a:extLst>
              <a:ext uri="{FF2B5EF4-FFF2-40B4-BE49-F238E27FC236}">
                <a16:creationId xmlns:a16="http://schemas.microsoft.com/office/drawing/2014/main" id="{C5E87B8A-4E44-8F1A-66D8-00DBB18F73CB}"/>
              </a:ext>
            </a:extLst>
          </p:cNvPr>
          <p:cNvSpPr txBox="1"/>
          <p:nvPr/>
        </p:nvSpPr>
        <p:spPr>
          <a:xfrm>
            <a:off x="1502229" y="8958636"/>
            <a:ext cx="13491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3-cetoesfinganina reductasa</a:t>
            </a:r>
          </a:p>
        </p:txBody>
      </p:sp>
      <p:cxnSp>
        <p:nvCxnSpPr>
          <p:cNvPr id="1321" name="Conector recto de flecha 1320">
            <a:extLst>
              <a:ext uri="{FF2B5EF4-FFF2-40B4-BE49-F238E27FC236}">
                <a16:creationId xmlns:a16="http://schemas.microsoft.com/office/drawing/2014/main" id="{607103CA-77F9-5169-29B3-466A946A46A4}"/>
              </a:ext>
            </a:extLst>
          </p:cNvPr>
          <p:cNvCxnSpPr>
            <a:cxnSpLocks/>
            <a:stCxn id="1308" idx="2"/>
            <a:endCxn id="1314" idx="0"/>
          </p:cNvCxnSpPr>
          <p:nvPr/>
        </p:nvCxnSpPr>
        <p:spPr>
          <a:xfrm>
            <a:off x="1450042" y="8961027"/>
            <a:ext cx="7102" cy="428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26" name="CuadroTexto 1325">
            <a:extLst>
              <a:ext uri="{FF2B5EF4-FFF2-40B4-BE49-F238E27FC236}">
                <a16:creationId xmlns:a16="http://schemas.microsoft.com/office/drawing/2014/main" id="{677B8F52-7587-9D46-2FAB-4CC2AE194D13}"/>
              </a:ext>
            </a:extLst>
          </p:cNvPr>
          <p:cNvSpPr txBox="1"/>
          <p:nvPr/>
        </p:nvSpPr>
        <p:spPr>
          <a:xfrm>
            <a:off x="633636" y="8928821"/>
            <a:ext cx="69553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sp>
        <p:nvSpPr>
          <p:cNvPr id="1327" name="CuadroTexto 1326">
            <a:extLst>
              <a:ext uri="{FF2B5EF4-FFF2-40B4-BE49-F238E27FC236}">
                <a16:creationId xmlns:a16="http://schemas.microsoft.com/office/drawing/2014/main" id="{DAF76304-CFDE-DB06-D78B-8DCFAADF646E}"/>
              </a:ext>
            </a:extLst>
          </p:cNvPr>
          <p:cNvSpPr txBox="1"/>
          <p:nvPr/>
        </p:nvSpPr>
        <p:spPr>
          <a:xfrm>
            <a:off x="669069" y="9138650"/>
            <a:ext cx="645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328" name="Conector: curvado 1327">
            <a:extLst>
              <a:ext uri="{FF2B5EF4-FFF2-40B4-BE49-F238E27FC236}">
                <a16:creationId xmlns:a16="http://schemas.microsoft.com/office/drawing/2014/main" id="{0C768B8D-0F4A-29E2-313A-FE5E9C1803B2}"/>
              </a:ext>
            </a:extLst>
          </p:cNvPr>
          <p:cNvCxnSpPr>
            <a:cxnSpLocks/>
            <a:stCxn id="1326" idx="3"/>
            <a:endCxn id="1327" idx="3"/>
          </p:cNvCxnSpPr>
          <p:nvPr/>
        </p:nvCxnSpPr>
        <p:spPr>
          <a:xfrm flipH="1">
            <a:off x="1314306" y="9059626"/>
            <a:ext cx="14864" cy="209829"/>
          </a:xfrm>
          <a:prstGeom prst="curvedConnector3">
            <a:avLst>
              <a:gd name="adj1" fmla="val -85441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9" name="CuadroTexto 1328">
            <a:extLst>
              <a:ext uri="{FF2B5EF4-FFF2-40B4-BE49-F238E27FC236}">
                <a16:creationId xmlns:a16="http://schemas.microsoft.com/office/drawing/2014/main" id="{FDF3638A-AAAB-7371-5F69-B2E3266570B7}"/>
              </a:ext>
            </a:extLst>
          </p:cNvPr>
          <p:cNvSpPr txBox="1"/>
          <p:nvPr/>
        </p:nvSpPr>
        <p:spPr>
          <a:xfrm>
            <a:off x="875040" y="10208579"/>
            <a:ext cx="1213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Dihidroceramida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30" name="Conector recto de flecha 1329">
            <a:extLst>
              <a:ext uri="{FF2B5EF4-FFF2-40B4-BE49-F238E27FC236}">
                <a16:creationId xmlns:a16="http://schemas.microsoft.com/office/drawing/2014/main" id="{9565263B-7E00-5800-7AE7-49BFB39960EB}"/>
              </a:ext>
            </a:extLst>
          </p:cNvPr>
          <p:cNvCxnSpPr>
            <a:cxnSpLocks/>
          </p:cNvCxnSpPr>
          <p:nvPr/>
        </p:nvCxnSpPr>
        <p:spPr>
          <a:xfrm>
            <a:off x="1462593" y="9796096"/>
            <a:ext cx="7102" cy="4286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31" name="CuadroTexto 1330">
            <a:extLst>
              <a:ext uri="{FF2B5EF4-FFF2-40B4-BE49-F238E27FC236}">
                <a16:creationId xmlns:a16="http://schemas.microsoft.com/office/drawing/2014/main" id="{D2E09AC3-AFA3-306B-E60B-E8AA3C516954}"/>
              </a:ext>
            </a:extLst>
          </p:cNvPr>
          <p:cNvSpPr txBox="1"/>
          <p:nvPr/>
        </p:nvSpPr>
        <p:spPr>
          <a:xfrm>
            <a:off x="1502229" y="9862597"/>
            <a:ext cx="13491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transferasa</a:t>
            </a:r>
          </a:p>
        </p:txBody>
      </p:sp>
      <p:sp>
        <p:nvSpPr>
          <p:cNvPr id="1332" name="CuadroTexto 1331">
            <a:extLst>
              <a:ext uri="{FF2B5EF4-FFF2-40B4-BE49-F238E27FC236}">
                <a16:creationId xmlns:a16="http://schemas.microsoft.com/office/drawing/2014/main" id="{61E9549A-793C-E4F2-8586-A132EAB42DAF}"/>
              </a:ext>
            </a:extLst>
          </p:cNvPr>
          <p:cNvSpPr txBox="1"/>
          <p:nvPr/>
        </p:nvSpPr>
        <p:spPr>
          <a:xfrm>
            <a:off x="1" y="9802235"/>
            <a:ext cx="13259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AG cadena larga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33" name="Conector: curvado 1332">
            <a:extLst>
              <a:ext uri="{FF2B5EF4-FFF2-40B4-BE49-F238E27FC236}">
                <a16:creationId xmlns:a16="http://schemas.microsoft.com/office/drawing/2014/main" id="{83F769DC-2762-5A8B-3DA5-433E89DC9543}"/>
              </a:ext>
            </a:extLst>
          </p:cNvPr>
          <p:cNvCxnSpPr>
            <a:cxnSpLocks/>
            <a:stCxn id="1332" idx="3"/>
          </p:cNvCxnSpPr>
          <p:nvPr/>
        </p:nvCxnSpPr>
        <p:spPr>
          <a:xfrm>
            <a:off x="1325967" y="9933040"/>
            <a:ext cx="145323" cy="20265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7" name="CuadroTexto 1336">
            <a:extLst>
              <a:ext uri="{FF2B5EF4-FFF2-40B4-BE49-F238E27FC236}">
                <a16:creationId xmlns:a16="http://schemas.microsoft.com/office/drawing/2014/main" id="{EF6FAB1A-892D-E941-218C-17AF7C7AD505}"/>
              </a:ext>
            </a:extLst>
          </p:cNvPr>
          <p:cNvSpPr txBox="1"/>
          <p:nvPr/>
        </p:nvSpPr>
        <p:spPr>
          <a:xfrm>
            <a:off x="3050822" y="10208017"/>
            <a:ext cx="797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Ceramida</a:t>
            </a:r>
          </a:p>
        </p:txBody>
      </p:sp>
      <p:cxnSp>
        <p:nvCxnSpPr>
          <p:cNvPr id="1338" name="Conector recto de flecha 1337">
            <a:extLst>
              <a:ext uri="{FF2B5EF4-FFF2-40B4-BE49-F238E27FC236}">
                <a16:creationId xmlns:a16="http://schemas.microsoft.com/office/drawing/2014/main" id="{531D1BF7-4E6D-69B9-9488-8F5D7181E960}"/>
              </a:ext>
            </a:extLst>
          </p:cNvPr>
          <p:cNvCxnSpPr>
            <a:cxnSpLocks/>
            <a:stCxn id="1329" idx="3"/>
            <a:endCxn id="1337" idx="1"/>
          </p:cNvCxnSpPr>
          <p:nvPr/>
        </p:nvCxnSpPr>
        <p:spPr>
          <a:xfrm flipV="1">
            <a:off x="2088834" y="10338822"/>
            <a:ext cx="961988" cy="5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2" name="CuadroTexto 1341">
            <a:extLst>
              <a:ext uri="{FF2B5EF4-FFF2-40B4-BE49-F238E27FC236}">
                <a16:creationId xmlns:a16="http://schemas.microsoft.com/office/drawing/2014/main" id="{277369A9-939A-09D1-A3A5-FBBB754AB990}"/>
              </a:ext>
            </a:extLst>
          </p:cNvPr>
          <p:cNvSpPr txBox="1"/>
          <p:nvPr/>
        </p:nvSpPr>
        <p:spPr>
          <a:xfrm>
            <a:off x="6226314" y="9760415"/>
            <a:ext cx="1175323" cy="261610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Esfingomielinas</a:t>
            </a:r>
          </a:p>
        </p:txBody>
      </p:sp>
      <p:sp>
        <p:nvSpPr>
          <p:cNvPr id="1343" name="CuadroTexto 1342">
            <a:extLst>
              <a:ext uri="{FF2B5EF4-FFF2-40B4-BE49-F238E27FC236}">
                <a16:creationId xmlns:a16="http://schemas.microsoft.com/office/drawing/2014/main" id="{3C084BF1-5944-16AC-83CA-7179A9E72582}"/>
              </a:ext>
            </a:extLst>
          </p:cNvPr>
          <p:cNvSpPr txBox="1"/>
          <p:nvPr/>
        </p:nvSpPr>
        <p:spPr>
          <a:xfrm>
            <a:off x="6228492" y="10045721"/>
            <a:ext cx="1024640" cy="261610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Cerebrósidos</a:t>
            </a:r>
          </a:p>
        </p:txBody>
      </p:sp>
      <p:sp>
        <p:nvSpPr>
          <p:cNvPr id="1344" name="CuadroTexto 1343">
            <a:extLst>
              <a:ext uri="{FF2B5EF4-FFF2-40B4-BE49-F238E27FC236}">
                <a16:creationId xmlns:a16="http://schemas.microsoft.com/office/drawing/2014/main" id="{C1EF91EA-EBB0-8EC7-BCAA-8BC2CA75857E}"/>
              </a:ext>
            </a:extLst>
          </p:cNvPr>
          <p:cNvSpPr txBox="1"/>
          <p:nvPr/>
        </p:nvSpPr>
        <p:spPr>
          <a:xfrm>
            <a:off x="6231693" y="10336671"/>
            <a:ext cx="1002198" cy="261610"/>
          </a:xfrm>
          <a:prstGeom prst="rect">
            <a:avLst/>
          </a:prstGeom>
          <a:solidFill>
            <a:srgbClr val="FFC000">
              <a:alpha val="10000"/>
            </a:srgbClr>
          </a:solidFill>
          <a:ln>
            <a:solidFill>
              <a:srgbClr val="FFC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Gangliósidos</a:t>
            </a:r>
          </a:p>
        </p:txBody>
      </p:sp>
      <p:cxnSp>
        <p:nvCxnSpPr>
          <p:cNvPr id="1353" name="Conector: angular 1352">
            <a:extLst>
              <a:ext uri="{FF2B5EF4-FFF2-40B4-BE49-F238E27FC236}">
                <a16:creationId xmlns:a16="http://schemas.microsoft.com/office/drawing/2014/main" id="{3FC288AF-0862-BD1C-48A3-5F514D04699F}"/>
              </a:ext>
            </a:extLst>
          </p:cNvPr>
          <p:cNvCxnSpPr>
            <a:stCxn id="1337" idx="3"/>
            <a:endCxn id="1342" idx="1"/>
          </p:cNvCxnSpPr>
          <p:nvPr/>
        </p:nvCxnSpPr>
        <p:spPr>
          <a:xfrm flipV="1">
            <a:off x="3847835" y="9891220"/>
            <a:ext cx="2378479" cy="447602"/>
          </a:xfrm>
          <a:prstGeom prst="bentConnector3">
            <a:avLst>
              <a:gd name="adj1" fmla="val 592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4" name="Conector: angular 1353">
            <a:extLst>
              <a:ext uri="{FF2B5EF4-FFF2-40B4-BE49-F238E27FC236}">
                <a16:creationId xmlns:a16="http://schemas.microsoft.com/office/drawing/2014/main" id="{DBD0720A-ED19-EBEA-EE70-4A06E855A937}"/>
              </a:ext>
            </a:extLst>
          </p:cNvPr>
          <p:cNvCxnSpPr>
            <a:cxnSpLocks/>
            <a:stCxn id="1337" idx="3"/>
            <a:endCxn id="1343" idx="1"/>
          </p:cNvCxnSpPr>
          <p:nvPr/>
        </p:nvCxnSpPr>
        <p:spPr>
          <a:xfrm flipV="1">
            <a:off x="3847835" y="10176526"/>
            <a:ext cx="2380657" cy="162296"/>
          </a:xfrm>
          <a:prstGeom prst="bentConnector3">
            <a:avLst>
              <a:gd name="adj1" fmla="val 59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7" name="Conector: angular 1356">
            <a:extLst>
              <a:ext uri="{FF2B5EF4-FFF2-40B4-BE49-F238E27FC236}">
                <a16:creationId xmlns:a16="http://schemas.microsoft.com/office/drawing/2014/main" id="{253A31D3-A9D5-FD02-3E7B-68FE11A0CDE6}"/>
              </a:ext>
            </a:extLst>
          </p:cNvPr>
          <p:cNvCxnSpPr>
            <a:cxnSpLocks/>
            <a:stCxn id="1337" idx="3"/>
            <a:endCxn id="1344" idx="1"/>
          </p:cNvCxnSpPr>
          <p:nvPr/>
        </p:nvCxnSpPr>
        <p:spPr>
          <a:xfrm>
            <a:off x="3847835" y="10338822"/>
            <a:ext cx="2383858" cy="128654"/>
          </a:xfrm>
          <a:prstGeom prst="bentConnector3">
            <a:avLst>
              <a:gd name="adj1" fmla="val 597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1" name="CuadroTexto 1360">
            <a:extLst>
              <a:ext uri="{FF2B5EF4-FFF2-40B4-BE49-F238E27FC236}">
                <a16:creationId xmlns:a16="http://schemas.microsoft.com/office/drawing/2014/main" id="{F4E2DCC9-2FE8-3F1B-CEA6-731C819869B2}"/>
              </a:ext>
            </a:extLst>
          </p:cNvPr>
          <p:cNvSpPr txBox="1"/>
          <p:nvPr/>
        </p:nvSpPr>
        <p:spPr>
          <a:xfrm>
            <a:off x="4542136" y="9669874"/>
            <a:ext cx="9893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Fosfocolina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2" name="CuadroTexto 1361">
            <a:extLst>
              <a:ext uri="{FF2B5EF4-FFF2-40B4-BE49-F238E27FC236}">
                <a16:creationId xmlns:a16="http://schemas.microsoft.com/office/drawing/2014/main" id="{BB3E3103-3C59-FB1D-4AEA-F88D41F9C605}"/>
              </a:ext>
            </a:extLst>
          </p:cNvPr>
          <p:cNvSpPr txBox="1"/>
          <p:nvPr/>
        </p:nvSpPr>
        <p:spPr>
          <a:xfrm>
            <a:off x="4360177" y="9964718"/>
            <a:ext cx="154401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+Glucosa o galactosa</a:t>
            </a:r>
          </a:p>
        </p:txBody>
      </p:sp>
      <p:sp>
        <p:nvSpPr>
          <p:cNvPr id="1363" name="CuadroTexto 1362">
            <a:extLst>
              <a:ext uri="{FF2B5EF4-FFF2-40B4-BE49-F238E27FC236}">
                <a16:creationId xmlns:a16="http://schemas.microsoft.com/office/drawing/2014/main" id="{907855C4-F506-2B20-9D23-F829A2B115B4}"/>
              </a:ext>
            </a:extLst>
          </p:cNvPr>
          <p:cNvSpPr txBox="1"/>
          <p:nvPr/>
        </p:nvSpPr>
        <p:spPr>
          <a:xfrm>
            <a:off x="3905533" y="10236981"/>
            <a:ext cx="23695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+Oligosacáridos (con ácido siálico)</a:t>
            </a:r>
          </a:p>
        </p:txBody>
      </p:sp>
      <p:sp>
        <p:nvSpPr>
          <p:cNvPr id="1380" name="CuadroTexto 1379">
            <a:extLst>
              <a:ext uri="{FF2B5EF4-FFF2-40B4-BE49-F238E27FC236}">
                <a16:creationId xmlns:a16="http://schemas.microsoft.com/office/drawing/2014/main" id="{37E76AD3-EF5E-25E6-A059-FFADEEEEF085}"/>
              </a:ext>
            </a:extLst>
          </p:cNvPr>
          <p:cNvSpPr txBox="1"/>
          <p:nvPr/>
        </p:nvSpPr>
        <p:spPr>
          <a:xfrm>
            <a:off x="1398043" y="10402495"/>
            <a:ext cx="2388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Dihidroceramida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desaturasa (RE)</a:t>
            </a:r>
          </a:p>
        </p:txBody>
      </p:sp>
      <p:sp>
        <p:nvSpPr>
          <p:cNvPr id="1381" name="CuadroTexto 1380">
            <a:extLst>
              <a:ext uri="{FF2B5EF4-FFF2-40B4-BE49-F238E27FC236}">
                <a16:creationId xmlns:a16="http://schemas.microsoft.com/office/drawing/2014/main" id="{0DF7ED96-FFD0-1C71-9DA6-6833414AF907}"/>
              </a:ext>
            </a:extLst>
          </p:cNvPr>
          <p:cNvSpPr txBox="1"/>
          <p:nvPr/>
        </p:nvSpPr>
        <p:spPr>
          <a:xfrm>
            <a:off x="2949064" y="3097721"/>
            <a:ext cx="1090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linoleico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(C18:2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9,12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383" name="Conector: angular 1382">
            <a:extLst>
              <a:ext uri="{FF2B5EF4-FFF2-40B4-BE49-F238E27FC236}">
                <a16:creationId xmlns:a16="http://schemas.microsoft.com/office/drawing/2014/main" id="{7976401D-64A2-6F75-4B2E-1D1B261F4881}"/>
              </a:ext>
            </a:extLst>
          </p:cNvPr>
          <p:cNvCxnSpPr>
            <a:cxnSpLocks/>
            <a:stCxn id="1293" idx="3"/>
            <a:endCxn id="1381" idx="1"/>
          </p:cNvCxnSpPr>
          <p:nvPr/>
        </p:nvCxnSpPr>
        <p:spPr>
          <a:xfrm flipV="1">
            <a:off x="1968290" y="3297776"/>
            <a:ext cx="980774" cy="4698798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8" name="CuadroTexto 1387">
            <a:extLst>
              <a:ext uri="{FF2B5EF4-FFF2-40B4-BE49-F238E27FC236}">
                <a16:creationId xmlns:a16="http://schemas.microsoft.com/office/drawing/2014/main" id="{51FF8715-6921-1A57-31B4-DC5D343A2B68}"/>
              </a:ext>
            </a:extLst>
          </p:cNvPr>
          <p:cNvSpPr txBox="1"/>
          <p:nvPr/>
        </p:nvSpPr>
        <p:spPr>
          <a:xfrm rot="16200000">
            <a:off x="1540664" y="4131330"/>
            <a:ext cx="23002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Elongasas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(RE)</a:t>
            </a:r>
          </a:p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+ Desaturasas (RE(+Cloroplasto)</a:t>
            </a:r>
          </a:p>
        </p:txBody>
      </p:sp>
      <p:sp>
        <p:nvSpPr>
          <p:cNvPr id="1389" name="CuadroTexto 1388">
            <a:extLst>
              <a:ext uri="{FF2B5EF4-FFF2-40B4-BE49-F238E27FC236}">
                <a16:creationId xmlns:a16="http://schemas.microsoft.com/office/drawing/2014/main" id="{9DC353FA-7A7A-3882-1C6D-6E4270C3E847}"/>
              </a:ext>
            </a:extLst>
          </p:cNvPr>
          <p:cNvSpPr txBox="1"/>
          <p:nvPr/>
        </p:nvSpPr>
        <p:spPr>
          <a:xfrm>
            <a:off x="4941718" y="3095604"/>
            <a:ext cx="12859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γ-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linolénico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(C18:3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6,9,12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390" name="Conector recto de flecha 1389">
            <a:extLst>
              <a:ext uri="{FF2B5EF4-FFF2-40B4-BE49-F238E27FC236}">
                <a16:creationId xmlns:a16="http://schemas.microsoft.com/office/drawing/2014/main" id="{5AC6F932-216A-4BC6-BAAC-13EA80586C0E}"/>
              </a:ext>
            </a:extLst>
          </p:cNvPr>
          <p:cNvCxnSpPr>
            <a:cxnSpLocks/>
            <a:stCxn id="1381" idx="3"/>
            <a:endCxn id="1389" idx="1"/>
          </p:cNvCxnSpPr>
          <p:nvPr/>
        </p:nvCxnSpPr>
        <p:spPr>
          <a:xfrm flipV="1">
            <a:off x="4039427" y="3295659"/>
            <a:ext cx="902291" cy="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5" name="CuadroTexto 1394">
            <a:extLst>
              <a:ext uri="{FF2B5EF4-FFF2-40B4-BE49-F238E27FC236}">
                <a16:creationId xmlns:a16="http://schemas.microsoft.com/office/drawing/2014/main" id="{76F0A950-3435-5974-C729-43D20AC29985}"/>
              </a:ext>
            </a:extLst>
          </p:cNvPr>
          <p:cNvSpPr txBox="1"/>
          <p:nvPr/>
        </p:nvSpPr>
        <p:spPr>
          <a:xfrm>
            <a:off x="3938306" y="3017287"/>
            <a:ext cx="1098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l-GR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desaturasa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7" name="CuadroTexto 1396">
            <a:extLst>
              <a:ext uri="{FF2B5EF4-FFF2-40B4-BE49-F238E27FC236}">
                <a16:creationId xmlns:a16="http://schemas.microsoft.com/office/drawing/2014/main" id="{7EA84ADF-0B74-D0AA-D41E-8498A0CD282E}"/>
              </a:ext>
            </a:extLst>
          </p:cNvPr>
          <p:cNvSpPr txBox="1"/>
          <p:nvPr/>
        </p:nvSpPr>
        <p:spPr>
          <a:xfrm>
            <a:off x="3749198" y="3437356"/>
            <a:ext cx="695534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NADPH</a:t>
            </a:r>
          </a:p>
        </p:txBody>
      </p:sp>
      <p:sp>
        <p:nvSpPr>
          <p:cNvPr id="1398" name="CuadroTexto 1397">
            <a:extLst>
              <a:ext uri="{FF2B5EF4-FFF2-40B4-BE49-F238E27FC236}">
                <a16:creationId xmlns:a16="http://schemas.microsoft.com/office/drawing/2014/main" id="{E44F49A0-4082-05BD-B9C3-9654FD5DD83C}"/>
              </a:ext>
            </a:extLst>
          </p:cNvPr>
          <p:cNvSpPr txBox="1"/>
          <p:nvPr/>
        </p:nvSpPr>
        <p:spPr>
          <a:xfrm>
            <a:off x="4508570" y="3437356"/>
            <a:ext cx="6452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NADP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1399" name="Conector: curvado 1398">
            <a:extLst>
              <a:ext uri="{FF2B5EF4-FFF2-40B4-BE49-F238E27FC236}">
                <a16:creationId xmlns:a16="http://schemas.microsoft.com/office/drawing/2014/main" id="{D92E553F-4118-8682-24EE-0FA22DF0A29B}"/>
              </a:ext>
            </a:extLst>
          </p:cNvPr>
          <p:cNvCxnSpPr>
            <a:cxnSpLocks/>
            <a:stCxn id="1397" idx="0"/>
            <a:endCxn id="1398" idx="0"/>
          </p:cNvCxnSpPr>
          <p:nvPr/>
        </p:nvCxnSpPr>
        <p:spPr>
          <a:xfrm rot="5400000" flipH="1" flipV="1">
            <a:off x="4464077" y="3070244"/>
            <a:ext cx="12700" cy="734224"/>
          </a:xfrm>
          <a:prstGeom prst="curvedConnector3">
            <a:avLst>
              <a:gd name="adj1" fmla="val 11823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CuadroTexto 1404">
            <a:extLst>
              <a:ext uri="{FF2B5EF4-FFF2-40B4-BE49-F238E27FC236}">
                <a16:creationId xmlns:a16="http://schemas.microsoft.com/office/drawing/2014/main" id="{842F853B-220D-6F06-72CA-B6831870FBD5}"/>
              </a:ext>
            </a:extLst>
          </p:cNvPr>
          <p:cNvSpPr txBox="1"/>
          <p:nvPr/>
        </p:nvSpPr>
        <p:spPr>
          <a:xfrm>
            <a:off x="6344144" y="3750703"/>
            <a:ext cx="1092493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dihomo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γ-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linolénico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(C20:3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8,11,14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407" name="Conector: angular 1406">
            <a:extLst>
              <a:ext uri="{FF2B5EF4-FFF2-40B4-BE49-F238E27FC236}">
                <a16:creationId xmlns:a16="http://schemas.microsoft.com/office/drawing/2014/main" id="{90722F8B-8BAB-D2D8-9EE8-8F4542919963}"/>
              </a:ext>
            </a:extLst>
          </p:cNvPr>
          <p:cNvCxnSpPr>
            <a:cxnSpLocks/>
            <a:stCxn id="1389" idx="3"/>
            <a:endCxn id="1405" idx="0"/>
          </p:cNvCxnSpPr>
          <p:nvPr/>
        </p:nvCxnSpPr>
        <p:spPr>
          <a:xfrm>
            <a:off x="6227647" y="3295659"/>
            <a:ext cx="662744" cy="4550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08" name="CuadroTexto 1407">
            <a:extLst>
              <a:ext uri="{FF2B5EF4-FFF2-40B4-BE49-F238E27FC236}">
                <a16:creationId xmlns:a16="http://schemas.microsoft.com/office/drawing/2014/main" id="{AD5CB0E6-1D2D-9910-D95D-3A6A6456E5C7}"/>
              </a:ext>
            </a:extLst>
          </p:cNvPr>
          <p:cNvSpPr txBox="1"/>
          <p:nvPr/>
        </p:nvSpPr>
        <p:spPr>
          <a:xfrm>
            <a:off x="6415448" y="3280454"/>
            <a:ext cx="4682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FAS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9" name="CuadroTexto 1408">
            <a:extLst>
              <a:ext uri="{FF2B5EF4-FFF2-40B4-BE49-F238E27FC236}">
                <a16:creationId xmlns:a16="http://schemas.microsoft.com/office/drawing/2014/main" id="{D421E13A-870B-D71C-BD5D-83142B80D40F}"/>
              </a:ext>
            </a:extLst>
          </p:cNvPr>
          <p:cNvSpPr txBox="1"/>
          <p:nvPr/>
        </p:nvSpPr>
        <p:spPr>
          <a:xfrm>
            <a:off x="6603964" y="3018844"/>
            <a:ext cx="955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Malonil-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10" name="Conector: curvado 1409">
            <a:extLst>
              <a:ext uri="{FF2B5EF4-FFF2-40B4-BE49-F238E27FC236}">
                <a16:creationId xmlns:a16="http://schemas.microsoft.com/office/drawing/2014/main" id="{D2CF99C3-2022-DEFF-2917-4C13F9ABF3E5}"/>
              </a:ext>
            </a:extLst>
          </p:cNvPr>
          <p:cNvCxnSpPr>
            <a:cxnSpLocks/>
            <a:stCxn id="1409" idx="2"/>
            <a:endCxn id="1408" idx="3"/>
          </p:cNvCxnSpPr>
          <p:nvPr/>
        </p:nvCxnSpPr>
        <p:spPr>
          <a:xfrm rot="5400000">
            <a:off x="6917379" y="3246817"/>
            <a:ext cx="130805" cy="19807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6" name="CuadroTexto 1415">
            <a:extLst>
              <a:ext uri="{FF2B5EF4-FFF2-40B4-BE49-F238E27FC236}">
                <a16:creationId xmlns:a16="http://schemas.microsoft.com/office/drawing/2014/main" id="{878CA6B1-D663-38B5-F29E-1F04EE5B5F5F}"/>
              </a:ext>
            </a:extLst>
          </p:cNvPr>
          <p:cNvSpPr txBox="1"/>
          <p:nvPr/>
        </p:nvSpPr>
        <p:spPr>
          <a:xfrm>
            <a:off x="3779837" y="3834026"/>
            <a:ext cx="1556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araquidónico</a:t>
            </a:r>
          </a:p>
          <a:p>
            <a:pPr algn="ctr"/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(C20:4</a:t>
            </a:r>
            <a:r>
              <a:rPr lang="es-ES" sz="900" baseline="-25000" dirty="0">
                <a:latin typeface="Arial" panose="020B0604020202020204" pitchFamily="34" charset="0"/>
                <a:cs typeface="Arial" panose="020B0604020202020204" pitchFamily="34" charset="0"/>
              </a:rPr>
              <a:t>5,8,11,14</a:t>
            </a:r>
            <a:r>
              <a:rPr lang="es-ES" sz="9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1417" name="Conector recto de flecha 1416">
            <a:extLst>
              <a:ext uri="{FF2B5EF4-FFF2-40B4-BE49-F238E27FC236}">
                <a16:creationId xmlns:a16="http://schemas.microsoft.com/office/drawing/2014/main" id="{A9EA9DB5-28CF-B16D-77B5-9EE9B1E7D55C}"/>
              </a:ext>
            </a:extLst>
          </p:cNvPr>
          <p:cNvCxnSpPr>
            <a:cxnSpLocks/>
            <a:stCxn id="1405" idx="1"/>
            <a:endCxn id="1416" idx="3"/>
          </p:cNvCxnSpPr>
          <p:nvPr/>
        </p:nvCxnSpPr>
        <p:spPr>
          <a:xfrm flipH="1" flipV="1">
            <a:off x="5335894" y="4034081"/>
            <a:ext cx="1008250" cy="1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25" name="CuadroTexto 1424">
            <a:extLst>
              <a:ext uri="{FF2B5EF4-FFF2-40B4-BE49-F238E27FC236}">
                <a16:creationId xmlns:a16="http://schemas.microsoft.com/office/drawing/2014/main" id="{EF745BE9-230E-4B81-0C5B-A740C39D61DE}"/>
              </a:ext>
            </a:extLst>
          </p:cNvPr>
          <p:cNvSpPr txBox="1"/>
          <p:nvPr/>
        </p:nvSpPr>
        <p:spPr>
          <a:xfrm>
            <a:off x="5345976" y="3792355"/>
            <a:ext cx="1098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l-GR" sz="11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desaturasa</a:t>
            </a:r>
            <a:endParaRPr lang="es-E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7" name="CuadroTexto 1426">
            <a:extLst>
              <a:ext uri="{FF2B5EF4-FFF2-40B4-BE49-F238E27FC236}">
                <a16:creationId xmlns:a16="http://schemas.microsoft.com/office/drawing/2014/main" id="{0CC74C61-A560-62B7-D1B3-E3E4A634A1A7}"/>
              </a:ext>
            </a:extLst>
          </p:cNvPr>
          <p:cNvSpPr txBox="1"/>
          <p:nvPr/>
        </p:nvSpPr>
        <p:spPr>
          <a:xfrm>
            <a:off x="2870163" y="4630692"/>
            <a:ext cx="1223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Prostaglandinas y tromboxanos</a:t>
            </a:r>
          </a:p>
        </p:txBody>
      </p:sp>
      <p:sp>
        <p:nvSpPr>
          <p:cNvPr id="1428" name="CuadroTexto 1427">
            <a:extLst>
              <a:ext uri="{FF2B5EF4-FFF2-40B4-BE49-F238E27FC236}">
                <a16:creationId xmlns:a16="http://schemas.microsoft.com/office/drawing/2014/main" id="{899171C9-9E2A-A9CD-01B9-D6B3767C9DD7}"/>
              </a:ext>
            </a:extLst>
          </p:cNvPr>
          <p:cNvSpPr txBox="1"/>
          <p:nvPr/>
        </p:nvSpPr>
        <p:spPr>
          <a:xfrm>
            <a:off x="5685587" y="4628492"/>
            <a:ext cx="76531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Epóxidos y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dioles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9" name="CuadroTexto 1428">
            <a:extLst>
              <a:ext uri="{FF2B5EF4-FFF2-40B4-BE49-F238E27FC236}">
                <a16:creationId xmlns:a16="http://schemas.microsoft.com/office/drawing/2014/main" id="{BE2AAB27-6637-8972-005A-57510D1B1DCF}"/>
              </a:ext>
            </a:extLst>
          </p:cNvPr>
          <p:cNvSpPr txBox="1"/>
          <p:nvPr/>
        </p:nvSpPr>
        <p:spPr>
          <a:xfrm>
            <a:off x="4368920" y="4626927"/>
            <a:ext cx="10204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Leucotrienos y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lipoxinas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30" name="Conector: angular 1429">
            <a:extLst>
              <a:ext uri="{FF2B5EF4-FFF2-40B4-BE49-F238E27FC236}">
                <a16:creationId xmlns:a16="http://schemas.microsoft.com/office/drawing/2014/main" id="{403EDD9E-6B16-D6F0-AB28-96E9E51A093C}"/>
              </a:ext>
            </a:extLst>
          </p:cNvPr>
          <p:cNvCxnSpPr>
            <a:cxnSpLocks/>
            <a:stCxn id="1416" idx="2"/>
            <a:endCxn id="1427" idx="0"/>
          </p:cNvCxnSpPr>
          <p:nvPr/>
        </p:nvCxnSpPr>
        <p:spPr>
          <a:xfrm rot="5400000">
            <a:off x="3821525" y="3894351"/>
            <a:ext cx="396556" cy="1076126"/>
          </a:xfrm>
          <a:prstGeom prst="bentConnector3">
            <a:avLst>
              <a:gd name="adj1" fmla="val 19118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1" name="CuadroTexto 1430">
            <a:extLst>
              <a:ext uri="{FF2B5EF4-FFF2-40B4-BE49-F238E27FC236}">
                <a16:creationId xmlns:a16="http://schemas.microsoft.com/office/drawing/2014/main" id="{29160E45-84B4-A4B1-ACB9-27B23CD4456D}"/>
              </a:ext>
            </a:extLst>
          </p:cNvPr>
          <p:cNvSpPr txBox="1"/>
          <p:nvPr/>
        </p:nvSpPr>
        <p:spPr>
          <a:xfrm>
            <a:off x="2904657" y="4251577"/>
            <a:ext cx="60785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COX1,</a:t>
            </a:r>
          </a:p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COX2</a:t>
            </a:r>
          </a:p>
        </p:txBody>
      </p:sp>
      <p:cxnSp>
        <p:nvCxnSpPr>
          <p:cNvPr id="1432" name="Conector: angular 1431">
            <a:extLst>
              <a:ext uri="{FF2B5EF4-FFF2-40B4-BE49-F238E27FC236}">
                <a16:creationId xmlns:a16="http://schemas.microsoft.com/office/drawing/2014/main" id="{2E60A242-654E-721D-F5E0-7AD8D576B969}"/>
              </a:ext>
            </a:extLst>
          </p:cNvPr>
          <p:cNvCxnSpPr>
            <a:cxnSpLocks/>
            <a:stCxn id="1416" idx="2"/>
            <a:endCxn id="1429" idx="0"/>
          </p:cNvCxnSpPr>
          <p:nvPr/>
        </p:nvCxnSpPr>
        <p:spPr>
          <a:xfrm rot="16200000" flipH="1">
            <a:off x="4522121" y="4269881"/>
            <a:ext cx="392791" cy="321300"/>
          </a:xfrm>
          <a:prstGeom prst="bentConnector3">
            <a:avLst>
              <a:gd name="adj1" fmla="val 18822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3" name="CuadroTexto 1432">
            <a:extLst>
              <a:ext uri="{FF2B5EF4-FFF2-40B4-BE49-F238E27FC236}">
                <a16:creationId xmlns:a16="http://schemas.microsoft.com/office/drawing/2014/main" id="{6478E983-D449-24AA-B3AA-F6A78C94916C}"/>
              </a:ext>
            </a:extLst>
          </p:cNvPr>
          <p:cNvSpPr txBox="1"/>
          <p:nvPr/>
        </p:nvSpPr>
        <p:spPr>
          <a:xfrm>
            <a:off x="4434641" y="4361769"/>
            <a:ext cx="46679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LOX</a:t>
            </a:r>
          </a:p>
        </p:txBody>
      </p:sp>
      <p:cxnSp>
        <p:nvCxnSpPr>
          <p:cNvPr id="1434" name="Conector: angular 1433">
            <a:extLst>
              <a:ext uri="{FF2B5EF4-FFF2-40B4-BE49-F238E27FC236}">
                <a16:creationId xmlns:a16="http://schemas.microsoft.com/office/drawing/2014/main" id="{72AD7CE3-8AAA-FE9C-E3A6-06A21DAD65BC}"/>
              </a:ext>
            </a:extLst>
          </p:cNvPr>
          <p:cNvCxnSpPr>
            <a:cxnSpLocks/>
            <a:stCxn id="1416" idx="2"/>
            <a:endCxn id="1428" idx="0"/>
          </p:cNvCxnSpPr>
          <p:nvPr/>
        </p:nvCxnSpPr>
        <p:spPr>
          <a:xfrm rot="16200000" flipH="1">
            <a:off x="5115877" y="3676125"/>
            <a:ext cx="394356" cy="1510378"/>
          </a:xfrm>
          <a:prstGeom prst="bentConnector3">
            <a:avLst>
              <a:gd name="adj1" fmla="val 18946"/>
            </a:avLst>
          </a:prstGeom>
          <a:ln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35" name="CuadroTexto 1434">
            <a:extLst>
              <a:ext uri="{FF2B5EF4-FFF2-40B4-BE49-F238E27FC236}">
                <a16:creationId xmlns:a16="http://schemas.microsoft.com/office/drawing/2014/main" id="{DDD1205F-022B-BC8D-2A30-60AEFEA5377A}"/>
              </a:ext>
            </a:extLst>
          </p:cNvPr>
          <p:cNvSpPr txBox="1"/>
          <p:nvPr/>
        </p:nvSpPr>
        <p:spPr>
          <a:xfrm>
            <a:off x="5366190" y="4352628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CytP450</a:t>
            </a:r>
          </a:p>
        </p:txBody>
      </p:sp>
      <p:sp>
        <p:nvSpPr>
          <p:cNvPr id="1436" name="CuadroTexto 1435">
            <a:extLst>
              <a:ext uri="{FF2B5EF4-FFF2-40B4-BE49-F238E27FC236}">
                <a16:creationId xmlns:a16="http://schemas.microsoft.com/office/drawing/2014/main" id="{2D1FC696-4ECA-1E7F-9673-761AF3F5B207}"/>
              </a:ext>
            </a:extLst>
          </p:cNvPr>
          <p:cNvSpPr txBox="1"/>
          <p:nvPr/>
        </p:nvSpPr>
        <p:spPr>
          <a:xfrm>
            <a:off x="2937797" y="5075168"/>
            <a:ext cx="3447748" cy="261610"/>
          </a:xfrm>
          <a:prstGeom prst="rect">
            <a:avLst/>
          </a:prstGeom>
          <a:solidFill>
            <a:schemeClr val="tx2">
              <a:lumMod val="50000"/>
              <a:lumOff val="50000"/>
              <a:alpha val="10000"/>
            </a:schemeClr>
          </a:solidFill>
          <a:ln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Eicosanoides</a:t>
            </a:r>
          </a:p>
        </p:txBody>
      </p:sp>
      <p:sp>
        <p:nvSpPr>
          <p:cNvPr id="1443" name="CuadroTexto 1442">
            <a:extLst>
              <a:ext uri="{FF2B5EF4-FFF2-40B4-BE49-F238E27FC236}">
                <a16:creationId xmlns:a16="http://schemas.microsoft.com/office/drawing/2014/main" id="{5672E2E4-F8F2-553B-66B3-AAC747140CDC}"/>
              </a:ext>
            </a:extLst>
          </p:cNvPr>
          <p:cNvSpPr txBox="1"/>
          <p:nvPr/>
        </p:nvSpPr>
        <p:spPr>
          <a:xfrm>
            <a:off x="6199907" y="5655940"/>
            <a:ext cx="131638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fosfatídico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(diacilglicerol-3-P)</a:t>
            </a:r>
          </a:p>
        </p:txBody>
      </p:sp>
      <p:cxnSp>
        <p:nvCxnSpPr>
          <p:cNvPr id="1444" name="Conector: angular 1443">
            <a:extLst>
              <a:ext uri="{FF2B5EF4-FFF2-40B4-BE49-F238E27FC236}">
                <a16:creationId xmlns:a16="http://schemas.microsoft.com/office/drawing/2014/main" id="{8FE14BB2-C0E2-B6DE-E5D9-8C372F300E9E}"/>
              </a:ext>
            </a:extLst>
          </p:cNvPr>
          <p:cNvCxnSpPr>
            <a:cxnSpLocks/>
            <a:stCxn id="1293" idx="3"/>
            <a:endCxn id="1450" idx="1"/>
          </p:cNvCxnSpPr>
          <p:nvPr/>
        </p:nvCxnSpPr>
        <p:spPr>
          <a:xfrm flipV="1">
            <a:off x="1968290" y="5873550"/>
            <a:ext cx="1575283" cy="2123024"/>
          </a:xfrm>
          <a:prstGeom prst="bentConnector3">
            <a:avLst>
              <a:gd name="adj1" fmla="val 31342"/>
            </a:avLst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50" name="CuadroTexto 1449">
            <a:extLst>
              <a:ext uri="{FF2B5EF4-FFF2-40B4-BE49-F238E27FC236}">
                <a16:creationId xmlns:a16="http://schemas.microsoft.com/office/drawing/2014/main" id="{BDBF6519-A0F9-EE81-9731-A7F5FB23140D}"/>
              </a:ext>
            </a:extLst>
          </p:cNvPr>
          <p:cNvSpPr txBox="1"/>
          <p:nvPr/>
        </p:nvSpPr>
        <p:spPr>
          <a:xfrm>
            <a:off x="3543573" y="5658106"/>
            <a:ext cx="12380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Monoacilglicerol-3-fosfato</a:t>
            </a:r>
          </a:p>
        </p:txBody>
      </p:sp>
      <p:sp>
        <p:nvSpPr>
          <p:cNvPr id="1454" name="CuadroTexto 1453">
            <a:extLst>
              <a:ext uri="{FF2B5EF4-FFF2-40B4-BE49-F238E27FC236}">
                <a16:creationId xmlns:a16="http://schemas.microsoft.com/office/drawing/2014/main" id="{DA7E1B33-A096-38A8-4540-31FB549E2F46}"/>
              </a:ext>
            </a:extLst>
          </p:cNvPr>
          <p:cNvSpPr txBox="1"/>
          <p:nvPr/>
        </p:nvSpPr>
        <p:spPr>
          <a:xfrm>
            <a:off x="2537375" y="6000137"/>
            <a:ext cx="6639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</a:t>
            </a:r>
          </a:p>
        </p:txBody>
      </p:sp>
      <p:cxnSp>
        <p:nvCxnSpPr>
          <p:cNvPr id="1455" name="Conector: curvado 1454">
            <a:extLst>
              <a:ext uri="{FF2B5EF4-FFF2-40B4-BE49-F238E27FC236}">
                <a16:creationId xmlns:a16="http://schemas.microsoft.com/office/drawing/2014/main" id="{D35D343E-4FDF-9FD3-271D-9A2E30CB0F5B}"/>
              </a:ext>
            </a:extLst>
          </p:cNvPr>
          <p:cNvCxnSpPr>
            <a:cxnSpLocks/>
            <a:stCxn id="1454" idx="0"/>
          </p:cNvCxnSpPr>
          <p:nvPr/>
        </p:nvCxnSpPr>
        <p:spPr>
          <a:xfrm rot="5400000" flipH="1" flipV="1">
            <a:off x="2965018" y="5764756"/>
            <a:ext cx="139721" cy="33104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CuadroTexto 1457">
            <a:extLst>
              <a:ext uri="{FF2B5EF4-FFF2-40B4-BE49-F238E27FC236}">
                <a16:creationId xmlns:a16="http://schemas.microsoft.com/office/drawing/2014/main" id="{11F217CC-536A-3C11-BDD1-6B4B62FF408B}"/>
              </a:ext>
            </a:extLst>
          </p:cNvPr>
          <p:cNvSpPr txBox="1"/>
          <p:nvPr/>
        </p:nvSpPr>
        <p:spPr>
          <a:xfrm>
            <a:off x="2444541" y="5433391"/>
            <a:ext cx="13007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Glicerol-3-fosfato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aciltransferasa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60" name="Conector recto de flecha 1459">
            <a:extLst>
              <a:ext uri="{FF2B5EF4-FFF2-40B4-BE49-F238E27FC236}">
                <a16:creationId xmlns:a16="http://schemas.microsoft.com/office/drawing/2014/main" id="{A7065D08-9FAF-3F89-6FAB-C4529DB31748}"/>
              </a:ext>
            </a:extLst>
          </p:cNvPr>
          <p:cNvCxnSpPr>
            <a:cxnSpLocks/>
            <a:stCxn id="1450" idx="3"/>
            <a:endCxn id="1443" idx="1"/>
          </p:cNvCxnSpPr>
          <p:nvPr/>
        </p:nvCxnSpPr>
        <p:spPr>
          <a:xfrm flipV="1">
            <a:off x="4781598" y="5871384"/>
            <a:ext cx="1418309" cy="21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3" name="CuadroTexto 1462">
            <a:extLst>
              <a:ext uri="{FF2B5EF4-FFF2-40B4-BE49-F238E27FC236}">
                <a16:creationId xmlns:a16="http://schemas.microsoft.com/office/drawing/2014/main" id="{AB2939DC-6C74-C127-4406-B843A7A7E93F}"/>
              </a:ext>
            </a:extLst>
          </p:cNvPr>
          <p:cNvSpPr txBox="1"/>
          <p:nvPr/>
        </p:nvSpPr>
        <p:spPr>
          <a:xfrm>
            <a:off x="4656291" y="5451324"/>
            <a:ext cx="15828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1-acilglicerol-3-fosfato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aciltransferasa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5" name="CuadroTexto 1464">
            <a:extLst>
              <a:ext uri="{FF2B5EF4-FFF2-40B4-BE49-F238E27FC236}">
                <a16:creationId xmlns:a16="http://schemas.microsoft.com/office/drawing/2014/main" id="{CD701B03-70CA-A5BF-F1B1-9D81FB041AB4}"/>
              </a:ext>
            </a:extLst>
          </p:cNvPr>
          <p:cNvSpPr txBox="1"/>
          <p:nvPr/>
        </p:nvSpPr>
        <p:spPr>
          <a:xfrm>
            <a:off x="6485608" y="7011841"/>
            <a:ext cx="490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DAG</a:t>
            </a:r>
          </a:p>
        </p:txBody>
      </p:sp>
      <p:sp>
        <p:nvSpPr>
          <p:cNvPr id="1466" name="CuadroTexto 1465">
            <a:extLst>
              <a:ext uri="{FF2B5EF4-FFF2-40B4-BE49-F238E27FC236}">
                <a16:creationId xmlns:a16="http://schemas.microsoft.com/office/drawing/2014/main" id="{204600BE-D30B-CC59-2154-450B1AAE4FD9}"/>
              </a:ext>
            </a:extLst>
          </p:cNvPr>
          <p:cNvSpPr txBox="1"/>
          <p:nvPr/>
        </p:nvSpPr>
        <p:spPr>
          <a:xfrm>
            <a:off x="6493623" y="7664606"/>
            <a:ext cx="474810" cy="261610"/>
          </a:xfrm>
          <a:prstGeom prst="rect">
            <a:avLst/>
          </a:prstGeom>
          <a:solidFill>
            <a:schemeClr val="accent6">
              <a:alpha val="10000"/>
            </a:schemeClr>
          </a:solidFill>
          <a:ln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TAG</a:t>
            </a:r>
          </a:p>
        </p:txBody>
      </p:sp>
      <p:sp>
        <p:nvSpPr>
          <p:cNvPr id="1467" name="CuadroTexto 1466">
            <a:extLst>
              <a:ext uri="{FF2B5EF4-FFF2-40B4-BE49-F238E27FC236}">
                <a16:creationId xmlns:a16="http://schemas.microsoft.com/office/drawing/2014/main" id="{41D1358A-D623-4388-4DD6-DD6BF4569659}"/>
              </a:ext>
            </a:extLst>
          </p:cNvPr>
          <p:cNvSpPr txBox="1"/>
          <p:nvPr/>
        </p:nvSpPr>
        <p:spPr>
          <a:xfrm>
            <a:off x="6883365" y="7290998"/>
            <a:ext cx="7360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Acil-CoA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68" name="Conector recto de flecha 1467">
            <a:extLst>
              <a:ext uri="{FF2B5EF4-FFF2-40B4-BE49-F238E27FC236}">
                <a16:creationId xmlns:a16="http://schemas.microsoft.com/office/drawing/2014/main" id="{2309996C-BB5F-5802-A768-18DE2F6F6C56}"/>
              </a:ext>
            </a:extLst>
          </p:cNvPr>
          <p:cNvCxnSpPr>
            <a:cxnSpLocks/>
            <a:endCxn id="1465" idx="0"/>
          </p:cNvCxnSpPr>
          <p:nvPr/>
        </p:nvCxnSpPr>
        <p:spPr>
          <a:xfrm>
            <a:off x="6731028" y="6103767"/>
            <a:ext cx="0" cy="9080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9" name="CuadroTexto 1468">
            <a:extLst>
              <a:ext uri="{FF2B5EF4-FFF2-40B4-BE49-F238E27FC236}">
                <a16:creationId xmlns:a16="http://schemas.microsoft.com/office/drawing/2014/main" id="{B478B72D-A696-DB1E-EDEB-1B058CB61E8D}"/>
              </a:ext>
            </a:extLst>
          </p:cNvPr>
          <p:cNvSpPr txBox="1"/>
          <p:nvPr/>
        </p:nvSpPr>
        <p:spPr>
          <a:xfrm>
            <a:off x="6885802" y="6703378"/>
            <a:ext cx="3041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cxnSp>
        <p:nvCxnSpPr>
          <p:cNvPr id="1470" name="Conector: curvado 1469">
            <a:extLst>
              <a:ext uri="{FF2B5EF4-FFF2-40B4-BE49-F238E27FC236}">
                <a16:creationId xmlns:a16="http://schemas.microsoft.com/office/drawing/2014/main" id="{50D09839-496E-2BDC-3B30-AED5C7373373}"/>
              </a:ext>
            </a:extLst>
          </p:cNvPr>
          <p:cNvCxnSpPr>
            <a:cxnSpLocks/>
            <a:endCxn id="1469" idx="1"/>
          </p:cNvCxnSpPr>
          <p:nvPr/>
        </p:nvCxnSpPr>
        <p:spPr>
          <a:xfrm rot="16200000" flipH="1">
            <a:off x="6703110" y="6651491"/>
            <a:ext cx="214090" cy="15129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1" name="Conector recto de flecha 1470">
            <a:extLst>
              <a:ext uri="{FF2B5EF4-FFF2-40B4-BE49-F238E27FC236}">
                <a16:creationId xmlns:a16="http://schemas.microsoft.com/office/drawing/2014/main" id="{9111C216-9EB0-E70B-2B05-B7AF896F6D70}"/>
              </a:ext>
            </a:extLst>
          </p:cNvPr>
          <p:cNvCxnSpPr>
            <a:cxnSpLocks/>
            <a:stCxn id="1465" idx="2"/>
            <a:endCxn id="1466" idx="0"/>
          </p:cNvCxnSpPr>
          <p:nvPr/>
        </p:nvCxnSpPr>
        <p:spPr>
          <a:xfrm>
            <a:off x="6731028" y="7273451"/>
            <a:ext cx="0" cy="3911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2" name="Conector: curvado 1471">
            <a:extLst>
              <a:ext uri="{FF2B5EF4-FFF2-40B4-BE49-F238E27FC236}">
                <a16:creationId xmlns:a16="http://schemas.microsoft.com/office/drawing/2014/main" id="{056BE1D5-3E0A-1284-4106-5D87551F7187}"/>
              </a:ext>
            </a:extLst>
          </p:cNvPr>
          <p:cNvCxnSpPr>
            <a:cxnSpLocks/>
            <a:stCxn id="1467" idx="1"/>
            <a:endCxn id="1466" idx="0"/>
          </p:cNvCxnSpPr>
          <p:nvPr/>
        </p:nvCxnSpPr>
        <p:spPr>
          <a:xfrm rot="10800000" flipV="1">
            <a:off x="6731029" y="7421802"/>
            <a:ext cx="152337" cy="24280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3" name="CuadroTexto 1472">
            <a:extLst>
              <a:ext uri="{FF2B5EF4-FFF2-40B4-BE49-F238E27FC236}">
                <a16:creationId xmlns:a16="http://schemas.microsoft.com/office/drawing/2014/main" id="{96D1F2DA-F4FB-BF05-4B57-CA4467236071}"/>
              </a:ext>
            </a:extLst>
          </p:cNvPr>
          <p:cNvSpPr txBox="1"/>
          <p:nvPr/>
        </p:nvSpPr>
        <p:spPr>
          <a:xfrm>
            <a:off x="5838692" y="6417966"/>
            <a:ext cx="89233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Ácido fosfatídico fosfatasa</a:t>
            </a:r>
          </a:p>
        </p:txBody>
      </p:sp>
      <p:sp>
        <p:nvSpPr>
          <p:cNvPr id="1474" name="CuadroTexto 1473">
            <a:extLst>
              <a:ext uri="{FF2B5EF4-FFF2-40B4-BE49-F238E27FC236}">
                <a16:creationId xmlns:a16="http://schemas.microsoft.com/office/drawing/2014/main" id="{801F005D-7F56-E99F-E480-55FF3AD61384}"/>
              </a:ext>
            </a:extLst>
          </p:cNvPr>
          <p:cNvSpPr txBox="1"/>
          <p:nvPr/>
        </p:nvSpPr>
        <p:spPr>
          <a:xfrm>
            <a:off x="5838692" y="7222476"/>
            <a:ext cx="8923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Acil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transferasa</a:t>
            </a:r>
          </a:p>
        </p:txBody>
      </p:sp>
      <p:cxnSp>
        <p:nvCxnSpPr>
          <p:cNvPr id="1477" name="Conector: angular 1476">
            <a:extLst>
              <a:ext uri="{FF2B5EF4-FFF2-40B4-BE49-F238E27FC236}">
                <a16:creationId xmlns:a16="http://schemas.microsoft.com/office/drawing/2014/main" id="{2277B7EF-5E49-DA82-824A-98EED465CAE6}"/>
              </a:ext>
            </a:extLst>
          </p:cNvPr>
          <p:cNvCxnSpPr>
            <a:cxnSpLocks/>
            <a:endCxn id="1486" idx="0"/>
          </p:cNvCxnSpPr>
          <p:nvPr/>
        </p:nvCxnSpPr>
        <p:spPr>
          <a:xfrm rot="10800000" flipV="1">
            <a:off x="3860086" y="6433691"/>
            <a:ext cx="2881337" cy="16338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3" name="Conector: angular 1482">
            <a:extLst>
              <a:ext uri="{FF2B5EF4-FFF2-40B4-BE49-F238E27FC236}">
                <a16:creationId xmlns:a16="http://schemas.microsoft.com/office/drawing/2014/main" id="{D8089363-28E8-DA22-2F59-96D00D1DA9F6}"/>
              </a:ext>
            </a:extLst>
          </p:cNvPr>
          <p:cNvCxnSpPr>
            <a:cxnSpLocks/>
            <a:stCxn id="1508" idx="2"/>
            <a:endCxn id="1516" idx="0"/>
          </p:cNvCxnSpPr>
          <p:nvPr/>
        </p:nvCxnSpPr>
        <p:spPr>
          <a:xfrm rot="5400000">
            <a:off x="3887402" y="7275846"/>
            <a:ext cx="343465" cy="1498101"/>
          </a:xfrm>
          <a:prstGeom prst="bentConnector3">
            <a:avLst>
              <a:gd name="adj1" fmla="val 3142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4" name="CuadroTexto 1483">
            <a:extLst>
              <a:ext uri="{FF2B5EF4-FFF2-40B4-BE49-F238E27FC236}">
                <a16:creationId xmlns:a16="http://schemas.microsoft.com/office/drawing/2014/main" id="{7E2C92AD-AFA4-8ED5-7E9F-DD472CBBAFC1}"/>
              </a:ext>
            </a:extLst>
          </p:cNvPr>
          <p:cNvSpPr txBox="1"/>
          <p:nvPr/>
        </p:nvSpPr>
        <p:spPr>
          <a:xfrm>
            <a:off x="5305310" y="6588913"/>
            <a:ext cx="4683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CTP</a:t>
            </a:r>
          </a:p>
        </p:txBody>
      </p:sp>
      <p:sp>
        <p:nvSpPr>
          <p:cNvPr id="1486" name="CuadroTexto 1485">
            <a:extLst>
              <a:ext uri="{FF2B5EF4-FFF2-40B4-BE49-F238E27FC236}">
                <a16:creationId xmlns:a16="http://schemas.microsoft.com/office/drawing/2014/main" id="{35B58E73-A5E8-85D2-FFE9-BB70DE4E176F}"/>
              </a:ext>
            </a:extLst>
          </p:cNvPr>
          <p:cNvSpPr txBox="1"/>
          <p:nvPr/>
        </p:nvSpPr>
        <p:spPr>
          <a:xfrm>
            <a:off x="3438389" y="6597077"/>
            <a:ext cx="8433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CDP-DAG</a:t>
            </a:r>
          </a:p>
        </p:txBody>
      </p:sp>
      <p:cxnSp>
        <p:nvCxnSpPr>
          <p:cNvPr id="1490" name="Conector: curvado 1489">
            <a:extLst>
              <a:ext uri="{FF2B5EF4-FFF2-40B4-BE49-F238E27FC236}">
                <a16:creationId xmlns:a16="http://schemas.microsoft.com/office/drawing/2014/main" id="{420022BF-0155-FFBA-7A72-20402EF7D91D}"/>
              </a:ext>
            </a:extLst>
          </p:cNvPr>
          <p:cNvCxnSpPr>
            <a:cxnSpLocks/>
            <a:stCxn id="1484" idx="0"/>
          </p:cNvCxnSpPr>
          <p:nvPr/>
        </p:nvCxnSpPr>
        <p:spPr>
          <a:xfrm rot="16200000" flipV="1">
            <a:off x="5116363" y="6165766"/>
            <a:ext cx="152225" cy="69406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3" name="CuadroTexto 1492">
            <a:extLst>
              <a:ext uri="{FF2B5EF4-FFF2-40B4-BE49-F238E27FC236}">
                <a16:creationId xmlns:a16="http://schemas.microsoft.com/office/drawing/2014/main" id="{FF3D64E5-8EE8-CFE1-CE7B-6563C2BB4DE8}"/>
              </a:ext>
            </a:extLst>
          </p:cNvPr>
          <p:cNvSpPr txBox="1"/>
          <p:nvPr/>
        </p:nvSpPr>
        <p:spPr>
          <a:xfrm>
            <a:off x="4310856" y="6181181"/>
            <a:ext cx="13641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CDP-DAG sintasa</a:t>
            </a:r>
          </a:p>
        </p:txBody>
      </p:sp>
      <p:sp>
        <p:nvSpPr>
          <p:cNvPr id="1494" name="CuadroTexto 1493">
            <a:extLst>
              <a:ext uri="{FF2B5EF4-FFF2-40B4-BE49-F238E27FC236}">
                <a16:creationId xmlns:a16="http://schemas.microsoft.com/office/drawing/2014/main" id="{184CB5FA-A098-EF0D-4944-0F7DB2FF0795}"/>
              </a:ext>
            </a:extLst>
          </p:cNvPr>
          <p:cNvSpPr txBox="1"/>
          <p:nvPr/>
        </p:nvSpPr>
        <p:spPr>
          <a:xfrm>
            <a:off x="2572977" y="7506916"/>
            <a:ext cx="1279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Fosfatidilinositol</a:t>
            </a:r>
          </a:p>
        </p:txBody>
      </p:sp>
      <p:cxnSp>
        <p:nvCxnSpPr>
          <p:cNvPr id="1495" name="Conector: angular 1494">
            <a:extLst>
              <a:ext uri="{FF2B5EF4-FFF2-40B4-BE49-F238E27FC236}">
                <a16:creationId xmlns:a16="http://schemas.microsoft.com/office/drawing/2014/main" id="{E6082CDC-5F6B-334C-D7D9-2592E8B2680A}"/>
              </a:ext>
            </a:extLst>
          </p:cNvPr>
          <p:cNvCxnSpPr>
            <a:cxnSpLocks/>
            <a:stCxn id="1486" idx="1"/>
            <a:endCxn id="1494" idx="0"/>
          </p:cNvCxnSpPr>
          <p:nvPr/>
        </p:nvCxnSpPr>
        <p:spPr>
          <a:xfrm rot="10800000" flipV="1">
            <a:off x="3212491" y="6727882"/>
            <a:ext cx="225899" cy="77903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2" name="CuadroTexto 1501">
            <a:extLst>
              <a:ext uri="{FF2B5EF4-FFF2-40B4-BE49-F238E27FC236}">
                <a16:creationId xmlns:a16="http://schemas.microsoft.com/office/drawing/2014/main" id="{9096DB5E-3C8D-DE4B-8DF6-B75F9CEE360B}"/>
              </a:ext>
            </a:extLst>
          </p:cNvPr>
          <p:cNvSpPr txBox="1"/>
          <p:nvPr/>
        </p:nvSpPr>
        <p:spPr>
          <a:xfrm>
            <a:off x="2371687" y="6435980"/>
            <a:ext cx="1279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Inositol</a:t>
            </a:r>
          </a:p>
        </p:txBody>
      </p:sp>
      <p:cxnSp>
        <p:nvCxnSpPr>
          <p:cNvPr id="1503" name="Conector: curvado 1502">
            <a:extLst>
              <a:ext uri="{FF2B5EF4-FFF2-40B4-BE49-F238E27FC236}">
                <a16:creationId xmlns:a16="http://schemas.microsoft.com/office/drawing/2014/main" id="{5ABBCF0D-CD9C-8B4B-352C-EF730299B3E1}"/>
              </a:ext>
            </a:extLst>
          </p:cNvPr>
          <p:cNvCxnSpPr>
            <a:cxnSpLocks/>
            <a:stCxn id="1502" idx="2"/>
          </p:cNvCxnSpPr>
          <p:nvPr/>
        </p:nvCxnSpPr>
        <p:spPr>
          <a:xfrm rot="16200000" flipH="1">
            <a:off x="3033418" y="6675372"/>
            <a:ext cx="161097" cy="20553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6" name="CuadroTexto 1505">
            <a:extLst>
              <a:ext uri="{FF2B5EF4-FFF2-40B4-BE49-F238E27FC236}">
                <a16:creationId xmlns:a16="http://schemas.microsoft.com/office/drawing/2014/main" id="{E0A9DA46-A596-05C3-F32C-11E64599C949}"/>
              </a:ext>
            </a:extLst>
          </p:cNvPr>
          <p:cNvSpPr txBox="1"/>
          <p:nvPr/>
        </p:nvSpPr>
        <p:spPr>
          <a:xfrm>
            <a:off x="3140252" y="6811571"/>
            <a:ext cx="15215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CDP-Diacilglicerol Inositol </a:t>
            </a:r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Fosfatidiltransferasa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08" name="CuadroTexto 1507">
            <a:extLst>
              <a:ext uri="{FF2B5EF4-FFF2-40B4-BE49-F238E27FC236}">
                <a16:creationId xmlns:a16="http://schemas.microsoft.com/office/drawing/2014/main" id="{51276B92-B511-EB02-783B-19CAFB2F3FDE}"/>
              </a:ext>
            </a:extLst>
          </p:cNvPr>
          <p:cNvSpPr txBox="1"/>
          <p:nvPr/>
        </p:nvSpPr>
        <p:spPr>
          <a:xfrm>
            <a:off x="4168671" y="7422277"/>
            <a:ext cx="12790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Fosfatidilglicerol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fosfato</a:t>
            </a:r>
          </a:p>
        </p:txBody>
      </p:sp>
      <p:cxnSp>
        <p:nvCxnSpPr>
          <p:cNvPr id="1509" name="Conector: angular 1508">
            <a:extLst>
              <a:ext uri="{FF2B5EF4-FFF2-40B4-BE49-F238E27FC236}">
                <a16:creationId xmlns:a16="http://schemas.microsoft.com/office/drawing/2014/main" id="{4933DA87-1531-7C5F-95C9-DDB2F75EF946}"/>
              </a:ext>
            </a:extLst>
          </p:cNvPr>
          <p:cNvCxnSpPr>
            <a:cxnSpLocks/>
            <a:stCxn id="1486" idx="3"/>
            <a:endCxn id="1508" idx="0"/>
          </p:cNvCxnSpPr>
          <p:nvPr/>
        </p:nvCxnSpPr>
        <p:spPr>
          <a:xfrm>
            <a:off x="4281781" y="6727882"/>
            <a:ext cx="526403" cy="69439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2" name="CuadroTexto 1511">
            <a:extLst>
              <a:ext uri="{FF2B5EF4-FFF2-40B4-BE49-F238E27FC236}">
                <a16:creationId xmlns:a16="http://schemas.microsoft.com/office/drawing/2014/main" id="{6521E720-6561-6B4B-2E4A-9B5CF2F739E4}"/>
              </a:ext>
            </a:extLst>
          </p:cNvPr>
          <p:cNvSpPr txBox="1"/>
          <p:nvPr/>
        </p:nvSpPr>
        <p:spPr>
          <a:xfrm>
            <a:off x="4936932" y="6821082"/>
            <a:ext cx="9683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Glicerol-3P</a:t>
            </a:r>
          </a:p>
        </p:txBody>
      </p:sp>
      <p:cxnSp>
        <p:nvCxnSpPr>
          <p:cNvPr id="1513" name="Conector: curvado 1512">
            <a:extLst>
              <a:ext uri="{FF2B5EF4-FFF2-40B4-BE49-F238E27FC236}">
                <a16:creationId xmlns:a16="http://schemas.microsoft.com/office/drawing/2014/main" id="{7016EEC3-ED2D-832C-0F0E-22A0D092EE87}"/>
              </a:ext>
            </a:extLst>
          </p:cNvPr>
          <p:cNvCxnSpPr>
            <a:cxnSpLocks/>
            <a:stCxn id="1512" idx="1"/>
          </p:cNvCxnSpPr>
          <p:nvPr/>
        </p:nvCxnSpPr>
        <p:spPr>
          <a:xfrm rot="10800000" flipV="1">
            <a:off x="4816930" y="6951886"/>
            <a:ext cx="120003" cy="25717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CuadroTexto 1515">
            <a:extLst>
              <a:ext uri="{FF2B5EF4-FFF2-40B4-BE49-F238E27FC236}">
                <a16:creationId xmlns:a16="http://schemas.microsoft.com/office/drawing/2014/main" id="{8940F47F-B375-04EC-FAAC-CF18CB28D25E}"/>
              </a:ext>
            </a:extLst>
          </p:cNvPr>
          <p:cNvSpPr txBox="1"/>
          <p:nvPr/>
        </p:nvSpPr>
        <p:spPr>
          <a:xfrm>
            <a:off x="2670570" y="8196629"/>
            <a:ext cx="1279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Fosfatidilglicerol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17" name="Conector recto de flecha 1516">
            <a:extLst>
              <a:ext uri="{FF2B5EF4-FFF2-40B4-BE49-F238E27FC236}">
                <a16:creationId xmlns:a16="http://schemas.microsoft.com/office/drawing/2014/main" id="{99B77237-0F3D-E9E0-C6AD-681D8D230B2D}"/>
              </a:ext>
            </a:extLst>
          </p:cNvPr>
          <p:cNvCxnSpPr>
            <a:cxnSpLocks/>
            <a:stCxn id="1516" idx="2"/>
            <a:endCxn id="1521" idx="0"/>
          </p:cNvCxnSpPr>
          <p:nvPr/>
        </p:nvCxnSpPr>
        <p:spPr>
          <a:xfrm>
            <a:off x="3310083" y="8458239"/>
            <a:ext cx="0" cy="7071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1" name="CuadroTexto 1520">
            <a:extLst>
              <a:ext uri="{FF2B5EF4-FFF2-40B4-BE49-F238E27FC236}">
                <a16:creationId xmlns:a16="http://schemas.microsoft.com/office/drawing/2014/main" id="{0513EA33-D484-A81D-F24B-04CA13993D8B}"/>
              </a:ext>
            </a:extLst>
          </p:cNvPr>
          <p:cNvSpPr txBox="1"/>
          <p:nvPr/>
        </p:nvSpPr>
        <p:spPr>
          <a:xfrm>
            <a:off x="2670570" y="9165349"/>
            <a:ext cx="1279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Cardiolipina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24" name="CuadroTexto 1523">
            <a:extLst>
              <a:ext uri="{FF2B5EF4-FFF2-40B4-BE49-F238E27FC236}">
                <a16:creationId xmlns:a16="http://schemas.microsoft.com/office/drawing/2014/main" id="{6EAAB865-6C9E-D17F-D35A-50508DA2D1C4}"/>
              </a:ext>
            </a:extLst>
          </p:cNvPr>
          <p:cNvSpPr txBox="1"/>
          <p:nvPr/>
        </p:nvSpPr>
        <p:spPr>
          <a:xfrm>
            <a:off x="2495446" y="8544330"/>
            <a:ext cx="8433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CDP-DAG</a:t>
            </a:r>
          </a:p>
        </p:txBody>
      </p:sp>
      <p:cxnSp>
        <p:nvCxnSpPr>
          <p:cNvPr id="1525" name="Conector: curvado 1524">
            <a:extLst>
              <a:ext uri="{FF2B5EF4-FFF2-40B4-BE49-F238E27FC236}">
                <a16:creationId xmlns:a16="http://schemas.microsoft.com/office/drawing/2014/main" id="{E487F157-E82D-F6C2-8C57-5A222A861B73}"/>
              </a:ext>
            </a:extLst>
          </p:cNvPr>
          <p:cNvCxnSpPr>
            <a:cxnSpLocks/>
            <a:stCxn id="1524" idx="2"/>
            <a:endCxn id="1521" idx="0"/>
          </p:cNvCxnSpPr>
          <p:nvPr/>
        </p:nvCxnSpPr>
        <p:spPr>
          <a:xfrm rot="16200000" flipH="1">
            <a:off x="2933908" y="8789173"/>
            <a:ext cx="359409" cy="392941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3" name="CuadroTexto 1542">
            <a:extLst>
              <a:ext uri="{FF2B5EF4-FFF2-40B4-BE49-F238E27FC236}">
                <a16:creationId xmlns:a16="http://schemas.microsoft.com/office/drawing/2014/main" id="{2EEC526A-724C-C9D8-000E-720D1AE8986A}"/>
              </a:ext>
            </a:extLst>
          </p:cNvPr>
          <p:cNvSpPr txBox="1"/>
          <p:nvPr/>
        </p:nvSpPr>
        <p:spPr>
          <a:xfrm>
            <a:off x="3647274" y="7928020"/>
            <a:ext cx="12790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Fosfatidilglicerol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fosfatasa</a:t>
            </a:r>
          </a:p>
        </p:txBody>
      </p:sp>
      <p:sp>
        <p:nvSpPr>
          <p:cNvPr id="1544" name="CuadroTexto 1543">
            <a:extLst>
              <a:ext uri="{FF2B5EF4-FFF2-40B4-BE49-F238E27FC236}">
                <a16:creationId xmlns:a16="http://schemas.microsoft.com/office/drawing/2014/main" id="{E03417C8-D174-629F-F0DB-349FA5A0822D}"/>
              </a:ext>
            </a:extLst>
          </p:cNvPr>
          <p:cNvSpPr txBox="1"/>
          <p:nvPr/>
        </p:nvSpPr>
        <p:spPr>
          <a:xfrm>
            <a:off x="3320715" y="8401108"/>
            <a:ext cx="12790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Cardiolipina</a:t>
            </a:r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 sintasa</a:t>
            </a:r>
          </a:p>
        </p:txBody>
      </p:sp>
      <p:sp>
        <p:nvSpPr>
          <p:cNvPr id="1545" name="CuadroTexto 1544">
            <a:extLst>
              <a:ext uri="{FF2B5EF4-FFF2-40B4-BE49-F238E27FC236}">
                <a16:creationId xmlns:a16="http://schemas.microsoft.com/office/drawing/2014/main" id="{7585AAE6-259E-58E5-C520-0E61F0C5CC21}"/>
              </a:ext>
            </a:extLst>
          </p:cNvPr>
          <p:cNvSpPr txBox="1"/>
          <p:nvPr/>
        </p:nvSpPr>
        <p:spPr>
          <a:xfrm>
            <a:off x="6101793" y="8586860"/>
            <a:ext cx="1279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latin typeface="Arial" panose="020B0604020202020204" pitchFamily="34" charset="0"/>
                <a:cs typeface="Arial" panose="020B0604020202020204" pitchFamily="34" charset="0"/>
              </a:rPr>
              <a:t>Fosfatidilcolina</a:t>
            </a:r>
            <a:endParaRPr lang="es-E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6" name="CuadroTexto 1545">
            <a:extLst>
              <a:ext uri="{FF2B5EF4-FFF2-40B4-BE49-F238E27FC236}">
                <a16:creationId xmlns:a16="http://schemas.microsoft.com/office/drawing/2014/main" id="{53EBAC6D-3DB1-7A25-5B9F-CBF38CD2E38A}"/>
              </a:ext>
            </a:extLst>
          </p:cNvPr>
          <p:cNvSpPr txBox="1"/>
          <p:nvPr/>
        </p:nvSpPr>
        <p:spPr>
          <a:xfrm>
            <a:off x="6103002" y="8277677"/>
            <a:ext cx="1517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Fosfatidiletanolamina</a:t>
            </a:r>
          </a:p>
        </p:txBody>
      </p:sp>
      <p:sp>
        <p:nvSpPr>
          <p:cNvPr id="1547" name="CuadroTexto 1546">
            <a:extLst>
              <a:ext uri="{FF2B5EF4-FFF2-40B4-BE49-F238E27FC236}">
                <a16:creationId xmlns:a16="http://schemas.microsoft.com/office/drawing/2014/main" id="{518B99DA-B206-6222-2BFD-147D3F96B3EA}"/>
              </a:ext>
            </a:extLst>
          </p:cNvPr>
          <p:cNvSpPr txBox="1"/>
          <p:nvPr/>
        </p:nvSpPr>
        <p:spPr>
          <a:xfrm>
            <a:off x="6105172" y="8930645"/>
            <a:ext cx="127902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Fosfatidilserina</a:t>
            </a:r>
          </a:p>
        </p:txBody>
      </p:sp>
      <p:cxnSp>
        <p:nvCxnSpPr>
          <p:cNvPr id="1548" name="Conector: angular 1547">
            <a:extLst>
              <a:ext uri="{FF2B5EF4-FFF2-40B4-BE49-F238E27FC236}">
                <a16:creationId xmlns:a16="http://schemas.microsoft.com/office/drawing/2014/main" id="{4160DEB3-4E37-0059-0AF4-4EA0807857CC}"/>
              </a:ext>
            </a:extLst>
          </p:cNvPr>
          <p:cNvCxnSpPr>
            <a:cxnSpLocks/>
            <a:stCxn id="1465" idx="1"/>
            <a:endCxn id="1546" idx="1"/>
          </p:cNvCxnSpPr>
          <p:nvPr/>
        </p:nvCxnSpPr>
        <p:spPr>
          <a:xfrm rot="10800000" flipV="1">
            <a:off x="6103002" y="7142646"/>
            <a:ext cx="382606" cy="1265836"/>
          </a:xfrm>
          <a:prstGeom prst="bentConnector3">
            <a:avLst>
              <a:gd name="adj1" fmla="val 15885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1" name="Conector: angular 1550">
            <a:extLst>
              <a:ext uri="{FF2B5EF4-FFF2-40B4-BE49-F238E27FC236}">
                <a16:creationId xmlns:a16="http://schemas.microsoft.com/office/drawing/2014/main" id="{3D0ECFA5-6BD4-29F2-B9AB-E5A75B1BB2B7}"/>
              </a:ext>
            </a:extLst>
          </p:cNvPr>
          <p:cNvCxnSpPr>
            <a:cxnSpLocks/>
            <a:stCxn id="1465" idx="1"/>
            <a:endCxn id="1545" idx="1"/>
          </p:cNvCxnSpPr>
          <p:nvPr/>
        </p:nvCxnSpPr>
        <p:spPr>
          <a:xfrm rot="10800000" flipV="1">
            <a:off x="6101794" y="7142645"/>
            <a:ext cx="383815" cy="1575019"/>
          </a:xfrm>
          <a:prstGeom prst="bentConnector3">
            <a:avLst>
              <a:gd name="adj1" fmla="val 15866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7" name="Conector: angular 1556">
            <a:extLst>
              <a:ext uri="{FF2B5EF4-FFF2-40B4-BE49-F238E27FC236}">
                <a16:creationId xmlns:a16="http://schemas.microsoft.com/office/drawing/2014/main" id="{355FA9F9-2AFA-33F8-7880-C1CD4793CCD5}"/>
              </a:ext>
            </a:extLst>
          </p:cNvPr>
          <p:cNvCxnSpPr>
            <a:cxnSpLocks/>
            <a:stCxn id="1465" idx="1"/>
            <a:endCxn id="1547" idx="1"/>
          </p:cNvCxnSpPr>
          <p:nvPr/>
        </p:nvCxnSpPr>
        <p:spPr>
          <a:xfrm rot="10800000" flipV="1">
            <a:off x="6105172" y="7142646"/>
            <a:ext cx="380436" cy="1918804"/>
          </a:xfrm>
          <a:prstGeom prst="bentConnector3">
            <a:avLst>
              <a:gd name="adj1" fmla="val 16008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4" name="CuadroTexto 1563">
            <a:extLst>
              <a:ext uri="{FF2B5EF4-FFF2-40B4-BE49-F238E27FC236}">
                <a16:creationId xmlns:a16="http://schemas.microsoft.com/office/drawing/2014/main" id="{E44D8F58-3EED-BFE2-A198-2A60A871696F}"/>
              </a:ext>
            </a:extLst>
          </p:cNvPr>
          <p:cNvSpPr txBox="1"/>
          <p:nvPr/>
        </p:nvSpPr>
        <p:spPr>
          <a:xfrm>
            <a:off x="4286364" y="8661810"/>
            <a:ext cx="13344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CDP-etanolamina</a:t>
            </a:r>
          </a:p>
        </p:txBody>
      </p:sp>
      <p:sp>
        <p:nvSpPr>
          <p:cNvPr id="1565" name="CuadroTexto 1564">
            <a:extLst>
              <a:ext uri="{FF2B5EF4-FFF2-40B4-BE49-F238E27FC236}">
                <a16:creationId xmlns:a16="http://schemas.microsoft.com/office/drawing/2014/main" id="{357B1A3F-B58F-343E-F27C-FE706903ED3E}"/>
              </a:ext>
            </a:extLst>
          </p:cNvPr>
          <p:cNvSpPr txBox="1"/>
          <p:nvPr/>
        </p:nvSpPr>
        <p:spPr>
          <a:xfrm>
            <a:off x="4598890" y="8978203"/>
            <a:ext cx="9994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CDP-colina</a:t>
            </a:r>
          </a:p>
        </p:txBody>
      </p:sp>
      <p:sp>
        <p:nvSpPr>
          <p:cNvPr id="1566" name="CuadroTexto 1565">
            <a:extLst>
              <a:ext uri="{FF2B5EF4-FFF2-40B4-BE49-F238E27FC236}">
                <a16:creationId xmlns:a16="http://schemas.microsoft.com/office/drawing/2014/main" id="{A0F86C35-7945-3421-16A9-304E3ACACF85}"/>
              </a:ext>
            </a:extLst>
          </p:cNvPr>
          <p:cNvSpPr txBox="1"/>
          <p:nvPr/>
        </p:nvSpPr>
        <p:spPr>
          <a:xfrm>
            <a:off x="4597541" y="9307679"/>
            <a:ext cx="9994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CDP-serina</a:t>
            </a:r>
          </a:p>
        </p:txBody>
      </p:sp>
      <p:cxnSp>
        <p:nvCxnSpPr>
          <p:cNvPr id="1567" name="Conector: curvado 1566">
            <a:extLst>
              <a:ext uri="{FF2B5EF4-FFF2-40B4-BE49-F238E27FC236}">
                <a16:creationId xmlns:a16="http://schemas.microsoft.com/office/drawing/2014/main" id="{80CF1BA6-BF1B-6EFB-2CC4-7E8C4748DEBB}"/>
              </a:ext>
            </a:extLst>
          </p:cNvPr>
          <p:cNvCxnSpPr>
            <a:cxnSpLocks/>
            <a:stCxn id="1564" idx="3"/>
          </p:cNvCxnSpPr>
          <p:nvPr/>
        </p:nvCxnSpPr>
        <p:spPr>
          <a:xfrm flipV="1">
            <a:off x="5620778" y="8401986"/>
            <a:ext cx="324538" cy="39062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7" name="Conector: curvado 1586">
            <a:extLst>
              <a:ext uri="{FF2B5EF4-FFF2-40B4-BE49-F238E27FC236}">
                <a16:creationId xmlns:a16="http://schemas.microsoft.com/office/drawing/2014/main" id="{4BAFEEC0-AB4D-432E-8470-2AB496643F47}"/>
              </a:ext>
            </a:extLst>
          </p:cNvPr>
          <p:cNvCxnSpPr>
            <a:cxnSpLocks/>
          </p:cNvCxnSpPr>
          <p:nvPr/>
        </p:nvCxnSpPr>
        <p:spPr>
          <a:xfrm flipV="1">
            <a:off x="5611741" y="8717665"/>
            <a:ext cx="324538" cy="39062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8" name="Conector: curvado 1587">
            <a:extLst>
              <a:ext uri="{FF2B5EF4-FFF2-40B4-BE49-F238E27FC236}">
                <a16:creationId xmlns:a16="http://schemas.microsoft.com/office/drawing/2014/main" id="{3A7DC40C-0BB2-639A-5E7C-CFB6C855D5A7}"/>
              </a:ext>
            </a:extLst>
          </p:cNvPr>
          <p:cNvCxnSpPr>
            <a:cxnSpLocks/>
          </p:cNvCxnSpPr>
          <p:nvPr/>
        </p:nvCxnSpPr>
        <p:spPr>
          <a:xfrm flipV="1">
            <a:off x="5597989" y="9052258"/>
            <a:ext cx="324538" cy="39062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9" name="CuadroTexto 1588">
            <a:extLst>
              <a:ext uri="{FF2B5EF4-FFF2-40B4-BE49-F238E27FC236}">
                <a16:creationId xmlns:a16="http://schemas.microsoft.com/office/drawing/2014/main" id="{CD0D8CD1-E74F-A88C-6095-4CBAF2445299}"/>
              </a:ext>
            </a:extLst>
          </p:cNvPr>
          <p:cNvSpPr txBox="1"/>
          <p:nvPr/>
        </p:nvSpPr>
        <p:spPr>
          <a:xfrm>
            <a:off x="3114912" y="9353415"/>
            <a:ext cx="16051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Activación de la base polar con CTP</a:t>
            </a:r>
          </a:p>
        </p:txBody>
      </p:sp>
      <p:cxnSp>
        <p:nvCxnSpPr>
          <p:cNvPr id="1590" name="Conector: angular 1589">
            <a:extLst>
              <a:ext uri="{FF2B5EF4-FFF2-40B4-BE49-F238E27FC236}">
                <a16:creationId xmlns:a16="http://schemas.microsoft.com/office/drawing/2014/main" id="{36C255AE-5AC9-71EE-8535-95DEB3908B55}"/>
              </a:ext>
            </a:extLst>
          </p:cNvPr>
          <p:cNvCxnSpPr>
            <a:cxnSpLocks/>
            <a:stCxn id="1589" idx="0"/>
            <a:endCxn id="1564" idx="1"/>
          </p:cNvCxnSpPr>
          <p:nvPr/>
        </p:nvCxnSpPr>
        <p:spPr>
          <a:xfrm rot="5400000" flipH="1" flipV="1">
            <a:off x="3821526" y="8888578"/>
            <a:ext cx="560800" cy="36887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3" name="Conector: angular 1592">
            <a:extLst>
              <a:ext uri="{FF2B5EF4-FFF2-40B4-BE49-F238E27FC236}">
                <a16:creationId xmlns:a16="http://schemas.microsoft.com/office/drawing/2014/main" id="{2B73D038-8E8F-612A-6091-3B9CF23BE4D0}"/>
              </a:ext>
            </a:extLst>
          </p:cNvPr>
          <p:cNvCxnSpPr>
            <a:cxnSpLocks/>
            <a:stCxn id="1589" idx="0"/>
            <a:endCxn id="1565" idx="1"/>
          </p:cNvCxnSpPr>
          <p:nvPr/>
        </p:nvCxnSpPr>
        <p:spPr>
          <a:xfrm rot="5400000" flipH="1" flipV="1">
            <a:off x="4135986" y="8890512"/>
            <a:ext cx="244407" cy="6814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7" name="Conector: angular 1596">
            <a:extLst>
              <a:ext uri="{FF2B5EF4-FFF2-40B4-BE49-F238E27FC236}">
                <a16:creationId xmlns:a16="http://schemas.microsoft.com/office/drawing/2014/main" id="{EAC952A8-B181-4EE2-ACFA-48B93C6DC667}"/>
              </a:ext>
            </a:extLst>
          </p:cNvPr>
          <p:cNvCxnSpPr>
            <a:cxnSpLocks/>
            <a:stCxn id="1589" idx="0"/>
          </p:cNvCxnSpPr>
          <p:nvPr/>
        </p:nvCxnSpPr>
        <p:spPr>
          <a:xfrm rot="16200000" flipH="1">
            <a:off x="4271085" y="8999819"/>
            <a:ext cx="95384" cy="802577"/>
          </a:xfrm>
          <a:prstGeom prst="bentConnector4">
            <a:avLst>
              <a:gd name="adj1" fmla="val -85397"/>
              <a:gd name="adj2" fmla="val 8297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0663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277</Words>
  <Application>Microsoft Office PowerPoint</Application>
  <PresentationFormat>Personalizado</PresentationFormat>
  <Paragraphs>131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30</cp:revision>
  <dcterms:created xsi:type="dcterms:W3CDTF">2025-10-09T08:39:27Z</dcterms:created>
  <dcterms:modified xsi:type="dcterms:W3CDTF">2025-11-03T08:17:20Z</dcterms:modified>
</cp:coreProperties>
</file>